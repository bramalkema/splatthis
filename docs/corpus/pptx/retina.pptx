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36576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3657600"/>
          <a:chOff x="0" y="0"/>
          <a:chExt cx="3657600" cy="36576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3657600"/>
            <a:chOff x="0" y="0"/>
            <a:chExt cx="3657600" cy="36576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3657600"/>
            </a:xfrm>
            <a:prstGeom prst="rect">
              <a:avLst/>
            </a:prstGeom>
            <a:solidFill>
              <a:srgbClr val="02000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8505493">
              <a:off x="2932470" y="3206450"/>
              <a:ext cx="38961" cy="9740"/>
            </a:xfrm>
            <a:prstGeom prst="ellipse">
              <a:avLst/>
            </a:prstGeom>
            <a:gradFill>
              <a:gsLst>
                <a:gs pos="0">
                  <a:srgbClr val="D4553E">
                    <a:alpha val="22116"/>
                  </a:srgbClr>
                </a:gs>
                <a:gs pos="14286">
                  <a:srgbClr val="D4553E">
                    <a:alpha val="20526"/>
                  </a:srgbClr>
                </a:gs>
                <a:gs pos="28571">
                  <a:srgbClr val="D4553E">
                    <a:alpha val="16337"/>
                  </a:srgbClr>
                </a:gs>
                <a:gs pos="42857">
                  <a:srgbClr val="D4553E">
                    <a:alpha val="11042"/>
                  </a:srgbClr>
                </a:gs>
                <a:gs pos="57143">
                  <a:srgbClr val="D4553E">
                    <a:alpha val="6277"/>
                  </a:srgbClr>
                </a:gs>
                <a:gs pos="71429">
                  <a:srgbClr val="D4553E">
                    <a:alpha val="2989"/>
                  </a:srgbClr>
                </a:gs>
                <a:gs pos="85714">
                  <a:srgbClr val="D4553E">
                    <a:alpha val="1193"/>
                  </a:srgbClr>
                </a:gs>
                <a:gs pos="100000">
                  <a:srgbClr val="D4553E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4238724">
              <a:off x="173238" y="2555653"/>
              <a:ext cx="34382" cy="8596"/>
            </a:xfrm>
            <a:prstGeom prst="ellipse">
              <a:avLst/>
            </a:prstGeom>
            <a:gradFill>
              <a:gsLst>
                <a:gs pos="0">
                  <a:srgbClr val="D5634A">
                    <a:alpha val="22902"/>
                  </a:srgbClr>
                </a:gs>
                <a:gs pos="14286">
                  <a:srgbClr val="D5634A">
                    <a:alpha val="21263"/>
                  </a:srgbClr>
                </a:gs>
                <a:gs pos="28571">
                  <a:srgbClr val="D5634A">
                    <a:alpha val="16941"/>
                  </a:srgbClr>
                </a:gs>
                <a:gs pos="42857">
                  <a:srgbClr val="D5634A">
                    <a:alpha val="11463"/>
                  </a:srgbClr>
                </a:gs>
                <a:gs pos="57143">
                  <a:srgbClr val="D5634A">
                    <a:alpha val="6524"/>
                  </a:srgbClr>
                </a:gs>
                <a:gs pos="71429">
                  <a:srgbClr val="D5634A">
                    <a:alpha val="3109"/>
                  </a:srgbClr>
                </a:gs>
                <a:gs pos="85714">
                  <a:srgbClr val="D5634A">
                    <a:alpha val="1241"/>
                  </a:srgbClr>
                </a:gs>
                <a:gs pos="100000">
                  <a:srgbClr val="D5634A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4856015">
              <a:off x="-319201" y="2228357"/>
              <a:ext cx="845006" cy="225783"/>
            </a:xfrm>
            <a:prstGeom prst="ellipse">
              <a:avLst/>
            </a:prstGeom>
            <a:gradFill>
              <a:gsLst>
                <a:gs pos="0">
                  <a:srgbClr val="000800">
                    <a:alpha val="3415"/>
                  </a:srgbClr>
                </a:gs>
                <a:gs pos="14286">
                  <a:srgbClr val="000800">
                    <a:alpha val="3143"/>
                  </a:srgbClr>
                </a:gs>
                <a:gs pos="28571">
                  <a:srgbClr val="000800">
                    <a:alpha val="2449"/>
                  </a:srgbClr>
                </a:gs>
                <a:gs pos="42857">
                  <a:srgbClr val="000800">
                    <a:alpha val="1613"/>
                  </a:srgbClr>
                </a:gs>
                <a:gs pos="57143">
                  <a:srgbClr val="000800">
                    <a:alpha val="897"/>
                  </a:srgbClr>
                </a:gs>
                <a:gs pos="71429">
                  <a:srgbClr val="000800">
                    <a:alpha val="421"/>
                  </a:srgbClr>
                </a:gs>
                <a:gs pos="85714">
                  <a:srgbClr val="000800">
                    <a:alpha val="167"/>
                  </a:srgbClr>
                </a:gs>
                <a:gs pos="100000">
                  <a:srgbClr val="0008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3125569">
              <a:off x="-64338" y="2757191"/>
              <a:ext cx="875396" cy="236182"/>
            </a:xfrm>
            <a:prstGeom prst="ellipse">
              <a:avLst/>
            </a:prstGeom>
            <a:gradFill>
              <a:gsLst>
                <a:gs pos="0">
                  <a:srgbClr val="000000">
                    <a:alpha val="5970"/>
                  </a:srgbClr>
                </a:gs>
                <a:gs pos="14286">
                  <a:srgbClr val="000000">
                    <a:alpha val="5501"/>
                  </a:srgbClr>
                </a:gs>
                <a:gs pos="28571">
                  <a:srgbClr val="000000">
                    <a:alpha val="4298"/>
                  </a:srgbClr>
                </a:gs>
                <a:gs pos="42857">
                  <a:srgbClr val="000000">
                    <a:alpha val="2840"/>
                  </a:srgbClr>
                </a:gs>
                <a:gs pos="57143">
                  <a:srgbClr val="000000">
                    <a:alpha val="1584"/>
                  </a:srgbClr>
                </a:gs>
                <a:gs pos="71429">
                  <a:srgbClr val="000000">
                    <a:alpha val="745"/>
                  </a:srgbClr>
                </a:gs>
                <a:gs pos="85714">
                  <a:srgbClr val="000000">
                    <a:alpha val="295"/>
                  </a:srgbClr>
                </a:gs>
                <a:gs pos="100000">
                  <a:srgbClr val="00000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6506986">
              <a:off x="2771039" y="441465"/>
              <a:ext cx="677506" cy="223892"/>
            </a:xfrm>
            <a:prstGeom prst="ellipse">
              <a:avLst/>
            </a:prstGeom>
            <a:gradFill>
              <a:gsLst>
                <a:gs pos="0">
                  <a:srgbClr val="000001">
                    <a:alpha val="8889"/>
                  </a:srgbClr>
                </a:gs>
                <a:gs pos="14286">
                  <a:srgbClr val="000001">
                    <a:alpha val="8200"/>
                  </a:srgbClr>
                </a:gs>
                <a:gs pos="28571">
                  <a:srgbClr val="000001">
                    <a:alpha val="6428"/>
                  </a:srgbClr>
                </a:gs>
                <a:gs pos="42857">
                  <a:srgbClr val="000001">
                    <a:alpha val="4264"/>
                  </a:srgbClr>
                </a:gs>
                <a:gs pos="57143">
                  <a:srgbClr val="000001">
                    <a:alpha val="2386"/>
                  </a:srgbClr>
                </a:gs>
                <a:gs pos="71429">
                  <a:srgbClr val="000001">
                    <a:alpha val="1124"/>
                  </a:srgbClr>
                </a:gs>
                <a:gs pos="85714">
                  <a:srgbClr val="000001">
                    <a:alpha val="446"/>
                  </a:srgbClr>
                </a:gs>
                <a:gs pos="100000">
                  <a:srgbClr val="000001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10746972">
              <a:off x="-227881" y="1233470"/>
              <a:ext cx="587183" cy="586944"/>
            </a:xfrm>
            <a:prstGeom prst="ellipse">
              <a:avLst/>
            </a:prstGeom>
            <a:gradFill>
              <a:gsLst>
                <a:gs pos="0">
                  <a:srgbClr val="000003">
                    <a:alpha val="7882"/>
                  </a:srgbClr>
                </a:gs>
                <a:gs pos="14286">
                  <a:srgbClr val="000003">
                    <a:alpha val="7269"/>
                  </a:srgbClr>
                </a:gs>
                <a:gs pos="28571">
                  <a:srgbClr val="000003">
                    <a:alpha val="5691"/>
                  </a:srgbClr>
                </a:gs>
                <a:gs pos="42857">
                  <a:srgbClr val="000003">
                    <a:alpha val="3770"/>
                  </a:srgbClr>
                </a:gs>
                <a:gs pos="57143">
                  <a:srgbClr val="000003">
                    <a:alpha val="2107"/>
                  </a:srgbClr>
                </a:gs>
                <a:gs pos="71429">
                  <a:srgbClr val="000003">
                    <a:alpha val="992"/>
                  </a:srgbClr>
                </a:gs>
                <a:gs pos="85714">
                  <a:srgbClr val="000003">
                    <a:alpha val="393"/>
                  </a:srgbClr>
                </a:gs>
                <a:gs pos="100000">
                  <a:srgbClr val="000003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5414881">
              <a:off x="-215955" y="1359196"/>
              <a:ext cx="535262" cy="535259"/>
            </a:xfrm>
            <a:prstGeom prst="ellipse">
              <a:avLst/>
            </a:prstGeom>
            <a:gradFill>
              <a:gsLst>
                <a:gs pos="0">
                  <a:srgbClr val="000400">
                    <a:alpha val="2969"/>
                  </a:srgbClr>
                </a:gs>
                <a:gs pos="14286">
                  <a:srgbClr val="000400">
                    <a:alpha val="2733"/>
                  </a:srgbClr>
                </a:gs>
                <a:gs pos="28571">
                  <a:srgbClr val="000400">
                    <a:alpha val="2128"/>
                  </a:srgbClr>
                </a:gs>
                <a:gs pos="42857">
                  <a:srgbClr val="000400">
                    <a:alpha val="1401"/>
                  </a:srgbClr>
                </a:gs>
                <a:gs pos="57143">
                  <a:srgbClr val="000400">
                    <a:alpha val="779"/>
                  </a:srgbClr>
                </a:gs>
                <a:gs pos="71429">
                  <a:srgbClr val="000400">
                    <a:alpha val="365"/>
                  </a:srgbClr>
                </a:gs>
                <a:gs pos="85714">
                  <a:srgbClr val="000400">
                    <a:alpha val="145"/>
                  </a:srgbClr>
                </a:gs>
                <a:gs pos="100000">
                  <a:srgbClr val="0004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6850861">
              <a:off x="2989945" y="2775841"/>
              <a:ext cx="579495" cy="153566"/>
            </a:xfrm>
            <a:prstGeom prst="ellipse">
              <a:avLst/>
            </a:prstGeom>
            <a:gradFill>
              <a:gsLst>
                <a:gs pos="0">
                  <a:srgbClr val="000000">
                    <a:alpha val="10307"/>
                  </a:srgbClr>
                </a:gs>
                <a:gs pos="14286">
                  <a:srgbClr val="000000">
                    <a:alpha val="9515"/>
                  </a:srgbClr>
                </a:gs>
                <a:gs pos="28571">
                  <a:srgbClr val="000000">
                    <a:alpha val="7470"/>
                  </a:srgbClr>
                </a:gs>
                <a:gs pos="42857">
                  <a:srgbClr val="000000">
                    <a:alpha val="4965"/>
                  </a:srgbClr>
                </a:gs>
                <a:gs pos="57143">
                  <a:srgbClr val="000000">
                    <a:alpha val="2782"/>
                  </a:srgbClr>
                </a:gs>
                <a:gs pos="71429">
                  <a:srgbClr val="000000">
                    <a:alpha val="1312"/>
                  </a:srgbClr>
                </a:gs>
                <a:gs pos="85714">
                  <a:srgbClr val="000000">
                    <a:alpha val="521"/>
                  </a:srgbClr>
                </a:gs>
                <a:gs pos="100000">
                  <a:srgbClr val="000000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-8281687">
              <a:off x="166924" y="3007765"/>
              <a:ext cx="858534" cy="231032"/>
            </a:xfrm>
            <a:prstGeom prst="ellipse">
              <a:avLst/>
            </a:prstGeom>
            <a:gradFill>
              <a:gsLst>
                <a:gs pos="0">
                  <a:srgbClr val="001405">
                    <a:alpha val="1741"/>
                  </a:srgbClr>
                </a:gs>
                <a:gs pos="14286">
                  <a:srgbClr val="001405">
                    <a:alpha val="1602"/>
                  </a:srgbClr>
                </a:gs>
                <a:gs pos="28571">
                  <a:srgbClr val="001405">
                    <a:alpha val="1246"/>
                  </a:srgbClr>
                </a:gs>
                <a:gs pos="42857">
                  <a:srgbClr val="001405">
                    <a:alpha val="819"/>
                  </a:srgbClr>
                </a:gs>
                <a:gs pos="57143">
                  <a:srgbClr val="001405">
                    <a:alpha val="455"/>
                  </a:srgbClr>
                </a:gs>
                <a:gs pos="71429">
                  <a:srgbClr val="001405">
                    <a:alpha val="213"/>
                  </a:srgbClr>
                </a:gs>
                <a:gs pos="85714">
                  <a:srgbClr val="001405">
                    <a:alpha val="84"/>
                  </a:srgbClr>
                </a:gs>
                <a:gs pos="100000">
                  <a:srgbClr val="001405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8161704">
              <a:off x="126988" y="457797"/>
              <a:ext cx="863366" cy="200538"/>
            </a:xfrm>
            <a:prstGeom prst="ellipse">
              <a:avLst/>
            </a:prstGeom>
            <a:gradFill>
              <a:gsLst>
                <a:gs pos="0">
                  <a:srgbClr val="000001">
                    <a:alpha val="6950"/>
                  </a:srgbClr>
                </a:gs>
                <a:gs pos="14286">
                  <a:srgbClr val="000001">
                    <a:alpha val="6407"/>
                  </a:srgbClr>
                </a:gs>
                <a:gs pos="28571">
                  <a:srgbClr val="000001">
                    <a:alpha val="5011"/>
                  </a:srgbClr>
                </a:gs>
                <a:gs pos="42857">
                  <a:srgbClr val="000001">
                    <a:alpha val="3316"/>
                  </a:srgbClr>
                </a:gs>
                <a:gs pos="57143">
                  <a:srgbClr val="000001">
                    <a:alpha val="1851"/>
                  </a:srgbClr>
                </a:gs>
                <a:gs pos="71429">
                  <a:srgbClr val="000001">
                    <a:alpha val="871"/>
                  </a:srgbClr>
                </a:gs>
                <a:gs pos="85714">
                  <a:srgbClr val="000001">
                    <a:alpha val="345"/>
                  </a:srgbClr>
                </a:gs>
                <a:gs pos="100000">
                  <a:srgbClr val="000001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4287088">
              <a:off x="228846" y="1500552"/>
              <a:ext cx="664111" cy="389561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8604648">
              <a:off x="2545124" y="3130093"/>
              <a:ext cx="768697" cy="181945"/>
            </a:xfrm>
            <a:prstGeom prst="ellipse">
              <a:avLst/>
            </a:prstGeom>
            <a:gradFill>
              <a:gsLst>
                <a:gs pos="0">
                  <a:srgbClr val="000200">
                    <a:alpha val="21120"/>
                  </a:srgbClr>
                </a:gs>
                <a:gs pos="14286">
                  <a:srgbClr val="000200">
                    <a:alpha val="19592"/>
                  </a:srgbClr>
                </a:gs>
                <a:gs pos="28571">
                  <a:srgbClr val="000200">
                    <a:alpha val="15575"/>
                  </a:srgbClr>
                </a:gs>
                <a:gs pos="42857">
                  <a:srgbClr val="000200">
                    <a:alpha val="10511"/>
                  </a:srgbClr>
                </a:gs>
                <a:gs pos="57143">
                  <a:srgbClr val="000200">
                    <a:alpha val="5968"/>
                  </a:srgbClr>
                </a:gs>
                <a:gs pos="71429">
                  <a:srgbClr val="000200">
                    <a:alpha val="2839"/>
                  </a:srgbClr>
                </a:gs>
                <a:gs pos="85714">
                  <a:srgbClr val="000200">
                    <a:alpha val="1133"/>
                  </a:srgbClr>
                </a:gs>
                <a:gs pos="100000">
                  <a:srgbClr val="000200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3825604">
              <a:off x="266698" y="2768138"/>
              <a:ext cx="54668" cy="13667"/>
            </a:xfrm>
            <a:prstGeom prst="ellipse">
              <a:avLst/>
            </a:prstGeom>
            <a:gradFill>
              <a:gsLst>
                <a:gs pos="0">
                  <a:srgbClr val="A44532">
                    <a:alpha val="19358"/>
                  </a:srgbClr>
                </a:gs>
                <a:gs pos="14286">
                  <a:srgbClr val="A44532">
                    <a:alpha val="17943"/>
                  </a:srgbClr>
                </a:gs>
                <a:gs pos="28571">
                  <a:srgbClr val="A44532">
                    <a:alpha val="14234"/>
                  </a:srgbClr>
                </a:gs>
                <a:gs pos="42857">
                  <a:srgbClr val="A44532">
                    <a:alpha val="9581"/>
                  </a:srgbClr>
                </a:gs>
                <a:gs pos="57143">
                  <a:srgbClr val="A44532">
                    <a:alpha val="5428"/>
                  </a:srgbClr>
                </a:gs>
                <a:gs pos="71429">
                  <a:srgbClr val="A44532">
                    <a:alpha val="2578"/>
                  </a:srgbClr>
                </a:gs>
                <a:gs pos="85714">
                  <a:srgbClr val="A44532">
                    <a:alpha val="1028"/>
                  </a:srgbClr>
                </a:gs>
                <a:gs pos="100000">
                  <a:srgbClr val="A44532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5163489">
              <a:off x="-165336" y="1927667"/>
              <a:ext cx="412257" cy="38828"/>
            </a:xfrm>
            <a:prstGeom prst="ellipse">
              <a:avLst/>
            </a:prstGeom>
            <a:gradFill>
              <a:gsLst>
                <a:gs pos="0">
                  <a:srgbClr val="FF6F4E">
                    <a:alpha val="32968"/>
                  </a:srgbClr>
                </a:gs>
                <a:gs pos="14286">
                  <a:srgbClr val="FF6F4E">
                    <a:alpha val="30764"/>
                  </a:srgbClr>
                </a:gs>
                <a:gs pos="28571">
                  <a:srgbClr val="FF6F4E">
                    <a:alpha val="24833"/>
                  </a:srgbClr>
                </a:gs>
                <a:gs pos="42857">
                  <a:srgbClr val="FF6F4E">
                    <a:alpha val="17075"/>
                  </a:srgbClr>
                </a:gs>
                <a:gs pos="57143">
                  <a:srgbClr val="FF6F4E">
                    <a:alpha val="9855"/>
                  </a:srgbClr>
                </a:gs>
                <a:gs pos="71429">
                  <a:srgbClr val="FF6F4E">
                    <a:alpha val="4740"/>
                  </a:srgbClr>
                </a:gs>
                <a:gs pos="85714">
                  <a:srgbClr val="FF6F4E">
                    <a:alpha val="1902"/>
                  </a:srgbClr>
                </a:gs>
                <a:gs pos="100000">
                  <a:srgbClr val="FF6F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5522627">
              <a:off x="-192526" y="1729524"/>
              <a:ext cx="452975" cy="26544"/>
            </a:xfrm>
            <a:prstGeom prst="ellipse">
              <a:avLst/>
            </a:prstGeom>
            <a:gradFill>
              <a:gsLst>
                <a:gs pos="0">
                  <a:srgbClr val="FF7158">
                    <a:alpha val="32968"/>
                  </a:srgbClr>
                </a:gs>
                <a:gs pos="14286">
                  <a:srgbClr val="FF7158">
                    <a:alpha val="30764"/>
                  </a:srgbClr>
                </a:gs>
                <a:gs pos="28571">
                  <a:srgbClr val="FF7158">
                    <a:alpha val="24833"/>
                  </a:srgbClr>
                </a:gs>
                <a:gs pos="42857">
                  <a:srgbClr val="FF7158">
                    <a:alpha val="17075"/>
                  </a:srgbClr>
                </a:gs>
                <a:gs pos="57143">
                  <a:srgbClr val="FF7158">
                    <a:alpha val="9855"/>
                  </a:srgbClr>
                </a:gs>
                <a:gs pos="71429">
                  <a:srgbClr val="FF7158">
                    <a:alpha val="4740"/>
                  </a:srgbClr>
                </a:gs>
                <a:gs pos="85714">
                  <a:srgbClr val="FF7158">
                    <a:alpha val="1902"/>
                  </a:srgbClr>
                </a:gs>
                <a:gs pos="100000">
                  <a:srgbClr val="FF71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5250885">
              <a:off x="794370" y="1737792"/>
              <a:ext cx="44105" cy="11026"/>
            </a:xfrm>
            <a:prstGeom prst="ellipse">
              <a:avLst/>
            </a:prstGeom>
            <a:gradFill>
              <a:gsLst>
                <a:gs pos="0">
                  <a:srgbClr val="C66A33">
                    <a:alpha val="21224"/>
                  </a:srgbClr>
                </a:gs>
                <a:gs pos="14286">
                  <a:srgbClr val="C66A33">
                    <a:alpha val="19689"/>
                  </a:srgbClr>
                </a:gs>
                <a:gs pos="28571">
                  <a:srgbClr val="C66A33">
                    <a:alpha val="15654"/>
                  </a:srgbClr>
                </a:gs>
                <a:gs pos="42857">
                  <a:srgbClr val="C66A33">
                    <a:alpha val="10566"/>
                  </a:srgbClr>
                </a:gs>
                <a:gs pos="57143">
                  <a:srgbClr val="C66A33">
                    <a:alpha val="6000"/>
                  </a:srgbClr>
                </a:gs>
                <a:gs pos="71429">
                  <a:srgbClr val="C66A33">
                    <a:alpha val="2855"/>
                  </a:srgbClr>
                </a:gs>
                <a:gs pos="85714">
                  <a:srgbClr val="C66A33">
                    <a:alpha val="1139"/>
                  </a:srgbClr>
                </a:gs>
                <a:gs pos="100000">
                  <a:srgbClr val="C66A33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8730104">
              <a:off x="340769" y="418765"/>
              <a:ext cx="553674" cy="146732"/>
            </a:xfrm>
            <a:prstGeom prst="ellipse">
              <a:avLst/>
            </a:prstGeom>
            <a:gradFill>
              <a:gsLst>
                <a:gs pos="0">
                  <a:srgbClr val="000000">
                    <a:alpha val="7342"/>
                  </a:srgbClr>
                </a:gs>
                <a:gs pos="14286">
                  <a:srgbClr val="000000">
                    <a:alpha val="6769"/>
                  </a:srgbClr>
                </a:gs>
                <a:gs pos="28571">
                  <a:srgbClr val="000000">
                    <a:alpha val="5297"/>
                  </a:srgbClr>
                </a:gs>
                <a:gs pos="42857">
                  <a:srgbClr val="000000">
                    <a:alpha val="3507"/>
                  </a:srgbClr>
                </a:gs>
                <a:gs pos="57143">
                  <a:srgbClr val="000000">
                    <a:alpha val="1958"/>
                  </a:srgbClr>
                </a:gs>
                <a:gs pos="71429">
                  <a:srgbClr val="000000">
                    <a:alpha val="922"/>
                  </a:srgbClr>
                </a:gs>
                <a:gs pos="85714">
                  <a:srgbClr val="000000">
                    <a:alpha val="365"/>
                  </a:srgbClr>
                </a:gs>
                <a:gs pos="100000">
                  <a:srgbClr val="00000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-8479583">
              <a:off x="541031" y="3207478"/>
              <a:ext cx="310966" cy="20407"/>
            </a:xfrm>
            <a:prstGeom prst="ellipse">
              <a:avLst/>
            </a:prstGeom>
            <a:gradFill>
              <a:gsLst>
                <a:gs pos="0">
                  <a:srgbClr val="FF765E">
                    <a:alpha val="32968"/>
                  </a:srgbClr>
                </a:gs>
                <a:gs pos="14286">
                  <a:srgbClr val="FF765E">
                    <a:alpha val="30764"/>
                  </a:srgbClr>
                </a:gs>
                <a:gs pos="28571">
                  <a:srgbClr val="FF765E">
                    <a:alpha val="24833"/>
                  </a:srgbClr>
                </a:gs>
                <a:gs pos="42857">
                  <a:srgbClr val="FF765E">
                    <a:alpha val="17075"/>
                  </a:srgbClr>
                </a:gs>
                <a:gs pos="57143">
                  <a:srgbClr val="FF765E">
                    <a:alpha val="9855"/>
                  </a:srgbClr>
                </a:gs>
                <a:gs pos="71429">
                  <a:srgbClr val="FF765E">
                    <a:alpha val="4740"/>
                  </a:srgbClr>
                </a:gs>
                <a:gs pos="85714">
                  <a:srgbClr val="FF765E">
                    <a:alpha val="1902"/>
                  </a:srgbClr>
                </a:gs>
                <a:gs pos="100000">
                  <a:srgbClr val="FF76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5811615">
              <a:off x="21255" y="1536168"/>
              <a:ext cx="56323" cy="14081"/>
            </a:xfrm>
            <a:prstGeom prst="ellipse">
              <a:avLst/>
            </a:prstGeom>
            <a:gradFill>
              <a:gsLst>
                <a:gs pos="0">
                  <a:srgbClr val="A94634">
                    <a:alpha val="19062"/>
                  </a:srgbClr>
                </a:gs>
                <a:gs pos="14286">
                  <a:srgbClr val="A94634">
                    <a:alpha val="17666"/>
                  </a:srgbClr>
                </a:gs>
                <a:gs pos="28571">
                  <a:srgbClr val="A94634">
                    <a:alpha val="14009"/>
                  </a:srgbClr>
                </a:gs>
                <a:gs pos="42857">
                  <a:srgbClr val="A94634">
                    <a:alpha val="9426"/>
                  </a:srgbClr>
                </a:gs>
                <a:gs pos="57143">
                  <a:srgbClr val="A94634">
                    <a:alpha val="5338"/>
                  </a:srgbClr>
                </a:gs>
                <a:gs pos="71429">
                  <a:srgbClr val="A94634">
                    <a:alpha val="2535"/>
                  </a:srgbClr>
                </a:gs>
                <a:gs pos="85714">
                  <a:srgbClr val="A94634">
                    <a:alpha val="1010"/>
                  </a:srgbClr>
                </a:gs>
                <a:gs pos="100000">
                  <a:srgbClr val="A94634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3419115">
              <a:off x="346955" y="2867743"/>
              <a:ext cx="53951" cy="13488"/>
            </a:xfrm>
            <a:prstGeom prst="ellipse">
              <a:avLst/>
            </a:prstGeom>
            <a:gradFill>
              <a:gsLst>
                <a:gs pos="0">
                  <a:srgbClr val="BD5844">
                    <a:alpha val="19487"/>
                  </a:srgbClr>
                </a:gs>
                <a:gs pos="14286">
                  <a:srgbClr val="BD5844">
                    <a:alpha val="18063"/>
                  </a:srgbClr>
                </a:gs>
                <a:gs pos="28571">
                  <a:srgbClr val="BD5844">
                    <a:alpha val="14331"/>
                  </a:srgbClr>
                </a:gs>
                <a:gs pos="42857">
                  <a:srgbClr val="BD5844">
                    <a:alpha val="9648"/>
                  </a:srgbClr>
                </a:gs>
                <a:gs pos="57143">
                  <a:srgbClr val="BD5844">
                    <a:alpha val="5467"/>
                  </a:srgbClr>
                </a:gs>
                <a:gs pos="71429">
                  <a:srgbClr val="BD5844">
                    <a:alpha val="2597"/>
                  </a:srgbClr>
                </a:gs>
                <a:gs pos="85714">
                  <a:srgbClr val="BD5844">
                    <a:alpha val="1035"/>
                  </a:srgbClr>
                </a:gs>
                <a:gs pos="100000">
                  <a:srgbClr val="BD5844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4783666">
              <a:off x="59374" y="2257319"/>
              <a:ext cx="54888" cy="13722"/>
            </a:xfrm>
            <a:prstGeom prst="ellipse">
              <a:avLst/>
            </a:prstGeom>
            <a:gradFill>
              <a:gsLst>
                <a:gs pos="0">
                  <a:srgbClr val="B4604A">
                    <a:alpha val="19319"/>
                  </a:srgbClr>
                </a:gs>
                <a:gs pos="14286">
                  <a:srgbClr val="B4604A">
                    <a:alpha val="17906"/>
                  </a:srgbClr>
                </a:gs>
                <a:gs pos="28571">
                  <a:srgbClr val="B4604A">
                    <a:alpha val="14204"/>
                  </a:srgbClr>
                </a:gs>
                <a:gs pos="42857">
                  <a:srgbClr val="B4604A">
                    <a:alpha val="9560"/>
                  </a:srgbClr>
                </a:gs>
                <a:gs pos="57143">
                  <a:srgbClr val="B4604A">
                    <a:alpha val="5416"/>
                  </a:srgbClr>
                </a:gs>
                <a:gs pos="71429">
                  <a:srgbClr val="B4604A">
                    <a:alpha val="2573"/>
                  </a:srgbClr>
                </a:gs>
                <a:gs pos="85714">
                  <a:srgbClr val="B4604A">
                    <a:alpha val="1025"/>
                  </a:srgbClr>
                </a:gs>
                <a:gs pos="100000">
                  <a:srgbClr val="B4604A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8763413">
              <a:off x="2702622" y="3027705"/>
              <a:ext cx="689039" cy="183678"/>
            </a:xfrm>
            <a:prstGeom prst="ellipse">
              <a:avLst/>
            </a:prstGeom>
            <a:gradFill>
              <a:gsLst>
                <a:gs pos="0">
                  <a:srgbClr val="000500">
                    <a:alpha val="4017"/>
                  </a:srgbClr>
                </a:gs>
                <a:gs pos="14286">
                  <a:srgbClr val="000500">
                    <a:alpha val="3698"/>
                  </a:srgbClr>
                </a:gs>
                <a:gs pos="28571">
                  <a:srgbClr val="000500">
                    <a:alpha val="2884"/>
                  </a:srgbClr>
                </a:gs>
                <a:gs pos="42857">
                  <a:srgbClr val="000500">
                    <a:alpha val="1901"/>
                  </a:srgbClr>
                </a:gs>
                <a:gs pos="57143">
                  <a:srgbClr val="000500">
                    <a:alpha val="1058"/>
                  </a:srgbClr>
                </a:gs>
                <a:gs pos="71429">
                  <a:srgbClr val="000500">
                    <a:alpha val="497"/>
                  </a:srgbClr>
                </a:gs>
                <a:gs pos="85714">
                  <a:srgbClr val="000500">
                    <a:alpha val="197"/>
                  </a:srgbClr>
                </a:gs>
                <a:gs pos="100000">
                  <a:srgbClr val="000500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4600712">
              <a:off x="121274" y="2478721"/>
              <a:ext cx="59190" cy="14798"/>
            </a:xfrm>
            <a:prstGeom prst="ellipse">
              <a:avLst/>
            </a:prstGeom>
            <a:gradFill>
              <a:gsLst>
                <a:gs pos="0">
                  <a:srgbClr val="953332">
                    <a:alpha val="18546"/>
                  </a:srgbClr>
                </a:gs>
                <a:gs pos="14286">
                  <a:srgbClr val="953332">
                    <a:alpha val="17184"/>
                  </a:srgbClr>
                </a:gs>
                <a:gs pos="28571">
                  <a:srgbClr val="953332">
                    <a:alpha val="13618"/>
                  </a:srgbClr>
                </a:gs>
                <a:gs pos="42857">
                  <a:srgbClr val="953332">
                    <a:alpha val="9156"/>
                  </a:srgbClr>
                </a:gs>
                <a:gs pos="57143">
                  <a:srgbClr val="953332">
                    <a:alpha val="5182"/>
                  </a:srgbClr>
                </a:gs>
                <a:gs pos="71429">
                  <a:srgbClr val="953332">
                    <a:alpha val="2460"/>
                  </a:srgbClr>
                </a:gs>
                <a:gs pos="85714">
                  <a:srgbClr val="953332">
                    <a:alpha val="980"/>
                  </a:srgbClr>
                </a:gs>
                <a:gs pos="100000">
                  <a:srgbClr val="953332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2996821">
              <a:off x="3007414" y="650724"/>
              <a:ext cx="368643" cy="24231"/>
            </a:xfrm>
            <a:prstGeom prst="ellipse">
              <a:avLst/>
            </a:prstGeom>
            <a:gradFill>
              <a:gsLst>
                <a:gs pos="0">
                  <a:srgbClr val="FB7C68">
                    <a:alpha val="32968"/>
                  </a:srgbClr>
                </a:gs>
                <a:gs pos="14286">
                  <a:srgbClr val="FB7C68">
                    <a:alpha val="30764"/>
                  </a:srgbClr>
                </a:gs>
                <a:gs pos="28571">
                  <a:srgbClr val="FB7C68">
                    <a:alpha val="24833"/>
                  </a:srgbClr>
                </a:gs>
                <a:gs pos="42857">
                  <a:srgbClr val="FB7C68">
                    <a:alpha val="17075"/>
                  </a:srgbClr>
                </a:gs>
                <a:gs pos="57143">
                  <a:srgbClr val="FB7C68">
                    <a:alpha val="9855"/>
                  </a:srgbClr>
                </a:gs>
                <a:gs pos="71429">
                  <a:srgbClr val="FB7C68">
                    <a:alpha val="4740"/>
                  </a:srgbClr>
                </a:gs>
                <a:gs pos="85714">
                  <a:srgbClr val="FB7C68">
                    <a:alpha val="1902"/>
                  </a:srgbClr>
                </a:gs>
                <a:gs pos="100000">
                  <a:srgbClr val="FB7C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8483651">
              <a:off x="612255" y="457720"/>
              <a:ext cx="49789" cy="12447"/>
            </a:xfrm>
            <a:prstGeom prst="ellipse">
              <a:avLst/>
            </a:prstGeom>
            <a:gradFill>
              <a:gsLst>
                <a:gs pos="0">
                  <a:srgbClr val="B94F40">
                    <a:alpha val="20225"/>
                  </a:srgbClr>
                </a:gs>
                <a:gs pos="14286">
                  <a:srgbClr val="B94F40">
                    <a:alpha val="18754"/>
                  </a:srgbClr>
                </a:gs>
                <a:gs pos="28571">
                  <a:srgbClr val="B94F40">
                    <a:alpha val="14893"/>
                  </a:srgbClr>
                </a:gs>
                <a:gs pos="42857">
                  <a:srgbClr val="B94F40">
                    <a:alpha val="10037"/>
                  </a:srgbClr>
                </a:gs>
                <a:gs pos="57143">
                  <a:srgbClr val="B94F40">
                    <a:alpha val="5692"/>
                  </a:srgbClr>
                </a:gs>
                <a:gs pos="71429">
                  <a:srgbClr val="B94F40">
                    <a:alpha val="2706"/>
                  </a:srgbClr>
                </a:gs>
                <a:gs pos="85714">
                  <a:srgbClr val="B94F40">
                    <a:alpha val="1079"/>
                  </a:srgbClr>
                </a:gs>
                <a:gs pos="100000">
                  <a:srgbClr val="B94F40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8749631">
              <a:off x="2906608" y="3223878"/>
              <a:ext cx="49210" cy="12302"/>
            </a:xfrm>
            <a:prstGeom prst="ellipse">
              <a:avLst/>
            </a:prstGeom>
            <a:gradFill>
              <a:gsLst>
                <a:gs pos="0">
                  <a:srgbClr val="BE4B3C">
                    <a:alpha val="20328"/>
                  </a:srgbClr>
                </a:gs>
                <a:gs pos="14286">
                  <a:srgbClr val="BE4B3C">
                    <a:alpha val="18850"/>
                  </a:srgbClr>
                </a:gs>
                <a:gs pos="28571">
                  <a:srgbClr val="BE4B3C">
                    <a:alpha val="14971"/>
                  </a:srgbClr>
                </a:gs>
                <a:gs pos="42857">
                  <a:srgbClr val="BE4B3C">
                    <a:alpha val="10091"/>
                  </a:srgbClr>
                </a:gs>
                <a:gs pos="57143">
                  <a:srgbClr val="BE4B3C">
                    <a:alpha val="5724"/>
                  </a:srgbClr>
                </a:gs>
                <a:gs pos="71429">
                  <a:srgbClr val="BE4B3C">
                    <a:alpha val="2721"/>
                  </a:srgbClr>
                </a:gs>
                <a:gs pos="85714">
                  <a:srgbClr val="BE4B3C">
                    <a:alpha val="1085"/>
                  </a:srgbClr>
                </a:gs>
                <a:gs pos="100000">
                  <a:srgbClr val="BE4B3C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7609360">
              <a:off x="3235080" y="2892227"/>
              <a:ext cx="46540" cy="11635"/>
            </a:xfrm>
            <a:prstGeom prst="ellipse">
              <a:avLst/>
            </a:prstGeom>
            <a:gradFill>
              <a:gsLst>
                <a:gs pos="0">
                  <a:srgbClr val="C05242">
                    <a:alpha val="20798"/>
                  </a:srgbClr>
                </a:gs>
                <a:gs pos="14286">
                  <a:srgbClr val="C05242">
                    <a:alpha val="19290"/>
                  </a:srgbClr>
                </a:gs>
                <a:gs pos="28571">
                  <a:srgbClr val="C05242">
                    <a:alpha val="15329"/>
                  </a:srgbClr>
                </a:gs>
                <a:gs pos="42857">
                  <a:srgbClr val="C05242">
                    <a:alpha val="10340"/>
                  </a:srgbClr>
                </a:gs>
                <a:gs pos="57143">
                  <a:srgbClr val="C05242">
                    <a:alpha val="5868"/>
                  </a:srgbClr>
                </a:gs>
                <a:gs pos="71429">
                  <a:srgbClr val="C05242">
                    <a:alpha val="2791"/>
                  </a:srgbClr>
                </a:gs>
                <a:gs pos="85714">
                  <a:srgbClr val="C05242">
                    <a:alpha val="1113"/>
                  </a:srgbClr>
                </a:gs>
                <a:gs pos="100000">
                  <a:srgbClr val="C05242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3575058">
              <a:off x="3108258" y="873235"/>
              <a:ext cx="466376" cy="45441"/>
            </a:xfrm>
            <a:prstGeom prst="ellipse">
              <a:avLst/>
            </a:prstGeom>
            <a:gradFill>
              <a:gsLst>
                <a:gs pos="0">
                  <a:srgbClr val="DB5847">
                    <a:alpha val="32968"/>
                  </a:srgbClr>
                </a:gs>
                <a:gs pos="14286">
                  <a:srgbClr val="DB5847">
                    <a:alpha val="30764"/>
                  </a:srgbClr>
                </a:gs>
                <a:gs pos="28571">
                  <a:srgbClr val="DB5847">
                    <a:alpha val="24833"/>
                  </a:srgbClr>
                </a:gs>
                <a:gs pos="42857">
                  <a:srgbClr val="DB5847">
                    <a:alpha val="17075"/>
                  </a:srgbClr>
                </a:gs>
                <a:gs pos="57143">
                  <a:srgbClr val="DB5847">
                    <a:alpha val="9855"/>
                  </a:srgbClr>
                </a:gs>
                <a:gs pos="71429">
                  <a:srgbClr val="DB5847">
                    <a:alpha val="4740"/>
                  </a:srgbClr>
                </a:gs>
                <a:gs pos="85714">
                  <a:srgbClr val="DB5847">
                    <a:alpha val="1902"/>
                  </a:srgbClr>
                </a:gs>
                <a:gs pos="100000">
                  <a:srgbClr val="DB58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6765295">
              <a:off x="-235646" y="1003953"/>
              <a:ext cx="848030" cy="1962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5596627">
              <a:off x="26388" y="2442389"/>
              <a:ext cx="544974" cy="544901"/>
            </a:xfrm>
            <a:prstGeom prst="ellipse">
              <a:avLst/>
            </a:prstGeom>
            <a:gradFill>
              <a:gsLst>
                <a:gs pos="0">
                  <a:srgbClr val="000002">
                    <a:alpha val="2772"/>
                  </a:srgbClr>
                </a:gs>
                <a:gs pos="14286">
                  <a:srgbClr val="000002">
                    <a:alpha val="2550"/>
                  </a:srgbClr>
                </a:gs>
                <a:gs pos="28571">
                  <a:srgbClr val="000002">
                    <a:alpha val="1986"/>
                  </a:srgbClr>
                </a:gs>
                <a:gs pos="42857">
                  <a:srgbClr val="000002">
                    <a:alpha val="1307"/>
                  </a:srgbClr>
                </a:gs>
                <a:gs pos="57143">
                  <a:srgbClr val="000002">
                    <a:alpha val="726"/>
                  </a:srgbClr>
                </a:gs>
                <a:gs pos="71429">
                  <a:srgbClr val="000002">
                    <a:alpha val="341"/>
                  </a:srgbClr>
                </a:gs>
                <a:gs pos="85714">
                  <a:srgbClr val="000002">
                    <a:alpha val="135"/>
                  </a:srgbClr>
                </a:gs>
                <a:gs pos="100000">
                  <a:srgbClr val="000002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5477352">
              <a:off x="-19564" y="2359011"/>
              <a:ext cx="540106" cy="540093"/>
            </a:xfrm>
            <a:prstGeom prst="ellipse">
              <a:avLst/>
            </a:prstGeom>
            <a:gradFill>
              <a:gsLst>
                <a:gs pos="0">
                  <a:srgbClr val="000003">
                    <a:alpha val="3891"/>
                  </a:srgbClr>
                </a:gs>
                <a:gs pos="14286">
                  <a:srgbClr val="000003">
                    <a:alpha val="3582"/>
                  </a:srgbClr>
                </a:gs>
                <a:gs pos="28571">
                  <a:srgbClr val="000003">
                    <a:alpha val="2792"/>
                  </a:srgbClr>
                </a:gs>
                <a:gs pos="42857">
                  <a:srgbClr val="000003">
                    <a:alpha val="1841"/>
                  </a:srgbClr>
                </a:gs>
                <a:gs pos="57143">
                  <a:srgbClr val="000003">
                    <a:alpha val="1024"/>
                  </a:srgbClr>
                </a:gs>
                <a:gs pos="71429">
                  <a:srgbClr val="000003">
                    <a:alpha val="481"/>
                  </a:srgbClr>
                </a:gs>
                <a:gs pos="85714">
                  <a:srgbClr val="000003">
                    <a:alpha val="190"/>
                  </a:srgbClr>
                </a:gs>
                <a:gs pos="100000">
                  <a:srgbClr val="000003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-9343558">
              <a:off x="900001" y="3439787"/>
              <a:ext cx="359588" cy="24085"/>
            </a:xfrm>
            <a:prstGeom prst="ellipse">
              <a:avLst/>
            </a:prstGeom>
            <a:gradFill>
              <a:gsLst>
                <a:gs pos="0">
                  <a:srgbClr val="FE6D58">
                    <a:alpha val="32968"/>
                  </a:srgbClr>
                </a:gs>
                <a:gs pos="14286">
                  <a:srgbClr val="FE6D58">
                    <a:alpha val="30764"/>
                  </a:srgbClr>
                </a:gs>
                <a:gs pos="28571">
                  <a:srgbClr val="FE6D58">
                    <a:alpha val="24833"/>
                  </a:srgbClr>
                </a:gs>
                <a:gs pos="42857">
                  <a:srgbClr val="FE6D58">
                    <a:alpha val="17075"/>
                  </a:srgbClr>
                </a:gs>
                <a:gs pos="57143">
                  <a:srgbClr val="FE6D58">
                    <a:alpha val="9855"/>
                  </a:srgbClr>
                </a:gs>
                <a:gs pos="71429">
                  <a:srgbClr val="FE6D58">
                    <a:alpha val="4740"/>
                  </a:srgbClr>
                </a:gs>
                <a:gs pos="85714">
                  <a:srgbClr val="FE6D58">
                    <a:alpha val="1902"/>
                  </a:srgbClr>
                </a:gs>
                <a:gs pos="100000">
                  <a:srgbClr val="FE6D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3656849">
              <a:off x="3190826" y="927803"/>
              <a:ext cx="384248" cy="25564"/>
            </a:xfrm>
            <a:prstGeom prst="ellipse">
              <a:avLst/>
            </a:prstGeom>
            <a:gradFill>
              <a:gsLst>
                <a:gs pos="0">
                  <a:srgbClr val="E56556">
                    <a:alpha val="32968"/>
                  </a:srgbClr>
                </a:gs>
                <a:gs pos="14286">
                  <a:srgbClr val="E56556">
                    <a:alpha val="30764"/>
                  </a:srgbClr>
                </a:gs>
                <a:gs pos="28571">
                  <a:srgbClr val="E56556">
                    <a:alpha val="24833"/>
                  </a:srgbClr>
                </a:gs>
                <a:gs pos="42857">
                  <a:srgbClr val="E56556">
                    <a:alpha val="17075"/>
                  </a:srgbClr>
                </a:gs>
                <a:gs pos="57143">
                  <a:srgbClr val="E56556">
                    <a:alpha val="9855"/>
                  </a:srgbClr>
                </a:gs>
                <a:gs pos="71429">
                  <a:srgbClr val="E56556">
                    <a:alpha val="4740"/>
                  </a:srgbClr>
                </a:gs>
                <a:gs pos="85714">
                  <a:srgbClr val="E56556">
                    <a:alpha val="1902"/>
                  </a:srgbClr>
                </a:gs>
                <a:gs pos="100000">
                  <a:srgbClr val="E565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8089080">
              <a:off x="2944604" y="375094"/>
              <a:ext cx="61028" cy="15257"/>
            </a:xfrm>
            <a:prstGeom prst="ellipse">
              <a:avLst/>
            </a:prstGeom>
            <a:gradFill>
              <a:gsLst>
                <a:gs pos="0">
                  <a:srgbClr val="873C33">
                    <a:alpha val="18214"/>
                  </a:srgbClr>
                </a:gs>
                <a:gs pos="14286">
                  <a:srgbClr val="873C33">
                    <a:alpha val="16873"/>
                  </a:srgbClr>
                </a:gs>
                <a:gs pos="28571">
                  <a:srgbClr val="873C33">
                    <a:alpha val="13367"/>
                  </a:srgbClr>
                </a:gs>
                <a:gs pos="42857">
                  <a:srgbClr val="873C33">
                    <a:alpha val="8982"/>
                  </a:srgbClr>
                </a:gs>
                <a:gs pos="57143">
                  <a:srgbClr val="873C33">
                    <a:alpha val="5081"/>
                  </a:srgbClr>
                </a:gs>
                <a:gs pos="71429">
                  <a:srgbClr val="873C33">
                    <a:alpha val="2412"/>
                  </a:srgbClr>
                </a:gs>
                <a:gs pos="85714">
                  <a:srgbClr val="873C33">
                    <a:alpha val="961"/>
                  </a:srgbClr>
                </a:gs>
                <a:gs pos="100000">
                  <a:srgbClr val="873C33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7955916">
              <a:off x="479063" y="592064"/>
              <a:ext cx="51456" cy="12864"/>
            </a:xfrm>
            <a:prstGeom prst="ellipse">
              <a:avLst/>
            </a:prstGeom>
            <a:gradFill>
              <a:gsLst>
                <a:gs pos="0">
                  <a:srgbClr val="BE5C45">
                    <a:alpha val="19930"/>
                  </a:srgbClr>
                </a:gs>
                <a:gs pos="14286">
                  <a:srgbClr val="BE5C45">
                    <a:alpha val="18478"/>
                  </a:srgbClr>
                </a:gs>
                <a:gs pos="28571">
                  <a:srgbClr val="BE5C45">
                    <a:alpha val="14668"/>
                  </a:srgbClr>
                </a:gs>
                <a:gs pos="42857">
                  <a:srgbClr val="BE5C45">
                    <a:alpha val="9881"/>
                  </a:srgbClr>
                </a:gs>
                <a:gs pos="57143">
                  <a:srgbClr val="BE5C45">
                    <a:alpha val="5602"/>
                  </a:srgbClr>
                </a:gs>
                <a:gs pos="71429">
                  <a:srgbClr val="BE5C45">
                    <a:alpha val="2663"/>
                  </a:srgbClr>
                </a:gs>
                <a:gs pos="85714">
                  <a:srgbClr val="BE5C45">
                    <a:alpha val="1061"/>
                  </a:srgbClr>
                </a:gs>
                <a:gs pos="100000">
                  <a:srgbClr val="BE5C45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-9546764">
              <a:off x="504088" y="3261350"/>
              <a:ext cx="840816" cy="227415"/>
            </a:xfrm>
            <a:prstGeom prst="ellipse">
              <a:avLst/>
            </a:prstGeom>
            <a:gradFill>
              <a:gsLst>
                <a:gs pos="0">
                  <a:srgbClr val="000002">
                    <a:alpha val="6839"/>
                  </a:srgbClr>
                </a:gs>
                <a:gs pos="14286">
                  <a:srgbClr val="000002">
                    <a:alpha val="6304"/>
                  </a:srgbClr>
                </a:gs>
                <a:gs pos="28571">
                  <a:srgbClr val="000002">
                    <a:alpha val="4930"/>
                  </a:srgbClr>
                </a:gs>
                <a:gs pos="42857">
                  <a:srgbClr val="000002">
                    <a:alpha val="3262"/>
                  </a:srgbClr>
                </a:gs>
                <a:gs pos="57143">
                  <a:srgbClr val="000002">
                    <a:alpha val="1821"/>
                  </a:srgbClr>
                </a:gs>
                <a:gs pos="71429">
                  <a:srgbClr val="000002">
                    <a:alpha val="856"/>
                  </a:srgbClr>
                </a:gs>
                <a:gs pos="85714">
                  <a:srgbClr val="000002">
                    <a:alpha val="340"/>
                  </a:srgbClr>
                </a:gs>
                <a:gs pos="100000">
                  <a:srgbClr val="000002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-8891259">
              <a:off x="3015181" y="356188"/>
              <a:ext cx="48920" cy="12230"/>
            </a:xfrm>
            <a:prstGeom prst="ellipse">
              <a:avLst/>
            </a:prstGeom>
            <a:gradFill>
              <a:gsLst>
                <a:gs pos="0">
                  <a:srgbClr val="BC6953">
                    <a:alpha val="20379"/>
                  </a:srgbClr>
                </a:gs>
                <a:gs pos="14286">
                  <a:srgbClr val="BC6953">
                    <a:alpha val="18898"/>
                  </a:srgbClr>
                </a:gs>
                <a:gs pos="28571">
                  <a:srgbClr val="BC6953">
                    <a:alpha val="15010"/>
                  </a:srgbClr>
                </a:gs>
                <a:gs pos="42857">
                  <a:srgbClr val="BC6953">
                    <a:alpha val="10118"/>
                  </a:srgbClr>
                </a:gs>
                <a:gs pos="57143">
                  <a:srgbClr val="BC6953">
                    <a:alpha val="5740"/>
                  </a:srgbClr>
                </a:gs>
                <a:gs pos="71429">
                  <a:srgbClr val="BC6953">
                    <a:alpha val="2729"/>
                  </a:srgbClr>
                </a:gs>
                <a:gs pos="85714">
                  <a:srgbClr val="BC6953">
                    <a:alpha val="1088"/>
                  </a:srgbClr>
                </a:gs>
                <a:gs pos="100000">
                  <a:srgbClr val="BC6953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6421537">
              <a:off x="339878" y="1676831"/>
              <a:ext cx="461911" cy="243571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-9382964">
              <a:off x="2314417" y="169677"/>
              <a:ext cx="490446" cy="36212"/>
            </a:xfrm>
            <a:prstGeom prst="ellipse">
              <a:avLst/>
            </a:prstGeom>
            <a:gradFill>
              <a:gsLst>
                <a:gs pos="0">
                  <a:srgbClr val="FF7360">
                    <a:alpha val="32968"/>
                  </a:srgbClr>
                </a:gs>
                <a:gs pos="14286">
                  <a:srgbClr val="FF7360">
                    <a:alpha val="30764"/>
                  </a:srgbClr>
                </a:gs>
                <a:gs pos="28571">
                  <a:srgbClr val="FF7360">
                    <a:alpha val="24833"/>
                  </a:srgbClr>
                </a:gs>
                <a:gs pos="42857">
                  <a:srgbClr val="FF7360">
                    <a:alpha val="17075"/>
                  </a:srgbClr>
                </a:gs>
                <a:gs pos="57143">
                  <a:srgbClr val="FF7360">
                    <a:alpha val="9855"/>
                  </a:srgbClr>
                </a:gs>
                <a:gs pos="71429">
                  <a:srgbClr val="FF7360">
                    <a:alpha val="4740"/>
                  </a:srgbClr>
                </a:gs>
                <a:gs pos="85714">
                  <a:srgbClr val="FF7360">
                    <a:alpha val="1902"/>
                  </a:srgbClr>
                </a:gs>
                <a:gs pos="100000">
                  <a:srgbClr val="FF73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7205904">
              <a:off x="3283047" y="2822830"/>
              <a:ext cx="42193" cy="10548"/>
            </a:xfrm>
            <a:prstGeom prst="ellipse">
              <a:avLst/>
            </a:prstGeom>
            <a:gradFill>
              <a:gsLst>
                <a:gs pos="0">
                  <a:srgbClr val="C75744">
                    <a:alpha val="21557"/>
                  </a:srgbClr>
                </a:gs>
                <a:gs pos="14286">
                  <a:srgbClr val="C75744">
                    <a:alpha val="20001"/>
                  </a:srgbClr>
                </a:gs>
                <a:gs pos="28571">
                  <a:srgbClr val="C75744">
                    <a:alpha val="15909"/>
                  </a:srgbClr>
                </a:gs>
                <a:gs pos="42857">
                  <a:srgbClr val="C75744">
                    <a:alpha val="10743"/>
                  </a:srgbClr>
                </a:gs>
                <a:gs pos="57143">
                  <a:srgbClr val="C75744">
                    <a:alpha val="6103"/>
                  </a:srgbClr>
                </a:gs>
                <a:gs pos="71429">
                  <a:srgbClr val="C75744">
                    <a:alpha val="2905"/>
                  </a:srgbClr>
                </a:gs>
                <a:gs pos="85714">
                  <a:srgbClr val="C75744">
                    <a:alpha val="1159"/>
                  </a:srgbClr>
                </a:gs>
                <a:gs pos="100000">
                  <a:srgbClr val="C75744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4347337">
              <a:off x="3406657" y="1287831"/>
              <a:ext cx="302494" cy="38775"/>
            </a:xfrm>
            <a:prstGeom prst="ellipse">
              <a:avLst/>
            </a:prstGeom>
            <a:gradFill>
              <a:gsLst>
                <a:gs pos="0">
                  <a:srgbClr val="000009">
                    <a:alpha val="32968"/>
                  </a:srgbClr>
                </a:gs>
                <a:gs pos="14286">
                  <a:srgbClr val="000009">
                    <a:alpha val="30764"/>
                  </a:srgbClr>
                </a:gs>
                <a:gs pos="28571">
                  <a:srgbClr val="000009">
                    <a:alpha val="24833"/>
                  </a:srgbClr>
                </a:gs>
                <a:gs pos="42857">
                  <a:srgbClr val="000009">
                    <a:alpha val="17075"/>
                  </a:srgbClr>
                </a:gs>
                <a:gs pos="57143">
                  <a:srgbClr val="000009">
                    <a:alpha val="9855"/>
                  </a:srgbClr>
                </a:gs>
                <a:gs pos="71429">
                  <a:srgbClr val="000009">
                    <a:alpha val="4740"/>
                  </a:srgbClr>
                </a:gs>
                <a:gs pos="85714">
                  <a:srgbClr val="000009">
                    <a:alpha val="1902"/>
                  </a:srgbClr>
                </a:gs>
                <a:gs pos="100000">
                  <a:srgbClr val="0000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7767372">
              <a:off x="2929790" y="2690473"/>
              <a:ext cx="792644" cy="181754"/>
            </a:xfrm>
            <a:prstGeom prst="ellipse">
              <a:avLst/>
            </a:prstGeom>
            <a:gradFill>
              <a:gsLst>
                <a:gs pos="0">
                  <a:srgbClr val="000402">
                    <a:alpha val="7922"/>
                  </a:srgbClr>
                </a:gs>
                <a:gs pos="14286">
                  <a:srgbClr val="000402">
                    <a:alpha val="7305"/>
                  </a:srgbClr>
                </a:gs>
                <a:gs pos="28571">
                  <a:srgbClr val="000402">
                    <a:alpha val="5720"/>
                  </a:srgbClr>
                </a:gs>
                <a:gs pos="42857">
                  <a:srgbClr val="000402">
                    <a:alpha val="3790"/>
                  </a:srgbClr>
                </a:gs>
                <a:gs pos="57143">
                  <a:srgbClr val="000402">
                    <a:alpha val="2118"/>
                  </a:srgbClr>
                </a:gs>
                <a:gs pos="71429">
                  <a:srgbClr val="000402">
                    <a:alpha val="997"/>
                  </a:srgbClr>
                </a:gs>
                <a:gs pos="85714">
                  <a:srgbClr val="000402">
                    <a:alpha val="395"/>
                  </a:srgbClr>
                </a:gs>
                <a:gs pos="100000">
                  <a:srgbClr val="000402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-9655618">
              <a:off x="2513076" y="164175"/>
              <a:ext cx="58419" cy="14605"/>
            </a:xfrm>
            <a:prstGeom prst="ellipse">
              <a:avLst/>
            </a:prstGeom>
            <a:gradFill>
              <a:gsLst>
                <a:gs pos="0">
                  <a:srgbClr val="A3493C">
                    <a:alpha val="18686"/>
                  </a:srgbClr>
                </a:gs>
                <a:gs pos="14286">
                  <a:srgbClr val="A3493C">
                    <a:alpha val="17314"/>
                  </a:srgbClr>
                </a:gs>
                <a:gs pos="28571">
                  <a:srgbClr val="A3493C">
                    <a:alpha val="13724"/>
                  </a:srgbClr>
                </a:gs>
                <a:gs pos="42857">
                  <a:srgbClr val="A3493C">
                    <a:alpha val="9228"/>
                  </a:srgbClr>
                </a:gs>
                <a:gs pos="57143">
                  <a:srgbClr val="A3493C">
                    <a:alpha val="5224"/>
                  </a:srgbClr>
                </a:gs>
                <a:gs pos="71429">
                  <a:srgbClr val="A3493C">
                    <a:alpha val="2480"/>
                  </a:srgbClr>
                </a:gs>
                <a:gs pos="85714">
                  <a:srgbClr val="A3493C">
                    <a:alpha val="988"/>
                  </a:srgbClr>
                </a:gs>
                <a:gs pos="100000">
                  <a:srgbClr val="A3493C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4601688">
              <a:off x="772796" y="1715477"/>
              <a:ext cx="99409" cy="33372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4859905">
              <a:off x="-45803" y="2346882"/>
              <a:ext cx="583976" cy="571544"/>
            </a:xfrm>
            <a:prstGeom prst="ellipse">
              <a:avLst/>
            </a:prstGeom>
            <a:gradFill>
              <a:gsLst>
                <a:gs pos="0">
                  <a:srgbClr val="000003">
                    <a:alpha val="6707"/>
                  </a:srgbClr>
                </a:gs>
                <a:gs pos="14286">
                  <a:srgbClr val="000003">
                    <a:alpha val="6182"/>
                  </a:srgbClr>
                </a:gs>
                <a:gs pos="28571">
                  <a:srgbClr val="000003">
                    <a:alpha val="4834"/>
                  </a:srgbClr>
                </a:gs>
                <a:gs pos="42857">
                  <a:srgbClr val="000003">
                    <a:alpha val="3197"/>
                  </a:srgbClr>
                </a:gs>
                <a:gs pos="57143">
                  <a:srgbClr val="000003">
                    <a:alpha val="1785"/>
                  </a:srgbClr>
                </a:gs>
                <a:gs pos="71429">
                  <a:srgbClr val="000003">
                    <a:alpha val="839"/>
                  </a:srgbClr>
                </a:gs>
                <a:gs pos="85714">
                  <a:srgbClr val="000003">
                    <a:alpha val="333"/>
                  </a:srgbClr>
                </a:gs>
                <a:gs pos="100000">
                  <a:srgbClr val="000003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4341651">
              <a:off x="112501" y="2440521"/>
              <a:ext cx="61466" cy="15366"/>
            </a:xfrm>
            <a:prstGeom prst="ellipse">
              <a:avLst/>
            </a:prstGeom>
            <a:gradFill>
              <a:gsLst>
                <a:gs pos="0">
                  <a:srgbClr val="A73625">
                    <a:alpha val="18135"/>
                  </a:srgbClr>
                </a:gs>
                <a:gs pos="14286">
                  <a:srgbClr val="A73625">
                    <a:alpha val="16799"/>
                  </a:srgbClr>
                </a:gs>
                <a:gs pos="28571">
                  <a:srgbClr val="A73625">
                    <a:alpha val="13307"/>
                  </a:srgbClr>
                </a:gs>
                <a:gs pos="42857">
                  <a:srgbClr val="A73625">
                    <a:alpha val="8941"/>
                  </a:srgbClr>
                </a:gs>
                <a:gs pos="57143">
                  <a:srgbClr val="A73625">
                    <a:alpha val="5058"/>
                  </a:srgbClr>
                </a:gs>
                <a:gs pos="71429">
                  <a:srgbClr val="A73625">
                    <a:alpha val="2400"/>
                  </a:srgbClr>
                </a:gs>
                <a:gs pos="85714">
                  <a:srgbClr val="A73625">
                    <a:alpha val="956"/>
                  </a:srgbClr>
                </a:gs>
                <a:gs pos="100000">
                  <a:srgbClr val="A7362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7154064">
              <a:off x="10654" y="944482"/>
              <a:ext cx="484790" cy="31561"/>
            </a:xfrm>
            <a:prstGeom prst="ellipse">
              <a:avLst/>
            </a:prstGeom>
            <a:gradFill>
              <a:gsLst>
                <a:gs pos="0">
                  <a:srgbClr val="FF7D66">
                    <a:alpha val="32968"/>
                  </a:srgbClr>
                </a:gs>
                <a:gs pos="14286">
                  <a:srgbClr val="FF7D66">
                    <a:alpha val="30764"/>
                  </a:srgbClr>
                </a:gs>
                <a:gs pos="28571">
                  <a:srgbClr val="FF7D66">
                    <a:alpha val="24833"/>
                  </a:srgbClr>
                </a:gs>
                <a:gs pos="42857">
                  <a:srgbClr val="FF7D66">
                    <a:alpha val="17075"/>
                  </a:srgbClr>
                </a:gs>
                <a:gs pos="57143">
                  <a:srgbClr val="FF7D66">
                    <a:alpha val="9855"/>
                  </a:srgbClr>
                </a:gs>
                <a:gs pos="71429">
                  <a:srgbClr val="FF7D66">
                    <a:alpha val="4740"/>
                  </a:srgbClr>
                </a:gs>
                <a:gs pos="85714">
                  <a:srgbClr val="FF7D66">
                    <a:alpha val="1902"/>
                  </a:srgbClr>
                </a:gs>
                <a:gs pos="100000">
                  <a:srgbClr val="FF7D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9987820">
              <a:off x="1177522" y="62155"/>
              <a:ext cx="433165" cy="39102"/>
            </a:xfrm>
            <a:prstGeom prst="ellipse">
              <a:avLst/>
            </a:prstGeom>
            <a:gradFill>
              <a:gsLst>
                <a:gs pos="0">
                  <a:srgbClr val="FF6C52">
                    <a:alpha val="32968"/>
                  </a:srgbClr>
                </a:gs>
                <a:gs pos="14286">
                  <a:srgbClr val="FF6C52">
                    <a:alpha val="30764"/>
                  </a:srgbClr>
                </a:gs>
                <a:gs pos="28571">
                  <a:srgbClr val="FF6C52">
                    <a:alpha val="24833"/>
                  </a:srgbClr>
                </a:gs>
                <a:gs pos="42857">
                  <a:srgbClr val="FF6C52">
                    <a:alpha val="17075"/>
                  </a:srgbClr>
                </a:gs>
                <a:gs pos="57143">
                  <a:srgbClr val="FF6C52">
                    <a:alpha val="9855"/>
                  </a:srgbClr>
                </a:gs>
                <a:gs pos="71429">
                  <a:srgbClr val="FF6C52">
                    <a:alpha val="4740"/>
                  </a:srgbClr>
                </a:gs>
                <a:gs pos="85714">
                  <a:srgbClr val="FF6C52">
                    <a:alpha val="1902"/>
                  </a:srgbClr>
                </a:gs>
                <a:gs pos="100000">
                  <a:srgbClr val="FF6C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7334916">
              <a:off x="326925" y="785346"/>
              <a:ext cx="47104" cy="11776"/>
            </a:xfrm>
            <a:prstGeom prst="ellipse">
              <a:avLst/>
            </a:prstGeom>
            <a:gradFill>
              <a:gsLst>
                <a:gs pos="0">
                  <a:srgbClr val="C5543B">
                    <a:alpha val="20699"/>
                  </a:srgbClr>
                </a:gs>
                <a:gs pos="14286">
                  <a:srgbClr val="C5543B">
                    <a:alpha val="19197"/>
                  </a:srgbClr>
                </a:gs>
                <a:gs pos="28571">
                  <a:srgbClr val="C5543B">
                    <a:alpha val="15253"/>
                  </a:srgbClr>
                </a:gs>
                <a:gs pos="42857">
                  <a:srgbClr val="C5543B">
                    <a:alpha val="10287"/>
                  </a:srgbClr>
                </a:gs>
                <a:gs pos="57143">
                  <a:srgbClr val="C5543B">
                    <a:alpha val="5838"/>
                  </a:srgbClr>
                </a:gs>
                <a:gs pos="71429">
                  <a:srgbClr val="C5543B">
                    <a:alpha val="2776"/>
                  </a:srgbClr>
                </a:gs>
                <a:gs pos="85714">
                  <a:srgbClr val="C5543B">
                    <a:alpha val="1107"/>
                  </a:srgbClr>
                </a:gs>
                <a:gs pos="100000">
                  <a:srgbClr val="C5543B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5192762">
              <a:off x="3327932" y="1723941"/>
              <a:ext cx="534016" cy="68484"/>
            </a:xfrm>
            <a:prstGeom prst="ellipse">
              <a:avLst/>
            </a:prstGeom>
            <a:gradFill>
              <a:gsLst>
                <a:gs pos="0">
                  <a:srgbClr val="FF6D55">
                    <a:alpha val="32968"/>
                  </a:srgbClr>
                </a:gs>
                <a:gs pos="14286">
                  <a:srgbClr val="FF6D55">
                    <a:alpha val="30764"/>
                  </a:srgbClr>
                </a:gs>
                <a:gs pos="28571">
                  <a:srgbClr val="FF6D55">
                    <a:alpha val="24833"/>
                  </a:srgbClr>
                </a:gs>
                <a:gs pos="42857">
                  <a:srgbClr val="FF6D55">
                    <a:alpha val="17075"/>
                  </a:srgbClr>
                </a:gs>
                <a:gs pos="57143">
                  <a:srgbClr val="FF6D55">
                    <a:alpha val="9855"/>
                  </a:srgbClr>
                </a:gs>
                <a:gs pos="71429">
                  <a:srgbClr val="FF6D55">
                    <a:alpha val="4740"/>
                  </a:srgbClr>
                </a:gs>
                <a:gs pos="85714">
                  <a:srgbClr val="FF6D55">
                    <a:alpha val="1902"/>
                  </a:srgbClr>
                </a:gs>
                <a:gs pos="100000">
                  <a:srgbClr val="FF6D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8686051">
              <a:off x="929766" y="927993"/>
              <a:ext cx="62582" cy="15645"/>
            </a:xfrm>
            <a:prstGeom prst="ellipse">
              <a:avLst/>
            </a:prstGeom>
            <a:gradFill>
              <a:gsLst>
                <a:gs pos="0">
                  <a:srgbClr val="E76A4B">
                    <a:alpha val="17932"/>
                  </a:srgbClr>
                </a:gs>
                <a:gs pos="14286">
                  <a:srgbClr val="E76A4B">
                    <a:alpha val="16610"/>
                  </a:srgbClr>
                </a:gs>
                <a:gs pos="28571">
                  <a:srgbClr val="E76A4B">
                    <a:alpha val="13154"/>
                  </a:srgbClr>
                </a:gs>
                <a:gs pos="42857">
                  <a:srgbClr val="E76A4B">
                    <a:alpha val="8836"/>
                  </a:srgbClr>
                </a:gs>
                <a:gs pos="57143">
                  <a:srgbClr val="E76A4B">
                    <a:alpha val="4997"/>
                  </a:srgbClr>
                </a:gs>
                <a:gs pos="71429">
                  <a:srgbClr val="E76A4B">
                    <a:alpha val="2371"/>
                  </a:srgbClr>
                </a:gs>
                <a:gs pos="85714">
                  <a:srgbClr val="E76A4B">
                    <a:alpha val="944"/>
                  </a:srgbClr>
                </a:gs>
                <a:gs pos="100000">
                  <a:srgbClr val="E76A4B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9076879">
              <a:off x="314092" y="1734343"/>
              <a:ext cx="61749" cy="15437"/>
            </a:xfrm>
            <a:prstGeom prst="ellipse">
              <a:avLst/>
            </a:prstGeom>
            <a:gradFill>
              <a:gsLst>
                <a:gs pos="0">
                  <a:srgbClr val="E66145">
                    <a:alpha val="18084"/>
                  </a:srgbClr>
                </a:gs>
                <a:gs pos="14286">
                  <a:srgbClr val="E66145">
                    <a:alpha val="16751"/>
                  </a:srgbClr>
                </a:gs>
                <a:gs pos="28571">
                  <a:srgbClr val="E66145">
                    <a:alpha val="13268"/>
                  </a:srgbClr>
                </a:gs>
                <a:gs pos="42857">
                  <a:srgbClr val="E66145">
                    <a:alpha val="8914"/>
                  </a:srgbClr>
                </a:gs>
                <a:gs pos="57143">
                  <a:srgbClr val="E66145">
                    <a:alpha val="5042"/>
                  </a:srgbClr>
                </a:gs>
                <a:gs pos="71429">
                  <a:srgbClr val="E66145">
                    <a:alpha val="2393"/>
                  </a:srgbClr>
                </a:gs>
                <a:gs pos="85714">
                  <a:srgbClr val="E66145">
                    <a:alpha val="953"/>
                  </a:srgbClr>
                </a:gs>
                <a:gs pos="100000">
                  <a:srgbClr val="E66145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3993143">
              <a:off x="213086" y="2652955"/>
              <a:ext cx="56294" cy="14073"/>
            </a:xfrm>
            <a:prstGeom prst="ellipse">
              <a:avLst/>
            </a:prstGeom>
            <a:gradFill>
              <a:gsLst>
                <a:gs pos="0">
                  <a:srgbClr val="C0553E">
                    <a:alpha val="19068"/>
                  </a:srgbClr>
                </a:gs>
                <a:gs pos="14286">
                  <a:srgbClr val="C0553E">
                    <a:alpha val="17671"/>
                  </a:srgbClr>
                </a:gs>
                <a:gs pos="28571">
                  <a:srgbClr val="C0553E">
                    <a:alpha val="14013"/>
                  </a:srgbClr>
                </a:gs>
                <a:gs pos="42857">
                  <a:srgbClr val="C0553E">
                    <a:alpha val="9428"/>
                  </a:srgbClr>
                </a:gs>
                <a:gs pos="57143">
                  <a:srgbClr val="C0553E">
                    <a:alpha val="5339"/>
                  </a:srgbClr>
                </a:gs>
                <a:gs pos="71429">
                  <a:srgbClr val="C0553E">
                    <a:alpha val="2536"/>
                  </a:srgbClr>
                </a:gs>
                <a:gs pos="85714">
                  <a:srgbClr val="C0553E">
                    <a:alpha val="1011"/>
                  </a:srgbClr>
                </a:gs>
                <a:gs pos="100000">
                  <a:srgbClr val="C0553E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4752514">
              <a:off x="-152041" y="2133148"/>
              <a:ext cx="434255" cy="33277"/>
            </a:xfrm>
            <a:prstGeom prst="ellipse">
              <a:avLst/>
            </a:prstGeom>
            <a:gradFill>
              <a:gsLst>
                <a:gs pos="0">
                  <a:srgbClr val="FF7359">
                    <a:alpha val="32968"/>
                  </a:srgbClr>
                </a:gs>
                <a:gs pos="14286">
                  <a:srgbClr val="FF7359">
                    <a:alpha val="30764"/>
                  </a:srgbClr>
                </a:gs>
                <a:gs pos="28571">
                  <a:srgbClr val="FF7359">
                    <a:alpha val="24833"/>
                  </a:srgbClr>
                </a:gs>
                <a:gs pos="42857">
                  <a:srgbClr val="FF7359">
                    <a:alpha val="17075"/>
                  </a:srgbClr>
                </a:gs>
                <a:gs pos="57143">
                  <a:srgbClr val="FF7359">
                    <a:alpha val="9855"/>
                  </a:srgbClr>
                </a:gs>
                <a:gs pos="71429">
                  <a:srgbClr val="FF7359">
                    <a:alpha val="4740"/>
                  </a:srgbClr>
                </a:gs>
                <a:gs pos="85714">
                  <a:srgbClr val="FF7359">
                    <a:alpha val="1902"/>
                  </a:srgbClr>
                </a:gs>
                <a:gs pos="100000">
                  <a:srgbClr val="FF73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10735476">
              <a:off x="-181572" y="1256886"/>
              <a:ext cx="549648" cy="549540"/>
            </a:xfrm>
            <a:prstGeom prst="ellipse">
              <a:avLst/>
            </a:prstGeom>
            <a:gradFill>
              <a:gsLst>
                <a:gs pos="0">
                  <a:srgbClr val="000000">
                    <a:alpha val="1310"/>
                  </a:srgbClr>
                </a:gs>
                <a:gs pos="14286">
                  <a:srgbClr val="000000">
                    <a:alpha val="1204"/>
                  </a:srgbClr>
                </a:gs>
                <a:gs pos="28571">
                  <a:srgbClr val="000000">
                    <a:alpha val="936"/>
                  </a:srgbClr>
                </a:gs>
                <a:gs pos="42857">
                  <a:srgbClr val="000000">
                    <a:alpha val="615"/>
                  </a:srgbClr>
                </a:gs>
                <a:gs pos="57143">
                  <a:srgbClr val="000000">
                    <a:alpha val="341"/>
                  </a:srgbClr>
                </a:gs>
                <a:gs pos="71429">
                  <a:srgbClr val="000000">
                    <a:alpha val="160"/>
                  </a:srgbClr>
                </a:gs>
                <a:gs pos="85714">
                  <a:srgbClr val="000000">
                    <a:alpha val="63"/>
                  </a:srgbClr>
                </a:gs>
                <a:gs pos="100000">
                  <a:srgbClr val="0000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10252827">
              <a:off x="329220" y="1498184"/>
              <a:ext cx="65522" cy="16380"/>
            </a:xfrm>
            <a:prstGeom prst="ellipse">
              <a:avLst/>
            </a:prstGeom>
            <a:gradFill>
              <a:gsLst>
                <a:gs pos="0">
                  <a:srgbClr val="EB5E47">
                    <a:alpha val="17396"/>
                  </a:srgbClr>
                </a:gs>
                <a:gs pos="14286">
                  <a:srgbClr val="EB5E47">
                    <a:alpha val="16109"/>
                  </a:srgbClr>
                </a:gs>
                <a:gs pos="28571">
                  <a:srgbClr val="EB5E47">
                    <a:alpha val="12749"/>
                  </a:srgbClr>
                </a:gs>
                <a:gs pos="42857">
                  <a:srgbClr val="EB5E47">
                    <a:alpha val="8557"/>
                  </a:srgbClr>
                </a:gs>
                <a:gs pos="57143">
                  <a:srgbClr val="EB5E47">
                    <a:alpha val="4836"/>
                  </a:srgbClr>
                </a:gs>
                <a:gs pos="71429">
                  <a:srgbClr val="EB5E47">
                    <a:alpha val="2294"/>
                  </a:srgbClr>
                </a:gs>
                <a:gs pos="85714">
                  <a:srgbClr val="EB5E47">
                    <a:alpha val="913"/>
                  </a:srgbClr>
                </a:gs>
                <a:gs pos="100000">
                  <a:srgbClr val="EB5E47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5400000">
              <a:off x="3008670" y="341351"/>
              <a:ext cx="59483" cy="59483"/>
            </a:xfrm>
            <a:prstGeom prst="ellipse">
              <a:avLst/>
            </a:prstGeom>
            <a:gradFill>
              <a:gsLst>
                <a:gs pos="0">
                  <a:srgbClr val="B95B3F">
                    <a:alpha val="13982"/>
                  </a:srgbClr>
                </a:gs>
                <a:gs pos="14286">
                  <a:srgbClr val="B95B3F">
                    <a:alpha val="12928"/>
                  </a:srgbClr>
                </a:gs>
                <a:gs pos="28571">
                  <a:srgbClr val="B95B3F">
                    <a:alpha val="10191"/>
                  </a:srgbClr>
                </a:gs>
                <a:gs pos="42857">
                  <a:srgbClr val="B95B3F">
                    <a:alpha val="6807"/>
                  </a:srgbClr>
                </a:gs>
                <a:gs pos="57143">
                  <a:srgbClr val="B95B3F">
                    <a:alpha val="3831"/>
                  </a:srgbClr>
                </a:gs>
                <a:gs pos="71429">
                  <a:srgbClr val="B95B3F">
                    <a:alpha val="1812"/>
                  </a:srgbClr>
                </a:gs>
                <a:gs pos="85714">
                  <a:srgbClr val="B95B3F">
                    <a:alpha val="720"/>
                  </a:srgbClr>
                </a:gs>
                <a:gs pos="100000">
                  <a:srgbClr val="B95B3F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7032454">
              <a:off x="3146800" y="2593468"/>
              <a:ext cx="548840" cy="37984"/>
            </a:xfrm>
            <a:prstGeom prst="ellipse">
              <a:avLst/>
            </a:prstGeom>
            <a:gradFill>
              <a:gsLst>
                <a:gs pos="0">
                  <a:srgbClr val="FF6A4B">
                    <a:alpha val="32968"/>
                  </a:srgbClr>
                </a:gs>
                <a:gs pos="14286">
                  <a:srgbClr val="FF6A4B">
                    <a:alpha val="30764"/>
                  </a:srgbClr>
                </a:gs>
                <a:gs pos="28571">
                  <a:srgbClr val="FF6A4B">
                    <a:alpha val="24833"/>
                  </a:srgbClr>
                </a:gs>
                <a:gs pos="42857">
                  <a:srgbClr val="FF6A4B">
                    <a:alpha val="17075"/>
                  </a:srgbClr>
                </a:gs>
                <a:gs pos="57143">
                  <a:srgbClr val="FF6A4B">
                    <a:alpha val="9855"/>
                  </a:srgbClr>
                </a:gs>
                <a:gs pos="71429">
                  <a:srgbClr val="FF6A4B">
                    <a:alpha val="4740"/>
                  </a:srgbClr>
                </a:gs>
                <a:gs pos="85714">
                  <a:srgbClr val="FF6A4B">
                    <a:alpha val="1902"/>
                  </a:srgbClr>
                </a:gs>
                <a:gs pos="100000">
                  <a:srgbClr val="FF6A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7503568">
              <a:off x="529916" y="1585600"/>
              <a:ext cx="66125" cy="16531"/>
            </a:xfrm>
            <a:prstGeom prst="ellipse">
              <a:avLst/>
            </a:prstGeom>
            <a:gradFill>
              <a:gsLst>
                <a:gs pos="0">
                  <a:srgbClr val="FF8579">
                    <a:alpha val="17285"/>
                  </a:srgbClr>
                </a:gs>
                <a:gs pos="14286">
                  <a:srgbClr val="FF8579">
                    <a:alpha val="16006"/>
                  </a:srgbClr>
                </a:gs>
                <a:gs pos="28571">
                  <a:srgbClr val="FF8579">
                    <a:alpha val="12666"/>
                  </a:srgbClr>
                </a:gs>
                <a:gs pos="42857">
                  <a:srgbClr val="FF8579">
                    <a:alpha val="8500"/>
                  </a:srgbClr>
                </a:gs>
                <a:gs pos="57143">
                  <a:srgbClr val="FF8579">
                    <a:alpha val="4803"/>
                  </a:srgbClr>
                </a:gs>
                <a:gs pos="71429">
                  <a:srgbClr val="FF8579">
                    <a:alpha val="2278"/>
                  </a:srgbClr>
                </a:gs>
                <a:gs pos="85714">
                  <a:srgbClr val="FF8579">
                    <a:alpha val="907"/>
                  </a:srgbClr>
                </a:gs>
                <a:gs pos="100000">
                  <a:srgbClr val="FF8579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8318716">
              <a:off x="2979298" y="3174840"/>
              <a:ext cx="65863" cy="16466"/>
            </a:xfrm>
            <a:prstGeom prst="ellipse">
              <a:avLst/>
            </a:prstGeom>
            <a:gradFill>
              <a:gsLst>
                <a:gs pos="0">
                  <a:srgbClr val="612216">
                    <a:alpha val="17333"/>
                  </a:srgbClr>
                </a:gs>
                <a:gs pos="14286">
                  <a:srgbClr val="612216">
                    <a:alpha val="16051"/>
                  </a:srgbClr>
                </a:gs>
                <a:gs pos="28571">
                  <a:srgbClr val="612216">
                    <a:alpha val="12702"/>
                  </a:srgbClr>
                </a:gs>
                <a:gs pos="42857">
                  <a:srgbClr val="612216">
                    <a:alpha val="8525"/>
                  </a:srgbClr>
                </a:gs>
                <a:gs pos="57143">
                  <a:srgbClr val="612216">
                    <a:alpha val="4817"/>
                  </a:srgbClr>
                </a:gs>
                <a:gs pos="71429">
                  <a:srgbClr val="612216">
                    <a:alpha val="2285"/>
                  </a:srgbClr>
                </a:gs>
                <a:gs pos="85714">
                  <a:srgbClr val="612216">
                    <a:alpha val="910"/>
                  </a:srgbClr>
                </a:gs>
                <a:gs pos="100000">
                  <a:srgbClr val="612216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10783255">
              <a:off x="358264" y="2928605"/>
              <a:ext cx="596989" cy="589830"/>
            </a:xfrm>
            <a:prstGeom prst="ellipse">
              <a:avLst/>
            </a:prstGeom>
            <a:gradFill>
              <a:gsLst>
                <a:gs pos="0">
                  <a:srgbClr val="000000">
                    <a:alpha val="2116"/>
                  </a:srgbClr>
                </a:gs>
                <a:gs pos="14286">
                  <a:srgbClr val="000000">
                    <a:alpha val="1946"/>
                  </a:srgbClr>
                </a:gs>
                <a:gs pos="28571">
                  <a:srgbClr val="000000">
                    <a:alpha val="1514"/>
                  </a:srgbClr>
                </a:gs>
                <a:gs pos="42857">
                  <a:srgbClr val="000000">
                    <a:alpha val="996"/>
                  </a:srgbClr>
                </a:gs>
                <a:gs pos="57143">
                  <a:srgbClr val="000000">
                    <a:alpha val="553"/>
                  </a:srgbClr>
                </a:gs>
                <a:gs pos="71429">
                  <a:srgbClr val="000000">
                    <a:alpha val="259"/>
                  </a:srgbClr>
                </a:gs>
                <a:gs pos="85714">
                  <a:srgbClr val="000000">
                    <a:alpha val="103"/>
                  </a:srgbClr>
                </a:gs>
                <a:gs pos="100000">
                  <a:srgbClr val="0000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7874051">
              <a:off x="376626" y="1973991"/>
              <a:ext cx="65000" cy="16250"/>
            </a:xfrm>
            <a:prstGeom prst="ellipse">
              <a:avLst/>
            </a:prstGeom>
            <a:gradFill>
              <a:gsLst>
                <a:gs pos="0">
                  <a:srgbClr val="DF6840">
                    <a:alpha val="17491"/>
                  </a:srgbClr>
                </a:gs>
                <a:gs pos="14286">
                  <a:srgbClr val="DF6840">
                    <a:alpha val="16198"/>
                  </a:srgbClr>
                </a:gs>
                <a:gs pos="28571">
                  <a:srgbClr val="DF6840">
                    <a:alpha val="12821"/>
                  </a:srgbClr>
                </a:gs>
                <a:gs pos="42857">
                  <a:srgbClr val="DF6840">
                    <a:alpha val="8607"/>
                  </a:srgbClr>
                </a:gs>
                <a:gs pos="57143">
                  <a:srgbClr val="DF6840">
                    <a:alpha val="4865"/>
                  </a:srgbClr>
                </a:gs>
                <a:gs pos="71429">
                  <a:srgbClr val="DF6840">
                    <a:alpha val="2307"/>
                  </a:srgbClr>
                </a:gs>
                <a:gs pos="85714">
                  <a:srgbClr val="DF6840">
                    <a:alpha val="919"/>
                  </a:srgbClr>
                </a:gs>
                <a:gs pos="100000">
                  <a:srgbClr val="DF684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4764207">
              <a:off x="498817" y="1506077"/>
              <a:ext cx="64355" cy="16089"/>
            </a:xfrm>
            <a:prstGeom prst="ellipse">
              <a:avLst/>
            </a:prstGeom>
            <a:gradFill>
              <a:gsLst>
                <a:gs pos="0">
                  <a:srgbClr val="FF8A73">
                    <a:alpha val="17609"/>
                  </a:srgbClr>
                </a:gs>
                <a:gs pos="14286">
                  <a:srgbClr val="FF8A73">
                    <a:alpha val="16308"/>
                  </a:srgbClr>
                </a:gs>
                <a:gs pos="28571">
                  <a:srgbClr val="FF8A73">
                    <a:alpha val="12910"/>
                  </a:srgbClr>
                </a:gs>
                <a:gs pos="42857">
                  <a:srgbClr val="FF8A73">
                    <a:alpha val="8668"/>
                  </a:srgbClr>
                </a:gs>
                <a:gs pos="57143">
                  <a:srgbClr val="FF8A73">
                    <a:alpha val="4900"/>
                  </a:srgbClr>
                </a:gs>
                <a:gs pos="71429">
                  <a:srgbClr val="FF8A73">
                    <a:alpha val="2324"/>
                  </a:srgbClr>
                </a:gs>
                <a:gs pos="85714">
                  <a:srgbClr val="FF8A73">
                    <a:alpha val="926"/>
                  </a:srgbClr>
                </a:gs>
                <a:gs pos="100000">
                  <a:srgbClr val="FF8A73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3741630">
              <a:off x="522467" y="1529815"/>
              <a:ext cx="471361" cy="83244"/>
            </a:xfrm>
            <a:prstGeom prst="ellipse">
              <a:avLst/>
            </a:prstGeom>
            <a:gradFill>
              <a:gsLst>
                <a:gs pos="0">
                  <a:srgbClr val="FFA300">
                    <a:alpha val="32968"/>
                  </a:srgbClr>
                </a:gs>
                <a:gs pos="14286">
                  <a:srgbClr val="FFA300">
                    <a:alpha val="30764"/>
                  </a:srgbClr>
                </a:gs>
                <a:gs pos="28571">
                  <a:srgbClr val="FFA300">
                    <a:alpha val="24833"/>
                  </a:srgbClr>
                </a:gs>
                <a:gs pos="42857">
                  <a:srgbClr val="FFA300">
                    <a:alpha val="17075"/>
                  </a:srgbClr>
                </a:gs>
                <a:gs pos="57143">
                  <a:srgbClr val="FFA300">
                    <a:alpha val="9855"/>
                  </a:srgbClr>
                </a:gs>
                <a:gs pos="71429">
                  <a:srgbClr val="FFA300">
                    <a:alpha val="4740"/>
                  </a:srgbClr>
                </a:gs>
                <a:gs pos="85714">
                  <a:srgbClr val="FFA300">
                    <a:alpha val="1902"/>
                  </a:srgbClr>
                </a:gs>
                <a:gs pos="100000">
                  <a:srgbClr val="FFA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9797171">
              <a:off x="2680271" y="3289095"/>
              <a:ext cx="224807" cy="89669"/>
            </a:xfrm>
            <a:prstGeom prst="ellipse">
              <a:avLst/>
            </a:prstGeom>
            <a:gradFill>
              <a:gsLst>
                <a:gs pos="0">
                  <a:srgbClr val="000004">
                    <a:alpha val="21639"/>
                  </a:srgbClr>
                </a:gs>
                <a:gs pos="14286">
                  <a:srgbClr val="000004">
                    <a:alpha val="20078"/>
                  </a:srgbClr>
                </a:gs>
                <a:gs pos="28571">
                  <a:srgbClr val="000004">
                    <a:alpha val="15972"/>
                  </a:srgbClr>
                </a:gs>
                <a:gs pos="42857">
                  <a:srgbClr val="000004">
                    <a:alpha val="10787"/>
                  </a:srgbClr>
                </a:gs>
                <a:gs pos="57143">
                  <a:srgbClr val="000004">
                    <a:alpha val="6129"/>
                  </a:srgbClr>
                </a:gs>
                <a:gs pos="71429">
                  <a:srgbClr val="000004">
                    <a:alpha val="2917"/>
                  </a:srgbClr>
                </a:gs>
                <a:gs pos="85714">
                  <a:srgbClr val="000004">
                    <a:alpha val="1164"/>
                  </a:srgbClr>
                </a:gs>
                <a:gs pos="100000">
                  <a:srgbClr val="000004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9422825">
              <a:off x="283003" y="3128420"/>
              <a:ext cx="884660" cy="239440"/>
            </a:xfrm>
            <a:prstGeom prst="ellipse">
              <a:avLst/>
            </a:prstGeom>
            <a:gradFill>
              <a:gsLst>
                <a:gs pos="0">
                  <a:srgbClr val="000000">
                    <a:alpha val="1814"/>
                  </a:srgbClr>
                </a:gs>
                <a:gs pos="14286">
                  <a:srgbClr val="000000">
                    <a:alpha val="1669"/>
                  </a:srgbClr>
                </a:gs>
                <a:gs pos="28571">
                  <a:srgbClr val="000000">
                    <a:alpha val="1298"/>
                  </a:srgbClr>
                </a:gs>
                <a:gs pos="42857">
                  <a:srgbClr val="000000">
                    <a:alpha val="853"/>
                  </a:srgbClr>
                </a:gs>
                <a:gs pos="57143">
                  <a:srgbClr val="000000">
                    <a:alpha val="474"/>
                  </a:srgbClr>
                </a:gs>
                <a:gs pos="71429">
                  <a:srgbClr val="000000">
                    <a:alpha val="222"/>
                  </a:srgbClr>
                </a:gs>
                <a:gs pos="85714">
                  <a:srgbClr val="000000">
                    <a:alpha val="88"/>
                  </a:srgbClr>
                </a:gs>
                <a:gs pos="100000">
                  <a:srgbClr val="000000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10532425">
              <a:off x="2883614" y="326300"/>
              <a:ext cx="275122" cy="100009"/>
            </a:xfrm>
            <a:prstGeom prst="ellipse">
              <a:avLst/>
            </a:prstGeom>
            <a:gradFill>
              <a:gsLst>
                <a:gs pos="0">
                  <a:srgbClr val="001103">
                    <a:alpha val="7548"/>
                  </a:srgbClr>
                </a:gs>
                <a:gs pos="14286">
                  <a:srgbClr val="001103">
                    <a:alpha val="6960"/>
                  </a:srgbClr>
                </a:gs>
                <a:gs pos="28571">
                  <a:srgbClr val="001103">
                    <a:alpha val="5447"/>
                  </a:srgbClr>
                </a:gs>
                <a:gs pos="42857">
                  <a:srgbClr val="001103">
                    <a:alpha val="3607"/>
                  </a:srgbClr>
                </a:gs>
                <a:gs pos="57143">
                  <a:srgbClr val="001103">
                    <a:alpha val="2015"/>
                  </a:srgbClr>
                </a:gs>
                <a:gs pos="71429">
                  <a:srgbClr val="001103">
                    <a:alpha val="948"/>
                  </a:srgbClr>
                </a:gs>
                <a:gs pos="85714">
                  <a:srgbClr val="001103">
                    <a:alpha val="376"/>
                  </a:srgbClr>
                </a:gs>
                <a:gs pos="100000">
                  <a:srgbClr val="001103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4391783">
              <a:off x="3216958" y="1458583"/>
              <a:ext cx="760900" cy="205281"/>
            </a:xfrm>
            <a:prstGeom prst="ellipse">
              <a:avLst/>
            </a:prstGeom>
            <a:gradFill>
              <a:gsLst>
                <a:gs pos="0">
                  <a:srgbClr val="000007">
                    <a:alpha val="2804"/>
                  </a:srgbClr>
                </a:gs>
                <a:gs pos="14286">
                  <a:srgbClr val="000007">
                    <a:alpha val="2580"/>
                  </a:srgbClr>
                </a:gs>
                <a:gs pos="28571">
                  <a:srgbClr val="000007">
                    <a:alpha val="2009"/>
                  </a:srgbClr>
                </a:gs>
                <a:gs pos="42857">
                  <a:srgbClr val="000007">
                    <a:alpha val="1322"/>
                  </a:srgbClr>
                </a:gs>
                <a:gs pos="57143">
                  <a:srgbClr val="000007">
                    <a:alpha val="735"/>
                  </a:srgbClr>
                </a:gs>
                <a:gs pos="71429">
                  <a:srgbClr val="000007">
                    <a:alpha val="345"/>
                  </a:srgbClr>
                </a:gs>
                <a:gs pos="85714">
                  <a:srgbClr val="000007">
                    <a:alpha val="136"/>
                  </a:srgbClr>
                </a:gs>
                <a:gs pos="100000">
                  <a:srgbClr val="000007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5394691">
              <a:off x="544655" y="1480652"/>
              <a:ext cx="66996" cy="16749"/>
            </a:xfrm>
            <a:prstGeom prst="ellipse">
              <a:avLst/>
            </a:prstGeom>
            <a:gradFill>
              <a:gsLst>
                <a:gs pos="0">
                  <a:srgbClr val="FF8348">
                    <a:alpha val="17126"/>
                  </a:srgbClr>
                </a:gs>
                <a:gs pos="14286">
                  <a:srgbClr val="FF8348">
                    <a:alpha val="15857"/>
                  </a:srgbClr>
                </a:gs>
                <a:gs pos="28571">
                  <a:srgbClr val="FF8348">
                    <a:alpha val="12546"/>
                  </a:srgbClr>
                </a:gs>
                <a:gs pos="42857">
                  <a:srgbClr val="FF8348">
                    <a:alpha val="8417"/>
                  </a:srgbClr>
                </a:gs>
                <a:gs pos="57143">
                  <a:srgbClr val="FF8348">
                    <a:alpha val="4755"/>
                  </a:srgbClr>
                </a:gs>
                <a:gs pos="71429">
                  <a:srgbClr val="FF8348">
                    <a:alpha val="2255"/>
                  </a:srgbClr>
                </a:gs>
                <a:gs pos="85714">
                  <a:srgbClr val="FF8348">
                    <a:alpha val="898"/>
                  </a:srgbClr>
                </a:gs>
                <a:gs pos="100000">
                  <a:srgbClr val="FF8348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9857788">
              <a:off x="1233335" y="102999"/>
              <a:ext cx="65385" cy="16346"/>
            </a:xfrm>
            <a:prstGeom prst="ellipse">
              <a:avLst/>
            </a:prstGeom>
            <a:gradFill>
              <a:gsLst>
                <a:gs pos="0">
                  <a:srgbClr val="AD4C3C">
                    <a:alpha val="17421"/>
                  </a:srgbClr>
                </a:gs>
                <a:gs pos="14286">
                  <a:srgbClr val="AD4C3C">
                    <a:alpha val="16133"/>
                  </a:srgbClr>
                </a:gs>
                <a:gs pos="28571">
                  <a:srgbClr val="AD4C3C">
                    <a:alpha val="12768"/>
                  </a:srgbClr>
                </a:gs>
                <a:gs pos="42857">
                  <a:srgbClr val="AD4C3C">
                    <a:alpha val="8570"/>
                  </a:srgbClr>
                </a:gs>
                <a:gs pos="57143">
                  <a:srgbClr val="AD4C3C">
                    <a:alpha val="4844"/>
                  </a:srgbClr>
                </a:gs>
                <a:gs pos="71429">
                  <a:srgbClr val="AD4C3C">
                    <a:alpha val="2297"/>
                  </a:srgbClr>
                </a:gs>
                <a:gs pos="85714">
                  <a:srgbClr val="AD4C3C">
                    <a:alpha val="915"/>
                  </a:srgbClr>
                </a:gs>
                <a:gs pos="100000">
                  <a:srgbClr val="AD4C3C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2898890">
              <a:off x="430483" y="3010979"/>
              <a:ext cx="68096" cy="17024"/>
            </a:xfrm>
            <a:prstGeom prst="ellipse">
              <a:avLst/>
            </a:prstGeom>
            <a:gradFill>
              <a:gsLst>
                <a:gs pos="0">
                  <a:srgbClr val="68281B">
                    <a:alpha val="16923"/>
                  </a:srgbClr>
                </a:gs>
                <a:gs pos="14286">
                  <a:srgbClr val="68281B">
                    <a:alpha val="15668"/>
                  </a:srgbClr>
                </a:gs>
                <a:gs pos="28571">
                  <a:srgbClr val="68281B">
                    <a:alpha val="12393"/>
                  </a:srgbClr>
                </a:gs>
                <a:gs pos="42857">
                  <a:srgbClr val="68281B">
                    <a:alpha val="8313"/>
                  </a:srgbClr>
                </a:gs>
                <a:gs pos="57143">
                  <a:srgbClr val="68281B">
                    <a:alpha val="4695"/>
                  </a:srgbClr>
                </a:gs>
                <a:gs pos="71429">
                  <a:srgbClr val="68281B">
                    <a:alpha val="2226"/>
                  </a:srgbClr>
                </a:gs>
                <a:gs pos="85714">
                  <a:srgbClr val="68281B">
                    <a:alpha val="886"/>
                  </a:srgbClr>
                </a:gs>
                <a:gs pos="100000">
                  <a:srgbClr val="68281B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10591222">
              <a:off x="3318869" y="1317499"/>
              <a:ext cx="525236" cy="524303"/>
            </a:xfrm>
            <a:prstGeom prst="ellipse">
              <a:avLst/>
            </a:prstGeom>
            <a:gradFill>
              <a:gsLst>
                <a:gs pos="0">
                  <a:srgbClr val="000000">
                    <a:alpha val="3948"/>
                  </a:srgbClr>
                </a:gs>
                <a:gs pos="14286">
                  <a:srgbClr val="000000">
                    <a:alpha val="3635"/>
                  </a:srgbClr>
                </a:gs>
                <a:gs pos="28571">
                  <a:srgbClr val="000000">
                    <a:alpha val="2834"/>
                  </a:srgbClr>
                </a:gs>
                <a:gs pos="42857">
                  <a:srgbClr val="000000">
                    <a:alpha val="1868"/>
                  </a:srgbClr>
                </a:gs>
                <a:gs pos="57143">
                  <a:srgbClr val="000000">
                    <a:alpha val="1039"/>
                  </a:srgbClr>
                </a:gs>
                <a:gs pos="71429">
                  <a:srgbClr val="000000">
                    <a:alpha val="488"/>
                  </a:srgbClr>
                </a:gs>
                <a:gs pos="85714">
                  <a:srgbClr val="000000">
                    <a:alpha val="193"/>
                  </a:srgbClr>
                </a:gs>
                <a:gs pos="100000">
                  <a:srgbClr val="000000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10457455">
              <a:off x="-239839" y="1082986"/>
              <a:ext cx="595818" cy="589680"/>
            </a:xfrm>
            <a:prstGeom prst="ellipse">
              <a:avLst/>
            </a:prstGeom>
            <a:gradFill>
              <a:gsLst>
                <a:gs pos="0">
                  <a:srgbClr val="000006">
                    <a:alpha val="6405"/>
                  </a:srgbClr>
                </a:gs>
                <a:gs pos="14286">
                  <a:srgbClr val="000006">
                    <a:alpha val="5903"/>
                  </a:srgbClr>
                </a:gs>
                <a:gs pos="28571">
                  <a:srgbClr val="000006">
                    <a:alpha val="4614"/>
                  </a:srgbClr>
                </a:gs>
                <a:gs pos="42857">
                  <a:srgbClr val="000006">
                    <a:alpha val="3051"/>
                  </a:srgbClr>
                </a:gs>
                <a:gs pos="57143">
                  <a:srgbClr val="000006">
                    <a:alpha val="1702"/>
                  </a:srgbClr>
                </a:gs>
                <a:gs pos="71429">
                  <a:srgbClr val="000006">
                    <a:alpha val="800"/>
                  </a:srgbClr>
                </a:gs>
                <a:gs pos="85714">
                  <a:srgbClr val="000006">
                    <a:alpha val="317"/>
                  </a:srgbClr>
                </a:gs>
                <a:gs pos="100000">
                  <a:srgbClr val="000006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8891397">
              <a:off x="595222" y="2948149"/>
              <a:ext cx="610644" cy="87985"/>
            </a:xfrm>
            <a:prstGeom prst="ellipse">
              <a:avLst/>
            </a:prstGeom>
            <a:gradFill>
              <a:gsLst>
                <a:gs pos="0">
                  <a:srgbClr val="CF9355">
                    <a:alpha val="31340"/>
                  </a:srgbClr>
                </a:gs>
                <a:gs pos="14286">
                  <a:srgbClr val="CF9355">
                    <a:alpha val="29220"/>
                  </a:srgbClr>
                </a:gs>
                <a:gs pos="28571">
                  <a:srgbClr val="CF9355">
                    <a:alpha val="23534"/>
                  </a:srgbClr>
                </a:gs>
                <a:gs pos="42857">
                  <a:srgbClr val="CF9355">
                    <a:alpha val="16138"/>
                  </a:srgbClr>
                </a:gs>
                <a:gs pos="57143">
                  <a:srgbClr val="CF9355">
                    <a:alpha val="9292"/>
                  </a:srgbClr>
                </a:gs>
                <a:gs pos="71429">
                  <a:srgbClr val="CF9355">
                    <a:alpha val="4462"/>
                  </a:srgbClr>
                </a:gs>
                <a:gs pos="85714">
                  <a:srgbClr val="CF9355">
                    <a:alpha val="1789"/>
                  </a:srgbClr>
                </a:gs>
                <a:gs pos="100000">
                  <a:srgbClr val="CF9355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-10517308">
              <a:off x="1588015" y="885912"/>
              <a:ext cx="68461" cy="17164"/>
            </a:xfrm>
            <a:prstGeom prst="ellipse">
              <a:avLst/>
            </a:prstGeom>
            <a:gradFill>
              <a:gsLst>
                <a:gs pos="0">
                  <a:srgbClr val="D84C43">
                    <a:alpha val="16820"/>
                  </a:srgbClr>
                </a:gs>
                <a:gs pos="14286">
                  <a:srgbClr val="D84C43">
                    <a:alpha val="15572"/>
                  </a:srgbClr>
                </a:gs>
                <a:gs pos="28571">
                  <a:srgbClr val="D84C43">
                    <a:alpha val="12316"/>
                  </a:srgbClr>
                </a:gs>
                <a:gs pos="42857">
                  <a:srgbClr val="D84C43">
                    <a:alpha val="8260"/>
                  </a:srgbClr>
                </a:gs>
                <a:gs pos="57143">
                  <a:srgbClr val="D84C43">
                    <a:alpha val="4664"/>
                  </a:srgbClr>
                </a:gs>
                <a:gs pos="71429">
                  <a:srgbClr val="D84C43">
                    <a:alpha val="2211"/>
                  </a:srgbClr>
                </a:gs>
                <a:gs pos="85714">
                  <a:srgbClr val="D84C43">
                    <a:alpha val="880"/>
                  </a:srgbClr>
                </a:gs>
                <a:gs pos="100000">
                  <a:srgbClr val="D84C43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8151301">
              <a:off x="566024" y="1306926"/>
              <a:ext cx="210182" cy="44504"/>
            </a:xfrm>
            <a:prstGeom prst="ellipse">
              <a:avLst/>
            </a:prstGeom>
            <a:gradFill>
              <a:gsLst>
                <a:gs pos="0">
                  <a:srgbClr val="C4F9E3">
                    <a:alpha val="32968"/>
                  </a:srgbClr>
                </a:gs>
                <a:gs pos="14286">
                  <a:srgbClr val="C4F9E3">
                    <a:alpha val="30764"/>
                  </a:srgbClr>
                </a:gs>
                <a:gs pos="28571">
                  <a:srgbClr val="C4F9E3">
                    <a:alpha val="24833"/>
                  </a:srgbClr>
                </a:gs>
                <a:gs pos="42857">
                  <a:srgbClr val="C4F9E3">
                    <a:alpha val="17075"/>
                  </a:srgbClr>
                </a:gs>
                <a:gs pos="57143">
                  <a:srgbClr val="C4F9E3">
                    <a:alpha val="9855"/>
                  </a:srgbClr>
                </a:gs>
                <a:gs pos="71429">
                  <a:srgbClr val="C4F9E3">
                    <a:alpha val="4740"/>
                  </a:srgbClr>
                </a:gs>
                <a:gs pos="85714">
                  <a:srgbClr val="C4F9E3">
                    <a:alpha val="1902"/>
                  </a:srgbClr>
                </a:gs>
                <a:gs pos="100000">
                  <a:srgbClr val="C4F9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4097265">
              <a:off x="602425" y="2452606"/>
              <a:ext cx="153589" cy="46392"/>
            </a:xfrm>
            <a:prstGeom prst="ellipse">
              <a:avLst/>
            </a:prstGeom>
            <a:gradFill>
              <a:gsLst>
                <a:gs pos="0">
                  <a:srgbClr val="FFEED6">
                    <a:alpha val="32968"/>
                  </a:srgbClr>
                </a:gs>
                <a:gs pos="14286">
                  <a:srgbClr val="FFEED6">
                    <a:alpha val="30764"/>
                  </a:srgbClr>
                </a:gs>
                <a:gs pos="28571">
                  <a:srgbClr val="FFEED6">
                    <a:alpha val="24833"/>
                  </a:srgbClr>
                </a:gs>
                <a:gs pos="42857">
                  <a:srgbClr val="FFEED6">
                    <a:alpha val="17075"/>
                  </a:srgbClr>
                </a:gs>
                <a:gs pos="57143">
                  <a:srgbClr val="FFEED6">
                    <a:alpha val="9855"/>
                  </a:srgbClr>
                </a:gs>
                <a:gs pos="71429">
                  <a:srgbClr val="FFEED6">
                    <a:alpha val="4740"/>
                  </a:srgbClr>
                </a:gs>
                <a:gs pos="85714">
                  <a:srgbClr val="FFEED6">
                    <a:alpha val="1902"/>
                  </a:srgbClr>
                </a:gs>
                <a:gs pos="100000">
                  <a:srgbClr val="FFEE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6980008">
              <a:off x="289701" y="1610152"/>
              <a:ext cx="508588" cy="77476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-8930673">
              <a:off x="1052186" y="3074776"/>
              <a:ext cx="66577" cy="16644"/>
            </a:xfrm>
            <a:prstGeom prst="ellipse">
              <a:avLst/>
            </a:prstGeom>
            <a:gradFill>
              <a:gsLst>
                <a:gs pos="0">
                  <a:srgbClr val="D7603C">
                    <a:alpha val="17203"/>
                  </a:srgbClr>
                </a:gs>
                <a:gs pos="14286">
                  <a:srgbClr val="D7603C">
                    <a:alpha val="15929"/>
                  </a:srgbClr>
                </a:gs>
                <a:gs pos="28571">
                  <a:srgbClr val="D7603C">
                    <a:alpha val="12604"/>
                  </a:srgbClr>
                </a:gs>
                <a:gs pos="42857">
                  <a:srgbClr val="D7603C">
                    <a:alpha val="8457"/>
                  </a:srgbClr>
                </a:gs>
                <a:gs pos="57143">
                  <a:srgbClr val="D7603C">
                    <a:alpha val="4778"/>
                  </a:srgbClr>
                </a:gs>
                <a:gs pos="71429">
                  <a:srgbClr val="D7603C">
                    <a:alpha val="2266"/>
                  </a:srgbClr>
                </a:gs>
                <a:gs pos="85714">
                  <a:srgbClr val="D7603C">
                    <a:alpha val="902"/>
                  </a:srgbClr>
                </a:gs>
                <a:gs pos="100000">
                  <a:srgbClr val="D7603C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-9222399">
              <a:off x="822340" y="3395024"/>
              <a:ext cx="697482" cy="186892"/>
            </a:xfrm>
            <a:prstGeom prst="ellipse">
              <a:avLst/>
            </a:prstGeom>
            <a:gradFill>
              <a:gsLst>
                <a:gs pos="0">
                  <a:srgbClr val="000300">
                    <a:alpha val="1729"/>
                  </a:srgbClr>
                </a:gs>
                <a:gs pos="14286">
                  <a:srgbClr val="000300">
                    <a:alpha val="1590"/>
                  </a:srgbClr>
                </a:gs>
                <a:gs pos="28571">
                  <a:srgbClr val="000300">
                    <a:alpha val="1237"/>
                  </a:srgbClr>
                </a:gs>
                <a:gs pos="42857">
                  <a:srgbClr val="000300">
                    <a:alpha val="813"/>
                  </a:srgbClr>
                </a:gs>
                <a:gs pos="57143">
                  <a:srgbClr val="000300">
                    <a:alpha val="451"/>
                  </a:srgbClr>
                </a:gs>
                <a:gs pos="71429">
                  <a:srgbClr val="000300">
                    <a:alpha val="212"/>
                  </a:srgbClr>
                </a:gs>
                <a:gs pos="85714">
                  <a:srgbClr val="000300">
                    <a:alpha val="84"/>
                  </a:srgbClr>
                </a:gs>
                <a:gs pos="100000">
                  <a:srgbClr val="000300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6437779">
              <a:off x="269427" y="2239499"/>
              <a:ext cx="68461" cy="17351"/>
            </a:xfrm>
            <a:prstGeom prst="ellipse">
              <a:avLst/>
            </a:prstGeom>
            <a:gradFill>
              <a:gsLst>
                <a:gs pos="0">
                  <a:srgbClr val="C44649">
                    <a:alpha val="16683"/>
                  </a:srgbClr>
                </a:gs>
                <a:gs pos="14286">
                  <a:srgbClr val="C44649">
                    <a:alpha val="15444"/>
                  </a:srgbClr>
                </a:gs>
                <a:gs pos="28571">
                  <a:srgbClr val="C44649">
                    <a:alpha val="12212"/>
                  </a:srgbClr>
                </a:gs>
                <a:gs pos="42857">
                  <a:srgbClr val="C44649">
                    <a:alpha val="8189"/>
                  </a:srgbClr>
                </a:gs>
                <a:gs pos="57143">
                  <a:srgbClr val="C44649">
                    <a:alpha val="4624"/>
                  </a:srgbClr>
                </a:gs>
                <a:gs pos="71429">
                  <a:srgbClr val="C44649">
                    <a:alpha val="2192"/>
                  </a:srgbClr>
                </a:gs>
                <a:gs pos="85714">
                  <a:srgbClr val="C44649">
                    <a:alpha val="872"/>
                  </a:srgbClr>
                </a:gs>
                <a:gs pos="100000">
                  <a:srgbClr val="C44649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4084583">
              <a:off x="3272110" y="1131746"/>
              <a:ext cx="415385" cy="33070"/>
            </a:xfrm>
            <a:prstGeom prst="ellipse">
              <a:avLst/>
            </a:prstGeom>
            <a:gradFill>
              <a:gsLst>
                <a:gs pos="0">
                  <a:srgbClr val="FF6F5F">
                    <a:alpha val="32968"/>
                  </a:srgbClr>
                </a:gs>
                <a:gs pos="14286">
                  <a:srgbClr val="FF6F5F">
                    <a:alpha val="30764"/>
                  </a:srgbClr>
                </a:gs>
                <a:gs pos="28571">
                  <a:srgbClr val="FF6F5F">
                    <a:alpha val="24833"/>
                  </a:srgbClr>
                </a:gs>
                <a:gs pos="42857">
                  <a:srgbClr val="FF6F5F">
                    <a:alpha val="17075"/>
                  </a:srgbClr>
                </a:gs>
                <a:gs pos="57143">
                  <a:srgbClr val="FF6F5F">
                    <a:alpha val="9855"/>
                  </a:srgbClr>
                </a:gs>
                <a:gs pos="71429">
                  <a:srgbClr val="FF6F5F">
                    <a:alpha val="4740"/>
                  </a:srgbClr>
                </a:gs>
                <a:gs pos="85714">
                  <a:srgbClr val="FF6F5F">
                    <a:alpha val="1902"/>
                  </a:srgbClr>
                </a:gs>
                <a:gs pos="100000">
                  <a:srgbClr val="FF6F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6849208">
              <a:off x="613889" y="2767253"/>
              <a:ext cx="135250" cy="48519"/>
            </a:xfrm>
            <a:prstGeom prst="ellipse">
              <a:avLst/>
            </a:prstGeom>
            <a:gradFill>
              <a:gsLst>
                <a:gs pos="0">
                  <a:srgbClr val="B4FFBB">
                    <a:alpha val="32968"/>
                  </a:srgbClr>
                </a:gs>
                <a:gs pos="14286">
                  <a:srgbClr val="B4FFBB">
                    <a:alpha val="30764"/>
                  </a:srgbClr>
                </a:gs>
                <a:gs pos="28571">
                  <a:srgbClr val="B4FFBB">
                    <a:alpha val="24833"/>
                  </a:srgbClr>
                </a:gs>
                <a:gs pos="42857">
                  <a:srgbClr val="B4FFBB">
                    <a:alpha val="17075"/>
                  </a:srgbClr>
                </a:gs>
                <a:gs pos="57143">
                  <a:srgbClr val="B4FFBB">
                    <a:alpha val="9855"/>
                  </a:srgbClr>
                </a:gs>
                <a:gs pos="71429">
                  <a:srgbClr val="B4FFBB">
                    <a:alpha val="4740"/>
                  </a:srgbClr>
                </a:gs>
                <a:gs pos="85714">
                  <a:srgbClr val="B4FFBB">
                    <a:alpha val="1902"/>
                  </a:srgbClr>
                </a:gs>
                <a:gs pos="100000">
                  <a:srgbClr val="B4FF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-9923115">
              <a:off x="1984369" y="57896"/>
              <a:ext cx="506097" cy="46104"/>
            </a:xfrm>
            <a:prstGeom prst="ellipse">
              <a:avLst/>
            </a:prstGeom>
            <a:gradFill>
              <a:gsLst>
                <a:gs pos="0">
                  <a:srgbClr val="FF6D5A">
                    <a:alpha val="32968"/>
                  </a:srgbClr>
                </a:gs>
                <a:gs pos="14286">
                  <a:srgbClr val="FF6D5A">
                    <a:alpha val="30764"/>
                  </a:srgbClr>
                </a:gs>
                <a:gs pos="28571">
                  <a:srgbClr val="FF6D5A">
                    <a:alpha val="24833"/>
                  </a:srgbClr>
                </a:gs>
                <a:gs pos="42857">
                  <a:srgbClr val="FF6D5A">
                    <a:alpha val="17075"/>
                  </a:srgbClr>
                </a:gs>
                <a:gs pos="57143">
                  <a:srgbClr val="FF6D5A">
                    <a:alpha val="9855"/>
                  </a:srgbClr>
                </a:gs>
                <a:gs pos="71429">
                  <a:srgbClr val="FF6D5A">
                    <a:alpha val="4740"/>
                  </a:srgbClr>
                </a:gs>
                <a:gs pos="85714">
                  <a:srgbClr val="FF6D5A">
                    <a:alpha val="1902"/>
                  </a:srgbClr>
                </a:gs>
                <a:gs pos="100000">
                  <a:srgbClr val="FF6D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5354574">
              <a:off x="3577456" y="1791515"/>
              <a:ext cx="67176" cy="16794"/>
            </a:xfrm>
            <a:prstGeom prst="ellipse">
              <a:avLst/>
            </a:prstGeom>
            <a:gradFill>
              <a:gsLst>
                <a:gs pos="0">
                  <a:srgbClr val="9F4838">
                    <a:alpha val="17093"/>
                  </a:srgbClr>
                </a:gs>
                <a:gs pos="14286">
                  <a:srgbClr val="9F4838">
                    <a:alpha val="15826"/>
                  </a:srgbClr>
                </a:gs>
                <a:gs pos="28571">
                  <a:srgbClr val="9F4838">
                    <a:alpha val="12521"/>
                  </a:srgbClr>
                </a:gs>
                <a:gs pos="42857">
                  <a:srgbClr val="9F4838">
                    <a:alpha val="8400"/>
                  </a:srgbClr>
                </a:gs>
                <a:gs pos="57143">
                  <a:srgbClr val="9F4838">
                    <a:alpha val="4746"/>
                  </a:srgbClr>
                </a:gs>
                <a:gs pos="71429">
                  <a:srgbClr val="9F4838">
                    <a:alpha val="2250"/>
                  </a:srgbClr>
                </a:gs>
                <a:gs pos="85714">
                  <a:srgbClr val="9F4838">
                    <a:alpha val="896"/>
                  </a:srgbClr>
                </a:gs>
                <a:gs pos="100000">
                  <a:srgbClr val="9F4838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-10277743">
              <a:off x="2854479" y="251154"/>
              <a:ext cx="290525" cy="248312"/>
            </a:xfrm>
            <a:prstGeom prst="ellipse">
              <a:avLst/>
            </a:prstGeom>
            <a:gradFill>
              <a:gsLst>
                <a:gs pos="0">
                  <a:srgbClr val="000003">
                    <a:alpha val="14087"/>
                  </a:srgbClr>
                </a:gs>
                <a:gs pos="14286">
                  <a:srgbClr val="000003">
                    <a:alpha val="13026"/>
                  </a:srgbClr>
                </a:gs>
                <a:gs pos="28571">
                  <a:srgbClr val="000003">
                    <a:alpha val="10269"/>
                  </a:srgbClr>
                </a:gs>
                <a:gs pos="42857">
                  <a:srgbClr val="000003">
                    <a:alpha val="6861"/>
                  </a:srgbClr>
                </a:gs>
                <a:gs pos="57143">
                  <a:srgbClr val="000003">
                    <a:alpha val="3862"/>
                  </a:srgbClr>
                </a:gs>
                <a:gs pos="71429">
                  <a:srgbClr val="000003">
                    <a:alpha val="1827"/>
                  </a:srgbClr>
                </a:gs>
                <a:gs pos="85714">
                  <a:srgbClr val="000003">
                    <a:alpha val="726"/>
                  </a:srgbClr>
                </a:gs>
                <a:gs pos="100000">
                  <a:srgbClr val="000003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5272949">
              <a:off x="-262464" y="2251707"/>
              <a:ext cx="741550" cy="197649"/>
            </a:xfrm>
            <a:prstGeom prst="ellipse">
              <a:avLst/>
            </a:prstGeom>
            <a:gradFill>
              <a:gsLst>
                <a:gs pos="0">
                  <a:srgbClr val="002800">
                    <a:alpha val="1256"/>
                  </a:srgbClr>
                </a:gs>
                <a:gs pos="14286">
                  <a:srgbClr val="002800">
                    <a:alpha val="1155"/>
                  </a:srgbClr>
                </a:gs>
                <a:gs pos="28571">
                  <a:srgbClr val="002800">
                    <a:alpha val="898"/>
                  </a:srgbClr>
                </a:gs>
                <a:gs pos="42857">
                  <a:srgbClr val="002800">
                    <a:alpha val="590"/>
                  </a:srgbClr>
                </a:gs>
                <a:gs pos="57143">
                  <a:srgbClr val="002800">
                    <a:alpha val="327"/>
                  </a:srgbClr>
                </a:gs>
                <a:gs pos="71429">
                  <a:srgbClr val="002800">
                    <a:alpha val="153"/>
                  </a:srgbClr>
                </a:gs>
                <a:gs pos="85714">
                  <a:srgbClr val="002800">
                    <a:alpha val="61"/>
                  </a:srgbClr>
                </a:gs>
                <a:gs pos="100000">
                  <a:srgbClr val="002800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5687662">
              <a:off x="2927295" y="2690364"/>
              <a:ext cx="589656" cy="579549"/>
            </a:xfrm>
            <a:prstGeom prst="ellipse">
              <a:avLst/>
            </a:prstGeom>
            <a:gradFill>
              <a:gsLst>
                <a:gs pos="0">
                  <a:srgbClr val="020000">
                    <a:alpha val="1400"/>
                  </a:srgbClr>
                </a:gs>
                <a:gs pos="14286">
                  <a:srgbClr val="020000">
                    <a:alpha val="1288"/>
                  </a:srgbClr>
                </a:gs>
                <a:gs pos="28571">
                  <a:srgbClr val="020000">
                    <a:alpha val="1001"/>
                  </a:srgbClr>
                </a:gs>
                <a:gs pos="42857">
                  <a:srgbClr val="020000">
                    <a:alpha val="658"/>
                  </a:srgbClr>
                </a:gs>
                <a:gs pos="57143">
                  <a:srgbClr val="020000">
                    <a:alpha val="365"/>
                  </a:srgbClr>
                </a:gs>
                <a:gs pos="71429">
                  <a:srgbClr val="020000">
                    <a:alpha val="171"/>
                  </a:srgbClr>
                </a:gs>
                <a:gs pos="85714">
                  <a:srgbClr val="020000">
                    <a:alpha val="68"/>
                  </a:srgbClr>
                </a:gs>
                <a:gs pos="100000">
                  <a:srgbClr val="0200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-8509494">
              <a:off x="3082624" y="427594"/>
              <a:ext cx="67339" cy="16835"/>
            </a:xfrm>
            <a:prstGeom prst="ellipse">
              <a:avLst/>
            </a:prstGeom>
            <a:gradFill>
              <a:gsLst>
                <a:gs pos="0">
                  <a:srgbClr val="824233">
                    <a:alpha val="17063"/>
                  </a:srgbClr>
                </a:gs>
                <a:gs pos="14286">
                  <a:srgbClr val="824233">
                    <a:alpha val="15798"/>
                  </a:srgbClr>
                </a:gs>
                <a:gs pos="28571">
                  <a:srgbClr val="824233">
                    <a:alpha val="12498"/>
                  </a:srgbClr>
                </a:gs>
                <a:gs pos="42857">
                  <a:srgbClr val="824233">
                    <a:alpha val="8385"/>
                  </a:srgbClr>
                </a:gs>
                <a:gs pos="57143">
                  <a:srgbClr val="824233">
                    <a:alpha val="4737"/>
                  </a:srgbClr>
                </a:gs>
                <a:gs pos="71429">
                  <a:srgbClr val="824233">
                    <a:alpha val="2246"/>
                  </a:srgbClr>
                </a:gs>
                <a:gs pos="85714">
                  <a:srgbClr val="824233">
                    <a:alpha val="894"/>
                  </a:srgbClr>
                </a:gs>
                <a:gs pos="100000">
                  <a:srgbClr val="824233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3123287">
              <a:off x="273103" y="1486922"/>
              <a:ext cx="397015" cy="82379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6808581">
              <a:off x="181643" y="2382064"/>
              <a:ext cx="68461" cy="17469"/>
            </a:xfrm>
            <a:prstGeom prst="ellipse">
              <a:avLst/>
            </a:prstGeom>
            <a:gradFill>
              <a:gsLst>
                <a:gs pos="0">
                  <a:srgbClr val="BF413B">
                    <a:alpha val="16595"/>
                  </a:srgbClr>
                </a:gs>
                <a:gs pos="14286">
                  <a:srgbClr val="BF413B">
                    <a:alpha val="15362"/>
                  </a:srgbClr>
                </a:gs>
                <a:gs pos="28571">
                  <a:srgbClr val="BF413B">
                    <a:alpha val="12147"/>
                  </a:srgbClr>
                </a:gs>
                <a:gs pos="42857">
                  <a:srgbClr val="BF413B">
                    <a:alpha val="8144"/>
                  </a:srgbClr>
                </a:gs>
                <a:gs pos="57143">
                  <a:srgbClr val="BF413B">
                    <a:alpha val="4598"/>
                  </a:srgbClr>
                </a:gs>
                <a:gs pos="71429">
                  <a:srgbClr val="BF413B">
                    <a:alpha val="2179"/>
                  </a:srgbClr>
                </a:gs>
                <a:gs pos="85714">
                  <a:srgbClr val="BF413B">
                    <a:alpha val="867"/>
                  </a:srgbClr>
                </a:gs>
                <a:gs pos="100000">
                  <a:srgbClr val="BF413B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-8268297">
              <a:off x="3055683" y="403071"/>
              <a:ext cx="61965" cy="15491"/>
            </a:xfrm>
            <a:prstGeom prst="ellipse">
              <a:avLst/>
            </a:prstGeom>
            <a:gradFill>
              <a:gsLst>
                <a:gs pos="0">
                  <a:srgbClr val="650022">
                    <a:alpha val="18044"/>
                  </a:srgbClr>
                </a:gs>
                <a:gs pos="14286">
                  <a:srgbClr val="650022">
                    <a:alpha val="16715"/>
                  </a:srgbClr>
                </a:gs>
                <a:gs pos="28571">
                  <a:srgbClr val="650022">
                    <a:alpha val="13239"/>
                  </a:srgbClr>
                </a:gs>
                <a:gs pos="42857">
                  <a:srgbClr val="650022">
                    <a:alpha val="8894"/>
                  </a:srgbClr>
                </a:gs>
                <a:gs pos="57143">
                  <a:srgbClr val="650022">
                    <a:alpha val="5030"/>
                  </a:srgbClr>
                </a:gs>
                <a:gs pos="71429">
                  <a:srgbClr val="650022">
                    <a:alpha val="2387"/>
                  </a:srgbClr>
                </a:gs>
                <a:gs pos="85714">
                  <a:srgbClr val="650022">
                    <a:alpha val="951"/>
                  </a:srgbClr>
                </a:gs>
                <a:gs pos="100000">
                  <a:srgbClr val="650022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8968663">
              <a:off x="413994" y="236442"/>
              <a:ext cx="795010" cy="197141"/>
            </a:xfrm>
            <a:prstGeom prst="ellipse">
              <a:avLst/>
            </a:prstGeom>
            <a:gradFill>
              <a:gsLst>
                <a:gs pos="0">
                  <a:srgbClr val="000000">
                    <a:alpha val="15084"/>
                  </a:srgbClr>
                </a:gs>
                <a:gs pos="14286">
                  <a:srgbClr val="000000">
                    <a:alpha val="13953"/>
                  </a:srgbClr>
                </a:gs>
                <a:gs pos="28571">
                  <a:srgbClr val="000000">
                    <a:alpha val="11013"/>
                  </a:srgbClr>
                </a:gs>
                <a:gs pos="42857">
                  <a:srgbClr val="000000">
                    <a:alpha val="7368"/>
                  </a:srgbClr>
                </a:gs>
                <a:gs pos="57143">
                  <a:srgbClr val="000000">
                    <a:alpha val="4152"/>
                  </a:srgbClr>
                </a:gs>
                <a:gs pos="71429">
                  <a:srgbClr val="000000">
                    <a:alpha val="1966"/>
                  </a:srgbClr>
                </a:gs>
                <a:gs pos="85714">
                  <a:srgbClr val="000000">
                    <a:alpha val="782"/>
                  </a:srgbClr>
                </a:gs>
                <a:gs pos="100000">
                  <a:srgbClr val="000000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9337674">
              <a:off x="994032" y="824285"/>
              <a:ext cx="264891" cy="73447"/>
            </a:xfrm>
            <a:prstGeom prst="ellipse">
              <a:avLst/>
            </a:prstGeom>
            <a:gradFill>
              <a:gsLst>
                <a:gs pos="0">
                  <a:srgbClr val="000695">
                    <a:alpha val="32395"/>
                  </a:srgbClr>
                </a:gs>
                <a:gs pos="14286">
                  <a:srgbClr val="000695">
                    <a:alpha val="30220"/>
                  </a:srgbClr>
                </a:gs>
                <a:gs pos="28571">
                  <a:srgbClr val="000695">
                    <a:alpha val="24375"/>
                  </a:srgbClr>
                </a:gs>
                <a:gs pos="42857">
                  <a:srgbClr val="000695">
                    <a:alpha val="16744"/>
                  </a:srgbClr>
                </a:gs>
                <a:gs pos="57143">
                  <a:srgbClr val="000695">
                    <a:alpha val="9656"/>
                  </a:srgbClr>
                </a:gs>
                <a:gs pos="71429">
                  <a:srgbClr val="000695">
                    <a:alpha val="4642"/>
                  </a:srgbClr>
                </a:gs>
                <a:gs pos="85714">
                  <a:srgbClr val="000695">
                    <a:alpha val="1862"/>
                  </a:srgbClr>
                </a:gs>
                <a:gs pos="100000">
                  <a:srgbClr val="000695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10733294">
              <a:off x="1638016" y="3590106"/>
              <a:ext cx="460015" cy="35860"/>
            </a:xfrm>
            <a:prstGeom prst="ellipse">
              <a:avLst/>
            </a:prstGeom>
            <a:gradFill>
              <a:gsLst>
                <a:gs pos="0">
                  <a:srgbClr val="FF5E44">
                    <a:alpha val="32968"/>
                  </a:srgbClr>
                </a:gs>
                <a:gs pos="14286">
                  <a:srgbClr val="FF5E44">
                    <a:alpha val="30764"/>
                  </a:srgbClr>
                </a:gs>
                <a:gs pos="28571">
                  <a:srgbClr val="FF5E44">
                    <a:alpha val="24833"/>
                  </a:srgbClr>
                </a:gs>
                <a:gs pos="42857">
                  <a:srgbClr val="FF5E44">
                    <a:alpha val="17075"/>
                  </a:srgbClr>
                </a:gs>
                <a:gs pos="57143">
                  <a:srgbClr val="FF5E44">
                    <a:alpha val="9855"/>
                  </a:srgbClr>
                </a:gs>
                <a:gs pos="71429">
                  <a:srgbClr val="FF5E44">
                    <a:alpha val="4740"/>
                  </a:srgbClr>
                </a:gs>
                <a:gs pos="85714">
                  <a:srgbClr val="FF5E44">
                    <a:alpha val="1902"/>
                  </a:srgbClr>
                </a:gs>
                <a:gs pos="100000">
                  <a:srgbClr val="FF5E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7708957">
              <a:off x="797042" y="1003133"/>
              <a:ext cx="68461" cy="17279"/>
            </a:xfrm>
            <a:prstGeom prst="ellipse">
              <a:avLst/>
            </a:prstGeom>
            <a:gradFill>
              <a:gsLst>
                <a:gs pos="0">
                  <a:srgbClr val="E15C4C">
                    <a:alpha val="16735"/>
                  </a:srgbClr>
                </a:gs>
                <a:gs pos="14286">
                  <a:srgbClr val="E15C4C">
                    <a:alpha val="15493"/>
                  </a:srgbClr>
                </a:gs>
                <a:gs pos="28571">
                  <a:srgbClr val="E15C4C">
                    <a:alpha val="12252"/>
                  </a:srgbClr>
                </a:gs>
                <a:gs pos="42857">
                  <a:srgbClr val="E15C4C">
                    <a:alpha val="8216"/>
                  </a:srgbClr>
                </a:gs>
                <a:gs pos="57143">
                  <a:srgbClr val="E15C4C">
                    <a:alpha val="4639"/>
                  </a:srgbClr>
                </a:gs>
                <a:gs pos="71429">
                  <a:srgbClr val="E15C4C">
                    <a:alpha val="2199"/>
                  </a:srgbClr>
                </a:gs>
                <a:gs pos="85714">
                  <a:srgbClr val="E15C4C">
                    <a:alpha val="875"/>
                  </a:srgbClr>
                </a:gs>
                <a:gs pos="100000">
                  <a:srgbClr val="E15C4C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7764560">
              <a:off x="193373" y="654411"/>
              <a:ext cx="517624" cy="44996"/>
            </a:xfrm>
            <a:prstGeom prst="ellipse">
              <a:avLst/>
            </a:prstGeom>
            <a:gradFill>
              <a:gsLst>
                <a:gs pos="0">
                  <a:srgbClr val="FF6D56">
                    <a:alpha val="32968"/>
                  </a:srgbClr>
                </a:gs>
                <a:gs pos="14286">
                  <a:srgbClr val="FF6D56">
                    <a:alpha val="30764"/>
                  </a:srgbClr>
                </a:gs>
                <a:gs pos="28571">
                  <a:srgbClr val="FF6D56">
                    <a:alpha val="24833"/>
                  </a:srgbClr>
                </a:gs>
                <a:gs pos="42857">
                  <a:srgbClr val="FF6D56">
                    <a:alpha val="17075"/>
                  </a:srgbClr>
                </a:gs>
                <a:gs pos="57143">
                  <a:srgbClr val="FF6D56">
                    <a:alpha val="9855"/>
                  </a:srgbClr>
                </a:gs>
                <a:gs pos="71429">
                  <a:srgbClr val="FF6D56">
                    <a:alpha val="4740"/>
                  </a:srgbClr>
                </a:gs>
                <a:gs pos="85714">
                  <a:srgbClr val="FF6D56">
                    <a:alpha val="1902"/>
                  </a:srgbClr>
                </a:gs>
                <a:gs pos="100000">
                  <a:srgbClr val="FF6D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3835484">
              <a:off x="219936" y="1356003"/>
              <a:ext cx="68461" cy="17605"/>
            </a:xfrm>
            <a:prstGeom prst="ellipse">
              <a:avLst/>
            </a:prstGeom>
            <a:gradFill>
              <a:gsLst>
                <a:gs pos="0">
                  <a:srgbClr val="C03F2E">
                    <a:alpha val="16495"/>
                  </a:srgbClr>
                </a:gs>
                <a:gs pos="14286">
                  <a:srgbClr val="C03F2E">
                    <a:alpha val="15268"/>
                  </a:srgbClr>
                </a:gs>
                <a:gs pos="28571">
                  <a:srgbClr val="C03F2E">
                    <a:alpha val="12071"/>
                  </a:srgbClr>
                </a:gs>
                <a:gs pos="42857">
                  <a:srgbClr val="C03F2E">
                    <a:alpha val="8092"/>
                  </a:srgbClr>
                </a:gs>
                <a:gs pos="57143">
                  <a:srgbClr val="C03F2E">
                    <a:alpha val="4568"/>
                  </a:srgbClr>
                </a:gs>
                <a:gs pos="71429">
                  <a:srgbClr val="C03F2E">
                    <a:alpha val="2165"/>
                  </a:srgbClr>
                </a:gs>
                <a:gs pos="85714">
                  <a:srgbClr val="C03F2E">
                    <a:alpha val="862"/>
                  </a:srgbClr>
                </a:gs>
                <a:gs pos="100000">
                  <a:srgbClr val="C03F2E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4307090">
              <a:off x="460735" y="2284333"/>
              <a:ext cx="68461" cy="17415"/>
            </a:xfrm>
            <a:prstGeom prst="ellipse">
              <a:avLst/>
            </a:prstGeom>
            <a:gradFill>
              <a:gsLst>
                <a:gs pos="0">
                  <a:srgbClr val="DF5F59">
                    <a:alpha val="16635"/>
                  </a:srgbClr>
                </a:gs>
                <a:gs pos="14286">
                  <a:srgbClr val="DF5F59">
                    <a:alpha val="15399"/>
                  </a:srgbClr>
                </a:gs>
                <a:gs pos="28571">
                  <a:srgbClr val="DF5F59">
                    <a:alpha val="12177"/>
                  </a:srgbClr>
                </a:gs>
                <a:gs pos="42857">
                  <a:srgbClr val="DF5F59">
                    <a:alpha val="8164"/>
                  </a:srgbClr>
                </a:gs>
                <a:gs pos="57143">
                  <a:srgbClr val="DF5F59">
                    <a:alpha val="4610"/>
                  </a:srgbClr>
                </a:gs>
                <a:gs pos="71429">
                  <a:srgbClr val="DF5F59">
                    <a:alpha val="2185"/>
                  </a:srgbClr>
                </a:gs>
                <a:gs pos="85714">
                  <a:srgbClr val="DF5F59">
                    <a:alpha val="870"/>
                  </a:srgbClr>
                </a:gs>
                <a:gs pos="100000">
                  <a:srgbClr val="DF5F59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10658738">
              <a:off x="15378" y="2578758"/>
              <a:ext cx="593899" cy="592595"/>
            </a:xfrm>
            <a:prstGeom prst="ellipse">
              <a:avLst/>
            </a:prstGeom>
            <a:gradFill>
              <a:gsLst>
                <a:gs pos="0">
                  <a:srgbClr val="020002">
                    <a:alpha val="17784"/>
                  </a:srgbClr>
                </a:gs>
                <a:gs pos="14286">
                  <a:srgbClr val="020002">
                    <a:alpha val="16471"/>
                  </a:srgbClr>
                </a:gs>
                <a:gs pos="28571">
                  <a:srgbClr val="020002">
                    <a:alpha val="13042"/>
                  </a:srgbClr>
                </a:gs>
                <a:gs pos="42857">
                  <a:srgbClr val="020002">
                    <a:alpha val="8759"/>
                  </a:srgbClr>
                </a:gs>
                <a:gs pos="57143">
                  <a:srgbClr val="020002">
                    <a:alpha val="4952"/>
                  </a:srgbClr>
                </a:gs>
                <a:gs pos="71429">
                  <a:srgbClr val="020002">
                    <a:alpha val="2349"/>
                  </a:srgbClr>
                </a:gs>
                <a:gs pos="85714">
                  <a:srgbClr val="020002">
                    <a:alpha val="936"/>
                  </a:srgbClr>
                </a:gs>
                <a:gs pos="100000">
                  <a:srgbClr val="020002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3876497">
              <a:off x="3138293" y="994173"/>
              <a:ext cx="491926" cy="104326"/>
            </a:xfrm>
            <a:prstGeom prst="ellipse">
              <a:avLst/>
            </a:prstGeom>
            <a:gradFill>
              <a:gsLst>
                <a:gs pos="0">
                  <a:srgbClr val="D05546">
                    <a:alpha val="32968"/>
                  </a:srgbClr>
                </a:gs>
                <a:gs pos="14286">
                  <a:srgbClr val="D05546">
                    <a:alpha val="30764"/>
                  </a:srgbClr>
                </a:gs>
                <a:gs pos="28571">
                  <a:srgbClr val="D05546">
                    <a:alpha val="24833"/>
                  </a:srgbClr>
                </a:gs>
                <a:gs pos="42857">
                  <a:srgbClr val="D05546">
                    <a:alpha val="17075"/>
                  </a:srgbClr>
                </a:gs>
                <a:gs pos="57143">
                  <a:srgbClr val="D05546">
                    <a:alpha val="9855"/>
                  </a:srgbClr>
                </a:gs>
                <a:gs pos="71429">
                  <a:srgbClr val="D05546">
                    <a:alpha val="4740"/>
                  </a:srgbClr>
                </a:gs>
                <a:gs pos="85714">
                  <a:srgbClr val="D05546">
                    <a:alpha val="1902"/>
                  </a:srgbClr>
                </a:gs>
                <a:gs pos="100000">
                  <a:srgbClr val="D055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-9407961">
              <a:off x="1078358" y="2885097"/>
              <a:ext cx="68461" cy="17407"/>
            </a:xfrm>
            <a:prstGeom prst="ellipse">
              <a:avLst/>
            </a:prstGeom>
            <a:gradFill>
              <a:gsLst>
                <a:gs pos="0">
                  <a:srgbClr val="E76B56">
                    <a:alpha val="16641"/>
                  </a:srgbClr>
                </a:gs>
                <a:gs pos="14286">
                  <a:srgbClr val="E76B56">
                    <a:alpha val="15404"/>
                  </a:srgbClr>
                </a:gs>
                <a:gs pos="28571">
                  <a:srgbClr val="E76B56">
                    <a:alpha val="12181"/>
                  </a:srgbClr>
                </a:gs>
                <a:gs pos="42857">
                  <a:srgbClr val="E76B56">
                    <a:alpha val="8167"/>
                  </a:srgbClr>
                </a:gs>
                <a:gs pos="57143">
                  <a:srgbClr val="E76B56">
                    <a:alpha val="4611"/>
                  </a:srgbClr>
                </a:gs>
                <a:gs pos="71429">
                  <a:srgbClr val="E76B56">
                    <a:alpha val="2186"/>
                  </a:srgbClr>
                </a:gs>
                <a:gs pos="85714">
                  <a:srgbClr val="E76B56">
                    <a:alpha val="870"/>
                  </a:srgbClr>
                </a:gs>
                <a:gs pos="100000">
                  <a:srgbClr val="E76B56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7944412">
              <a:off x="1429578" y="401019"/>
              <a:ext cx="68461" cy="17604"/>
            </a:xfrm>
            <a:prstGeom prst="ellipse">
              <a:avLst/>
            </a:prstGeom>
            <a:gradFill>
              <a:gsLst>
                <a:gs pos="0">
                  <a:srgbClr val="C34E39">
                    <a:alpha val="16495"/>
                  </a:srgbClr>
                </a:gs>
                <a:gs pos="14286">
                  <a:srgbClr val="C34E39">
                    <a:alpha val="15269"/>
                  </a:srgbClr>
                </a:gs>
                <a:gs pos="28571">
                  <a:srgbClr val="C34E39">
                    <a:alpha val="12072"/>
                  </a:srgbClr>
                </a:gs>
                <a:gs pos="42857">
                  <a:srgbClr val="C34E39">
                    <a:alpha val="8092"/>
                  </a:srgbClr>
                </a:gs>
                <a:gs pos="57143">
                  <a:srgbClr val="C34E39">
                    <a:alpha val="4568"/>
                  </a:srgbClr>
                </a:gs>
                <a:gs pos="71429">
                  <a:srgbClr val="C34E39">
                    <a:alpha val="2165"/>
                  </a:srgbClr>
                </a:gs>
                <a:gs pos="85714">
                  <a:srgbClr val="C34E39">
                    <a:alpha val="862"/>
                  </a:srgbClr>
                </a:gs>
                <a:gs pos="100000">
                  <a:srgbClr val="C34E39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-10498362">
              <a:off x="1023482" y="828629"/>
              <a:ext cx="485592" cy="46334"/>
            </a:xfrm>
            <a:prstGeom prst="ellipse">
              <a:avLst/>
            </a:prstGeom>
            <a:gradFill>
              <a:gsLst>
                <a:gs pos="0">
                  <a:srgbClr val="FEBE96">
                    <a:alpha val="32956"/>
                  </a:srgbClr>
                </a:gs>
                <a:gs pos="14286">
                  <a:srgbClr val="FEBE96">
                    <a:alpha val="30752"/>
                  </a:srgbClr>
                </a:gs>
                <a:gs pos="28571">
                  <a:srgbClr val="FEBE96">
                    <a:alpha val="24823"/>
                  </a:srgbClr>
                </a:gs>
                <a:gs pos="42857">
                  <a:srgbClr val="FEBE96">
                    <a:alpha val="17068"/>
                  </a:srgbClr>
                </a:gs>
                <a:gs pos="57143">
                  <a:srgbClr val="FEBE96">
                    <a:alpha val="9851"/>
                  </a:srgbClr>
                </a:gs>
                <a:gs pos="71429">
                  <a:srgbClr val="FEBE96">
                    <a:alpha val="4738"/>
                  </a:srgbClr>
                </a:gs>
                <a:gs pos="85714">
                  <a:srgbClr val="FEBE96">
                    <a:alpha val="1901"/>
                  </a:srgbClr>
                </a:gs>
                <a:gs pos="100000">
                  <a:srgbClr val="FEBE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7127889">
              <a:off x="168002" y="2400677"/>
              <a:ext cx="64260" cy="16065"/>
            </a:xfrm>
            <a:prstGeom prst="ellipse">
              <a:avLst/>
            </a:prstGeom>
            <a:gradFill>
              <a:gsLst>
                <a:gs pos="0">
                  <a:srgbClr val="A71631">
                    <a:alpha val="17627"/>
                  </a:srgbClr>
                </a:gs>
                <a:gs pos="14286">
                  <a:srgbClr val="A71631">
                    <a:alpha val="16324"/>
                  </a:srgbClr>
                </a:gs>
                <a:gs pos="28571">
                  <a:srgbClr val="A71631">
                    <a:alpha val="12923"/>
                  </a:srgbClr>
                </a:gs>
                <a:gs pos="42857">
                  <a:srgbClr val="A71631">
                    <a:alpha val="8677"/>
                  </a:srgbClr>
                </a:gs>
                <a:gs pos="57143">
                  <a:srgbClr val="A71631">
                    <a:alpha val="4905"/>
                  </a:srgbClr>
                </a:gs>
                <a:gs pos="71429">
                  <a:srgbClr val="A71631">
                    <a:alpha val="2327"/>
                  </a:srgbClr>
                </a:gs>
                <a:gs pos="85714">
                  <a:srgbClr val="A71631">
                    <a:alpha val="927"/>
                  </a:srgbClr>
                </a:gs>
                <a:gs pos="100000">
                  <a:srgbClr val="A71631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8341675">
              <a:off x="274162" y="1332618"/>
              <a:ext cx="558250" cy="381283"/>
            </a:xfrm>
            <a:prstGeom prst="ellipse">
              <a:avLst/>
            </a:prstGeom>
            <a:gradFill>
              <a:gsLst>
                <a:gs pos="0">
                  <a:srgbClr val="FF0086">
                    <a:alpha val="32968"/>
                  </a:srgbClr>
                </a:gs>
                <a:gs pos="14286">
                  <a:srgbClr val="FF0086">
                    <a:alpha val="30764"/>
                  </a:srgbClr>
                </a:gs>
                <a:gs pos="28571">
                  <a:srgbClr val="FF0086">
                    <a:alpha val="24833"/>
                  </a:srgbClr>
                </a:gs>
                <a:gs pos="42857">
                  <a:srgbClr val="FF0086">
                    <a:alpha val="17075"/>
                  </a:srgbClr>
                </a:gs>
                <a:gs pos="57143">
                  <a:srgbClr val="FF0086">
                    <a:alpha val="9855"/>
                  </a:srgbClr>
                </a:gs>
                <a:gs pos="71429">
                  <a:srgbClr val="FF0086">
                    <a:alpha val="4740"/>
                  </a:srgbClr>
                </a:gs>
                <a:gs pos="85714">
                  <a:srgbClr val="FF0086">
                    <a:alpha val="1902"/>
                  </a:srgbClr>
                </a:gs>
                <a:gs pos="100000">
                  <a:srgbClr val="FF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-9468691">
              <a:off x="1258314" y="3030119"/>
              <a:ext cx="68461" cy="17696"/>
            </a:xfrm>
            <a:prstGeom prst="ellipse">
              <a:avLst/>
            </a:prstGeom>
            <a:gradFill>
              <a:gsLst>
                <a:gs pos="0">
                  <a:srgbClr val="D14E2F">
                    <a:alpha val="16428"/>
                  </a:srgbClr>
                </a:gs>
                <a:gs pos="14286">
                  <a:srgbClr val="D14E2F">
                    <a:alpha val="15206"/>
                  </a:srgbClr>
                </a:gs>
                <a:gs pos="28571">
                  <a:srgbClr val="D14E2F">
                    <a:alpha val="12021"/>
                  </a:srgbClr>
                </a:gs>
                <a:gs pos="42857">
                  <a:srgbClr val="D14E2F">
                    <a:alpha val="8057"/>
                  </a:srgbClr>
                </a:gs>
                <a:gs pos="57143">
                  <a:srgbClr val="D14E2F">
                    <a:alpha val="4548"/>
                  </a:srgbClr>
                </a:gs>
                <a:gs pos="71429">
                  <a:srgbClr val="D14E2F">
                    <a:alpha val="2155"/>
                  </a:srgbClr>
                </a:gs>
                <a:gs pos="85714">
                  <a:srgbClr val="D14E2F">
                    <a:alpha val="858"/>
                  </a:srgbClr>
                </a:gs>
                <a:gs pos="100000">
                  <a:srgbClr val="D14E2F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-8260571">
              <a:off x="2960001" y="400440"/>
              <a:ext cx="264036" cy="34371"/>
            </a:xfrm>
            <a:prstGeom prst="ellipse">
              <a:avLst/>
            </a:prstGeom>
            <a:gradFill>
              <a:gsLst>
                <a:gs pos="0">
                  <a:srgbClr val="FF7466">
                    <a:alpha val="32968"/>
                  </a:srgbClr>
                </a:gs>
                <a:gs pos="14286">
                  <a:srgbClr val="FF7466">
                    <a:alpha val="30764"/>
                  </a:srgbClr>
                </a:gs>
                <a:gs pos="28571">
                  <a:srgbClr val="FF7466">
                    <a:alpha val="24833"/>
                  </a:srgbClr>
                </a:gs>
                <a:gs pos="42857">
                  <a:srgbClr val="FF7466">
                    <a:alpha val="17075"/>
                  </a:srgbClr>
                </a:gs>
                <a:gs pos="57143">
                  <a:srgbClr val="FF7466">
                    <a:alpha val="9855"/>
                  </a:srgbClr>
                </a:gs>
                <a:gs pos="71429">
                  <a:srgbClr val="FF7466">
                    <a:alpha val="4740"/>
                  </a:srgbClr>
                </a:gs>
                <a:gs pos="85714">
                  <a:srgbClr val="FF7466">
                    <a:alpha val="1902"/>
                  </a:srgbClr>
                </a:gs>
                <a:gs pos="100000">
                  <a:srgbClr val="FF74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5812879">
              <a:off x="431368" y="1439819"/>
              <a:ext cx="372217" cy="474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-8896063">
              <a:off x="852056" y="3365458"/>
              <a:ext cx="68461" cy="17737"/>
            </a:xfrm>
            <a:prstGeom prst="ellipse">
              <a:avLst/>
            </a:prstGeom>
            <a:gradFill>
              <a:gsLst>
                <a:gs pos="0">
                  <a:srgbClr val="622317">
                    <a:alpha val="16397"/>
                  </a:srgbClr>
                </a:gs>
                <a:gs pos="14286">
                  <a:srgbClr val="622317">
                    <a:alpha val="15177"/>
                  </a:srgbClr>
                </a:gs>
                <a:gs pos="28571">
                  <a:srgbClr val="622317">
                    <a:alpha val="11998"/>
                  </a:srgbClr>
                </a:gs>
                <a:gs pos="42857">
                  <a:srgbClr val="622317">
                    <a:alpha val="8041"/>
                  </a:srgbClr>
                </a:gs>
                <a:gs pos="57143">
                  <a:srgbClr val="622317">
                    <a:alpha val="4539"/>
                  </a:srgbClr>
                </a:gs>
                <a:gs pos="71429">
                  <a:srgbClr val="622317">
                    <a:alpha val="2151"/>
                  </a:srgbClr>
                </a:gs>
                <a:gs pos="85714">
                  <a:srgbClr val="622317">
                    <a:alpha val="856"/>
                  </a:srgbClr>
                </a:gs>
                <a:gs pos="100000">
                  <a:srgbClr val="622317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10110862">
              <a:off x="394341" y="1755007"/>
              <a:ext cx="67424" cy="16856"/>
            </a:xfrm>
            <a:prstGeom prst="ellipse">
              <a:avLst/>
            </a:prstGeom>
            <a:gradFill>
              <a:gsLst>
                <a:gs pos="0">
                  <a:srgbClr val="FF8169">
                    <a:alpha val="17047"/>
                  </a:srgbClr>
                </a:gs>
                <a:gs pos="14286">
                  <a:srgbClr val="FF8169">
                    <a:alpha val="15784"/>
                  </a:srgbClr>
                </a:gs>
                <a:gs pos="28571">
                  <a:srgbClr val="FF8169">
                    <a:alpha val="12487"/>
                  </a:srgbClr>
                </a:gs>
                <a:gs pos="42857">
                  <a:srgbClr val="FF8169">
                    <a:alpha val="8377"/>
                  </a:srgbClr>
                </a:gs>
                <a:gs pos="57143">
                  <a:srgbClr val="FF8169">
                    <a:alpha val="4732"/>
                  </a:srgbClr>
                </a:gs>
                <a:gs pos="71429">
                  <a:srgbClr val="FF8169">
                    <a:alpha val="2244"/>
                  </a:srgbClr>
                </a:gs>
                <a:gs pos="85714">
                  <a:srgbClr val="FF8169">
                    <a:alpha val="893"/>
                  </a:srgbClr>
                </a:gs>
                <a:gs pos="100000">
                  <a:srgbClr val="FF8169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6139619">
              <a:off x="450351" y="1586826"/>
              <a:ext cx="294102" cy="174177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4060656">
              <a:off x="811150" y="1706235"/>
              <a:ext cx="68461" cy="17427"/>
            </a:xfrm>
            <a:prstGeom prst="ellipse">
              <a:avLst/>
            </a:prstGeom>
            <a:gradFill>
              <a:gsLst>
                <a:gs pos="0">
                  <a:srgbClr val="FB8758">
                    <a:alpha val="16627"/>
                  </a:srgbClr>
                </a:gs>
                <a:gs pos="14286">
                  <a:srgbClr val="FB8758">
                    <a:alpha val="15391"/>
                  </a:srgbClr>
                </a:gs>
                <a:gs pos="28571">
                  <a:srgbClr val="FB8758">
                    <a:alpha val="12170"/>
                  </a:srgbClr>
                </a:gs>
                <a:gs pos="42857">
                  <a:srgbClr val="FB8758">
                    <a:alpha val="8160"/>
                  </a:srgbClr>
                </a:gs>
                <a:gs pos="57143">
                  <a:srgbClr val="FB8758">
                    <a:alpha val="4607"/>
                  </a:srgbClr>
                </a:gs>
                <a:gs pos="71429">
                  <a:srgbClr val="FB8758">
                    <a:alpha val="2184"/>
                  </a:srgbClr>
                </a:gs>
                <a:gs pos="85714">
                  <a:srgbClr val="FB8758">
                    <a:alpha val="869"/>
                  </a:srgbClr>
                </a:gs>
                <a:gs pos="100000">
                  <a:srgbClr val="FB8758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3290414">
              <a:off x="2743007" y="490624"/>
              <a:ext cx="791972" cy="214451"/>
            </a:xfrm>
            <a:prstGeom prst="ellipse">
              <a:avLst/>
            </a:prstGeom>
            <a:gradFill>
              <a:gsLst>
                <a:gs pos="0">
                  <a:srgbClr val="000016">
                    <a:alpha val="1374"/>
                  </a:srgbClr>
                </a:gs>
                <a:gs pos="14286">
                  <a:srgbClr val="000016">
                    <a:alpha val="1264"/>
                  </a:srgbClr>
                </a:gs>
                <a:gs pos="28571">
                  <a:srgbClr val="000016">
                    <a:alpha val="983"/>
                  </a:srgbClr>
                </a:gs>
                <a:gs pos="42857">
                  <a:srgbClr val="000016">
                    <a:alpha val="646"/>
                  </a:srgbClr>
                </a:gs>
                <a:gs pos="57143">
                  <a:srgbClr val="000016">
                    <a:alpha val="358"/>
                  </a:srgbClr>
                </a:gs>
                <a:gs pos="71429">
                  <a:srgbClr val="000016">
                    <a:alpha val="168"/>
                  </a:srgbClr>
                </a:gs>
                <a:gs pos="85714">
                  <a:srgbClr val="000016">
                    <a:alpha val="66"/>
                  </a:srgbClr>
                </a:gs>
                <a:gs pos="100000">
                  <a:srgbClr val="000016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8344152">
              <a:off x="3168260" y="2917860"/>
              <a:ext cx="68461" cy="17744"/>
            </a:xfrm>
            <a:prstGeom prst="ellipse">
              <a:avLst/>
            </a:prstGeom>
            <a:gradFill>
              <a:gsLst>
                <a:gs pos="0">
                  <a:srgbClr val="B8393A">
                    <a:alpha val="16392"/>
                  </a:srgbClr>
                </a:gs>
                <a:gs pos="14286">
                  <a:srgbClr val="B8393A">
                    <a:alpha val="15172"/>
                  </a:srgbClr>
                </a:gs>
                <a:gs pos="28571">
                  <a:srgbClr val="B8393A">
                    <a:alpha val="11994"/>
                  </a:srgbClr>
                </a:gs>
                <a:gs pos="42857">
                  <a:srgbClr val="B8393A">
                    <a:alpha val="8039"/>
                  </a:srgbClr>
                </a:gs>
                <a:gs pos="57143">
                  <a:srgbClr val="B8393A">
                    <a:alpha val="4537"/>
                  </a:srgbClr>
                </a:gs>
                <a:gs pos="71429">
                  <a:srgbClr val="B8393A">
                    <a:alpha val="2150"/>
                  </a:srgbClr>
                </a:gs>
                <a:gs pos="85714">
                  <a:srgbClr val="B8393A">
                    <a:alpha val="856"/>
                  </a:srgbClr>
                </a:gs>
                <a:gs pos="100000">
                  <a:srgbClr val="B8393A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-9048661">
              <a:off x="1827934" y="1041282"/>
              <a:ext cx="328311" cy="43174"/>
            </a:xfrm>
            <a:prstGeom prst="ellipse">
              <a:avLst/>
            </a:prstGeom>
            <a:gradFill>
              <a:gsLst>
                <a:gs pos="0">
                  <a:srgbClr val="630051">
                    <a:alpha val="30285"/>
                  </a:srgbClr>
                </a:gs>
                <a:gs pos="14286">
                  <a:srgbClr val="630051">
                    <a:alpha val="28221"/>
                  </a:srgbClr>
                </a:gs>
                <a:gs pos="28571">
                  <a:srgbClr val="630051">
                    <a:alpha val="22698"/>
                  </a:srgbClr>
                </a:gs>
                <a:gs pos="42857">
                  <a:srgbClr val="630051">
                    <a:alpha val="15538"/>
                  </a:srgbClr>
                </a:gs>
                <a:gs pos="57143">
                  <a:srgbClr val="630051">
                    <a:alpha val="8933"/>
                  </a:srgbClr>
                </a:gs>
                <a:gs pos="71429">
                  <a:srgbClr val="630051">
                    <a:alpha val="4285"/>
                  </a:srgbClr>
                </a:gs>
                <a:gs pos="85714">
                  <a:srgbClr val="630051">
                    <a:alpha val="1717"/>
                  </a:srgbClr>
                </a:gs>
                <a:gs pos="100000">
                  <a:srgbClr val="630051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9913208">
              <a:off x="595277" y="1551199"/>
              <a:ext cx="68461" cy="17803"/>
            </a:xfrm>
            <a:prstGeom prst="ellipse">
              <a:avLst/>
            </a:prstGeom>
            <a:gradFill>
              <a:gsLst>
                <a:gs pos="0">
                  <a:srgbClr val="FFA97A">
                    <a:alpha val="16348"/>
                  </a:srgbClr>
                </a:gs>
                <a:gs pos="14286">
                  <a:srgbClr val="FFA97A">
                    <a:alpha val="15132"/>
                  </a:srgbClr>
                </a:gs>
                <a:gs pos="28571">
                  <a:srgbClr val="FFA97A">
                    <a:alpha val="11961"/>
                  </a:srgbClr>
                </a:gs>
                <a:gs pos="42857">
                  <a:srgbClr val="FFA97A">
                    <a:alpha val="8016"/>
                  </a:srgbClr>
                </a:gs>
                <a:gs pos="57143">
                  <a:srgbClr val="FFA97A">
                    <a:alpha val="4524"/>
                  </a:srgbClr>
                </a:gs>
                <a:gs pos="71429">
                  <a:srgbClr val="FFA97A">
                    <a:alpha val="2144"/>
                  </a:srgbClr>
                </a:gs>
                <a:gs pos="85714">
                  <a:srgbClr val="FFA97A">
                    <a:alpha val="853"/>
                  </a:srgbClr>
                </a:gs>
                <a:gs pos="100000">
                  <a:srgbClr val="FFA97A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5400000">
              <a:off x="320261" y="797995"/>
              <a:ext cx="47166" cy="47166"/>
            </a:xfrm>
            <a:prstGeom prst="ellipse">
              <a:avLst/>
            </a:prstGeom>
            <a:gradFill>
              <a:gsLst>
                <a:gs pos="0">
                  <a:srgbClr val="D4573F">
                    <a:alpha val="17217"/>
                  </a:srgbClr>
                </a:gs>
                <a:gs pos="14286">
                  <a:srgbClr val="D4573F">
                    <a:alpha val="15942"/>
                  </a:srgbClr>
                </a:gs>
                <a:gs pos="28571">
                  <a:srgbClr val="D4573F">
                    <a:alpha val="12614"/>
                  </a:srgbClr>
                </a:gs>
                <a:gs pos="42857">
                  <a:srgbClr val="D4573F">
                    <a:alpha val="8465"/>
                  </a:srgbClr>
                </a:gs>
                <a:gs pos="57143">
                  <a:srgbClr val="D4573F">
                    <a:alpha val="4783"/>
                  </a:srgbClr>
                </a:gs>
                <a:gs pos="71429">
                  <a:srgbClr val="D4573F">
                    <a:alpha val="2268"/>
                  </a:srgbClr>
                </a:gs>
                <a:gs pos="85714">
                  <a:srgbClr val="D4573F">
                    <a:alpha val="903"/>
                  </a:srgbClr>
                </a:gs>
                <a:gs pos="100000">
                  <a:srgbClr val="D4573F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-8918607">
              <a:off x="894631" y="2912696"/>
              <a:ext cx="568242" cy="36176"/>
            </a:xfrm>
            <a:prstGeom prst="ellipse">
              <a:avLst/>
            </a:prstGeom>
            <a:gradFill>
              <a:gsLst>
                <a:gs pos="0">
                  <a:srgbClr val="FFE3CD">
                    <a:alpha val="32968"/>
                  </a:srgbClr>
                </a:gs>
                <a:gs pos="14286">
                  <a:srgbClr val="FFE3CD">
                    <a:alpha val="30764"/>
                  </a:srgbClr>
                </a:gs>
                <a:gs pos="28571">
                  <a:srgbClr val="FFE3CD">
                    <a:alpha val="24833"/>
                  </a:srgbClr>
                </a:gs>
                <a:gs pos="42857">
                  <a:srgbClr val="FFE3CD">
                    <a:alpha val="17075"/>
                  </a:srgbClr>
                </a:gs>
                <a:gs pos="57143">
                  <a:srgbClr val="FFE3CD">
                    <a:alpha val="9855"/>
                  </a:srgbClr>
                </a:gs>
                <a:gs pos="71429">
                  <a:srgbClr val="FFE3CD">
                    <a:alpha val="4740"/>
                  </a:srgbClr>
                </a:gs>
                <a:gs pos="85714">
                  <a:srgbClr val="FFE3CD">
                    <a:alpha val="1902"/>
                  </a:srgbClr>
                </a:gs>
                <a:gs pos="100000">
                  <a:srgbClr val="FFE3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9737522">
              <a:off x="346933" y="1508108"/>
              <a:ext cx="67417" cy="16854"/>
            </a:xfrm>
            <a:prstGeom prst="ellipse">
              <a:avLst/>
            </a:prstGeom>
            <a:gradFill>
              <a:gsLst>
                <a:gs pos="0">
                  <a:srgbClr val="FF8255">
                    <a:alpha val="17048"/>
                  </a:srgbClr>
                </a:gs>
                <a:gs pos="14286">
                  <a:srgbClr val="FF8255">
                    <a:alpha val="15785"/>
                  </a:srgbClr>
                </a:gs>
                <a:gs pos="28571">
                  <a:srgbClr val="FF8255">
                    <a:alpha val="12488"/>
                  </a:srgbClr>
                </a:gs>
                <a:gs pos="42857">
                  <a:srgbClr val="FF8255">
                    <a:alpha val="8377"/>
                  </a:srgbClr>
                </a:gs>
                <a:gs pos="57143">
                  <a:srgbClr val="FF8255">
                    <a:alpha val="4732"/>
                  </a:srgbClr>
                </a:gs>
                <a:gs pos="71429">
                  <a:srgbClr val="FF8255">
                    <a:alpha val="2244"/>
                  </a:srgbClr>
                </a:gs>
                <a:gs pos="85714">
                  <a:srgbClr val="FF8255">
                    <a:alpha val="893"/>
                  </a:srgbClr>
                </a:gs>
                <a:gs pos="100000">
                  <a:srgbClr val="FF8255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6836077">
              <a:off x="769705" y="1132578"/>
              <a:ext cx="66529" cy="16632"/>
            </a:xfrm>
            <a:prstGeom prst="ellipse">
              <a:avLst/>
            </a:prstGeom>
            <a:gradFill>
              <a:gsLst>
                <a:gs pos="0">
                  <a:srgbClr val="E97B71">
                    <a:alpha val="17211"/>
                  </a:srgbClr>
                </a:gs>
                <a:gs pos="14286">
                  <a:srgbClr val="E97B71">
                    <a:alpha val="15937"/>
                  </a:srgbClr>
                </a:gs>
                <a:gs pos="28571">
                  <a:srgbClr val="E97B71">
                    <a:alpha val="12610"/>
                  </a:srgbClr>
                </a:gs>
                <a:gs pos="42857">
                  <a:srgbClr val="E97B71">
                    <a:alpha val="8462"/>
                  </a:srgbClr>
                </a:gs>
                <a:gs pos="57143">
                  <a:srgbClr val="E97B71">
                    <a:alpha val="4781"/>
                  </a:srgbClr>
                </a:gs>
                <a:gs pos="71429">
                  <a:srgbClr val="E97B71">
                    <a:alpha val="2267"/>
                  </a:srgbClr>
                </a:gs>
                <a:gs pos="85714">
                  <a:srgbClr val="E97B71">
                    <a:alpha val="903"/>
                  </a:srgbClr>
                </a:gs>
                <a:gs pos="100000">
                  <a:srgbClr val="E97B71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8893930">
              <a:off x="-301581" y="1338930"/>
              <a:ext cx="603161" cy="539964"/>
            </a:xfrm>
            <a:prstGeom prst="ellipse">
              <a:avLst/>
            </a:prstGeom>
            <a:gradFill>
              <a:gsLst>
                <a:gs pos="0">
                  <a:srgbClr val="000200">
                    <a:alpha val="16191"/>
                  </a:srgbClr>
                </a:gs>
                <a:gs pos="14286">
                  <a:srgbClr val="000200">
                    <a:alpha val="14985"/>
                  </a:srgbClr>
                </a:gs>
                <a:gs pos="28571">
                  <a:srgbClr val="000200">
                    <a:alpha val="11843"/>
                  </a:srgbClr>
                </a:gs>
                <a:gs pos="42857">
                  <a:srgbClr val="000200">
                    <a:alpha val="7935"/>
                  </a:srgbClr>
                </a:gs>
                <a:gs pos="57143">
                  <a:srgbClr val="000200">
                    <a:alpha val="4478"/>
                  </a:srgbClr>
                </a:gs>
                <a:gs pos="71429">
                  <a:srgbClr val="000200">
                    <a:alpha val="2122"/>
                  </a:srgbClr>
                </a:gs>
                <a:gs pos="85714">
                  <a:srgbClr val="000200">
                    <a:alpha val="844"/>
                  </a:srgbClr>
                </a:gs>
                <a:gs pos="100000">
                  <a:srgbClr val="00020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-10676378">
              <a:off x="2368949" y="3189820"/>
              <a:ext cx="68461" cy="17489"/>
            </a:xfrm>
            <a:prstGeom prst="ellipse">
              <a:avLst/>
            </a:prstGeom>
            <a:gradFill>
              <a:gsLst>
                <a:gs pos="0">
                  <a:srgbClr val="AE1F1C">
                    <a:alpha val="16580"/>
                  </a:srgbClr>
                </a:gs>
                <a:gs pos="14286">
                  <a:srgbClr val="AE1F1C">
                    <a:alpha val="15348"/>
                  </a:srgbClr>
                </a:gs>
                <a:gs pos="28571">
                  <a:srgbClr val="AE1F1C">
                    <a:alpha val="12135"/>
                  </a:srgbClr>
                </a:gs>
                <a:gs pos="42857">
                  <a:srgbClr val="AE1F1C">
                    <a:alpha val="8136"/>
                  </a:srgbClr>
                </a:gs>
                <a:gs pos="57143">
                  <a:srgbClr val="AE1F1C">
                    <a:alpha val="4593"/>
                  </a:srgbClr>
                </a:gs>
                <a:gs pos="71429">
                  <a:srgbClr val="AE1F1C">
                    <a:alpha val="2177"/>
                  </a:srgbClr>
                </a:gs>
                <a:gs pos="85714">
                  <a:srgbClr val="AE1F1C">
                    <a:alpha val="867"/>
                  </a:srgbClr>
                </a:gs>
                <a:gs pos="100000">
                  <a:srgbClr val="AE1F1C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6843045">
              <a:off x="178603" y="2382800"/>
              <a:ext cx="64690" cy="16172"/>
            </a:xfrm>
            <a:prstGeom prst="ellipse">
              <a:avLst/>
            </a:prstGeom>
            <a:gradFill>
              <a:gsLst>
                <a:gs pos="0">
                  <a:srgbClr val="A61329">
                    <a:alpha val="17548"/>
                  </a:srgbClr>
                </a:gs>
                <a:gs pos="14286">
                  <a:srgbClr val="A61329">
                    <a:alpha val="16251"/>
                  </a:srgbClr>
                </a:gs>
                <a:gs pos="28571">
                  <a:srgbClr val="A61329">
                    <a:alpha val="12864"/>
                  </a:srgbClr>
                </a:gs>
                <a:gs pos="42857">
                  <a:srgbClr val="A61329">
                    <a:alpha val="8636"/>
                  </a:srgbClr>
                </a:gs>
                <a:gs pos="57143">
                  <a:srgbClr val="A61329">
                    <a:alpha val="4882"/>
                  </a:srgbClr>
                </a:gs>
                <a:gs pos="71429">
                  <a:srgbClr val="A61329">
                    <a:alpha val="2315"/>
                  </a:srgbClr>
                </a:gs>
                <a:gs pos="85714">
                  <a:srgbClr val="A61329">
                    <a:alpha val="922"/>
                  </a:srgbClr>
                </a:gs>
                <a:gs pos="100000">
                  <a:srgbClr val="A61329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6931725">
              <a:off x="921725" y="710954"/>
              <a:ext cx="332510" cy="42008"/>
            </a:xfrm>
            <a:prstGeom prst="ellipse">
              <a:avLst/>
            </a:prstGeom>
            <a:gradFill>
              <a:gsLst>
                <a:gs pos="0">
                  <a:srgbClr val="D1C0B7">
                    <a:alpha val="32968"/>
                  </a:srgbClr>
                </a:gs>
                <a:gs pos="14286">
                  <a:srgbClr val="D1C0B7">
                    <a:alpha val="30764"/>
                  </a:srgbClr>
                </a:gs>
                <a:gs pos="28571">
                  <a:srgbClr val="D1C0B7">
                    <a:alpha val="24833"/>
                  </a:srgbClr>
                </a:gs>
                <a:gs pos="42857">
                  <a:srgbClr val="D1C0B7">
                    <a:alpha val="17075"/>
                  </a:srgbClr>
                </a:gs>
                <a:gs pos="57143">
                  <a:srgbClr val="D1C0B7">
                    <a:alpha val="9855"/>
                  </a:srgbClr>
                </a:gs>
                <a:gs pos="71429">
                  <a:srgbClr val="D1C0B7">
                    <a:alpha val="4740"/>
                  </a:srgbClr>
                </a:gs>
                <a:gs pos="85714">
                  <a:srgbClr val="D1C0B7">
                    <a:alpha val="1902"/>
                  </a:srgbClr>
                </a:gs>
                <a:gs pos="100000">
                  <a:srgbClr val="D1C0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8756265">
              <a:off x="690839" y="1946823"/>
              <a:ext cx="68461" cy="17462"/>
            </a:xfrm>
            <a:prstGeom prst="ellipse">
              <a:avLst/>
            </a:prstGeom>
            <a:gradFill>
              <a:gsLst>
                <a:gs pos="0">
                  <a:srgbClr val="F68254">
                    <a:alpha val="16601"/>
                  </a:srgbClr>
                </a:gs>
                <a:gs pos="14286">
                  <a:srgbClr val="F68254">
                    <a:alpha val="15367"/>
                  </a:srgbClr>
                </a:gs>
                <a:gs pos="28571">
                  <a:srgbClr val="F68254">
                    <a:alpha val="12151"/>
                  </a:srgbClr>
                </a:gs>
                <a:gs pos="42857">
                  <a:srgbClr val="F68254">
                    <a:alpha val="8146"/>
                  </a:srgbClr>
                </a:gs>
                <a:gs pos="57143">
                  <a:srgbClr val="F68254">
                    <a:alpha val="4599"/>
                  </a:srgbClr>
                </a:gs>
                <a:gs pos="71429">
                  <a:srgbClr val="F68254">
                    <a:alpha val="2180"/>
                  </a:srgbClr>
                </a:gs>
                <a:gs pos="85714">
                  <a:srgbClr val="F68254">
                    <a:alpha val="868"/>
                  </a:srgbClr>
                </a:gs>
                <a:gs pos="100000">
                  <a:srgbClr val="F68254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2814667">
              <a:off x="253845" y="2920891"/>
              <a:ext cx="320299" cy="68835"/>
            </a:xfrm>
            <a:prstGeom prst="ellipse">
              <a:avLst/>
            </a:prstGeom>
            <a:gradFill>
              <a:gsLst>
                <a:gs pos="0">
                  <a:srgbClr val="00000A">
                    <a:alpha val="22857"/>
                  </a:srgbClr>
                </a:gs>
                <a:gs pos="14286">
                  <a:srgbClr val="00000A">
                    <a:alpha val="21221"/>
                  </a:srgbClr>
                </a:gs>
                <a:gs pos="28571">
                  <a:srgbClr val="00000A">
                    <a:alpha val="16906"/>
                  </a:srgbClr>
                </a:gs>
                <a:gs pos="42857">
                  <a:srgbClr val="00000A">
                    <a:alpha val="11439"/>
                  </a:srgbClr>
                </a:gs>
                <a:gs pos="57143">
                  <a:srgbClr val="00000A">
                    <a:alpha val="6510"/>
                  </a:srgbClr>
                </a:gs>
                <a:gs pos="71429">
                  <a:srgbClr val="00000A">
                    <a:alpha val="3102"/>
                  </a:srgbClr>
                </a:gs>
                <a:gs pos="85714">
                  <a:srgbClr val="00000A">
                    <a:alpha val="1238"/>
                  </a:srgbClr>
                </a:gs>
                <a:gs pos="100000">
                  <a:srgbClr val="00000A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4720525">
              <a:off x="-179805" y="2126025"/>
              <a:ext cx="585796" cy="574247"/>
            </a:xfrm>
            <a:prstGeom prst="ellipse">
              <a:avLst/>
            </a:prstGeom>
            <a:gradFill>
              <a:gsLst>
                <a:gs pos="0">
                  <a:srgbClr val="000000">
                    <a:alpha val="10216"/>
                  </a:srgbClr>
                </a:gs>
                <a:gs pos="14286">
                  <a:srgbClr val="000000">
                    <a:alpha val="9430"/>
                  </a:srgbClr>
                </a:gs>
                <a:gs pos="28571">
                  <a:srgbClr val="000000">
                    <a:alpha val="7402"/>
                  </a:srgbClr>
                </a:gs>
                <a:gs pos="42857">
                  <a:srgbClr val="000000">
                    <a:alpha val="4919"/>
                  </a:srgbClr>
                </a:gs>
                <a:gs pos="57143">
                  <a:srgbClr val="000000">
                    <a:alpha val="2757"/>
                  </a:srgbClr>
                </a:gs>
                <a:gs pos="71429">
                  <a:srgbClr val="000000">
                    <a:alpha val="1300"/>
                  </a:srgbClr>
                </a:gs>
                <a:gs pos="85714">
                  <a:srgbClr val="000000">
                    <a:alpha val="516"/>
                  </a:srgbClr>
                </a:gs>
                <a:gs pos="100000">
                  <a:srgbClr val="000000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-10119276">
              <a:off x="1286738" y="3559902"/>
              <a:ext cx="414271" cy="36140"/>
            </a:xfrm>
            <a:prstGeom prst="ellipse">
              <a:avLst/>
            </a:prstGeom>
            <a:gradFill>
              <a:gsLst>
                <a:gs pos="0">
                  <a:srgbClr val="FF6245">
                    <a:alpha val="32968"/>
                  </a:srgbClr>
                </a:gs>
                <a:gs pos="14286">
                  <a:srgbClr val="FF6245">
                    <a:alpha val="30764"/>
                  </a:srgbClr>
                </a:gs>
                <a:gs pos="28571">
                  <a:srgbClr val="FF6245">
                    <a:alpha val="24833"/>
                  </a:srgbClr>
                </a:gs>
                <a:gs pos="42857">
                  <a:srgbClr val="FF6245">
                    <a:alpha val="17075"/>
                  </a:srgbClr>
                </a:gs>
                <a:gs pos="57143">
                  <a:srgbClr val="FF6245">
                    <a:alpha val="9855"/>
                  </a:srgbClr>
                </a:gs>
                <a:gs pos="71429">
                  <a:srgbClr val="FF6245">
                    <a:alpha val="4740"/>
                  </a:srgbClr>
                </a:gs>
                <a:gs pos="85714">
                  <a:srgbClr val="FF6245">
                    <a:alpha val="1902"/>
                  </a:srgbClr>
                </a:gs>
                <a:gs pos="100000">
                  <a:srgbClr val="FF62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4950901">
              <a:off x="2952025" y="2667112"/>
              <a:ext cx="589584" cy="580882"/>
            </a:xfrm>
            <a:prstGeom prst="ellipse">
              <a:avLst/>
            </a:prstGeom>
            <a:gradFill>
              <a:gsLst>
                <a:gs pos="0">
                  <a:srgbClr val="010000">
                    <a:alpha val="2801"/>
                  </a:srgbClr>
                </a:gs>
                <a:gs pos="14286">
                  <a:srgbClr val="010000">
                    <a:alpha val="2577"/>
                  </a:srgbClr>
                </a:gs>
                <a:gs pos="28571">
                  <a:srgbClr val="010000">
                    <a:alpha val="2007"/>
                  </a:srgbClr>
                </a:gs>
                <a:gs pos="42857">
                  <a:srgbClr val="010000">
                    <a:alpha val="1321"/>
                  </a:srgbClr>
                </a:gs>
                <a:gs pos="57143">
                  <a:srgbClr val="010000">
                    <a:alpha val="734"/>
                  </a:srgbClr>
                </a:gs>
                <a:gs pos="71429">
                  <a:srgbClr val="010000">
                    <a:alpha val="344"/>
                  </a:srgbClr>
                </a:gs>
                <a:gs pos="85714">
                  <a:srgbClr val="010000">
                    <a:alpha val="136"/>
                  </a:srgbClr>
                </a:gs>
                <a:gs pos="100000">
                  <a:srgbClr val="010000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9266727">
              <a:off x="718057" y="1367774"/>
              <a:ext cx="397737" cy="194774"/>
            </a:xfrm>
            <a:prstGeom prst="ellipse">
              <a:avLst/>
            </a:prstGeom>
            <a:gradFill>
              <a:gsLst>
                <a:gs pos="0">
                  <a:srgbClr val="E2FFB0">
                    <a:alpha val="32968"/>
                  </a:srgbClr>
                </a:gs>
                <a:gs pos="14286">
                  <a:srgbClr val="E2FFB0">
                    <a:alpha val="30764"/>
                  </a:srgbClr>
                </a:gs>
                <a:gs pos="28571">
                  <a:srgbClr val="E2FFB0">
                    <a:alpha val="24833"/>
                  </a:srgbClr>
                </a:gs>
                <a:gs pos="42857">
                  <a:srgbClr val="E2FFB0">
                    <a:alpha val="17075"/>
                  </a:srgbClr>
                </a:gs>
                <a:gs pos="57143">
                  <a:srgbClr val="E2FFB0">
                    <a:alpha val="9855"/>
                  </a:srgbClr>
                </a:gs>
                <a:gs pos="71429">
                  <a:srgbClr val="E2FFB0">
                    <a:alpha val="4740"/>
                  </a:srgbClr>
                </a:gs>
                <a:gs pos="85714">
                  <a:srgbClr val="E2FFB0">
                    <a:alpha val="1902"/>
                  </a:srgbClr>
                </a:gs>
                <a:gs pos="100000">
                  <a:srgbClr val="E2FF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7082325">
              <a:off x="-29824" y="971160"/>
              <a:ext cx="563699" cy="59184"/>
            </a:xfrm>
            <a:prstGeom prst="ellipse">
              <a:avLst/>
            </a:prstGeom>
            <a:gradFill>
              <a:gsLst>
                <a:gs pos="0">
                  <a:srgbClr val="F67057">
                    <a:alpha val="32968"/>
                  </a:srgbClr>
                </a:gs>
                <a:gs pos="14286">
                  <a:srgbClr val="F67057">
                    <a:alpha val="30764"/>
                  </a:srgbClr>
                </a:gs>
                <a:gs pos="28571">
                  <a:srgbClr val="F67057">
                    <a:alpha val="24833"/>
                  </a:srgbClr>
                </a:gs>
                <a:gs pos="42857">
                  <a:srgbClr val="F67057">
                    <a:alpha val="17075"/>
                  </a:srgbClr>
                </a:gs>
                <a:gs pos="57143">
                  <a:srgbClr val="F67057">
                    <a:alpha val="9855"/>
                  </a:srgbClr>
                </a:gs>
                <a:gs pos="71429">
                  <a:srgbClr val="F67057">
                    <a:alpha val="4740"/>
                  </a:srgbClr>
                </a:gs>
                <a:gs pos="85714">
                  <a:srgbClr val="F67057">
                    <a:alpha val="1902"/>
                  </a:srgbClr>
                </a:gs>
                <a:gs pos="100000">
                  <a:srgbClr val="F670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5054073">
              <a:off x="382861" y="1283965"/>
              <a:ext cx="68461" cy="17952"/>
            </a:xfrm>
            <a:prstGeom prst="ellipse">
              <a:avLst/>
            </a:prstGeom>
            <a:gradFill>
              <a:gsLst>
                <a:gs pos="0">
                  <a:srgbClr val="D76655">
                    <a:alpha val="16238"/>
                  </a:srgbClr>
                </a:gs>
                <a:gs pos="14286">
                  <a:srgbClr val="D76655">
                    <a:alpha val="15028"/>
                  </a:srgbClr>
                </a:gs>
                <a:gs pos="28571">
                  <a:srgbClr val="D76655">
                    <a:alpha val="11878"/>
                  </a:srgbClr>
                </a:gs>
                <a:gs pos="42857">
                  <a:srgbClr val="D76655">
                    <a:alpha val="7959"/>
                  </a:srgbClr>
                </a:gs>
                <a:gs pos="57143">
                  <a:srgbClr val="D76655">
                    <a:alpha val="4492"/>
                  </a:srgbClr>
                </a:gs>
                <a:gs pos="71429">
                  <a:srgbClr val="D76655">
                    <a:alpha val="2128"/>
                  </a:srgbClr>
                </a:gs>
                <a:gs pos="85714">
                  <a:srgbClr val="D76655">
                    <a:alpha val="847"/>
                  </a:srgbClr>
                </a:gs>
                <a:gs pos="100000">
                  <a:srgbClr val="D76655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-8296160">
              <a:off x="2692685" y="3286730"/>
              <a:ext cx="68461" cy="17964"/>
            </a:xfrm>
            <a:prstGeom prst="ellipse">
              <a:avLst/>
            </a:prstGeom>
            <a:gradFill>
              <a:gsLst>
                <a:gs pos="0">
                  <a:srgbClr val="BE3E37">
                    <a:alpha val="16228"/>
                  </a:srgbClr>
                </a:gs>
                <a:gs pos="14286">
                  <a:srgbClr val="BE3E37">
                    <a:alpha val="15020"/>
                  </a:srgbClr>
                </a:gs>
                <a:gs pos="28571">
                  <a:srgbClr val="BE3E37">
                    <a:alpha val="11871"/>
                  </a:srgbClr>
                </a:gs>
                <a:gs pos="42857">
                  <a:srgbClr val="BE3E37">
                    <a:alpha val="7955"/>
                  </a:srgbClr>
                </a:gs>
                <a:gs pos="57143">
                  <a:srgbClr val="BE3E37">
                    <a:alpha val="4489"/>
                  </a:srgbClr>
                </a:gs>
                <a:gs pos="71429">
                  <a:srgbClr val="BE3E37">
                    <a:alpha val="2127"/>
                  </a:srgbClr>
                </a:gs>
                <a:gs pos="85714">
                  <a:srgbClr val="BE3E37">
                    <a:alpha val="847"/>
                  </a:srgbClr>
                </a:gs>
                <a:gs pos="100000">
                  <a:srgbClr val="BE3E37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9524766">
              <a:off x="889173" y="3242061"/>
              <a:ext cx="582898" cy="567869"/>
            </a:xfrm>
            <a:prstGeom prst="ellipse">
              <a:avLst/>
            </a:prstGeom>
            <a:gradFill>
              <a:gsLst>
                <a:gs pos="0">
                  <a:srgbClr val="000001">
                    <a:alpha val="1593"/>
                  </a:srgbClr>
                </a:gs>
                <a:gs pos="14286">
                  <a:srgbClr val="000001">
                    <a:alpha val="1465"/>
                  </a:srgbClr>
                </a:gs>
                <a:gs pos="28571">
                  <a:srgbClr val="000001">
                    <a:alpha val="1139"/>
                  </a:srgbClr>
                </a:gs>
                <a:gs pos="42857">
                  <a:srgbClr val="000001">
                    <a:alpha val="749"/>
                  </a:srgbClr>
                </a:gs>
                <a:gs pos="57143">
                  <a:srgbClr val="000001">
                    <a:alpha val="416"/>
                  </a:srgbClr>
                </a:gs>
                <a:gs pos="71429">
                  <a:srgbClr val="000001">
                    <a:alpha val="195"/>
                  </a:srgbClr>
                </a:gs>
                <a:gs pos="85714">
                  <a:srgbClr val="000001">
                    <a:alpha val="77"/>
                  </a:srgbClr>
                </a:gs>
                <a:gs pos="100000">
                  <a:srgbClr val="000001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3441905">
              <a:off x="162090" y="1450968"/>
              <a:ext cx="460134" cy="317289"/>
            </a:xfrm>
            <a:prstGeom prst="ellipse">
              <a:avLst/>
            </a:prstGeom>
            <a:gradFill>
              <a:gsLst>
                <a:gs pos="0">
                  <a:srgbClr val="FFCB78">
                    <a:alpha val="32968"/>
                  </a:srgbClr>
                </a:gs>
                <a:gs pos="14286">
                  <a:srgbClr val="FFCB78">
                    <a:alpha val="30764"/>
                  </a:srgbClr>
                </a:gs>
                <a:gs pos="28571">
                  <a:srgbClr val="FFCB78">
                    <a:alpha val="24833"/>
                  </a:srgbClr>
                </a:gs>
                <a:gs pos="42857">
                  <a:srgbClr val="FFCB78">
                    <a:alpha val="17075"/>
                  </a:srgbClr>
                </a:gs>
                <a:gs pos="57143">
                  <a:srgbClr val="FFCB78">
                    <a:alpha val="9855"/>
                  </a:srgbClr>
                </a:gs>
                <a:gs pos="71429">
                  <a:srgbClr val="FFCB78">
                    <a:alpha val="4740"/>
                  </a:srgbClr>
                </a:gs>
                <a:gs pos="85714">
                  <a:srgbClr val="FFCB78">
                    <a:alpha val="1902"/>
                  </a:srgbClr>
                </a:gs>
                <a:gs pos="100000">
                  <a:srgbClr val="FFCB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-9483444">
              <a:off x="476985" y="1943145"/>
              <a:ext cx="68461" cy="17382"/>
            </a:xfrm>
            <a:prstGeom prst="ellipse">
              <a:avLst/>
            </a:prstGeom>
            <a:gradFill>
              <a:gsLst>
                <a:gs pos="0">
                  <a:srgbClr val="EA7D55">
                    <a:alpha val="16659"/>
                  </a:srgbClr>
                </a:gs>
                <a:gs pos="14286">
                  <a:srgbClr val="EA7D55">
                    <a:alpha val="15422"/>
                  </a:srgbClr>
                </a:gs>
                <a:gs pos="28571">
                  <a:srgbClr val="EA7D55">
                    <a:alpha val="12195"/>
                  </a:srgbClr>
                </a:gs>
                <a:gs pos="42857">
                  <a:srgbClr val="EA7D55">
                    <a:alpha val="8177"/>
                  </a:srgbClr>
                </a:gs>
                <a:gs pos="57143">
                  <a:srgbClr val="EA7D55">
                    <a:alpha val="4617"/>
                  </a:srgbClr>
                </a:gs>
                <a:gs pos="71429">
                  <a:srgbClr val="EA7D55">
                    <a:alpha val="2188"/>
                  </a:srgbClr>
                </a:gs>
                <a:gs pos="85714">
                  <a:srgbClr val="EA7D55">
                    <a:alpha val="871"/>
                  </a:srgbClr>
                </a:gs>
                <a:gs pos="100000">
                  <a:srgbClr val="EA7D55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10371392">
              <a:off x="604757" y="2171111"/>
              <a:ext cx="68461" cy="17982"/>
            </a:xfrm>
            <a:prstGeom prst="ellipse">
              <a:avLst/>
            </a:prstGeom>
            <a:gradFill>
              <a:gsLst>
                <a:gs pos="0">
                  <a:srgbClr val="DD5B4D">
                    <a:alpha val="16215"/>
                  </a:srgbClr>
                </a:gs>
                <a:gs pos="14286">
                  <a:srgbClr val="DD5B4D">
                    <a:alpha val="15007"/>
                  </a:srgbClr>
                </a:gs>
                <a:gs pos="28571">
                  <a:srgbClr val="DD5B4D">
                    <a:alpha val="11861"/>
                  </a:srgbClr>
                </a:gs>
                <a:gs pos="42857">
                  <a:srgbClr val="DD5B4D">
                    <a:alpha val="7948"/>
                  </a:srgbClr>
                </a:gs>
                <a:gs pos="57143">
                  <a:srgbClr val="DD5B4D">
                    <a:alpha val="4485"/>
                  </a:srgbClr>
                </a:gs>
                <a:gs pos="71429">
                  <a:srgbClr val="DD5B4D">
                    <a:alpha val="2125"/>
                  </a:srgbClr>
                </a:gs>
                <a:gs pos="85714">
                  <a:srgbClr val="DD5B4D">
                    <a:alpha val="846"/>
                  </a:srgbClr>
                </a:gs>
                <a:gs pos="100000">
                  <a:srgbClr val="DD5B4D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-10113811">
              <a:off x="1431712" y="3122235"/>
              <a:ext cx="67174" cy="16793"/>
            </a:xfrm>
            <a:prstGeom prst="ellipse">
              <a:avLst/>
            </a:prstGeom>
            <a:gradFill>
              <a:gsLst>
                <a:gs pos="0">
                  <a:srgbClr val="D2603E">
                    <a:alpha val="17093"/>
                  </a:srgbClr>
                </a:gs>
                <a:gs pos="14286">
                  <a:srgbClr val="D2603E">
                    <a:alpha val="15827"/>
                  </a:srgbClr>
                </a:gs>
                <a:gs pos="28571">
                  <a:srgbClr val="D2603E">
                    <a:alpha val="12521"/>
                  </a:srgbClr>
                </a:gs>
                <a:gs pos="42857">
                  <a:srgbClr val="D2603E">
                    <a:alpha val="8401"/>
                  </a:srgbClr>
                </a:gs>
                <a:gs pos="57143">
                  <a:srgbClr val="D2603E">
                    <a:alpha val="4746"/>
                  </a:srgbClr>
                </a:gs>
                <a:gs pos="71429">
                  <a:srgbClr val="D2603E">
                    <a:alpha val="2250"/>
                  </a:srgbClr>
                </a:gs>
                <a:gs pos="85714">
                  <a:srgbClr val="D2603E">
                    <a:alpha val="896"/>
                  </a:srgbClr>
                </a:gs>
                <a:gs pos="100000">
                  <a:srgbClr val="D2603E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-9165428">
              <a:off x="859326" y="3016797"/>
              <a:ext cx="579486" cy="80743"/>
            </a:xfrm>
            <a:prstGeom prst="ellipse">
              <a:avLst/>
            </a:prstGeom>
            <a:gradFill>
              <a:gsLst>
                <a:gs pos="0">
                  <a:srgbClr val="FDB28A">
                    <a:alpha val="32968"/>
                  </a:srgbClr>
                </a:gs>
                <a:gs pos="14286">
                  <a:srgbClr val="FDB28A">
                    <a:alpha val="30764"/>
                  </a:srgbClr>
                </a:gs>
                <a:gs pos="28571">
                  <a:srgbClr val="FDB28A">
                    <a:alpha val="24833"/>
                  </a:srgbClr>
                </a:gs>
                <a:gs pos="42857">
                  <a:srgbClr val="FDB28A">
                    <a:alpha val="17075"/>
                  </a:srgbClr>
                </a:gs>
                <a:gs pos="57143">
                  <a:srgbClr val="FDB28A">
                    <a:alpha val="9855"/>
                  </a:srgbClr>
                </a:gs>
                <a:gs pos="71429">
                  <a:srgbClr val="FDB28A">
                    <a:alpha val="4740"/>
                  </a:srgbClr>
                </a:gs>
                <a:gs pos="85714">
                  <a:srgbClr val="FDB28A">
                    <a:alpha val="1902"/>
                  </a:srgbClr>
                </a:gs>
                <a:gs pos="100000">
                  <a:srgbClr val="FDB2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-10753658">
              <a:off x="2361223" y="430717"/>
              <a:ext cx="99140" cy="49079"/>
            </a:xfrm>
            <a:prstGeom prst="ellipse">
              <a:avLst/>
            </a:prstGeom>
            <a:gradFill>
              <a:gsLst>
                <a:gs pos="0">
                  <a:srgbClr val="DEDE92">
                    <a:alpha val="15171"/>
                  </a:srgbClr>
                </a:gs>
                <a:gs pos="14286">
                  <a:srgbClr val="DEDE92">
                    <a:alpha val="14034"/>
                  </a:srgbClr>
                </a:gs>
                <a:gs pos="28571">
                  <a:srgbClr val="DEDE92">
                    <a:alpha val="11078"/>
                  </a:srgbClr>
                </a:gs>
                <a:gs pos="42857">
                  <a:srgbClr val="DEDE92">
                    <a:alpha val="7412"/>
                  </a:srgbClr>
                </a:gs>
                <a:gs pos="57143">
                  <a:srgbClr val="DEDE92">
                    <a:alpha val="4178"/>
                  </a:srgbClr>
                </a:gs>
                <a:gs pos="71429">
                  <a:srgbClr val="DEDE92">
                    <a:alpha val="1978"/>
                  </a:srgbClr>
                </a:gs>
                <a:gs pos="85714">
                  <a:srgbClr val="DEDE92">
                    <a:alpha val="787"/>
                  </a:srgbClr>
                </a:gs>
                <a:gs pos="100000">
                  <a:srgbClr val="DEDE92">
                    <a:alpha val="2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9623789">
              <a:off x="1082331" y="819414"/>
              <a:ext cx="68461" cy="18056"/>
            </a:xfrm>
            <a:prstGeom prst="ellipse">
              <a:avLst/>
            </a:prstGeom>
            <a:gradFill>
              <a:gsLst>
                <a:gs pos="0">
                  <a:srgbClr val="D44C38">
                    <a:alpha val="16160"/>
                  </a:srgbClr>
                </a:gs>
                <a:gs pos="14286">
                  <a:srgbClr val="D44C38">
                    <a:alpha val="14956"/>
                  </a:srgbClr>
                </a:gs>
                <a:gs pos="28571">
                  <a:srgbClr val="D44C38">
                    <a:alpha val="11820"/>
                  </a:srgbClr>
                </a:gs>
                <a:gs pos="42857">
                  <a:srgbClr val="D44C38">
                    <a:alpha val="7919"/>
                  </a:srgbClr>
                </a:gs>
                <a:gs pos="57143">
                  <a:srgbClr val="D44C38">
                    <a:alpha val="4469"/>
                  </a:srgbClr>
                </a:gs>
                <a:gs pos="71429">
                  <a:srgbClr val="D44C38">
                    <a:alpha val="2117"/>
                  </a:srgbClr>
                </a:gs>
                <a:gs pos="85714">
                  <a:srgbClr val="D44C38">
                    <a:alpha val="843"/>
                  </a:srgbClr>
                </a:gs>
                <a:gs pos="100000">
                  <a:srgbClr val="D44C3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7388773">
              <a:off x="-296258" y="1395106"/>
              <a:ext cx="592516" cy="549276"/>
            </a:xfrm>
            <a:prstGeom prst="ellipse">
              <a:avLst/>
            </a:prstGeom>
            <a:gradFill>
              <a:gsLst>
                <a:gs pos="0">
                  <a:srgbClr val="000E11">
                    <a:alpha val="2419"/>
                  </a:srgbClr>
                </a:gs>
                <a:gs pos="14286">
                  <a:srgbClr val="000E11">
                    <a:alpha val="2225"/>
                  </a:srgbClr>
                </a:gs>
                <a:gs pos="28571">
                  <a:srgbClr val="000E11">
                    <a:alpha val="1732"/>
                  </a:srgbClr>
                </a:gs>
                <a:gs pos="42857">
                  <a:srgbClr val="000E11">
                    <a:alpha val="1139"/>
                  </a:srgbClr>
                </a:gs>
                <a:gs pos="57143">
                  <a:srgbClr val="000E11">
                    <a:alpha val="633"/>
                  </a:srgbClr>
                </a:gs>
                <a:gs pos="71429">
                  <a:srgbClr val="000E11">
                    <a:alpha val="297"/>
                  </a:srgbClr>
                </a:gs>
                <a:gs pos="85714">
                  <a:srgbClr val="000E11">
                    <a:alpha val="117"/>
                  </a:srgbClr>
                </a:gs>
                <a:gs pos="100000">
                  <a:srgbClr val="000E11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7368547">
              <a:off x="192463" y="2298668"/>
              <a:ext cx="68461" cy="17880"/>
            </a:xfrm>
            <a:prstGeom prst="ellipse">
              <a:avLst/>
            </a:prstGeom>
            <a:gradFill>
              <a:gsLst>
                <a:gs pos="0">
                  <a:srgbClr val="CC472F">
                    <a:alpha val="16291"/>
                  </a:srgbClr>
                </a:gs>
                <a:gs pos="14286">
                  <a:srgbClr val="CC472F">
                    <a:alpha val="15078"/>
                  </a:srgbClr>
                </a:gs>
                <a:gs pos="28571">
                  <a:srgbClr val="CC472F">
                    <a:alpha val="11918"/>
                  </a:srgbClr>
                </a:gs>
                <a:gs pos="42857">
                  <a:srgbClr val="CC472F">
                    <a:alpha val="7987"/>
                  </a:srgbClr>
                </a:gs>
                <a:gs pos="57143">
                  <a:srgbClr val="CC472F">
                    <a:alpha val="4508"/>
                  </a:srgbClr>
                </a:gs>
                <a:gs pos="71429">
                  <a:srgbClr val="CC472F">
                    <a:alpha val="2136"/>
                  </a:srgbClr>
                </a:gs>
                <a:gs pos="85714">
                  <a:srgbClr val="CC472F">
                    <a:alpha val="850"/>
                  </a:srgbClr>
                </a:gs>
                <a:gs pos="100000">
                  <a:srgbClr val="CC472F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10223894">
              <a:off x="702408" y="2141226"/>
              <a:ext cx="68461" cy="18045"/>
            </a:xfrm>
            <a:prstGeom prst="ellipse">
              <a:avLst/>
            </a:prstGeom>
            <a:gradFill>
              <a:gsLst>
                <a:gs pos="0">
                  <a:srgbClr val="E76E53">
                    <a:alpha val="16168"/>
                  </a:srgbClr>
                </a:gs>
                <a:gs pos="14286">
                  <a:srgbClr val="E76E53">
                    <a:alpha val="14964"/>
                  </a:srgbClr>
                </a:gs>
                <a:gs pos="28571">
                  <a:srgbClr val="E76E53">
                    <a:alpha val="11826"/>
                  </a:srgbClr>
                </a:gs>
                <a:gs pos="42857">
                  <a:srgbClr val="E76E53">
                    <a:alpha val="7924"/>
                  </a:srgbClr>
                </a:gs>
                <a:gs pos="57143">
                  <a:srgbClr val="E76E53">
                    <a:alpha val="4471"/>
                  </a:srgbClr>
                </a:gs>
                <a:gs pos="71429">
                  <a:srgbClr val="E76E53">
                    <a:alpha val="2118"/>
                  </a:srgbClr>
                </a:gs>
                <a:gs pos="85714">
                  <a:srgbClr val="E76E53">
                    <a:alpha val="843"/>
                  </a:srgbClr>
                </a:gs>
                <a:gs pos="100000">
                  <a:srgbClr val="E76E53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-9075232">
              <a:off x="800178" y="2790196"/>
              <a:ext cx="474807" cy="71569"/>
            </a:xfrm>
            <a:prstGeom prst="ellipse">
              <a:avLst/>
            </a:prstGeom>
            <a:gradFill>
              <a:gsLst>
                <a:gs pos="0">
                  <a:srgbClr val="BBDCAA">
                    <a:alpha val="32833"/>
                  </a:srgbClr>
                </a:gs>
                <a:gs pos="14286">
                  <a:srgbClr val="BBDCAA">
                    <a:alpha val="30636"/>
                  </a:srgbClr>
                </a:gs>
                <a:gs pos="28571">
                  <a:srgbClr val="BBDCAA">
                    <a:alpha val="24725"/>
                  </a:srgbClr>
                </a:gs>
                <a:gs pos="42857">
                  <a:srgbClr val="BBDCAA">
                    <a:alpha val="16997"/>
                  </a:srgbClr>
                </a:gs>
                <a:gs pos="57143">
                  <a:srgbClr val="BBDCAA">
                    <a:alpha val="9808"/>
                  </a:srgbClr>
                </a:gs>
                <a:gs pos="71429">
                  <a:srgbClr val="BBDCAA">
                    <a:alpha val="4717"/>
                  </a:srgbClr>
                </a:gs>
                <a:gs pos="85714">
                  <a:srgbClr val="BBDCAA">
                    <a:alpha val="1893"/>
                  </a:srgbClr>
                </a:gs>
                <a:gs pos="100000">
                  <a:srgbClr val="BBDCAA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8066544">
              <a:off x="2937137" y="395049"/>
              <a:ext cx="63857" cy="15964"/>
            </a:xfrm>
            <a:prstGeom prst="ellipse">
              <a:avLst/>
            </a:prstGeom>
            <a:gradFill>
              <a:gsLst>
                <a:gs pos="0">
                  <a:srgbClr val="BC343D">
                    <a:alpha val="17700"/>
                  </a:srgbClr>
                </a:gs>
                <a:gs pos="14286">
                  <a:srgbClr val="BC343D">
                    <a:alpha val="16393"/>
                  </a:srgbClr>
                </a:gs>
                <a:gs pos="28571">
                  <a:srgbClr val="BC343D">
                    <a:alpha val="12979"/>
                  </a:srgbClr>
                </a:gs>
                <a:gs pos="42857">
                  <a:srgbClr val="BC343D">
                    <a:alpha val="8715"/>
                  </a:srgbClr>
                </a:gs>
                <a:gs pos="57143">
                  <a:srgbClr val="BC343D">
                    <a:alpha val="4927"/>
                  </a:srgbClr>
                </a:gs>
                <a:gs pos="71429">
                  <a:srgbClr val="BC343D">
                    <a:alpha val="2337"/>
                  </a:srgbClr>
                </a:gs>
                <a:gs pos="85714">
                  <a:srgbClr val="BC343D">
                    <a:alpha val="931"/>
                  </a:srgbClr>
                </a:gs>
                <a:gs pos="100000">
                  <a:srgbClr val="BC343D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-9249386">
              <a:off x="310603" y="3152017"/>
              <a:ext cx="887308" cy="239387"/>
            </a:xfrm>
            <a:prstGeom prst="ellipse">
              <a:avLst/>
            </a:prstGeom>
            <a:gradFill>
              <a:gsLst>
                <a:gs pos="0">
                  <a:srgbClr val="000800">
                    <a:alpha val="2199"/>
                  </a:srgbClr>
                </a:gs>
                <a:gs pos="14286">
                  <a:srgbClr val="000800">
                    <a:alpha val="2023"/>
                  </a:srgbClr>
                </a:gs>
                <a:gs pos="28571">
                  <a:srgbClr val="000800">
                    <a:alpha val="1574"/>
                  </a:srgbClr>
                </a:gs>
                <a:gs pos="42857">
                  <a:srgbClr val="000800">
                    <a:alpha val="1035"/>
                  </a:srgbClr>
                </a:gs>
                <a:gs pos="57143">
                  <a:srgbClr val="000800">
                    <a:alpha val="575"/>
                  </a:srgbClr>
                </a:gs>
                <a:gs pos="71429">
                  <a:srgbClr val="000800">
                    <a:alpha val="270"/>
                  </a:srgbClr>
                </a:gs>
                <a:gs pos="85714">
                  <a:srgbClr val="000800">
                    <a:alpha val="107"/>
                  </a:srgbClr>
                </a:gs>
                <a:gs pos="100000">
                  <a:srgbClr val="000800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-10662366">
              <a:off x="290244" y="2878174"/>
              <a:ext cx="590555" cy="589448"/>
            </a:xfrm>
            <a:prstGeom prst="ellipse">
              <a:avLst/>
            </a:prstGeom>
            <a:gradFill>
              <a:gsLst>
                <a:gs pos="0">
                  <a:srgbClr val="000000">
                    <a:alpha val="8360"/>
                  </a:srgbClr>
                </a:gs>
                <a:gs pos="14286">
                  <a:srgbClr val="000000">
                    <a:alpha val="7711"/>
                  </a:srgbClr>
                </a:gs>
                <a:gs pos="28571">
                  <a:srgbClr val="000000">
                    <a:alpha val="6040"/>
                  </a:srgbClr>
                </a:gs>
                <a:gs pos="42857">
                  <a:srgbClr val="000000">
                    <a:alpha val="4004"/>
                  </a:srgbClr>
                </a:gs>
                <a:gs pos="57143">
                  <a:srgbClr val="000000">
                    <a:alpha val="2239"/>
                  </a:srgbClr>
                </a:gs>
                <a:gs pos="71429">
                  <a:srgbClr val="000000">
                    <a:alpha val="1054"/>
                  </a:srgbClr>
                </a:gs>
                <a:gs pos="85714">
                  <a:srgbClr val="000000">
                    <a:alpha val="418"/>
                  </a:srgbClr>
                </a:gs>
                <a:gs pos="100000">
                  <a:srgbClr val="0000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9323199">
              <a:off x="402521" y="1668540"/>
              <a:ext cx="504007" cy="324378"/>
            </a:xfrm>
            <a:prstGeom prst="ellipse">
              <a:avLst/>
            </a:prstGeom>
            <a:gradFill>
              <a:gsLst>
                <a:gs pos="0">
                  <a:srgbClr val="FF0041">
                    <a:alpha val="32968"/>
                  </a:srgbClr>
                </a:gs>
                <a:gs pos="14286">
                  <a:srgbClr val="FF0041">
                    <a:alpha val="30764"/>
                  </a:srgbClr>
                </a:gs>
                <a:gs pos="28571">
                  <a:srgbClr val="FF0041">
                    <a:alpha val="24833"/>
                  </a:srgbClr>
                </a:gs>
                <a:gs pos="42857">
                  <a:srgbClr val="FF0041">
                    <a:alpha val="17075"/>
                  </a:srgbClr>
                </a:gs>
                <a:gs pos="57143">
                  <a:srgbClr val="FF0041">
                    <a:alpha val="9855"/>
                  </a:srgbClr>
                </a:gs>
                <a:gs pos="71429">
                  <a:srgbClr val="FF0041">
                    <a:alpha val="4740"/>
                  </a:srgbClr>
                </a:gs>
                <a:gs pos="85714">
                  <a:srgbClr val="FF0041">
                    <a:alpha val="1902"/>
                  </a:srgbClr>
                </a:gs>
                <a:gs pos="100000">
                  <a:srgbClr val="FF00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7159830">
              <a:off x="-7335" y="1031047"/>
              <a:ext cx="511399" cy="131704"/>
            </a:xfrm>
            <a:prstGeom prst="ellipse">
              <a:avLst/>
            </a:prstGeom>
            <a:gradFill>
              <a:gsLst>
                <a:gs pos="0">
                  <a:srgbClr val="EF745D">
                    <a:alpha val="32968"/>
                  </a:srgbClr>
                </a:gs>
                <a:gs pos="14286">
                  <a:srgbClr val="EF745D">
                    <a:alpha val="30764"/>
                  </a:srgbClr>
                </a:gs>
                <a:gs pos="28571">
                  <a:srgbClr val="EF745D">
                    <a:alpha val="24833"/>
                  </a:srgbClr>
                </a:gs>
                <a:gs pos="42857">
                  <a:srgbClr val="EF745D">
                    <a:alpha val="17075"/>
                  </a:srgbClr>
                </a:gs>
                <a:gs pos="57143">
                  <a:srgbClr val="EF745D">
                    <a:alpha val="9855"/>
                  </a:srgbClr>
                </a:gs>
                <a:gs pos="71429">
                  <a:srgbClr val="EF745D">
                    <a:alpha val="4740"/>
                  </a:srgbClr>
                </a:gs>
                <a:gs pos="85714">
                  <a:srgbClr val="EF745D">
                    <a:alpha val="1902"/>
                  </a:srgbClr>
                </a:gs>
                <a:gs pos="100000">
                  <a:srgbClr val="EF74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-9926525">
              <a:off x="1138717" y="3137977"/>
              <a:ext cx="455913" cy="106772"/>
            </a:xfrm>
            <a:prstGeom prst="ellipse">
              <a:avLst/>
            </a:prstGeom>
            <a:gradFill>
              <a:gsLst>
                <a:gs pos="0">
                  <a:srgbClr val="F2A567">
                    <a:alpha val="32968"/>
                  </a:srgbClr>
                </a:gs>
                <a:gs pos="14286">
                  <a:srgbClr val="F2A567">
                    <a:alpha val="30764"/>
                  </a:srgbClr>
                </a:gs>
                <a:gs pos="28571">
                  <a:srgbClr val="F2A567">
                    <a:alpha val="24833"/>
                  </a:srgbClr>
                </a:gs>
                <a:gs pos="42857">
                  <a:srgbClr val="F2A567">
                    <a:alpha val="17075"/>
                  </a:srgbClr>
                </a:gs>
                <a:gs pos="57143">
                  <a:srgbClr val="F2A567">
                    <a:alpha val="9855"/>
                  </a:srgbClr>
                </a:gs>
                <a:gs pos="71429">
                  <a:srgbClr val="F2A567">
                    <a:alpha val="4740"/>
                  </a:srgbClr>
                </a:gs>
                <a:gs pos="85714">
                  <a:srgbClr val="F2A567">
                    <a:alpha val="1902"/>
                  </a:srgbClr>
                </a:gs>
                <a:gs pos="100000">
                  <a:srgbClr val="F2A5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3918458">
              <a:off x="774939" y="1794441"/>
              <a:ext cx="68461" cy="17672"/>
            </a:xfrm>
            <a:prstGeom prst="ellipse">
              <a:avLst/>
            </a:prstGeom>
            <a:gradFill>
              <a:gsLst>
                <a:gs pos="0">
                  <a:srgbClr val="FF894F">
                    <a:alpha val="16445"/>
                  </a:srgbClr>
                </a:gs>
                <a:gs pos="14286">
                  <a:srgbClr val="FF894F">
                    <a:alpha val="15222"/>
                  </a:srgbClr>
                </a:gs>
                <a:gs pos="28571">
                  <a:srgbClr val="FF894F">
                    <a:alpha val="12034"/>
                  </a:srgbClr>
                </a:gs>
                <a:gs pos="42857">
                  <a:srgbClr val="FF894F">
                    <a:alpha val="8066"/>
                  </a:srgbClr>
                </a:gs>
                <a:gs pos="57143">
                  <a:srgbClr val="FF894F">
                    <a:alpha val="4553"/>
                  </a:srgbClr>
                </a:gs>
                <a:gs pos="71429">
                  <a:srgbClr val="FF894F">
                    <a:alpha val="2158"/>
                  </a:srgbClr>
                </a:gs>
                <a:gs pos="85714">
                  <a:srgbClr val="FF894F">
                    <a:alpha val="859"/>
                  </a:srgbClr>
                </a:gs>
                <a:gs pos="100000">
                  <a:srgbClr val="FF894F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-10485716">
              <a:off x="1471025" y="864773"/>
              <a:ext cx="68461" cy="18075"/>
            </a:xfrm>
            <a:prstGeom prst="ellipse">
              <a:avLst/>
            </a:prstGeom>
            <a:gradFill>
              <a:gsLst>
                <a:gs pos="0">
                  <a:srgbClr val="D13A31">
                    <a:alpha val="16146"/>
                  </a:srgbClr>
                </a:gs>
                <a:gs pos="14286">
                  <a:srgbClr val="D13A31">
                    <a:alpha val="14943"/>
                  </a:srgbClr>
                </a:gs>
                <a:gs pos="28571">
                  <a:srgbClr val="D13A31">
                    <a:alpha val="11809"/>
                  </a:srgbClr>
                </a:gs>
                <a:gs pos="42857">
                  <a:srgbClr val="D13A31">
                    <a:alpha val="7912"/>
                  </a:srgbClr>
                </a:gs>
                <a:gs pos="57143">
                  <a:srgbClr val="D13A31">
                    <a:alpha val="4465"/>
                  </a:srgbClr>
                </a:gs>
                <a:gs pos="71429">
                  <a:srgbClr val="D13A31">
                    <a:alpha val="2115"/>
                  </a:srgbClr>
                </a:gs>
                <a:gs pos="85714">
                  <a:srgbClr val="D13A31">
                    <a:alpha val="842"/>
                  </a:srgbClr>
                </a:gs>
                <a:gs pos="100000">
                  <a:srgbClr val="D13A31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2751732">
              <a:off x="376022" y="1431010"/>
              <a:ext cx="588485" cy="304213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6584024">
              <a:off x="549338" y="1775128"/>
              <a:ext cx="68461" cy="18457"/>
            </a:xfrm>
            <a:prstGeom prst="ellipse">
              <a:avLst/>
            </a:prstGeom>
            <a:gradFill>
              <a:gsLst>
                <a:gs pos="0">
                  <a:srgbClr val="FEC191">
                    <a:alpha val="15862"/>
                  </a:srgbClr>
                </a:gs>
                <a:gs pos="14286">
                  <a:srgbClr val="FEC191">
                    <a:alpha val="14678"/>
                  </a:srgbClr>
                </a:gs>
                <a:gs pos="28571">
                  <a:srgbClr val="FEC191">
                    <a:alpha val="11596"/>
                  </a:srgbClr>
                </a:gs>
                <a:gs pos="42857">
                  <a:srgbClr val="FEC191">
                    <a:alpha val="7766"/>
                  </a:srgbClr>
                </a:gs>
                <a:gs pos="57143">
                  <a:srgbClr val="FEC191">
                    <a:alpha val="4381"/>
                  </a:srgbClr>
                </a:gs>
                <a:gs pos="71429">
                  <a:srgbClr val="FEC191">
                    <a:alpha val="2075"/>
                  </a:srgbClr>
                </a:gs>
                <a:gs pos="85714">
                  <a:srgbClr val="FEC191">
                    <a:alpha val="826"/>
                  </a:srgbClr>
                </a:gs>
                <a:gs pos="100000">
                  <a:srgbClr val="FEC191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5153411">
              <a:off x="211050" y="1131859"/>
              <a:ext cx="444036" cy="111308"/>
            </a:xfrm>
            <a:prstGeom prst="ellipse">
              <a:avLst/>
            </a:prstGeom>
            <a:gradFill>
              <a:gsLst>
                <a:gs pos="0">
                  <a:srgbClr val="AA8572">
                    <a:alpha val="32968"/>
                  </a:srgbClr>
                </a:gs>
                <a:gs pos="14286">
                  <a:srgbClr val="AA8572">
                    <a:alpha val="30764"/>
                  </a:srgbClr>
                </a:gs>
                <a:gs pos="28571">
                  <a:srgbClr val="AA8572">
                    <a:alpha val="24833"/>
                  </a:srgbClr>
                </a:gs>
                <a:gs pos="42857">
                  <a:srgbClr val="AA8572">
                    <a:alpha val="17075"/>
                  </a:srgbClr>
                </a:gs>
                <a:gs pos="57143">
                  <a:srgbClr val="AA8572">
                    <a:alpha val="9855"/>
                  </a:srgbClr>
                </a:gs>
                <a:gs pos="71429">
                  <a:srgbClr val="AA8572">
                    <a:alpha val="4740"/>
                  </a:srgbClr>
                </a:gs>
                <a:gs pos="85714">
                  <a:srgbClr val="AA8572">
                    <a:alpha val="1902"/>
                  </a:srgbClr>
                </a:gs>
                <a:gs pos="100000">
                  <a:srgbClr val="AA85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9856291">
              <a:off x="1124606" y="737550"/>
              <a:ext cx="292472" cy="96092"/>
            </a:xfrm>
            <a:prstGeom prst="ellipse">
              <a:avLst/>
            </a:prstGeom>
            <a:gradFill>
              <a:gsLst>
                <a:gs pos="0">
                  <a:srgbClr val="E6B279">
                    <a:alpha val="32968"/>
                  </a:srgbClr>
                </a:gs>
                <a:gs pos="14286">
                  <a:srgbClr val="E6B279">
                    <a:alpha val="30764"/>
                  </a:srgbClr>
                </a:gs>
                <a:gs pos="28571">
                  <a:srgbClr val="E6B279">
                    <a:alpha val="24833"/>
                  </a:srgbClr>
                </a:gs>
                <a:gs pos="42857">
                  <a:srgbClr val="E6B279">
                    <a:alpha val="17075"/>
                  </a:srgbClr>
                </a:gs>
                <a:gs pos="57143">
                  <a:srgbClr val="E6B279">
                    <a:alpha val="9855"/>
                  </a:srgbClr>
                </a:gs>
                <a:gs pos="71429">
                  <a:srgbClr val="E6B279">
                    <a:alpha val="4740"/>
                  </a:srgbClr>
                </a:gs>
                <a:gs pos="85714">
                  <a:srgbClr val="E6B279">
                    <a:alpha val="1902"/>
                  </a:srgbClr>
                </a:gs>
                <a:gs pos="100000">
                  <a:srgbClr val="E6B27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10032614">
              <a:off x="954017" y="1470183"/>
              <a:ext cx="68461" cy="18223"/>
            </a:xfrm>
            <a:prstGeom prst="ellipse">
              <a:avLst/>
            </a:prstGeom>
            <a:gradFill>
              <a:gsLst>
                <a:gs pos="0">
                  <a:srgbClr val="F26C50">
                    <a:alpha val="16036"/>
                  </a:srgbClr>
                </a:gs>
                <a:gs pos="14286">
                  <a:srgbClr val="F26C50">
                    <a:alpha val="14841"/>
                  </a:srgbClr>
                </a:gs>
                <a:gs pos="28571">
                  <a:srgbClr val="F26C50">
                    <a:alpha val="11727"/>
                  </a:srgbClr>
                </a:gs>
                <a:gs pos="42857">
                  <a:srgbClr val="F26C50">
                    <a:alpha val="7856"/>
                  </a:srgbClr>
                </a:gs>
                <a:gs pos="57143">
                  <a:srgbClr val="F26C50">
                    <a:alpha val="4432"/>
                  </a:srgbClr>
                </a:gs>
                <a:gs pos="71429">
                  <a:srgbClr val="F26C50">
                    <a:alpha val="2100"/>
                  </a:srgbClr>
                </a:gs>
                <a:gs pos="85714">
                  <a:srgbClr val="F26C50">
                    <a:alpha val="836"/>
                  </a:srgbClr>
                </a:gs>
                <a:gs pos="100000">
                  <a:srgbClr val="F26C5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5400000">
              <a:off x="3096354" y="442824"/>
              <a:ext cx="60805" cy="60805"/>
            </a:xfrm>
            <a:prstGeom prst="ellipse">
              <a:avLst/>
            </a:prstGeom>
            <a:gradFill>
              <a:gsLst>
                <a:gs pos="0">
                  <a:srgbClr val="C2624F">
                    <a:alpha val="13628"/>
                  </a:srgbClr>
                </a:gs>
                <a:gs pos="14286">
                  <a:srgbClr val="C2624F">
                    <a:alpha val="12598"/>
                  </a:srgbClr>
                </a:gs>
                <a:gs pos="28571">
                  <a:srgbClr val="C2624F">
                    <a:alpha val="9927"/>
                  </a:srgbClr>
                </a:gs>
                <a:gs pos="42857">
                  <a:srgbClr val="C2624F">
                    <a:alpha val="6628"/>
                  </a:srgbClr>
                </a:gs>
                <a:gs pos="57143">
                  <a:srgbClr val="C2624F">
                    <a:alpha val="3729"/>
                  </a:srgbClr>
                </a:gs>
                <a:gs pos="71429">
                  <a:srgbClr val="C2624F">
                    <a:alpha val="1763"/>
                  </a:srgbClr>
                </a:gs>
                <a:gs pos="85714">
                  <a:srgbClr val="C2624F">
                    <a:alpha val="701"/>
                  </a:srgbClr>
                </a:gs>
                <a:gs pos="100000">
                  <a:srgbClr val="C2624F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8080287">
              <a:off x="631206" y="1533150"/>
              <a:ext cx="178608" cy="72876"/>
            </a:xfrm>
            <a:prstGeom prst="ellipse">
              <a:avLst/>
            </a:prstGeom>
            <a:gradFill>
              <a:gsLst>
                <a:gs pos="0">
                  <a:srgbClr val="FFEA4A">
                    <a:alpha val="32968"/>
                  </a:srgbClr>
                </a:gs>
                <a:gs pos="14286">
                  <a:srgbClr val="FFEA4A">
                    <a:alpha val="30764"/>
                  </a:srgbClr>
                </a:gs>
                <a:gs pos="28571">
                  <a:srgbClr val="FFEA4A">
                    <a:alpha val="24833"/>
                  </a:srgbClr>
                </a:gs>
                <a:gs pos="42857">
                  <a:srgbClr val="FFEA4A">
                    <a:alpha val="17075"/>
                  </a:srgbClr>
                </a:gs>
                <a:gs pos="57143">
                  <a:srgbClr val="FFEA4A">
                    <a:alpha val="9855"/>
                  </a:srgbClr>
                </a:gs>
                <a:gs pos="71429">
                  <a:srgbClr val="FFEA4A">
                    <a:alpha val="4740"/>
                  </a:srgbClr>
                </a:gs>
                <a:gs pos="85714">
                  <a:srgbClr val="FFEA4A">
                    <a:alpha val="1902"/>
                  </a:srgbClr>
                </a:gs>
                <a:gs pos="100000">
                  <a:srgbClr val="FFEA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10609200">
              <a:off x="601130" y="1745187"/>
              <a:ext cx="68461" cy="18223"/>
            </a:xfrm>
            <a:prstGeom prst="ellipse">
              <a:avLst/>
            </a:prstGeom>
            <a:gradFill>
              <a:gsLst>
                <a:gs pos="0">
                  <a:srgbClr val="FFD18A">
                    <a:alpha val="16036"/>
                  </a:srgbClr>
                </a:gs>
                <a:gs pos="14286">
                  <a:srgbClr val="FFD18A">
                    <a:alpha val="14841"/>
                  </a:srgbClr>
                </a:gs>
                <a:gs pos="28571">
                  <a:srgbClr val="FFD18A">
                    <a:alpha val="11727"/>
                  </a:srgbClr>
                </a:gs>
                <a:gs pos="42857">
                  <a:srgbClr val="FFD18A">
                    <a:alpha val="7856"/>
                  </a:srgbClr>
                </a:gs>
                <a:gs pos="57143">
                  <a:srgbClr val="FFD18A">
                    <a:alpha val="4432"/>
                  </a:srgbClr>
                </a:gs>
                <a:gs pos="71429">
                  <a:srgbClr val="FFD18A">
                    <a:alpha val="2100"/>
                  </a:srgbClr>
                </a:gs>
                <a:gs pos="85714">
                  <a:srgbClr val="FFD18A">
                    <a:alpha val="836"/>
                  </a:srgbClr>
                </a:gs>
                <a:gs pos="100000">
                  <a:srgbClr val="FFD18A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6886563">
              <a:off x="2861721" y="124963"/>
              <a:ext cx="585540" cy="574973"/>
            </a:xfrm>
            <a:prstGeom prst="ellipse">
              <a:avLst/>
            </a:prstGeom>
            <a:gradFill>
              <a:gsLst>
                <a:gs pos="0">
                  <a:srgbClr val="030001">
                    <a:alpha val="3341"/>
                  </a:srgbClr>
                </a:gs>
                <a:gs pos="14286">
                  <a:srgbClr val="030001">
                    <a:alpha val="3075"/>
                  </a:srgbClr>
                </a:gs>
                <a:gs pos="28571">
                  <a:srgbClr val="030001">
                    <a:alpha val="2396"/>
                  </a:srgbClr>
                </a:gs>
                <a:gs pos="42857">
                  <a:srgbClr val="030001">
                    <a:alpha val="1578"/>
                  </a:srgbClr>
                </a:gs>
                <a:gs pos="57143">
                  <a:srgbClr val="030001">
                    <a:alpha val="877"/>
                  </a:srgbClr>
                </a:gs>
                <a:gs pos="71429">
                  <a:srgbClr val="030001">
                    <a:alpha val="412"/>
                  </a:srgbClr>
                </a:gs>
                <a:gs pos="85714">
                  <a:srgbClr val="030001">
                    <a:alpha val="163"/>
                  </a:srgbClr>
                </a:gs>
                <a:gs pos="100000">
                  <a:srgbClr val="030001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5313438">
              <a:off x="413825" y="1452385"/>
              <a:ext cx="287512" cy="97344"/>
            </a:xfrm>
            <a:prstGeom prst="ellipse">
              <a:avLst/>
            </a:prstGeom>
            <a:gradFill>
              <a:gsLst>
                <a:gs pos="0">
                  <a:srgbClr val="FFFFA4">
                    <a:alpha val="32968"/>
                  </a:srgbClr>
                </a:gs>
                <a:gs pos="14286">
                  <a:srgbClr val="FFFFA4">
                    <a:alpha val="30764"/>
                  </a:srgbClr>
                </a:gs>
                <a:gs pos="28571">
                  <a:srgbClr val="FFFFA4">
                    <a:alpha val="24833"/>
                  </a:srgbClr>
                </a:gs>
                <a:gs pos="42857">
                  <a:srgbClr val="FFFFA4">
                    <a:alpha val="17075"/>
                  </a:srgbClr>
                </a:gs>
                <a:gs pos="57143">
                  <a:srgbClr val="FFFFA4">
                    <a:alpha val="9855"/>
                  </a:srgbClr>
                </a:gs>
                <a:gs pos="71429">
                  <a:srgbClr val="FFFFA4">
                    <a:alpha val="4740"/>
                  </a:srgbClr>
                </a:gs>
                <a:gs pos="85714">
                  <a:srgbClr val="FFFFA4">
                    <a:alpha val="1902"/>
                  </a:srgbClr>
                </a:gs>
                <a:gs pos="100000">
                  <a:srgbClr val="FFFF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-9982247">
              <a:off x="2736989" y="2270634"/>
              <a:ext cx="68461" cy="18155"/>
            </a:xfrm>
            <a:prstGeom prst="ellipse">
              <a:avLst/>
            </a:prstGeom>
            <a:gradFill>
              <a:gsLst>
                <a:gs pos="0">
                  <a:srgbClr val="C83426">
                    <a:alpha val="16087"/>
                  </a:srgbClr>
                </a:gs>
                <a:gs pos="14286">
                  <a:srgbClr val="C83426">
                    <a:alpha val="14888"/>
                  </a:srgbClr>
                </a:gs>
                <a:gs pos="28571">
                  <a:srgbClr val="C83426">
                    <a:alpha val="11765"/>
                  </a:srgbClr>
                </a:gs>
                <a:gs pos="42857">
                  <a:srgbClr val="C83426">
                    <a:alpha val="7882"/>
                  </a:srgbClr>
                </a:gs>
                <a:gs pos="57143">
                  <a:srgbClr val="C83426">
                    <a:alpha val="4447"/>
                  </a:srgbClr>
                </a:gs>
                <a:gs pos="71429">
                  <a:srgbClr val="C83426">
                    <a:alpha val="2107"/>
                  </a:srgbClr>
                </a:gs>
                <a:gs pos="85714">
                  <a:srgbClr val="C83426">
                    <a:alpha val="838"/>
                  </a:srgbClr>
                </a:gs>
                <a:gs pos="100000">
                  <a:srgbClr val="C83426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3778557">
              <a:off x="105530" y="1591542"/>
              <a:ext cx="701324" cy="386726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10406965">
              <a:off x="1603876" y="838329"/>
              <a:ext cx="124386" cy="56793"/>
            </a:xfrm>
            <a:prstGeom prst="ellipse">
              <a:avLst/>
            </a:prstGeom>
            <a:gradFill>
              <a:gsLst>
                <a:gs pos="0">
                  <a:srgbClr val="000000">
                    <a:alpha val="11366"/>
                  </a:srgbClr>
                </a:gs>
                <a:gs pos="14286">
                  <a:srgbClr val="000000">
                    <a:alpha val="10497"/>
                  </a:srgbClr>
                </a:gs>
                <a:gs pos="28571">
                  <a:srgbClr val="000000">
                    <a:alpha val="8250"/>
                  </a:srgbClr>
                </a:gs>
                <a:gs pos="42857">
                  <a:srgbClr val="000000">
                    <a:alpha val="5491"/>
                  </a:srgbClr>
                </a:gs>
                <a:gs pos="57143">
                  <a:srgbClr val="000000">
                    <a:alpha val="3081"/>
                  </a:srgbClr>
                </a:gs>
                <a:gs pos="71429">
                  <a:srgbClr val="000000">
                    <a:alpha val="1454"/>
                  </a:srgbClr>
                </a:gs>
                <a:gs pos="85714">
                  <a:srgbClr val="000000">
                    <a:alpha val="578"/>
                  </a:srgbClr>
                </a:gs>
                <a:gs pos="100000">
                  <a:srgbClr val="000000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8960757">
              <a:off x="919019" y="800648"/>
              <a:ext cx="68461" cy="18303"/>
            </a:xfrm>
            <a:prstGeom prst="ellipse">
              <a:avLst/>
            </a:prstGeom>
            <a:gradFill>
              <a:gsLst>
                <a:gs pos="0">
                  <a:srgbClr val="DB775E">
                    <a:alpha val="15977"/>
                  </a:srgbClr>
                </a:gs>
                <a:gs pos="14286">
                  <a:srgbClr val="DB775E">
                    <a:alpha val="14785"/>
                  </a:srgbClr>
                </a:gs>
                <a:gs pos="28571">
                  <a:srgbClr val="DB775E">
                    <a:alpha val="11682"/>
                  </a:srgbClr>
                </a:gs>
                <a:gs pos="42857">
                  <a:srgbClr val="DB775E">
                    <a:alpha val="7825"/>
                  </a:srgbClr>
                </a:gs>
                <a:gs pos="57143">
                  <a:srgbClr val="DB775E">
                    <a:alpha val="4415"/>
                  </a:srgbClr>
                </a:gs>
                <a:gs pos="71429">
                  <a:srgbClr val="DB775E">
                    <a:alpha val="2091"/>
                  </a:srgbClr>
                </a:gs>
                <a:gs pos="85714">
                  <a:srgbClr val="DB775E">
                    <a:alpha val="832"/>
                  </a:srgbClr>
                </a:gs>
                <a:gs pos="100000">
                  <a:srgbClr val="DB775E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5182301">
              <a:off x="-194606" y="2136685"/>
              <a:ext cx="580069" cy="574192"/>
            </a:xfrm>
            <a:prstGeom prst="ellipse">
              <a:avLst/>
            </a:prstGeom>
            <a:gradFill>
              <a:gsLst>
                <a:gs pos="0">
                  <a:srgbClr val="000000">
                    <a:alpha val="11192"/>
                  </a:srgbClr>
                </a:gs>
                <a:gs pos="14286">
                  <a:srgbClr val="000000">
                    <a:alpha val="10335"/>
                  </a:srgbClr>
                </a:gs>
                <a:gs pos="28571">
                  <a:srgbClr val="000000">
                    <a:alpha val="8122"/>
                  </a:srgbClr>
                </a:gs>
                <a:gs pos="42857">
                  <a:srgbClr val="000000">
                    <a:alpha val="5404"/>
                  </a:srgbClr>
                </a:gs>
                <a:gs pos="57143">
                  <a:srgbClr val="000000">
                    <a:alpha val="3032"/>
                  </a:srgbClr>
                </a:gs>
                <a:gs pos="71429">
                  <a:srgbClr val="000000">
                    <a:alpha val="1431"/>
                  </a:srgbClr>
                </a:gs>
                <a:gs pos="85714">
                  <a:srgbClr val="000000">
                    <a:alpha val="568"/>
                  </a:srgbClr>
                </a:gs>
                <a:gs pos="100000">
                  <a:srgbClr val="0000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9368960">
              <a:off x="1163959" y="579213"/>
              <a:ext cx="68461" cy="18084"/>
            </a:xfrm>
            <a:prstGeom prst="ellipse">
              <a:avLst/>
            </a:prstGeom>
            <a:gradFill>
              <a:gsLst>
                <a:gs pos="0">
                  <a:srgbClr val="DF6357">
                    <a:alpha val="16139"/>
                  </a:srgbClr>
                </a:gs>
                <a:gs pos="14286">
                  <a:srgbClr val="DF6357">
                    <a:alpha val="14937"/>
                  </a:srgbClr>
                </a:gs>
                <a:gs pos="28571">
                  <a:srgbClr val="DF6357">
                    <a:alpha val="11804"/>
                  </a:srgbClr>
                </a:gs>
                <a:gs pos="42857">
                  <a:srgbClr val="DF6357">
                    <a:alpha val="7909"/>
                  </a:srgbClr>
                </a:gs>
                <a:gs pos="57143">
                  <a:srgbClr val="DF6357">
                    <a:alpha val="4463"/>
                  </a:srgbClr>
                </a:gs>
                <a:gs pos="71429">
                  <a:srgbClr val="DF6357">
                    <a:alpha val="2114"/>
                  </a:srgbClr>
                </a:gs>
                <a:gs pos="85714">
                  <a:srgbClr val="DF6357">
                    <a:alpha val="841"/>
                  </a:srgbClr>
                </a:gs>
                <a:gs pos="100000">
                  <a:srgbClr val="DF6357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6777827">
              <a:off x="-174423" y="1134144"/>
              <a:ext cx="628457" cy="37556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-10012931">
              <a:off x="544231" y="2144503"/>
              <a:ext cx="68461" cy="18328"/>
            </a:xfrm>
            <a:prstGeom prst="ellipse">
              <a:avLst/>
            </a:prstGeom>
            <a:gradFill>
              <a:gsLst>
                <a:gs pos="0">
                  <a:srgbClr val="D66B51">
                    <a:alpha val="15958"/>
                  </a:srgbClr>
                </a:gs>
                <a:gs pos="14286">
                  <a:srgbClr val="D66B51">
                    <a:alpha val="14768"/>
                  </a:srgbClr>
                </a:gs>
                <a:gs pos="28571">
                  <a:srgbClr val="D66B51">
                    <a:alpha val="11668"/>
                  </a:srgbClr>
                </a:gs>
                <a:gs pos="42857">
                  <a:srgbClr val="D66B51">
                    <a:alpha val="7816"/>
                  </a:srgbClr>
                </a:gs>
                <a:gs pos="57143">
                  <a:srgbClr val="D66B51">
                    <a:alpha val="4409"/>
                  </a:srgbClr>
                </a:gs>
                <a:gs pos="71429">
                  <a:srgbClr val="D66B51">
                    <a:alpha val="2089"/>
                  </a:srgbClr>
                </a:gs>
                <a:gs pos="85714">
                  <a:srgbClr val="D66B51">
                    <a:alpha val="831"/>
                  </a:srgbClr>
                </a:gs>
                <a:gs pos="100000">
                  <a:srgbClr val="D66B51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6499193">
              <a:off x="-117669" y="1250827"/>
              <a:ext cx="512249" cy="68766"/>
            </a:xfrm>
            <a:prstGeom prst="ellipse">
              <a:avLst/>
            </a:prstGeom>
            <a:gradFill>
              <a:gsLst>
                <a:gs pos="0">
                  <a:srgbClr val="FE6B54">
                    <a:alpha val="32968"/>
                  </a:srgbClr>
                </a:gs>
                <a:gs pos="14286">
                  <a:srgbClr val="FE6B54">
                    <a:alpha val="30764"/>
                  </a:srgbClr>
                </a:gs>
                <a:gs pos="28571">
                  <a:srgbClr val="FE6B54">
                    <a:alpha val="24833"/>
                  </a:srgbClr>
                </a:gs>
                <a:gs pos="42857">
                  <a:srgbClr val="FE6B54">
                    <a:alpha val="17075"/>
                  </a:srgbClr>
                </a:gs>
                <a:gs pos="57143">
                  <a:srgbClr val="FE6B54">
                    <a:alpha val="9855"/>
                  </a:srgbClr>
                </a:gs>
                <a:gs pos="71429">
                  <a:srgbClr val="FE6B54">
                    <a:alpha val="4740"/>
                  </a:srgbClr>
                </a:gs>
                <a:gs pos="85714">
                  <a:srgbClr val="FE6B54">
                    <a:alpha val="1902"/>
                  </a:srgbClr>
                </a:gs>
                <a:gs pos="100000">
                  <a:srgbClr val="FE6B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6315651">
              <a:off x="431056" y="1604957"/>
              <a:ext cx="539842" cy="292139"/>
            </a:xfrm>
            <a:prstGeom prst="ellipse">
              <a:avLst/>
            </a:prstGeom>
            <a:gradFill>
              <a:gsLst>
                <a:gs pos="0">
                  <a:srgbClr val="FF007E">
                    <a:alpha val="32968"/>
                  </a:srgbClr>
                </a:gs>
                <a:gs pos="14286">
                  <a:srgbClr val="FF007E">
                    <a:alpha val="30764"/>
                  </a:srgbClr>
                </a:gs>
                <a:gs pos="28571">
                  <a:srgbClr val="FF007E">
                    <a:alpha val="24833"/>
                  </a:srgbClr>
                </a:gs>
                <a:gs pos="42857">
                  <a:srgbClr val="FF007E">
                    <a:alpha val="17075"/>
                  </a:srgbClr>
                </a:gs>
                <a:gs pos="57143">
                  <a:srgbClr val="FF007E">
                    <a:alpha val="9855"/>
                  </a:srgbClr>
                </a:gs>
                <a:gs pos="71429">
                  <a:srgbClr val="FF007E">
                    <a:alpha val="4740"/>
                  </a:srgbClr>
                </a:gs>
                <a:gs pos="85714">
                  <a:srgbClr val="FF007E">
                    <a:alpha val="1902"/>
                  </a:srgbClr>
                </a:gs>
                <a:gs pos="100000">
                  <a:srgbClr val="FF00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5898449">
              <a:off x="826109" y="1667289"/>
              <a:ext cx="59008" cy="14752"/>
            </a:xfrm>
            <a:prstGeom prst="ellipse">
              <a:avLst/>
            </a:prstGeom>
            <a:gradFill>
              <a:gsLst>
                <a:gs pos="0">
                  <a:srgbClr val="CF653C">
                    <a:alpha val="18579"/>
                  </a:srgbClr>
                </a:gs>
                <a:gs pos="14286">
                  <a:srgbClr val="CF653C">
                    <a:alpha val="17214"/>
                  </a:srgbClr>
                </a:gs>
                <a:gs pos="28571">
                  <a:srgbClr val="CF653C">
                    <a:alpha val="13643"/>
                  </a:srgbClr>
                </a:gs>
                <a:gs pos="42857">
                  <a:srgbClr val="CF653C">
                    <a:alpha val="9173"/>
                  </a:srgbClr>
                </a:gs>
                <a:gs pos="57143">
                  <a:srgbClr val="CF653C">
                    <a:alpha val="5192"/>
                  </a:srgbClr>
                </a:gs>
                <a:gs pos="71429">
                  <a:srgbClr val="CF653C">
                    <a:alpha val="2465"/>
                  </a:srgbClr>
                </a:gs>
                <a:gs pos="85714">
                  <a:srgbClr val="CF653C">
                    <a:alpha val="982"/>
                  </a:srgbClr>
                </a:gs>
                <a:gs pos="100000">
                  <a:srgbClr val="CF653C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10586228">
              <a:off x="1717657" y="410247"/>
              <a:ext cx="465665" cy="33188"/>
            </a:xfrm>
            <a:prstGeom prst="ellipse">
              <a:avLst/>
            </a:prstGeom>
            <a:gradFill>
              <a:gsLst>
                <a:gs pos="0">
                  <a:srgbClr val="936551">
                    <a:alpha val="32968"/>
                  </a:srgbClr>
                </a:gs>
                <a:gs pos="14286">
                  <a:srgbClr val="936551">
                    <a:alpha val="30764"/>
                  </a:srgbClr>
                </a:gs>
                <a:gs pos="28571">
                  <a:srgbClr val="936551">
                    <a:alpha val="24833"/>
                  </a:srgbClr>
                </a:gs>
                <a:gs pos="42857">
                  <a:srgbClr val="936551">
                    <a:alpha val="17075"/>
                  </a:srgbClr>
                </a:gs>
                <a:gs pos="57143">
                  <a:srgbClr val="936551">
                    <a:alpha val="9855"/>
                  </a:srgbClr>
                </a:gs>
                <a:gs pos="71429">
                  <a:srgbClr val="936551">
                    <a:alpha val="4740"/>
                  </a:srgbClr>
                </a:gs>
                <a:gs pos="85714">
                  <a:srgbClr val="936551">
                    <a:alpha val="1902"/>
                  </a:srgbClr>
                </a:gs>
                <a:gs pos="100000">
                  <a:srgbClr val="9365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8920615">
              <a:off x="462085" y="1532536"/>
              <a:ext cx="328973" cy="88364"/>
            </a:xfrm>
            <a:prstGeom prst="ellipse">
              <a:avLst/>
            </a:prstGeom>
            <a:gradFill>
              <a:gsLst>
                <a:gs pos="0">
                  <a:srgbClr val="FFFFC3">
                    <a:alpha val="32968"/>
                  </a:srgbClr>
                </a:gs>
                <a:gs pos="14286">
                  <a:srgbClr val="FFFFC3">
                    <a:alpha val="30764"/>
                  </a:srgbClr>
                </a:gs>
                <a:gs pos="28571">
                  <a:srgbClr val="FFFFC3">
                    <a:alpha val="24833"/>
                  </a:srgbClr>
                </a:gs>
                <a:gs pos="42857">
                  <a:srgbClr val="FFFFC3">
                    <a:alpha val="17075"/>
                  </a:srgbClr>
                </a:gs>
                <a:gs pos="57143">
                  <a:srgbClr val="FFFFC3">
                    <a:alpha val="9855"/>
                  </a:srgbClr>
                </a:gs>
                <a:gs pos="71429">
                  <a:srgbClr val="FFFFC3">
                    <a:alpha val="4740"/>
                  </a:srgbClr>
                </a:gs>
                <a:gs pos="85714">
                  <a:srgbClr val="FFFFC3">
                    <a:alpha val="1902"/>
                  </a:srgbClr>
                </a:gs>
                <a:gs pos="100000">
                  <a:srgbClr val="FFFF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7884114">
              <a:off x="2937449" y="353953"/>
              <a:ext cx="68461" cy="18388"/>
            </a:xfrm>
            <a:prstGeom prst="ellipse">
              <a:avLst/>
            </a:prstGeom>
            <a:gradFill>
              <a:gsLst>
                <a:gs pos="0">
                  <a:srgbClr val="462017">
                    <a:alpha val="15913"/>
                  </a:srgbClr>
                </a:gs>
                <a:gs pos="14286">
                  <a:srgbClr val="462017">
                    <a:alpha val="14726"/>
                  </a:srgbClr>
                </a:gs>
                <a:gs pos="28571">
                  <a:srgbClr val="462017">
                    <a:alpha val="11635"/>
                  </a:srgbClr>
                </a:gs>
                <a:gs pos="42857">
                  <a:srgbClr val="462017">
                    <a:alpha val="7793"/>
                  </a:srgbClr>
                </a:gs>
                <a:gs pos="57143">
                  <a:srgbClr val="462017">
                    <a:alpha val="4396"/>
                  </a:srgbClr>
                </a:gs>
                <a:gs pos="71429">
                  <a:srgbClr val="462017">
                    <a:alpha val="2082"/>
                  </a:srgbClr>
                </a:gs>
                <a:gs pos="85714">
                  <a:srgbClr val="462017">
                    <a:alpha val="829"/>
                  </a:srgbClr>
                </a:gs>
                <a:gs pos="100000">
                  <a:srgbClr val="462017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8490903">
              <a:off x="2603535" y="3056133"/>
              <a:ext cx="594062" cy="171692"/>
            </a:xfrm>
            <a:prstGeom prst="ellipse">
              <a:avLst/>
            </a:prstGeom>
            <a:gradFill>
              <a:gsLst>
                <a:gs pos="0">
                  <a:srgbClr val="ED6246">
                    <a:alpha val="32968"/>
                  </a:srgbClr>
                </a:gs>
                <a:gs pos="14286">
                  <a:srgbClr val="ED6246">
                    <a:alpha val="30764"/>
                  </a:srgbClr>
                </a:gs>
                <a:gs pos="28571">
                  <a:srgbClr val="ED6246">
                    <a:alpha val="24833"/>
                  </a:srgbClr>
                </a:gs>
                <a:gs pos="42857">
                  <a:srgbClr val="ED6246">
                    <a:alpha val="17075"/>
                  </a:srgbClr>
                </a:gs>
                <a:gs pos="57143">
                  <a:srgbClr val="ED6246">
                    <a:alpha val="9855"/>
                  </a:srgbClr>
                </a:gs>
                <a:gs pos="71429">
                  <a:srgbClr val="ED6246">
                    <a:alpha val="4740"/>
                  </a:srgbClr>
                </a:gs>
                <a:gs pos="85714">
                  <a:srgbClr val="ED6246">
                    <a:alpha val="1902"/>
                  </a:srgbClr>
                </a:gs>
                <a:gs pos="100000">
                  <a:srgbClr val="ED62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3898514">
              <a:off x="1249777" y="3298810"/>
              <a:ext cx="68461" cy="18297"/>
            </a:xfrm>
            <a:prstGeom prst="ellipse">
              <a:avLst/>
            </a:prstGeom>
            <a:gradFill>
              <a:gsLst>
                <a:gs pos="0">
                  <a:srgbClr val="AD2F27">
                    <a:alpha val="15981"/>
                  </a:srgbClr>
                </a:gs>
                <a:gs pos="14286">
                  <a:srgbClr val="AD2F27">
                    <a:alpha val="14789"/>
                  </a:srgbClr>
                </a:gs>
                <a:gs pos="28571">
                  <a:srgbClr val="AD2F27">
                    <a:alpha val="11685"/>
                  </a:srgbClr>
                </a:gs>
                <a:gs pos="42857">
                  <a:srgbClr val="AD2F27">
                    <a:alpha val="7827"/>
                  </a:srgbClr>
                </a:gs>
                <a:gs pos="57143">
                  <a:srgbClr val="AD2F27">
                    <a:alpha val="4416"/>
                  </a:srgbClr>
                </a:gs>
                <a:gs pos="71429">
                  <a:srgbClr val="AD2F27">
                    <a:alpha val="2092"/>
                  </a:srgbClr>
                </a:gs>
                <a:gs pos="85714">
                  <a:srgbClr val="AD2F27">
                    <a:alpha val="832"/>
                  </a:srgbClr>
                </a:gs>
                <a:gs pos="100000">
                  <a:srgbClr val="AD2F27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8370067">
              <a:off x="846889" y="917022"/>
              <a:ext cx="373390" cy="30256"/>
            </a:xfrm>
            <a:prstGeom prst="ellipse">
              <a:avLst/>
            </a:prstGeom>
            <a:gradFill>
              <a:gsLst>
                <a:gs pos="0">
                  <a:srgbClr val="FFBCCF">
                    <a:alpha val="32968"/>
                  </a:srgbClr>
                </a:gs>
                <a:gs pos="14286">
                  <a:srgbClr val="FFBCCF">
                    <a:alpha val="30764"/>
                  </a:srgbClr>
                </a:gs>
                <a:gs pos="28571">
                  <a:srgbClr val="FFBCCF">
                    <a:alpha val="24833"/>
                  </a:srgbClr>
                </a:gs>
                <a:gs pos="42857">
                  <a:srgbClr val="FFBCCF">
                    <a:alpha val="17075"/>
                  </a:srgbClr>
                </a:gs>
                <a:gs pos="57143">
                  <a:srgbClr val="FFBCCF">
                    <a:alpha val="9855"/>
                  </a:srgbClr>
                </a:gs>
                <a:gs pos="71429">
                  <a:srgbClr val="FFBCCF">
                    <a:alpha val="4740"/>
                  </a:srgbClr>
                </a:gs>
                <a:gs pos="85714">
                  <a:srgbClr val="FFBCCF">
                    <a:alpha val="1902"/>
                  </a:srgbClr>
                </a:gs>
                <a:gs pos="100000">
                  <a:srgbClr val="FFBC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10168088">
              <a:off x="782164" y="1498430"/>
              <a:ext cx="249990" cy="218383"/>
            </a:xfrm>
            <a:prstGeom prst="ellipse">
              <a:avLst/>
            </a:prstGeom>
            <a:gradFill>
              <a:gsLst>
                <a:gs pos="0">
                  <a:srgbClr val="FF002F">
                    <a:alpha val="32968"/>
                  </a:srgbClr>
                </a:gs>
                <a:gs pos="14286">
                  <a:srgbClr val="FF002F">
                    <a:alpha val="30764"/>
                  </a:srgbClr>
                </a:gs>
                <a:gs pos="28571">
                  <a:srgbClr val="FF002F">
                    <a:alpha val="24833"/>
                  </a:srgbClr>
                </a:gs>
                <a:gs pos="42857">
                  <a:srgbClr val="FF002F">
                    <a:alpha val="17075"/>
                  </a:srgbClr>
                </a:gs>
                <a:gs pos="57143">
                  <a:srgbClr val="FF002F">
                    <a:alpha val="9855"/>
                  </a:srgbClr>
                </a:gs>
                <a:gs pos="71429">
                  <a:srgbClr val="FF002F">
                    <a:alpha val="4740"/>
                  </a:srgbClr>
                </a:gs>
                <a:gs pos="85714">
                  <a:srgbClr val="FF002F">
                    <a:alpha val="1902"/>
                  </a:srgbClr>
                </a:gs>
                <a:gs pos="100000">
                  <a:srgbClr val="FF00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9841138">
              <a:off x="2384634" y="2250332"/>
              <a:ext cx="68461" cy="18432"/>
            </a:xfrm>
            <a:prstGeom prst="ellipse">
              <a:avLst/>
            </a:prstGeom>
            <a:gradFill>
              <a:gsLst>
                <a:gs pos="0">
                  <a:srgbClr val="DA4833">
                    <a:alpha val="15880"/>
                  </a:srgbClr>
                </a:gs>
                <a:gs pos="14286">
                  <a:srgbClr val="DA4833">
                    <a:alpha val="14696"/>
                  </a:srgbClr>
                </a:gs>
                <a:gs pos="28571">
                  <a:srgbClr val="DA4833">
                    <a:alpha val="11610"/>
                  </a:srgbClr>
                </a:gs>
                <a:gs pos="42857">
                  <a:srgbClr val="DA4833">
                    <a:alpha val="7776"/>
                  </a:srgbClr>
                </a:gs>
                <a:gs pos="57143">
                  <a:srgbClr val="DA4833">
                    <a:alpha val="4386"/>
                  </a:srgbClr>
                </a:gs>
                <a:gs pos="71429">
                  <a:srgbClr val="DA4833">
                    <a:alpha val="2078"/>
                  </a:srgbClr>
                </a:gs>
                <a:gs pos="85714">
                  <a:srgbClr val="DA4833">
                    <a:alpha val="827"/>
                  </a:srgbClr>
                </a:gs>
                <a:gs pos="100000">
                  <a:srgbClr val="DA4833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3480653">
              <a:off x="388359" y="2427206"/>
              <a:ext cx="417960" cy="36931"/>
            </a:xfrm>
            <a:prstGeom prst="ellipse">
              <a:avLst/>
            </a:prstGeom>
            <a:gradFill>
              <a:gsLst>
                <a:gs pos="0">
                  <a:srgbClr val="F1D4A7">
                    <a:alpha val="32968"/>
                  </a:srgbClr>
                </a:gs>
                <a:gs pos="14286">
                  <a:srgbClr val="F1D4A7">
                    <a:alpha val="30764"/>
                  </a:srgbClr>
                </a:gs>
                <a:gs pos="28571">
                  <a:srgbClr val="F1D4A7">
                    <a:alpha val="24833"/>
                  </a:srgbClr>
                </a:gs>
                <a:gs pos="42857">
                  <a:srgbClr val="F1D4A7">
                    <a:alpha val="17075"/>
                  </a:srgbClr>
                </a:gs>
                <a:gs pos="57143">
                  <a:srgbClr val="F1D4A7">
                    <a:alpha val="9855"/>
                  </a:srgbClr>
                </a:gs>
                <a:gs pos="71429">
                  <a:srgbClr val="F1D4A7">
                    <a:alpha val="4740"/>
                  </a:srgbClr>
                </a:gs>
                <a:gs pos="85714">
                  <a:srgbClr val="F1D4A7">
                    <a:alpha val="1902"/>
                  </a:srgbClr>
                </a:gs>
                <a:gs pos="100000">
                  <a:srgbClr val="F1D4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4346992">
              <a:off x="-118923" y="2357474"/>
              <a:ext cx="489175" cy="38424"/>
            </a:xfrm>
            <a:prstGeom prst="ellipse">
              <a:avLst/>
            </a:prstGeom>
            <a:gradFill>
              <a:gsLst>
                <a:gs pos="0">
                  <a:srgbClr val="FF7859">
                    <a:alpha val="32968"/>
                  </a:srgbClr>
                </a:gs>
                <a:gs pos="14286">
                  <a:srgbClr val="FF7859">
                    <a:alpha val="30764"/>
                  </a:srgbClr>
                </a:gs>
                <a:gs pos="28571">
                  <a:srgbClr val="FF7859">
                    <a:alpha val="24833"/>
                  </a:srgbClr>
                </a:gs>
                <a:gs pos="42857">
                  <a:srgbClr val="FF7859">
                    <a:alpha val="17075"/>
                  </a:srgbClr>
                </a:gs>
                <a:gs pos="57143">
                  <a:srgbClr val="FF7859">
                    <a:alpha val="9855"/>
                  </a:srgbClr>
                </a:gs>
                <a:gs pos="71429">
                  <a:srgbClr val="FF7859">
                    <a:alpha val="4740"/>
                  </a:srgbClr>
                </a:gs>
                <a:gs pos="85714">
                  <a:srgbClr val="FF7859">
                    <a:alpha val="1902"/>
                  </a:srgbClr>
                </a:gs>
                <a:gs pos="100000">
                  <a:srgbClr val="FF78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3435594">
              <a:off x="66743" y="2752362"/>
              <a:ext cx="486687" cy="38086"/>
            </a:xfrm>
            <a:prstGeom prst="ellipse">
              <a:avLst/>
            </a:prstGeom>
            <a:gradFill>
              <a:gsLst>
                <a:gs pos="0">
                  <a:srgbClr val="FF6C4A">
                    <a:alpha val="32968"/>
                  </a:srgbClr>
                </a:gs>
                <a:gs pos="14286">
                  <a:srgbClr val="FF6C4A">
                    <a:alpha val="30764"/>
                  </a:srgbClr>
                </a:gs>
                <a:gs pos="28571">
                  <a:srgbClr val="FF6C4A">
                    <a:alpha val="24833"/>
                  </a:srgbClr>
                </a:gs>
                <a:gs pos="42857">
                  <a:srgbClr val="FF6C4A">
                    <a:alpha val="17075"/>
                  </a:srgbClr>
                </a:gs>
                <a:gs pos="57143">
                  <a:srgbClr val="FF6C4A">
                    <a:alpha val="9855"/>
                  </a:srgbClr>
                </a:gs>
                <a:gs pos="71429">
                  <a:srgbClr val="FF6C4A">
                    <a:alpha val="4740"/>
                  </a:srgbClr>
                </a:gs>
                <a:gs pos="85714">
                  <a:srgbClr val="FF6C4A">
                    <a:alpha val="1902"/>
                  </a:srgbClr>
                </a:gs>
                <a:gs pos="100000">
                  <a:srgbClr val="FF6C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2792883">
              <a:off x="661772" y="2048465"/>
              <a:ext cx="408330" cy="290123"/>
            </a:xfrm>
            <a:prstGeom prst="ellipse">
              <a:avLst/>
            </a:prstGeom>
            <a:gradFill>
              <a:gsLst>
                <a:gs pos="0">
                  <a:srgbClr val="FF8B44">
                    <a:alpha val="32968"/>
                  </a:srgbClr>
                </a:gs>
                <a:gs pos="14286">
                  <a:srgbClr val="FF8B44">
                    <a:alpha val="30764"/>
                  </a:srgbClr>
                </a:gs>
                <a:gs pos="28571">
                  <a:srgbClr val="FF8B44">
                    <a:alpha val="24833"/>
                  </a:srgbClr>
                </a:gs>
                <a:gs pos="42857">
                  <a:srgbClr val="FF8B44">
                    <a:alpha val="17075"/>
                  </a:srgbClr>
                </a:gs>
                <a:gs pos="57143">
                  <a:srgbClr val="FF8B44">
                    <a:alpha val="9855"/>
                  </a:srgbClr>
                </a:gs>
                <a:gs pos="71429">
                  <a:srgbClr val="FF8B44">
                    <a:alpha val="4740"/>
                  </a:srgbClr>
                </a:gs>
                <a:gs pos="85714">
                  <a:srgbClr val="FF8B44">
                    <a:alpha val="1902"/>
                  </a:srgbClr>
                </a:gs>
                <a:gs pos="100000">
                  <a:srgbClr val="FF8B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-8778386">
              <a:off x="627840" y="3297456"/>
              <a:ext cx="417907" cy="31788"/>
            </a:xfrm>
            <a:prstGeom prst="ellipse">
              <a:avLst/>
            </a:prstGeom>
            <a:gradFill>
              <a:gsLst>
                <a:gs pos="0">
                  <a:srgbClr val="FF684C">
                    <a:alpha val="32968"/>
                  </a:srgbClr>
                </a:gs>
                <a:gs pos="14286">
                  <a:srgbClr val="FF684C">
                    <a:alpha val="30764"/>
                  </a:srgbClr>
                </a:gs>
                <a:gs pos="28571">
                  <a:srgbClr val="FF684C">
                    <a:alpha val="24833"/>
                  </a:srgbClr>
                </a:gs>
                <a:gs pos="42857">
                  <a:srgbClr val="FF684C">
                    <a:alpha val="17075"/>
                  </a:srgbClr>
                </a:gs>
                <a:gs pos="57143">
                  <a:srgbClr val="FF684C">
                    <a:alpha val="9855"/>
                  </a:srgbClr>
                </a:gs>
                <a:gs pos="71429">
                  <a:srgbClr val="FF684C">
                    <a:alpha val="4740"/>
                  </a:srgbClr>
                </a:gs>
                <a:gs pos="85714">
                  <a:srgbClr val="FF684C">
                    <a:alpha val="1902"/>
                  </a:srgbClr>
                </a:gs>
                <a:gs pos="100000">
                  <a:srgbClr val="FF68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6103230">
              <a:off x="2173450" y="2252361"/>
              <a:ext cx="40406" cy="23894"/>
            </a:xfrm>
            <a:prstGeom prst="ellipse">
              <a:avLst/>
            </a:prstGeom>
            <a:gradFill>
              <a:gsLst>
                <a:gs pos="0">
                  <a:srgbClr val="FFFEA5">
                    <a:alpha val="32968"/>
                  </a:srgbClr>
                </a:gs>
                <a:gs pos="14286">
                  <a:srgbClr val="FFFEA5">
                    <a:alpha val="30764"/>
                  </a:srgbClr>
                </a:gs>
                <a:gs pos="28571">
                  <a:srgbClr val="FFFEA5">
                    <a:alpha val="24833"/>
                  </a:srgbClr>
                </a:gs>
                <a:gs pos="42857">
                  <a:srgbClr val="FFFEA5">
                    <a:alpha val="17075"/>
                  </a:srgbClr>
                </a:gs>
                <a:gs pos="57143">
                  <a:srgbClr val="FFFEA5">
                    <a:alpha val="9855"/>
                  </a:srgbClr>
                </a:gs>
                <a:gs pos="71429">
                  <a:srgbClr val="FFFEA5">
                    <a:alpha val="4740"/>
                  </a:srgbClr>
                </a:gs>
                <a:gs pos="85714">
                  <a:srgbClr val="FFFEA5">
                    <a:alpha val="1902"/>
                  </a:srgbClr>
                </a:gs>
                <a:gs pos="100000">
                  <a:srgbClr val="FFFE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6857379">
              <a:off x="382761" y="1360518"/>
              <a:ext cx="387726" cy="62124"/>
            </a:xfrm>
            <a:prstGeom prst="ellipse">
              <a:avLst/>
            </a:prstGeom>
            <a:gradFill>
              <a:gsLst>
                <a:gs pos="0">
                  <a:srgbClr val="FFF8B0">
                    <a:alpha val="32968"/>
                  </a:srgbClr>
                </a:gs>
                <a:gs pos="14286">
                  <a:srgbClr val="FFF8B0">
                    <a:alpha val="30764"/>
                  </a:srgbClr>
                </a:gs>
                <a:gs pos="28571">
                  <a:srgbClr val="FFF8B0">
                    <a:alpha val="24833"/>
                  </a:srgbClr>
                </a:gs>
                <a:gs pos="42857">
                  <a:srgbClr val="FFF8B0">
                    <a:alpha val="17075"/>
                  </a:srgbClr>
                </a:gs>
                <a:gs pos="57143">
                  <a:srgbClr val="FFF8B0">
                    <a:alpha val="9855"/>
                  </a:srgbClr>
                </a:gs>
                <a:gs pos="71429">
                  <a:srgbClr val="FFF8B0">
                    <a:alpha val="4740"/>
                  </a:srgbClr>
                </a:gs>
                <a:gs pos="85714">
                  <a:srgbClr val="FFF8B0">
                    <a:alpha val="1902"/>
                  </a:srgbClr>
                </a:gs>
                <a:gs pos="100000">
                  <a:srgbClr val="FFF8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7202268">
              <a:off x="222575" y="1950095"/>
              <a:ext cx="68461" cy="18388"/>
            </a:xfrm>
            <a:prstGeom prst="ellipse">
              <a:avLst/>
            </a:prstGeom>
            <a:gradFill>
              <a:gsLst>
                <a:gs pos="0">
                  <a:srgbClr val="CB463E">
                    <a:alpha val="15914"/>
                  </a:srgbClr>
                </a:gs>
                <a:gs pos="14286">
                  <a:srgbClr val="CB463E">
                    <a:alpha val="14726"/>
                  </a:srgbClr>
                </a:gs>
                <a:gs pos="28571">
                  <a:srgbClr val="CB463E">
                    <a:alpha val="11635"/>
                  </a:srgbClr>
                </a:gs>
                <a:gs pos="42857">
                  <a:srgbClr val="CB463E">
                    <a:alpha val="7793"/>
                  </a:srgbClr>
                </a:gs>
                <a:gs pos="57143">
                  <a:srgbClr val="CB463E">
                    <a:alpha val="4396"/>
                  </a:srgbClr>
                </a:gs>
                <a:gs pos="71429">
                  <a:srgbClr val="CB463E">
                    <a:alpha val="2082"/>
                  </a:srgbClr>
                </a:gs>
                <a:gs pos="85714">
                  <a:srgbClr val="CB463E">
                    <a:alpha val="829"/>
                  </a:srgbClr>
                </a:gs>
                <a:gs pos="100000">
                  <a:srgbClr val="CB463E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9143869">
              <a:off x="470024" y="2869187"/>
              <a:ext cx="68461" cy="18454"/>
            </a:xfrm>
            <a:prstGeom prst="ellipse">
              <a:avLst/>
            </a:prstGeom>
            <a:gradFill>
              <a:gsLst>
                <a:gs pos="0">
                  <a:srgbClr val="C94C33">
                    <a:alpha val="15864"/>
                  </a:srgbClr>
                </a:gs>
                <a:gs pos="14286">
                  <a:srgbClr val="C94C33">
                    <a:alpha val="14680"/>
                  </a:srgbClr>
                </a:gs>
                <a:gs pos="28571">
                  <a:srgbClr val="C94C33">
                    <a:alpha val="11597"/>
                  </a:srgbClr>
                </a:gs>
                <a:gs pos="42857">
                  <a:srgbClr val="C94C33">
                    <a:alpha val="7767"/>
                  </a:srgbClr>
                </a:gs>
                <a:gs pos="57143">
                  <a:srgbClr val="C94C33">
                    <a:alpha val="4381"/>
                  </a:srgbClr>
                </a:gs>
                <a:gs pos="71429">
                  <a:srgbClr val="C94C33">
                    <a:alpha val="2075"/>
                  </a:srgbClr>
                </a:gs>
                <a:gs pos="85714">
                  <a:srgbClr val="C94C33">
                    <a:alpha val="826"/>
                  </a:srgbClr>
                </a:gs>
                <a:gs pos="100000">
                  <a:srgbClr val="C94C33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7219385">
              <a:off x="1767218" y="124106"/>
              <a:ext cx="68461" cy="18318"/>
            </a:xfrm>
            <a:prstGeom prst="ellipse">
              <a:avLst/>
            </a:prstGeom>
            <a:gradFill>
              <a:gsLst>
                <a:gs pos="0">
                  <a:srgbClr val="A22928">
                    <a:alpha val="15965"/>
                  </a:srgbClr>
                </a:gs>
                <a:gs pos="14286">
                  <a:srgbClr val="A22928">
                    <a:alpha val="14775"/>
                  </a:srgbClr>
                </a:gs>
                <a:gs pos="28571">
                  <a:srgbClr val="A22928">
                    <a:alpha val="11674"/>
                  </a:srgbClr>
                </a:gs>
                <a:gs pos="42857">
                  <a:srgbClr val="A22928">
                    <a:alpha val="7819"/>
                  </a:srgbClr>
                </a:gs>
                <a:gs pos="57143">
                  <a:srgbClr val="A22928">
                    <a:alpha val="4411"/>
                  </a:srgbClr>
                </a:gs>
                <a:gs pos="71429">
                  <a:srgbClr val="A22928">
                    <a:alpha val="2090"/>
                  </a:srgbClr>
                </a:gs>
                <a:gs pos="85714">
                  <a:srgbClr val="A22928">
                    <a:alpha val="832"/>
                  </a:srgbClr>
                </a:gs>
                <a:gs pos="100000">
                  <a:srgbClr val="A22928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-8647012">
              <a:off x="1731676" y="926272"/>
              <a:ext cx="236420" cy="58523"/>
            </a:xfrm>
            <a:prstGeom prst="ellipse">
              <a:avLst/>
            </a:prstGeom>
            <a:gradFill>
              <a:gsLst>
                <a:gs pos="0">
                  <a:srgbClr val="000056">
                    <a:alpha val="12415"/>
                  </a:srgbClr>
                </a:gs>
                <a:gs pos="14286">
                  <a:srgbClr val="000056">
                    <a:alpha val="11471"/>
                  </a:srgbClr>
                </a:gs>
                <a:gs pos="28571">
                  <a:srgbClr val="000056">
                    <a:alpha val="9027"/>
                  </a:srgbClr>
                </a:gs>
                <a:gs pos="42857">
                  <a:srgbClr val="000056">
                    <a:alpha val="6017"/>
                  </a:srgbClr>
                </a:gs>
                <a:gs pos="57143">
                  <a:srgbClr val="000056">
                    <a:alpha val="3380"/>
                  </a:srgbClr>
                </a:gs>
                <a:gs pos="71429">
                  <a:srgbClr val="000056">
                    <a:alpha val="1597"/>
                  </a:srgbClr>
                </a:gs>
                <a:gs pos="85714">
                  <a:srgbClr val="000056">
                    <a:alpha val="634"/>
                  </a:srgbClr>
                </a:gs>
                <a:gs pos="100000">
                  <a:srgbClr val="000056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8124511">
              <a:off x="2687027" y="890782"/>
              <a:ext cx="387431" cy="53372"/>
            </a:xfrm>
            <a:prstGeom prst="ellipse">
              <a:avLst/>
            </a:prstGeom>
            <a:gradFill>
              <a:gsLst>
                <a:gs pos="0">
                  <a:srgbClr val="000042">
                    <a:alpha val="32967"/>
                  </a:srgbClr>
                </a:gs>
                <a:gs pos="14286">
                  <a:srgbClr val="000042">
                    <a:alpha val="30763"/>
                  </a:srgbClr>
                </a:gs>
                <a:gs pos="28571">
                  <a:srgbClr val="000042">
                    <a:alpha val="24832"/>
                  </a:srgbClr>
                </a:gs>
                <a:gs pos="42857">
                  <a:srgbClr val="000042">
                    <a:alpha val="17075"/>
                  </a:srgbClr>
                </a:gs>
                <a:gs pos="57143">
                  <a:srgbClr val="000042">
                    <a:alpha val="9854"/>
                  </a:srgbClr>
                </a:gs>
                <a:gs pos="71429">
                  <a:srgbClr val="000042">
                    <a:alpha val="4740"/>
                  </a:srgbClr>
                </a:gs>
                <a:gs pos="85714">
                  <a:srgbClr val="000042">
                    <a:alpha val="1902"/>
                  </a:srgbClr>
                </a:gs>
                <a:gs pos="100000">
                  <a:srgbClr val="00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7986311">
              <a:off x="2904991" y="3028876"/>
              <a:ext cx="438429" cy="32307"/>
            </a:xfrm>
            <a:prstGeom prst="ellipse">
              <a:avLst/>
            </a:prstGeom>
            <a:gradFill>
              <a:gsLst>
                <a:gs pos="0">
                  <a:srgbClr val="FF684C">
                    <a:alpha val="32968"/>
                  </a:srgbClr>
                </a:gs>
                <a:gs pos="14286">
                  <a:srgbClr val="FF684C">
                    <a:alpha val="30764"/>
                  </a:srgbClr>
                </a:gs>
                <a:gs pos="28571">
                  <a:srgbClr val="FF684C">
                    <a:alpha val="24833"/>
                  </a:srgbClr>
                </a:gs>
                <a:gs pos="42857">
                  <a:srgbClr val="FF684C">
                    <a:alpha val="17075"/>
                  </a:srgbClr>
                </a:gs>
                <a:gs pos="57143">
                  <a:srgbClr val="FF684C">
                    <a:alpha val="9855"/>
                  </a:srgbClr>
                </a:gs>
                <a:gs pos="71429">
                  <a:srgbClr val="FF684C">
                    <a:alpha val="4740"/>
                  </a:srgbClr>
                </a:gs>
                <a:gs pos="85714">
                  <a:srgbClr val="FF684C">
                    <a:alpha val="1902"/>
                  </a:srgbClr>
                </a:gs>
                <a:gs pos="100000">
                  <a:srgbClr val="FF68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3992583">
              <a:off x="2235703" y="1441072"/>
              <a:ext cx="68461" cy="18408"/>
            </a:xfrm>
            <a:prstGeom prst="ellipse">
              <a:avLst/>
            </a:prstGeom>
            <a:gradFill>
              <a:gsLst>
                <a:gs pos="0">
                  <a:srgbClr val="DB4832">
                    <a:alpha val="15898"/>
                  </a:srgbClr>
                </a:gs>
                <a:gs pos="14286">
                  <a:srgbClr val="DB4832">
                    <a:alpha val="14712"/>
                  </a:srgbClr>
                </a:gs>
                <a:gs pos="28571">
                  <a:srgbClr val="DB4832">
                    <a:alpha val="11623"/>
                  </a:srgbClr>
                </a:gs>
                <a:gs pos="42857">
                  <a:srgbClr val="DB4832">
                    <a:alpha val="7785"/>
                  </a:srgbClr>
                </a:gs>
                <a:gs pos="57143">
                  <a:srgbClr val="DB4832">
                    <a:alpha val="4392"/>
                  </a:srgbClr>
                </a:gs>
                <a:gs pos="71429">
                  <a:srgbClr val="DB4832">
                    <a:alpha val="2080"/>
                  </a:srgbClr>
                </a:gs>
                <a:gs pos="85714">
                  <a:srgbClr val="DB4832">
                    <a:alpha val="828"/>
                  </a:srgbClr>
                </a:gs>
                <a:gs pos="100000">
                  <a:srgbClr val="DB4832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-9901186">
              <a:off x="1039265" y="2477611"/>
              <a:ext cx="68461" cy="18394"/>
            </a:xfrm>
            <a:prstGeom prst="ellipse">
              <a:avLst/>
            </a:prstGeom>
            <a:gradFill>
              <a:gsLst>
                <a:gs pos="0">
                  <a:srgbClr val="E64435">
                    <a:alpha val="15909"/>
                  </a:srgbClr>
                </a:gs>
                <a:gs pos="14286">
                  <a:srgbClr val="E64435">
                    <a:alpha val="14722"/>
                  </a:srgbClr>
                </a:gs>
                <a:gs pos="28571">
                  <a:srgbClr val="E64435">
                    <a:alpha val="11631"/>
                  </a:srgbClr>
                </a:gs>
                <a:gs pos="42857">
                  <a:srgbClr val="E64435">
                    <a:alpha val="7790"/>
                  </a:srgbClr>
                </a:gs>
                <a:gs pos="57143">
                  <a:srgbClr val="E64435">
                    <a:alpha val="4395"/>
                  </a:srgbClr>
                </a:gs>
                <a:gs pos="71429">
                  <a:srgbClr val="E64435">
                    <a:alpha val="2082"/>
                  </a:srgbClr>
                </a:gs>
                <a:gs pos="85714">
                  <a:srgbClr val="E64435">
                    <a:alpha val="828"/>
                  </a:srgbClr>
                </a:gs>
                <a:gs pos="100000">
                  <a:srgbClr val="E64435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3773528">
              <a:off x="316498" y="2272283"/>
              <a:ext cx="420032" cy="88185"/>
            </a:xfrm>
            <a:prstGeom prst="ellipse">
              <a:avLst/>
            </a:prstGeom>
            <a:gradFill>
              <a:gsLst>
                <a:gs pos="0">
                  <a:srgbClr val="F4B593">
                    <a:alpha val="32968"/>
                  </a:srgbClr>
                </a:gs>
                <a:gs pos="14286">
                  <a:srgbClr val="F4B593">
                    <a:alpha val="30764"/>
                  </a:srgbClr>
                </a:gs>
                <a:gs pos="28571">
                  <a:srgbClr val="F4B593">
                    <a:alpha val="24833"/>
                  </a:srgbClr>
                </a:gs>
                <a:gs pos="42857">
                  <a:srgbClr val="F4B593">
                    <a:alpha val="17075"/>
                  </a:srgbClr>
                </a:gs>
                <a:gs pos="57143">
                  <a:srgbClr val="F4B593">
                    <a:alpha val="9855"/>
                  </a:srgbClr>
                </a:gs>
                <a:gs pos="71429">
                  <a:srgbClr val="F4B593">
                    <a:alpha val="4740"/>
                  </a:srgbClr>
                </a:gs>
                <a:gs pos="85714">
                  <a:srgbClr val="F4B593">
                    <a:alpha val="1902"/>
                  </a:srgbClr>
                </a:gs>
                <a:gs pos="100000">
                  <a:srgbClr val="F4B5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10299957">
              <a:off x="716101" y="894117"/>
              <a:ext cx="68461" cy="18571"/>
            </a:xfrm>
            <a:prstGeom prst="ellipse">
              <a:avLst/>
            </a:prstGeom>
            <a:gradFill>
              <a:gsLst>
                <a:gs pos="0">
                  <a:srgbClr val="D66658">
                    <a:alpha val="15777"/>
                  </a:srgbClr>
                </a:gs>
                <a:gs pos="14286">
                  <a:srgbClr val="D66658">
                    <a:alpha val="14599"/>
                  </a:srgbClr>
                </a:gs>
                <a:gs pos="28571">
                  <a:srgbClr val="D66658">
                    <a:alpha val="11532"/>
                  </a:srgbClr>
                </a:gs>
                <a:gs pos="42857">
                  <a:srgbClr val="D66658">
                    <a:alpha val="7723"/>
                  </a:srgbClr>
                </a:gs>
                <a:gs pos="57143">
                  <a:srgbClr val="D66658">
                    <a:alpha val="4356"/>
                  </a:srgbClr>
                </a:gs>
                <a:gs pos="71429">
                  <a:srgbClr val="D66658">
                    <a:alpha val="2063"/>
                  </a:srgbClr>
                </a:gs>
                <a:gs pos="85714">
                  <a:srgbClr val="D66658">
                    <a:alpha val="821"/>
                  </a:srgbClr>
                </a:gs>
                <a:gs pos="100000">
                  <a:srgbClr val="D66658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7493955">
              <a:off x="603204" y="1217169"/>
              <a:ext cx="68461" cy="18601"/>
            </a:xfrm>
            <a:prstGeom prst="ellipse">
              <a:avLst/>
            </a:prstGeom>
            <a:gradFill>
              <a:gsLst>
                <a:gs pos="0">
                  <a:srgbClr val="CC4B3B">
                    <a:alpha val="15755"/>
                  </a:srgbClr>
                </a:gs>
                <a:gs pos="14286">
                  <a:srgbClr val="CC4B3B">
                    <a:alpha val="14578"/>
                  </a:srgbClr>
                </a:gs>
                <a:gs pos="28571">
                  <a:srgbClr val="CC4B3B">
                    <a:alpha val="11516"/>
                  </a:srgbClr>
                </a:gs>
                <a:gs pos="42857">
                  <a:srgbClr val="CC4B3B">
                    <a:alpha val="7711"/>
                  </a:srgbClr>
                </a:gs>
                <a:gs pos="57143">
                  <a:srgbClr val="CC4B3B">
                    <a:alpha val="4349"/>
                  </a:srgbClr>
                </a:gs>
                <a:gs pos="71429">
                  <a:srgbClr val="CC4B3B">
                    <a:alpha val="2060"/>
                  </a:srgbClr>
                </a:gs>
                <a:gs pos="85714">
                  <a:srgbClr val="CC4B3B">
                    <a:alpha val="820"/>
                  </a:srgbClr>
                </a:gs>
                <a:gs pos="100000">
                  <a:srgbClr val="CC4B3B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2790171">
              <a:off x="315029" y="3028883"/>
              <a:ext cx="464849" cy="51036"/>
            </a:xfrm>
            <a:prstGeom prst="ellipse">
              <a:avLst/>
            </a:prstGeom>
            <a:gradFill>
              <a:gsLst>
                <a:gs pos="0">
                  <a:srgbClr val="FF694A">
                    <a:alpha val="32968"/>
                  </a:srgbClr>
                </a:gs>
                <a:gs pos="14286">
                  <a:srgbClr val="FF694A">
                    <a:alpha val="30764"/>
                  </a:srgbClr>
                </a:gs>
                <a:gs pos="28571">
                  <a:srgbClr val="FF694A">
                    <a:alpha val="24833"/>
                  </a:srgbClr>
                </a:gs>
                <a:gs pos="42857">
                  <a:srgbClr val="FF694A">
                    <a:alpha val="17075"/>
                  </a:srgbClr>
                </a:gs>
                <a:gs pos="57143">
                  <a:srgbClr val="FF694A">
                    <a:alpha val="9855"/>
                  </a:srgbClr>
                </a:gs>
                <a:gs pos="71429">
                  <a:srgbClr val="FF694A">
                    <a:alpha val="4740"/>
                  </a:srgbClr>
                </a:gs>
                <a:gs pos="85714">
                  <a:srgbClr val="FF694A">
                    <a:alpha val="1902"/>
                  </a:srgbClr>
                </a:gs>
                <a:gs pos="100000">
                  <a:srgbClr val="FF69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-10697299">
              <a:off x="2171639" y="1111064"/>
              <a:ext cx="520683" cy="89032"/>
            </a:xfrm>
            <a:prstGeom prst="ellipse">
              <a:avLst/>
            </a:prstGeom>
            <a:gradFill>
              <a:gsLst>
                <a:gs pos="0">
                  <a:srgbClr val="DF9262">
                    <a:alpha val="32968"/>
                  </a:srgbClr>
                </a:gs>
                <a:gs pos="14286">
                  <a:srgbClr val="DF9262">
                    <a:alpha val="30764"/>
                  </a:srgbClr>
                </a:gs>
                <a:gs pos="28571">
                  <a:srgbClr val="DF9262">
                    <a:alpha val="24833"/>
                  </a:srgbClr>
                </a:gs>
                <a:gs pos="42857">
                  <a:srgbClr val="DF9262">
                    <a:alpha val="17075"/>
                  </a:srgbClr>
                </a:gs>
                <a:gs pos="57143">
                  <a:srgbClr val="DF9262">
                    <a:alpha val="9855"/>
                  </a:srgbClr>
                </a:gs>
                <a:gs pos="71429">
                  <a:srgbClr val="DF9262">
                    <a:alpha val="4740"/>
                  </a:srgbClr>
                </a:gs>
                <a:gs pos="85714">
                  <a:srgbClr val="DF9262">
                    <a:alpha val="1902"/>
                  </a:srgbClr>
                </a:gs>
                <a:gs pos="100000">
                  <a:srgbClr val="DF92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4298789">
              <a:off x="1785594" y="3388855"/>
              <a:ext cx="68461" cy="18598"/>
            </a:xfrm>
            <a:prstGeom prst="ellipse">
              <a:avLst/>
            </a:prstGeom>
            <a:gradFill>
              <a:gsLst>
                <a:gs pos="0">
                  <a:srgbClr val="AD2D22">
                    <a:alpha val="15756"/>
                  </a:srgbClr>
                </a:gs>
                <a:gs pos="14286">
                  <a:srgbClr val="AD2D22">
                    <a:alpha val="14580"/>
                  </a:srgbClr>
                </a:gs>
                <a:gs pos="28571">
                  <a:srgbClr val="AD2D22">
                    <a:alpha val="11517"/>
                  </a:srgbClr>
                </a:gs>
                <a:gs pos="42857">
                  <a:srgbClr val="AD2D22">
                    <a:alpha val="7712"/>
                  </a:srgbClr>
                </a:gs>
                <a:gs pos="57143">
                  <a:srgbClr val="AD2D22">
                    <a:alpha val="4350"/>
                  </a:srgbClr>
                </a:gs>
                <a:gs pos="71429">
                  <a:srgbClr val="AD2D22">
                    <a:alpha val="2060"/>
                  </a:srgbClr>
                </a:gs>
                <a:gs pos="85714">
                  <a:srgbClr val="AD2D22">
                    <a:alpha val="820"/>
                  </a:srgbClr>
                </a:gs>
                <a:gs pos="100000">
                  <a:srgbClr val="AD2D22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6307209">
              <a:off x="1356183" y="2365516"/>
              <a:ext cx="68461" cy="18642"/>
            </a:xfrm>
            <a:prstGeom prst="ellipse">
              <a:avLst/>
            </a:prstGeom>
            <a:gradFill>
              <a:gsLst>
                <a:gs pos="0">
                  <a:srgbClr val="E7563C">
                    <a:alpha val="15724"/>
                  </a:srgbClr>
                </a:gs>
                <a:gs pos="14286">
                  <a:srgbClr val="E7563C">
                    <a:alpha val="14549"/>
                  </a:srgbClr>
                </a:gs>
                <a:gs pos="28571">
                  <a:srgbClr val="E7563C">
                    <a:alpha val="11492"/>
                  </a:srgbClr>
                </a:gs>
                <a:gs pos="42857">
                  <a:srgbClr val="E7563C">
                    <a:alpha val="7695"/>
                  </a:srgbClr>
                </a:gs>
                <a:gs pos="57143">
                  <a:srgbClr val="E7563C">
                    <a:alpha val="4340"/>
                  </a:srgbClr>
                </a:gs>
                <a:gs pos="71429">
                  <a:srgbClr val="E7563C">
                    <a:alpha val="2056"/>
                  </a:srgbClr>
                </a:gs>
                <a:gs pos="85714">
                  <a:srgbClr val="E7563C">
                    <a:alpha val="818"/>
                  </a:srgbClr>
                </a:gs>
                <a:gs pos="100000">
                  <a:srgbClr val="E7563C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8067614">
              <a:off x="508855" y="559514"/>
              <a:ext cx="68461" cy="18150"/>
            </a:xfrm>
            <a:prstGeom prst="ellipse">
              <a:avLst/>
            </a:prstGeom>
            <a:gradFill>
              <a:gsLst>
                <a:gs pos="0">
                  <a:srgbClr val="BD4C35">
                    <a:alpha val="16091"/>
                  </a:srgbClr>
                </a:gs>
                <a:gs pos="14286">
                  <a:srgbClr val="BD4C35">
                    <a:alpha val="14892"/>
                  </a:srgbClr>
                </a:gs>
                <a:gs pos="28571">
                  <a:srgbClr val="BD4C35">
                    <a:alpha val="11768"/>
                  </a:srgbClr>
                </a:gs>
                <a:gs pos="42857">
                  <a:srgbClr val="BD4C35">
                    <a:alpha val="7884"/>
                  </a:srgbClr>
                </a:gs>
                <a:gs pos="57143">
                  <a:srgbClr val="BD4C35">
                    <a:alpha val="4448"/>
                  </a:srgbClr>
                </a:gs>
                <a:gs pos="71429">
                  <a:srgbClr val="BD4C35">
                    <a:alpha val="2107"/>
                  </a:srgbClr>
                </a:gs>
                <a:gs pos="85714">
                  <a:srgbClr val="BD4C35">
                    <a:alpha val="839"/>
                  </a:srgbClr>
                </a:gs>
                <a:gs pos="100000">
                  <a:srgbClr val="BD4C35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5870041">
              <a:off x="917436" y="564798"/>
              <a:ext cx="126340" cy="63081"/>
            </a:xfrm>
            <a:prstGeom prst="ellipse">
              <a:avLst/>
            </a:prstGeom>
            <a:gradFill>
              <a:gsLst>
                <a:gs pos="0">
                  <a:srgbClr val="000000">
                    <a:alpha val="21782"/>
                  </a:srgbClr>
                </a:gs>
                <a:gs pos="14286">
                  <a:srgbClr val="000000">
                    <a:alpha val="20212"/>
                  </a:srgbClr>
                </a:gs>
                <a:gs pos="28571">
                  <a:srgbClr val="000000">
                    <a:alpha val="16081"/>
                  </a:srgbClr>
                </a:gs>
                <a:gs pos="42857">
                  <a:srgbClr val="000000">
                    <a:alpha val="10863"/>
                  </a:srgbClr>
                </a:gs>
                <a:gs pos="57143">
                  <a:srgbClr val="000000">
                    <a:alpha val="6173"/>
                  </a:srgbClr>
                </a:gs>
                <a:gs pos="71429">
                  <a:srgbClr val="000000">
                    <a:alpha val="2939"/>
                  </a:srgbClr>
                </a:gs>
                <a:gs pos="85714">
                  <a:srgbClr val="000000">
                    <a:alpha val="1173"/>
                  </a:srgbClr>
                </a:gs>
                <a:gs pos="100000">
                  <a:srgbClr val="000000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-9273522">
              <a:off x="1610684" y="851523"/>
              <a:ext cx="349596" cy="54742"/>
            </a:xfrm>
            <a:prstGeom prst="ellipse">
              <a:avLst/>
            </a:prstGeom>
            <a:gradFill>
              <a:gsLst>
                <a:gs pos="0">
                  <a:srgbClr val="B37C3F">
                    <a:alpha val="32968"/>
                  </a:srgbClr>
                </a:gs>
                <a:gs pos="14286">
                  <a:srgbClr val="B37C3F">
                    <a:alpha val="30764"/>
                  </a:srgbClr>
                </a:gs>
                <a:gs pos="28571">
                  <a:srgbClr val="B37C3F">
                    <a:alpha val="24833"/>
                  </a:srgbClr>
                </a:gs>
                <a:gs pos="42857">
                  <a:srgbClr val="B37C3F">
                    <a:alpha val="17075"/>
                  </a:srgbClr>
                </a:gs>
                <a:gs pos="57143">
                  <a:srgbClr val="B37C3F">
                    <a:alpha val="9855"/>
                  </a:srgbClr>
                </a:gs>
                <a:gs pos="71429">
                  <a:srgbClr val="B37C3F">
                    <a:alpha val="4740"/>
                  </a:srgbClr>
                </a:gs>
                <a:gs pos="85714">
                  <a:srgbClr val="B37C3F">
                    <a:alpha val="1902"/>
                  </a:srgbClr>
                </a:gs>
                <a:gs pos="100000">
                  <a:srgbClr val="B37C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-8240222">
              <a:off x="802025" y="1496393"/>
              <a:ext cx="68461" cy="18666"/>
            </a:xfrm>
            <a:prstGeom prst="ellipse">
              <a:avLst/>
            </a:prstGeom>
            <a:gradFill>
              <a:gsLst>
                <a:gs pos="0">
                  <a:srgbClr val="F37754">
                    <a:alpha val="15706"/>
                  </a:srgbClr>
                </a:gs>
                <a:gs pos="14286">
                  <a:srgbClr val="F37754">
                    <a:alpha val="14533"/>
                  </a:srgbClr>
                </a:gs>
                <a:gs pos="28571">
                  <a:srgbClr val="F37754">
                    <a:alpha val="11479"/>
                  </a:srgbClr>
                </a:gs>
                <a:gs pos="42857">
                  <a:srgbClr val="F37754">
                    <a:alpha val="7686"/>
                  </a:srgbClr>
                </a:gs>
                <a:gs pos="57143">
                  <a:srgbClr val="F37754">
                    <a:alpha val="4335"/>
                  </a:srgbClr>
                </a:gs>
                <a:gs pos="71429">
                  <a:srgbClr val="F37754">
                    <a:alpha val="2053"/>
                  </a:srgbClr>
                </a:gs>
                <a:gs pos="85714">
                  <a:srgbClr val="F37754">
                    <a:alpha val="817"/>
                  </a:srgbClr>
                </a:gs>
                <a:gs pos="100000">
                  <a:srgbClr val="F37754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3324628">
              <a:off x="2907912" y="1110454"/>
              <a:ext cx="365515" cy="44630"/>
            </a:xfrm>
            <a:prstGeom prst="ellipse">
              <a:avLst/>
            </a:prstGeom>
            <a:gradFill>
              <a:gsLst>
                <a:gs pos="0">
                  <a:srgbClr val="000060">
                    <a:alpha val="28070"/>
                  </a:srgbClr>
                </a:gs>
                <a:gs pos="14286">
                  <a:srgbClr val="000060">
                    <a:alpha val="26127"/>
                  </a:srgbClr>
                </a:gs>
                <a:gs pos="28571">
                  <a:srgbClr val="000060">
                    <a:alpha val="20953"/>
                  </a:srgbClr>
                </a:gs>
                <a:gs pos="42857">
                  <a:srgbClr val="000060">
                    <a:alpha val="14292"/>
                  </a:srgbClr>
                </a:gs>
                <a:gs pos="57143">
                  <a:srgbClr val="000060">
                    <a:alpha val="8191"/>
                  </a:srgbClr>
                </a:gs>
                <a:gs pos="71429">
                  <a:srgbClr val="000060">
                    <a:alpha val="3921"/>
                  </a:srgbClr>
                </a:gs>
                <a:gs pos="85714">
                  <a:srgbClr val="000060">
                    <a:alpha val="1569"/>
                  </a:srgbClr>
                </a:gs>
                <a:gs pos="100000">
                  <a:srgbClr val="000060">
                    <a:alpha val="5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7487562">
              <a:off x="1916059" y="2732659"/>
              <a:ext cx="68461" cy="18670"/>
            </a:xfrm>
            <a:prstGeom prst="ellipse">
              <a:avLst/>
            </a:prstGeom>
            <a:gradFill>
              <a:gsLst>
                <a:gs pos="0">
                  <a:srgbClr val="D35540">
                    <a:alpha val="15703"/>
                  </a:srgbClr>
                </a:gs>
                <a:gs pos="14286">
                  <a:srgbClr val="D35540">
                    <a:alpha val="14530"/>
                  </a:srgbClr>
                </a:gs>
                <a:gs pos="28571">
                  <a:srgbClr val="D35540">
                    <a:alpha val="11477"/>
                  </a:srgbClr>
                </a:gs>
                <a:gs pos="42857">
                  <a:srgbClr val="D35540">
                    <a:alpha val="7685"/>
                  </a:srgbClr>
                </a:gs>
                <a:gs pos="57143">
                  <a:srgbClr val="D35540">
                    <a:alpha val="4334"/>
                  </a:srgbClr>
                </a:gs>
                <a:gs pos="71429">
                  <a:srgbClr val="D35540">
                    <a:alpha val="2053"/>
                  </a:srgbClr>
                </a:gs>
                <a:gs pos="85714">
                  <a:srgbClr val="D35540">
                    <a:alpha val="817"/>
                  </a:srgbClr>
                </a:gs>
                <a:gs pos="100000">
                  <a:srgbClr val="D35540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5400000">
              <a:off x="1170109" y="1485627"/>
              <a:ext cx="37384" cy="37384"/>
            </a:xfrm>
            <a:prstGeom prst="ellipse">
              <a:avLst/>
            </a:prstGeom>
            <a:gradFill>
              <a:gsLst>
                <a:gs pos="0">
                  <a:srgbClr val="EB6246">
                    <a:alpha val="15686"/>
                  </a:srgbClr>
                </a:gs>
                <a:gs pos="14286">
                  <a:srgbClr val="EB6246">
                    <a:alpha val="14515"/>
                  </a:srgbClr>
                </a:gs>
                <a:gs pos="28571">
                  <a:srgbClr val="EB6246">
                    <a:alpha val="11465"/>
                  </a:srgbClr>
                </a:gs>
                <a:gs pos="42857">
                  <a:srgbClr val="EB6246">
                    <a:alpha val="7676"/>
                  </a:srgbClr>
                </a:gs>
                <a:gs pos="57143">
                  <a:srgbClr val="EB6246">
                    <a:alpha val="4329"/>
                  </a:srgbClr>
                </a:gs>
                <a:gs pos="71429">
                  <a:srgbClr val="EB6246">
                    <a:alpha val="2050"/>
                  </a:srgbClr>
                </a:gs>
                <a:gs pos="85714">
                  <a:srgbClr val="EB6246">
                    <a:alpha val="816"/>
                  </a:srgbClr>
                </a:gs>
                <a:gs pos="100000">
                  <a:srgbClr val="EB6246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9602409">
              <a:off x="269884" y="355270"/>
              <a:ext cx="786792" cy="187559"/>
            </a:xfrm>
            <a:prstGeom prst="ellipse">
              <a:avLst/>
            </a:prstGeom>
            <a:gradFill>
              <a:gsLst>
                <a:gs pos="0">
                  <a:srgbClr val="000000">
                    <a:alpha val="10750"/>
                  </a:srgbClr>
                </a:gs>
                <a:gs pos="14286">
                  <a:srgbClr val="000000">
                    <a:alpha val="9925"/>
                  </a:srgbClr>
                </a:gs>
                <a:gs pos="28571">
                  <a:srgbClr val="000000">
                    <a:alpha val="7796"/>
                  </a:srgbClr>
                </a:gs>
                <a:gs pos="42857">
                  <a:srgbClr val="000000">
                    <a:alpha val="5184"/>
                  </a:srgbClr>
                </a:gs>
                <a:gs pos="57143">
                  <a:srgbClr val="000000">
                    <a:alpha val="2907"/>
                  </a:srgbClr>
                </a:gs>
                <a:gs pos="71429">
                  <a:srgbClr val="000000">
                    <a:alpha val="1371"/>
                  </a:srgbClr>
                </a:gs>
                <a:gs pos="85714">
                  <a:srgbClr val="000000">
                    <a:alpha val="545"/>
                  </a:srgbClr>
                </a:gs>
                <a:gs pos="100000">
                  <a:srgbClr val="000000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-8578414">
              <a:off x="696145" y="2847273"/>
              <a:ext cx="451519" cy="114764"/>
            </a:xfrm>
            <a:prstGeom prst="ellipse">
              <a:avLst/>
            </a:prstGeom>
            <a:gradFill>
              <a:gsLst>
                <a:gs pos="0">
                  <a:srgbClr val="E9B681">
                    <a:alpha val="32968"/>
                  </a:srgbClr>
                </a:gs>
                <a:gs pos="14286">
                  <a:srgbClr val="E9B681">
                    <a:alpha val="30764"/>
                  </a:srgbClr>
                </a:gs>
                <a:gs pos="28571">
                  <a:srgbClr val="E9B681">
                    <a:alpha val="24833"/>
                  </a:srgbClr>
                </a:gs>
                <a:gs pos="42857">
                  <a:srgbClr val="E9B681">
                    <a:alpha val="17075"/>
                  </a:srgbClr>
                </a:gs>
                <a:gs pos="57143">
                  <a:srgbClr val="E9B681">
                    <a:alpha val="9855"/>
                  </a:srgbClr>
                </a:gs>
                <a:gs pos="71429">
                  <a:srgbClr val="E9B681">
                    <a:alpha val="4740"/>
                  </a:srgbClr>
                </a:gs>
                <a:gs pos="85714">
                  <a:srgbClr val="E9B681">
                    <a:alpha val="1902"/>
                  </a:srgbClr>
                </a:gs>
                <a:gs pos="100000">
                  <a:srgbClr val="E9B6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10749667">
              <a:off x="2227875" y="1112441"/>
              <a:ext cx="428570" cy="32576"/>
            </a:xfrm>
            <a:prstGeom prst="ellipse">
              <a:avLst/>
            </a:prstGeom>
            <a:gradFill>
              <a:gsLst>
                <a:gs pos="0">
                  <a:srgbClr val="000045">
                    <a:alpha val="32968"/>
                  </a:srgbClr>
                </a:gs>
                <a:gs pos="14286">
                  <a:srgbClr val="000045">
                    <a:alpha val="30764"/>
                  </a:srgbClr>
                </a:gs>
                <a:gs pos="28571">
                  <a:srgbClr val="000045">
                    <a:alpha val="24833"/>
                  </a:srgbClr>
                </a:gs>
                <a:gs pos="42857">
                  <a:srgbClr val="000045">
                    <a:alpha val="17075"/>
                  </a:srgbClr>
                </a:gs>
                <a:gs pos="57143">
                  <a:srgbClr val="000045">
                    <a:alpha val="9855"/>
                  </a:srgbClr>
                </a:gs>
                <a:gs pos="71429">
                  <a:srgbClr val="000045">
                    <a:alpha val="4740"/>
                  </a:srgbClr>
                </a:gs>
                <a:gs pos="85714">
                  <a:srgbClr val="000045">
                    <a:alpha val="1902"/>
                  </a:srgbClr>
                </a:gs>
                <a:gs pos="100000">
                  <a:srgbClr val="0000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4962943">
              <a:off x="1220431" y="1912386"/>
              <a:ext cx="294871" cy="150854"/>
            </a:xfrm>
            <a:prstGeom prst="ellipse">
              <a:avLst/>
            </a:prstGeom>
            <a:gradFill>
              <a:gsLst>
                <a:gs pos="0">
                  <a:srgbClr val="006489">
                    <a:alpha val="16079"/>
                  </a:srgbClr>
                </a:gs>
                <a:gs pos="14286">
                  <a:srgbClr val="006489">
                    <a:alpha val="14881"/>
                  </a:srgbClr>
                </a:gs>
                <a:gs pos="28571">
                  <a:srgbClr val="006489">
                    <a:alpha val="11759"/>
                  </a:srgbClr>
                </a:gs>
                <a:gs pos="42857">
                  <a:srgbClr val="006489">
                    <a:alpha val="7878"/>
                  </a:srgbClr>
                </a:gs>
                <a:gs pos="57143">
                  <a:srgbClr val="006489">
                    <a:alpha val="4445"/>
                  </a:srgbClr>
                </a:gs>
                <a:gs pos="71429">
                  <a:srgbClr val="006489">
                    <a:alpha val="2106"/>
                  </a:srgbClr>
                </a:gs>
                <a:gs pos="85714">
                  <a:srgbClr val="006489">
                    <a:alpha val="838"/>
                  </a:srgbClr>
                </a:gs>
                <a:gs pos="100000">
                  <a:srgbClr val="006489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10339871">
              <a:off x="1854751" y="3469677"/>
              <a:ext cx="486661" cy="127426"/>
            </a:xfrm>
            <a:prstGeom prst="ellipse">
              <a:avLst/>
            </a:prstGeom>
            <a:gradFill>
              <a:gsLst>
                <a:gs pos="0">
                  <a:srgbClr val="D94434">
                    <a:alpha val="32968"/>
                  </a:srgbClr>
                </a:gs>
                <a:gs pos="14286">
                  <a:srgbClr val="D94434">
                    <a:alpha val="30764"/>
                  </a:srgbClr>
                </a:gs>
                <a:gs pos="28571">
                  <a:srgbClr val="D94434">
                    <a:alpha val="24833"/>
                  </a:srgbClr>
                </a:gs>
                <a:gs pos="42857">
                  <a:srgbClr val="D94434">
                    <a:alpha val="17075"/>
                  </a:srgbClr>
                </a:gs>
                <a:gs pos="57143">
                  <a:srgbClr val="D94434">
                    <a:alpha val="9855"/>
                  </a:srgbClr>
                </a:gs>
                <a:gs pos="71429">
                  <a:srgbClr val="D94434">
                    <a:alpha val="4740"/>
                  </a:srgbClr>
                </a:gs>
                <a:gs pos="85714">
                  <a:srgbClr val="D94434">
                    <a:alpha val="1902"/>
                  </a:srgbClr>
                </a:gs>
                <a:gs pos="100000">
                  <a:srgbClr val="D944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3240277">
              <a:off x="1258978" y="3264972"/>
              <a:ext cx="68461" cy="18708"/>
            </a:xfrm>
            <a:prstGeom prst="ellipse">
              <a:avLst/>
            </a:prstGeom>
            <a:gradFill>
              <a:gsLst>
                <a:gs pos="0">
                  <a:srgbClr val="BE4839">
                    <a:alpha val="15674"/>
                  </a:srgbClr>
                </a:gs>
                <a:gs pos="14286">
                  <a:srgbClr val="BE4839">
                    <a:alpha val="14503"/>
                  </a:srgbClr>
                </a:gs>
                <a:gs pos="28571">
                  <a:srgbClr val="BE4839">
                    <a:alpha val="11455"/>
                  </a:srgbClr>
                </a:gs>
                <a:gs pos="42857">
                  <a:srgbClr val="BE4839">
                    <a:alpha val="7670"/>
                  </a:srgbClr>
                </a:gs>
                <a:gs pos="57143">
                  <a:srgbClr val="BE4839">
                    <a:alpha val="4325"/>
                  </a:srgbClr>
                </a:gs>
                <a:gs pos="71429">
                  <a:srgbClr val="BE4839">
                    <a:alpha val="2049"/>
                  </a:srgbClr>
                </a:gs>
                <a:gs pos="85714">
                  <a:srgbClr val="BE4839">
                    <a:alpha val="815"/>
                  </a:srgbClr>
                </a:gs>
                <a:gs pos="100000">
                  <a:srgbClr val="BE4839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-9964542">
              <a:off x="2955675" y="2317967"/>
              <a:ext cx="68461" cy="18540"/>
            </a:xfrm>
            <a:prstGeom prst="ellipse">
              <a:avLst/>
            </a:prstGeom>
            <a:gradFill>
              <a:gsLst>
                <a:gs pos="0">
                  <a:srgbClr val="C12921">
                    <a:alpha val="15800"/>
                  </a:srgbClr>
                </a:gs>
                <a:gs pos="14286">
                  <a:srgbClr val="C12921">
                    <a:alpha val="14621"/>
                  </a:srgbClr>
                </a:gs>
                <a:gs pos="28571">
                  <a:srgbClr val="C12921">
                    <a:alpha val="11550"/>
                  </a:srgbClr>
                </a:gs>
                <a:gs pos="42857">
                  <a:srgbClr val="C12921">
                    <a:alpha val="7735"/>
                  </a:srgbClr>
                </a:gs>
                <a:gs pos="57143">
                  <a:srgbClr val="C12921">
                    <a:alpha val="4363"/>
                  </a:srgbClr>
                </a:gs>
                <a:gs pos="71429">
                  <a:srgbClr val="C12921">
                    <a:alpha val="2066"/>
                  </a:srgbClr>
                </a:gs>
                <a:gs pos="85714">
                  <a:srgbClr val="C12921">
                    <a:alpha val="822"/>
                  </a:srgbClr>
                </a:gs>
                <a:gs pos="100000">
                  <a:srgbClr val="C12921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2737484">
              <a:off x="339856" y="3053177"/>
              <a:ext cx="387017" cy="24092"/>
            </a:xfrm>
            <a:prstGeom prst="ellipse">
              <a:avLst/>
            </a:prstGeom>
            <a:gradFill>
              <a:gsLst>
                <a:gs pos="0">
                  <a:srgbClr val="FF7C5E">
                    <a:alpha val="32968"/>
                  </a:srgbClr>
                </a:gs>
                <a:gs pos="14286">
                  <a:srgbClr val="FF7C5E">
                    <a:alpha val="30764"/>
                  </a:srgbClr>
                </a:gs>
                <a:gs pos="28571">
                  <a:srgbClr val="FF7C5E">
                    <a:alpha val="24833"/>
                  </a:srgbClr>
                </a:gs>
                <a:gs pos="42857">
                  <a:srgbClr val="FF7C5E">
                    <a:alpha val="17075"/>
                  </a:srgbClr>
                </a:gs>
                <a:gs pos="57143">
                  <a:srgbClr val="FF7C5E">
                    <a:alpha val="9855"/>
                  </a:srgbClr>
                </a:gs>
                <a:gs pos="71429">
                  <a:srgbClr val="FF7C5E">
                    <a:alpha val="4740"/>
                  </a:srgbClr>
                </a:gs>
                <a:gs pos="85714">
                  <a:srgbClr val="FF7C5E">
                    <a:alpha val="1902"/>
                  </a:srgbClr>
                </a:gs>
                <a:gs pos="100000">
                  <a:srgbClr val="FF7C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-8881132">
              <a:off x="864069" y="2809151"/>
              <a:ext cx="68461" cy="18722"/>
            </a:xfrm>
            <a:prstGeom prst="ellipse">
              <a:avLst/>
            </a:prstGeom>
            <a:gradFill>
              <a:gsLst>
                <a:gs pos="0">
                  <a:srgbClr val="E16249">
                    <a:alpha val="15664"/>
                  </a:srgbClr>
                </a:gs>
                <a:gs pos="14286">
                  <a:srgbClr val="E16249">
                    <a:alpha val="14494"/>
                  </a:srgbClr>
                </a:gs>
                <a:gs pos="28571">
                  <a:srgbClr val="E16249">
                    <a:alpha val="11448"/>
                  </a:srgbClr>
                </a:gs>
                <a:gs pos="42857">
                  <a:srgbClr val="E16249">
                    <a:alpha val="7665"/>
                  </a:srgbClr>
                </a:gs>
                <a:gs pos="57143">
                  <a:srgbClr val="E16249">
                    <a:alpha val="4322"/>
                  </a:srgbClr>
                </a:gs>
                <a:gs pos="71429">
                  <a:srgbClr val="E16249">
                    <a:alpha val="2047"/>
                  </a:srgbClr>
                </a:gs>
                <a:gs pos="85714">
                  <a:srgbClr val="E16249">
                    <a:alpha val="815"/>
                  </a:srgbClr>
                </a:gs>
                <a:gs pos="100000">
                  <a:srgbClr val="E16249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3498371">
              <a:off x="720157" y="2551416"/>
              <a:ext cx="68461" cy="18684"/>
            </a:xfrm>
            <a:prstGeom prst="ellipse">
              <a:avLst/>
            </a:prstGeom>
            <a:gradFill>
              <a:gsLst>
                <a:gs pos="0">
                  <a:srgbClr val="DD6E53">
                    <a:alpha val="15692"/>
                  </a:srgbClr>
                </a:gs>
                <a:gs pos="14286">
                  <a:srgbClr val="DD6E53">
                    <a:alpha val="14520"/>
                  </a:srgbClr>
                </a:gs>
                <a:gs pos="28571">
                  <a:srgbClr val="DD6E53">
                    <a:alpha val="11469"/>
                  </a:srgbClr>
                </a:gs>
                <a:gs pos="42857">
                  <a:srgbClr val="DD6E53">
                    <a:alpha val="7679"/>
                  </a:srgbClr>
                </a:gs>
                <a:gs pos="57143">
                  <a:srgbClr val="DD6E53">
                    <a:alpha val="4331"/>
                  </a:srgbClr>
                </a:gs>
                <a:gs pos="71429">
                  <a:srgbClr val="DD6E53">
                    <a:alpha val="2051"/>
                  </a:srgbClr>
                </a:gs>
                <a:gs pos="85714">
                  <a:srgbClr val="DD6E53">
                    <a:alpha val="816"/>
                  </a:srgbClr>
                </a:gs>
                <a:gs pos="100000">
                  <a:srgbClr val="DD6E53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4261899">
              <a:off x="2139065" y="2293732"/>
              <a:ext cx="68461" cy="18737"/>
            </a:xfrm>
            <a:prstGeom prst="ellipse">
              <a:avLst/>
            </a:prstGeom>
            <a:gradFill>
              <a:gsLst>
                <a:gs pos="0">
                  <a:srgbClr val="DD563A">
                    <a:alpha val="15653"/>
                  </a:srgbClr>
                </a:gs>
                <a:gs pos="14286">
                  <a:srgbClr val="DD563A">
                    <a:alpha val="14483"/>
                  </a:srgbClr>
                </a:gs>
                <a:gs pos="28571">
                  <a:srgbClr val="DD563A">
                    <a:alpha val="11439"/>
                  </a:srgbClr>
                </a:gs>
                <a:gs pos="42857">
                  <a:srgbClr val="DD563A">
                    <a:alpha val="7659"/>
                  </a:srgbClr>
                </a:gs>
                <a:gs pos="57143">
                  <a:srgbClr val="DD563A">
                    <a:alpha val="4319"/>
                  </a:srgbClr>
                </a:gs>
                <a:gs pos="71429">
                  <a:srgbClr val="DD563A">
                    <a:alpha val="2046"/>
                  </a:srgbClr>
                </a:gs>
                <a:gs pos="85714">
                  <a:srgbClr val="DD563A">
                    <a:alpha val="814"/>
                  </a:srgbClr>
                </a:gs>
                <a:gs pos="100000">
                  <a:srgbClr val="DD563A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-10206639">
              <a:off x="1041481" y="2639801"/>
              <a:ext cx="447809" cy="77191"/>
            </a:xfrm>
            <a:prstGeom prst="ellipse">
              <a:avLst/>
            </a:prstGeom>
            <a:gradFill>
              <a:gsLst>
                <a:gs pos="0">
                  <a:srgbClr val="B09E4D">
                    <a:alpha val="32968"/>
                  </a:srgbClr>
                </a:gs>
                <a:gs pos="14286">
                  <a:srgbClr val="B09E4D">
                    <a:alpha val="30764"/>
                  </a:srgbClr>
                </a:gs>
                <a:gs pos="28571">
                  <a:srgbClr val="B09E4D">
                    <a:alpha val="24833"/>
                  </a:srgbClr>
                </a:gs>
                <a:gs pos="42857">
                  <a:srgbClr val="B09E4D">
                    <a:alpha val="17075"/>
                  </a:srgbClr>
                </a:gs>
                <a:gs pos="57143">
                  <a:srgbClr val="B09E4D">
                    <a:alpha val="9855"/>
                  </a:srgbClr>
                </a:gs>
                <a:gs pos="71429">
                  <a:srgbClr val="B09E4D">
                    <a:alpha val="4740"/>
                  </a:srgbClr>
                </a:gs>
                <a:gs pos="85714">
                  <a:srgbClr val="B09E4D">
                    <a:alpha val="1902"/>
                  </a:srgbClr>
                </a:gs>
                <a:gs pos="100000">
                  <a:srgbClr val="B09E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10585192">
              <a:off x="537762" y="1010465"/>
              <a:ext cx="68461" cy="18741"/>
            </a:xfrm>
            <a:prstGeom prst="ellipse">
              <a:avLst/>
            </a:prstGeom>
            <a:gradFill>
              <a:gsLst>
                <a:gs pos="0">
                  <a:srgbClr val="D76450">
                    <a:alpha val="15649"/>
                  </a:srgbClr>
                </a:gs>
                <a:gs pos="14286">
                  <a:srgbClr val="D76450">
                    <a:alpha val="14480"/>
                  </a:srgbClr>
                </a:gs>
                <a:gs pos="28571">
                  <a:srgbClr val="D76450">
                    <a:alpha val="11437"/>
                  </a:srgbClr>
                </a:gs>
                <a:gs pos="42857">
                  <a:srgbClr val="D76450">
                    <a:alpha val="7657"/>
                  </a:srgbClr>
                </a:gs>
                <a:gs pos="57143">
                  <a:srgbClr val="D76450">
                    <a:alpha val="4318"/>
                  </a:srgbClr>
                </a:gs>
                <a:gs pos="71429">
                  <a:srgbClr val="D76450">
                    <a:alpha val="2045"/>
                  </a:srgbClr>
                </a:gs>
                <a:gs pos="85714">
                  <a:srgbClr val="D76450">
                    <a:alpha val="814"/>
                  </a:srgbClr>
                </a:gs>
                <a:gs pos="100000">
                  <a:srgbClr val="D7645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-10704669">
              <a:off x="1011883" y="2453461"/>
              <a:ext cx="386813" cy="46898"/>
            </a:xfrm>
            <a:prstGeom prst="ellipse">
              <a:avLst/>
            </a:prstGeom>
            <a:gradFill>
              <a:gsLst>
                <a:gs pos="0">
                  <a:srgbClr val="B7DEBE">
                    <a:alpha val="32968"/>
                  </a:srgbClr>
                </a:gs>
                <a:gs pos="14286">
                  <a:srgbClr val="B7DEBE">
                    <a:alpha val="30764"/>
                  </a:srgbClr>
                </a:gs>
                <a:gs pos="28571">
                  <a:srgbClr val="B7DEBE">
                    <a:alpha val="24833"/>
                  </a:srgbClr>
                </a:gs>
                <a:gs pos="42857">
                  <a:srgbClr val="B7DEBE">
                    <a:alpha val="17075"/>
                  </a:srgbClr>
                </a:gs>
                <a:gs pos="57143">
                  <a:srgbClr val="B7DEBE">
                    <a:alpha val="9855"/>
                  </a:srgbClr>
                </a:gs>
                <a:gs pos="71429">
                  <a:srgbClr val="B7DEBE">
                    <a:alpha val="4740"/>
                  </a:srgbClr>
                </a:gs>
                <a:gs pos="85714">
                  <a:srgbClr val="B7DEBE">
                    <a:alpha val="1902"/>
                  </a:srgbClr>
                </a:gs>
                <a:gs pos="100000">
                  <a:srgbClr val="B7DE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10701393">
              <a:off x="966571" y="2547791"/>
              <a:ext cx="444797" cy="109112"/>
            </a:xfrm>
            <a:prstGeom prst="ellipse">
              <a:avLst/>
            </a:prstGeom>
            <a:gradFill>
              <a:gsLst>
                <a:gs pos="0">
                  <a:srgbClr val="CFEBA9">
                    <a:alpha val="32968"/>
                  </a:srgbClr>
                </a:gs>
                <a:gs pos="14286">
                  <a:srgbClr val="CFEBA9">
                    <a:alpha val="30764"/>
                  </a:srgbClr>
                </a:gs>
                <a:gs pos="28571">
                  <a:srgbClr val="CFEBA9">
                    <a:alpha val="24833"/>
                  </a:srgbClr>
                </a:gs>
                <a:gs pos="42857">
                  <a:srgbClr val="CFEBA9">
                    <a:alpha val="17075"/>
                  </a:srgbClr>
                </a:gs>
                <a:gs pos="57143">
                  <a:srgbClr val="CFEBA9">
                    <a:alpha val="9855"/>
                  </a:srgbClr>
                </a:gs>
                <a:gs pos="71429">
                  <a:srgbClr val="CFEBA9">
                    <a:alpha val="4740"/>
                  </a:srgbClr>
                </a:gs>
                <a:gs pos="85714">
                  <a:srgbClr val="CFEBA9">
                    <a:alpha val="1902"/>
                  </a:srgbClr>
                </a:gs>
                <a:gs pos="100000">
                  <a:srgbClr val="CFEB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4131614">
              <a:off x="1482483" y="959728"/>
              <a:ext cx="68461" cy="18752"/>
            </a:xfrm>
            <a:prstGeom prst="ellipse">
              <a:avLst/>
            </a:prstGeom>
            <a:gradFill>
              <a:gsLst>
                <a:gs pos="0">
                  <a:srgbClr val="E75740">
                    <a:alpha val="15641"/>
                  </a:srgbClr>
                </a:gs>
                <a:gs pos="14286">
                  <a:srgbClr val="E75740">
                    <a:alpha val="14473"/>
                  </a:srgbClr>
                </a:gs>
                <a:gs pos="28571">
                  <a:srgbClr val="E75740">
                    <a:alpha val="11431"/>
                  </a:srgbClr>
                </a:gs>
                <a:gs pos="42857">
                  <a:srgbClr val="E75740">
                    <a:alpha val="7653"/>
                  </a:srgbClr>
                </a:gs>
                <a:gs pos="57143">
                  <a:srgbClr val="E75740">
                    <a:alpha val="4316"/>
                  </a:srgbClr>
                </a:gs>
                <a:gs pos="71429">
                  <a:srgbClr val="E75740">
                    <a:alpha val="2044"/>
                  </a:srgbClr>
                </a:gs>
                <a:gs pos="85714">
                  <a:srgbClr val="E75740">
                    <a:alpha val="813"/>
                  </a:srgbClr>
                </a:gs>
                <a:gs pos="100000">
                  <a:srgbClr val="E7574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-8147447">
              <a:off x="1156021" y="2779657"/>
              <a:ext cx="159385" cy="53706"/>
            </a:xfrm>
            <a:prstGeom prst="ellipse">
              <a:avLst/>
            </a:prstGeom>
            <a:gradFill>
              <a:gsLst>
                <a:gs pos="0">
                  <a:srgbClr val="479566">
                    <a:alpha val="32968"/>
                  </a:srgbClr>
                </a:gs>
                <a:gs pos="14286">
                  <a:srgbClr val="479566">
                    <a:alpha val="30764"/>
                  </a:srgbClr>
                </a:gs>
                <a:gs pos="28571">
                  <a:srgbClr val="479566">
                    <a:alpha val="24833"/>
                  </a:srgbClr>
                </a:gs>
                <a:gs pos="42857">
                  <a:srgbClr val="479566">
                    <a:alpha val="17075"/>
                  </a:srgbClr>
                </a:gs>
                <a:gs pos="57143">
                  <a:srgbClr val="479566">
                    <a:alpha val="9855"/>
                  </a:srgbClr>
                </a:gs>
                <a:gs pos="71429">
                  <a:srgbClr val="479566">
                    <a:alpha val="4740"/>
                  </a:srgbClr>
                </a:gs>
                <a:gs pos="85714">
                  <a:srgbClr val="479566">
                    <a:alpha val="1902"/>
                  </a:srgbClr>
                </a:gs>
                <a:gs pos="100000">
                  <a:srgbClr val="4795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-8405007">
              <a:off x="2147886" y="2722733"/>
              <a:ext cx="68461" cy="18688"/>
            </a:xfrm>
            <a:prstGeom prst="ellipse">
              <a:avLst/>
            </a:prstGeom>
            <a:gradFill>
              <a:gsLst>
                <a:gs pos="0">
                  <a:srgbClr val="DA5138">
                    <a:alpha val="15690"/>
                  </a:srgbClr>
                </a:gs>
                <a:gs pos="14286">
                  <a:srgbClr val="DA5138">
                    <a:alpha val="14518"/>
                  </a:srgbClr>
                </a:gs>
                <a:gs pos="28571">
                  <a:srgbClr val="DA5138">
                    <a:alpha val="11467"/>
                  </a:srgbClr>
                </a:gs>
                <a:gs pos="42857">
                  <a:srgbClr val="DA5138">
                    <a:alpha val="7678"/>
                  </a:srgbClr>
                </a:gs>
                <a:gs pos="57143">
                  <a:srgbClr val="DA5138">
                    <a:alpha val="4330"/>
                  </a:srgbClr>
                </a:gs>
                <a:gs pos="71429">
                  <a:srgbClr val="DA5138">
                    <a:alpha val="2051"/>
                  </a:srgbClr>
                </a:gs>
                <a:gs pos="85714">
                  <a:srgbClr val="DA5138">
                    <a:alpha val="816"/>
                  </a:srgbClr>
                </a:gs>
                <a:gs pos="100000">
                  <a:srgbClr val="DA5138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8471342">
              <a:off x="2683083" y="3159201"/>
              <a:ext cx="504360" cy="71636"/>
            </a:xfrm>
            <a:prstGeom prst="ellipse">
              <a:avLst/>
            </a:prstGeom>
            <a:gradFill>
              <a:gsLst>
                <a:gs pos="0">
                  <a:srgbClr val="F06148">
                    <a:alpha val="32968"/>
                  </a:srgbClr>
                </a:gs>
                <a:gs pos="14286">
                  <a:srgbClr val="F06148">
                    <a:alpha val="30764"/>
                  </a:srgbClr>
                </a:gs>
                <a:gs pos="28571">
                  <a:srgbClr val="F06148">
                    <a:alpha val="24833"/>
                  </a:srgbClr>
                </a:gs>
                <a:gs pos="42857">
                  <a:srgbClr val="F06148">
                    <a:alpha val="17075"/>
                  </a:srgbClr>
                </a:gs>
                <a:gs pos="57143">
                  <a:srgbClr val="F06148">
                    <a:alpha val="9855"/>
                  </a:srgbClr>
                </a:gs>
                <a:gs pos="71429">
                  <a:srgbClr val="F06148">
                    <a:alpha val="4740"/>
                  </a:srgbClr>
                </a:gs>
                <a:gs pos="85714">
                  <a:srgbClr val="F06148">
                    <a:alpha val="1902"/>
                  </a:srgbClr>
                </a:gs>
                <a:gs pos="100000">
                  <a:srgbClr val="F061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5279752">
              <a:off x="654596" y="1031329"/>
              <a:ext cx="68461" cy="18688"/>
            </a:xfrm>
            <a:prstGeom prst="ellipse">
              <a:avLst/>
            </a:prstGeom>
            <a:gradFill>
              <a:gsLst>
                <a:gs pos="0">
                  <a:srgbClr val="D47159">
                    <a:alpha val="15689"/>
                  </a:srgbClr>
                </a:gs>
                <a:gs pos="14286">
                  <a:srgbClr val="D47159">
                    <a:alpha val="14517"/>
                  </a:srgbClr>
                </a:gs>
                <a:gs pos="28571">
                  <a:srgbClr val="D47159">
                    <a:alpha val="11467"/>
                  </a:srgbClr>
                </a:gs>
                <a:gs pos="42857">
                  <a:srgbClr val="D47159">
                    <a:alpha val="7678"/>
                  </a:srgbClr>
                </a:gs>
                <a:gs pos="57143">
                  <a:srgbClr val="D47159">
                    <a:alpha val="4330"/>
                  </a:srgbClr>
                </a:gs>
                <a:gs pos="71429">
                  <a:srgbClr val="D47159">
                    <a:alpha val="2051"/>
                  </a:srgbClr>
                </a:gs>
                <a:gs pos="85714">
                  <a:srgbClr val="D47159">
                    <a:alpha val="816"/>
                  </a:srgbClr>
                </a:gs>
                <a:gs pos="100000">
                  <a:srgbClr val="D47159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-10668670">
              <a:off x="1158963" y="820545"/>
              <a:ext cx="68461" cy="18802"/>
            </a:xfrm>
            <a:prstGeom prst="ellipse">
              <a:avLst/>
            </a:prstGeom>
            <a:gradFill>
              <a:gsLst>
                <a:gs pos="0">
                  <a:srgbClr val="D5473D">
                    <a:alpha val="15604"/>
                  </a:srgbClr>
                </a:gs>
                <a:gs pos="14286">
                  <a:srgbClr val="D5473D">
                    <a:alpha val="14438"/>
                  </a:srgbClr>
                </a:gs>
                <a:gs pos="28571">
                  <a:srgbClr val="D5473D">
                    <a:alpha val="11403"/>
                  </a:srgbClr>
                </a:gs>
                <a:gs pos="42857">
                  <a:srgbClr val="D5473D">
                    <a:alpha val="7634"/>
                  </a:srgbClr>
                </a:gs>
                <a:gs pos="57143">
                  <a:srgbClr val="D5473D">
                    <a:alpha val="4305"/>
                  </a:srgbClr>
                </a:gs>
                <a:gs pos="71429">
                  <a:srgbClr val="D5473D">
                    <a:alpha val="2039"/>
                  </a:srgbClr>
                </a:gs>
                <a:gs pos="85714">
                  <a:srgbClr val="D5473D">
                    <a:alpha val="811"/>
                  </a:srgbClr>
                </a:gs>
                <a:gs pos="100000">
                  <a:srgbClr val="D5473D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10774212">
              <a:off x="688107" y="1960200"/>
              <a:ext cx="356957" cy="162466"/>
            </a:xfrm>
            <a:prstGeom prst="ellipse">
              <a:avLst/>
            </a:prstGeom>
            <a:gradFill>
              <a:gsLst>
                <a:gs pos="0">
                  <a:srgbClr val="E8AA6B">
                    <a:alpha val="32968"/>
                  </a:srgbClr>
                </a:gs>
                <a:gs pos="14286">
                  <a:srgbClr val="E8AA6B">
                    <a:alpha val="30764"/>
                  </a:srgbClr>
                </a:gs>
                <a:gs pos="28571">
                  <a:srgbClr val="E8AA6B">
                    <a:alpha val="24833"/>
                  </a:srgbClr>
                </a:gs>
                <a:gs pos="42857">
                  <a:srgbClr val="E8AA6B">
                    <a:alpha val="17075"/>
                  </a:srgbClr>
                </a:gs>
                <a:gs pos="57143">
                  <a:srgbClr val="E8AA6B">
                    <a:alpha val="9855"/>
                  </a:srgbClr>
                </a:gs>
                <a:gs pos="71429">
                  <a:srgbClr val="E8AA6B">
                    <a:alpha val="4740"/>
                  </a:srgbClr>
                </a:gs>
                <a:gs pos="85714">
                  <a:srgbClr val="E8AA6B">
                    <a:alpha val="1902"/>
                  </a:srgbClr>
                </a:gs>
                <a:gs pos="100000">
                  <a:srgbClr val="E8AA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-8758610">
              <a:off x="2571189" y="374691"/>
              <a:ext cx="573411" cy="198118"/>
            </a:xfrm>
            <a:prstGeom prst="ellipse">
              <a:avLst/>
            </a:prstGeom>
            <a:gradFill>
              <a:gsLst>
                <a:gs pos="0">
                  <a:srgbClr val="FD7356">
                    <a:alpha val="32968"/>
                  </a:srgbClr>
                </a:gs>
                <a:gs pos="14286">
                  <a:srgbClr val="FD7356">
                    <a:alpha val="30764"/>
                  </a:srgbClr>
                </a:gs>
                <a:gs pos="28571">
                  <a:srgbClr val="FD7356">
                    <a:alpha val="24833"/>
                  </a:srgbClr>
                </a:gs>
                <a:gs pos="42857">
                  <a:srgbClr val="FD7356">
                    <a:alpha val="17075"/>
                  </a:srgbClr>
                </a:gs>
                <a:gs pos="57143">
                  <a:srgbClr val="FD7356">
                    <a:alpha val="9855"/>
                  </a:srgbClr>
                </a:gs>
                <a:gs pos="71429">
                  <a:srgbClr val="FD7356">
                    <a:alpha val="4740"/>
                  </a:srgbClr>
                </a:gs>
                <a:gs pos="85714">
                  <a:srgbClr val="FD7356">
                    <a:alpha val="1902"/>
                  </a:srgbClr>
                </a:gs>
                <a:gs pos="100000">
                  <a:srgbClr val="FD73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6154966">
              <a:off x="881198" y="1135246"/>
              <a:ext cx="68461" cy="18783"/>
            </a:xfrm>
            <a:prstGeom prst="ellipse">
              <a:avLst/>
            </a:prstGeom>
            <a:gradFill>
              <a:gsLst>
                <a:gs pos="0">
                  <a:srgbClr val="E77358">
                    <a:alpha val="15619"/>
                  </a:srgbClr>
                </a:gs>
                <a:gs pos="14286">
                  <a:srgbClr val="E77358">
                    <a:alpha val="14452"/>
                  </a:srgbClr>
                </a:gs>
                <a:gs pos="28571">
                  <a:srgbClr val="E77358">
                    <a:alpha val="11414"/>
                  </a:srgbClr>
                </a:gs>
                <a:gs pos="42857">
                  <a:srgbClr val="E77358">
                    <a:alpha val="7642"/>
                  </a:srgbClr>
                </a:gs>
                <a:gs pos="57143">
                  <a:srgbClr val="E77358">
                    <a:alpha val="4309"/>
                  </a:srgbClr>
                </a:gs>
                <a:gs pos="71429">
                  <a:srgbClr val="E77358">
                    <a:alpha val="2041"/>
                  </a:srgbClr>
                </a:gs>
                <a:gs pos="85714">
                  <a:srgbClr val="E77358">
                    <a:alpha val="812"/>
                  </a:srgbClr>
                </a:gs>
                <a:gs pos="100000">
                  <a:srgbClr val="E77358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-10679398">
              <a:off x="14569" y="2614531"/>
              <a:ext cx="592564" cy="583105"/>
            </a:xfrm>
            <a:prstGeom prst="ellipse">
              <a:avLst/>
            </a:prstGeom>
            <a:gradFill>
              <a:gsLst>
                <a:gs pos="0">
                  <a:srgbClr val="020001">
                    <a:alpha val="8472"/>
                  </a:srgbClr>
                </a:gs>
                <a:gs pos="14286">
                  <a:srgbClr val="020001">
                    <a:alpha val="7814"/>
                  </a:srgbClr>
                </a:gs>
                <a:gs pos="28571">
                  <a:srgbClr val="020001">
                    <a:alpha val="6122"/>
                  </a:srgbClr>
                </a:gs>
                <a:gs pos="42857">
                  <a:srgbClr val="020001">
                    <a:alpha val="4059"/>
                  </a:srgbClr>
                </a:gs>
                <a:gs pos="57143">
                  <a:srgbClr val="020001">
                    <a:alpha val="2270"/>
                  </a:srgbClr>
                </a:gs>
                <a:gs pos="71429">
                  <a:srgbClr val="020001">
                    <a:alpha val="1069"/>
                  </a:srgbClr>
                </a:gs>
                <a:gs pos="85714">
                  <a:srgbClr val="020001">
                    <a:alpha val="424"/>
                  </a:srgbClr>
                </a:gs>
                <a:gs pos="100000">
                  <a:srgbClr val="020001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7542407">
              <a:off x="3078665" y="481700"/>
              <a:ext cx="207737" cy="843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7354656">
              <a:off x="218226" y="1365086"/>
              <a:ext cx="508750" cy="115452"/>
            </a:xfrm>
            <a:prstGeom prst="ellipse">
              <a:avLst/>
            </a:prstGeom>
            <a:gradFill>
              <a:gsLst>
                <a:gs pos="0">
                  <a:srgbClr val="FFBC70">
                    <a:alpha val="32968"/>
                  </a:srgbClr>
                </a:gs>
                <a:gs pos="14286">
                  <a:srgbClr val="FFBC70">
                    <a:alpha val="30764"/>
                  </a:srgbClr>
                </a:gs>
                <a:gs pos="28571">
                  <a:srgbClr val="FFBC70">
                    <a:alpha val="24833"/>
                  </a:srgbClr>
                </a:gs>
                <a:gs pos="42857">
                  <a:srgbClr val="FFBC70">
                    <a:alpha val="17075"/>
                  </a:srgbClr>
                </a:gs>
                <a:gs pos="57143">
                  <a:srgbClr val="FFBC70">
                    <a:alpha val="9855"/>
                  </a:srgbClr>
                </a:gs>
                <a:gs pos="71429">
                  <a:srgbClr val="FFBC70">
                    <a:alpha val="4740"/>
                  </a:srgbClr>
                </a:gs>
                <a:gs pos="85714">
                  <a:srgbClr val="FFBC70">
                    <a:alpha val="1902"/>
                  </a:srgbClr>
                </a:gs>
                <a:gs pos="100000">
                  <a:srgbClr val="FFBC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4920716">
              <a:off x="458872" y="1625396"/>
              <a:ext cx="578079" cy="151589"/>
            </a:xfrm>
            <a:prstGeom prst="ellipse">
              <a:avLst/>
            </a:prstGeom>
            <a:gradFill>
              <a:gsLst>
                <a:gs pos="0">
                  <a:srgbClr val="FFFFC9">
                    <a:alpha val="32968"/>
                  </a:srgbClr>
                </a:gs>
                <a:gs pos="14286">
                  <a:srgbClr val="FFFFC9">
                    <a:alpha val="30764"/>
                  </a:srgbClr>
                </a:gs>
                <a:gs pos="28571">
                  <a:srgbClr val="FFFFC9">
                    <a:alpha val="24833"/>
                  </a:srgbClr>
                </a:gs>
                <a:gs pos="42857">
                  <a:srgbClr val="FFFFC9">
                    <a:alpha val="17075"/>
                  </a:srgbClr>
                </a:gs>
                <a:gs pos="57143">
                  <a:srgbClr val="FFFFC9">
                    <a:alpha val="9855"/>
                  </a:srgbClr>
                </a:gs>
                <a:gs pos="71429">
                  <a:srgbClr val="FFFFC9">
                    <a:alpha val="4740"/>
                  </a:srgbClr>
                </a:gs>
                <a:gs pos="85714">
                  <a:srgbClr val="FFFFC9">
                    <a:alpha val="1902"/>
                  </a:srgbClr>
                </a:gs>
                <a:gs pos="100000">
                  <a:srgbClr val="FFFF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7211515">
              <a:off x="2020136" y="2908381"/>
              <a:ext cx="298120" cy="47537"/>
            </a:xfrm>
            <a:prstGeom prst="ellipse">
              <a:avLst/>
            </a:prstGeom>
            <a:gradFill>
              <a:gsLst>
                <a:gs pos="0">
                  <a:srgbClr val="00004D">
                    <a:alpha val="18208"/>
                  </a:srgbClr>
                </a:gs>
                <a:gs pos="14286">
                  <a:srgbClr val="00004D">
                    <a:alpha val="16867"/>
                  </a:srgbClr>
                </a:gs>
                <a:gs pos="28571">
                  <a:srgbClr val="00004D">
                    <a:alpha val="13362"/>
                  </a:srgbClr>
                </a:gs>
                <a:gs pos="42857">
                  <a:srgbClr val="00004D">
                    <a:alpha val="8979"/>
                  </a:srgbClr>
                </a:gs>
                <a:gs pos="57143">
                  <a:srgbClr val="00004D">
                    <a:alpha val="5080"/>
                  </a:srgbClr>
                </a:gs>
                <a:gs pos="71429">
                  <a:srgbClr val="00004D">
                    <a:alpha val="2411"/>
                  </a:srgbClr>
                </a:gs>
                <a:gs pos="85714">
                  <a:srgbClr val="00004D">
                    <a:alpha val="960"/>
                  </a:srgbClr>
                </a:gs>
                <a:gs pos="100000">
                  <a:srgbClr val="00004D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4678307">
              <a:off x="423919" y="1695122"/>
              <a:ext cx="262212" cy="52677"/>
            </a:xfrm>
            <a:prstGeom prst="ellipse">
              <a:avLst/>
            </a:prstGeom>
            <a:gradFill>
              <a:gsLst>
                <a:gs pos="0">
                  <a:srgbClr val="FF00CF">
                    <a:alpha val="32968"/>
                  </a:srgbClr>
                </a:gs>
                <a:gs pos="14286">
                  <a:srgbClr val="FF00CF">
                    <a:alpha val="30764"/>
                  </a:srgbClr>
                </a:gs>
                <a:gs pos="28571">
                  <a:srgbClr val="FF00CF">
                    <a:alpha val="24833"/>
                  </a:srgbClr>
                </a:gs>
                <a:gs pos="42857">
                  <a:srgbClr val="FF00CF">
                    <a:alpha val="17075"/>
                  </a:srgbClr>
                </a:gs>
                <a:gs pos="57143">
                  <a:srgbClr val="FF00CF">
                    <a:alpha val="9855"/>
                  </a:srgbClr>
                </a:gs>
                <a:gs pos="71429">
                  <a:srgbClr val="FF00CF">
                    <a:alpha val="4740"/>
                  </a:srgbClr>
                </a:gs>
                <a:gs pos="85714">
                  <a:srgbClr val="FF00CF">
                    <a:alpha val="1902"/>
                  </a:srgbClr>
                </a:gs>
                <a:gs pos="100000">
                  <a:srgbClr val="FF00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10318585">
              <a:off x="2092716" y="3573585"/>
              <a:ext cx="68461" cy="17667"/>
            </a:xfrm>
            <a:prstGeom prst="ellipse">
              <a:avLst/>
            </a:prstGeom>
            <a:gradFill>
              <a:gsLst>
                <a:gs pos="0">
                  <a:srgbClr val="802819">
                    <a:alpha val="16449"/>
                  </a:srgbClr>
                </a:gs>
                <a:gs pos="14286">
                  <a:srgbClr val="802819">
                    <a:alpha val="15226"/>
                  </a:srgbClr>
                </a:gs>
                <a:gs pos="28571">
                  <a:srgbClr val="802819">
                    <a:alpha val="12037"/>
                  </a:srgbClr>
                </a:gs>
                <a:gs pos="42857">
                  <a:srgbClr val="802819">
                    <a:alpha val="8068"/>
                  </a:srgbClr>
                </a:gs>
                <a:gs pos="57143">
                  <a:srgbClr val="802819">
                    <a:alpha val="4554"/>
                  </a:srgbClr>
                </a:gs>
                <a:gs pos="71429">
                  <a:srgbClr val="802819">
                    <a:alpha val="2158"/>
                  </a:srgbClr>
                </a:gs>
                <a:gs pos="85714">
                  <a:srgbClr val="802819">
                    <a:alpha val="859"/>
                  </a:srgbClr>
                </a:gs>
                <a:gs pos="100000">
                  <a:srgbClr val="802819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5241333">
              <a:off x="2201942" y="2417686"/>
              <a:ext cx="283197" cy="55606"/>
            </a:xfrm>
            <a:prstGeom prst="ellipse">
              <a:avLst/>
            </a:prstGeom>
            <a:gradFill>
              <a:gsLst>
                <a:gs pos="0">
                  <a:srgbClr val="000045">
                    <a:alpha val="15405"/>
                  </a:srgbClr>
                </a:gs>
                <a:gs pos="14286">
                  <a:srgbClr val="000045">
                    <a:alpha val="14253"/>
                  </a:srgbClr>
                </a:gs>
                <a:gs pos="28571">
                  <a:srgbClr val="000045">
                    <a:alpha val="11254"/>
                  </a:srgbClr>
                </a:gs>
                <a:gs pos="42857">
                  <a:srgbClr val="000045">
                    <a:alpha val="7532"/>
                  </a:srgbClr>
                </a:gs>
                <a:gs pos="57143">
                  <a:srgbClr val="000045">
                    <a:alpha val="4246"/>
                  </a:srgbClr>
                </a:gs>
                <a:gs pos="71429">
                  <a:srgbClr val="000045">
                    <a:alpha val="2011"/>
                  </a:srgbClr>
                </a:gs>
                <a:gs pos="85714">
                  <a:srgbClr val="000045">
                    <a:alpha val="800"/>
                  </a:srgbClr>
                </a:gs>
                <a:gs pos="100000">
                  <a:srgbClr val="000045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6415098">
              <a:off x="133632" y="2120116"/>
              <a:ext cx="332194" cy="41144"/>
            </a:xfrm>
            <a:prstGeom prst="ellipse">
              <a:avLst/>
            </a:prstGeom>
            <a:gradFill>
              <a:gsLst>
                <a:gs pos="0">
                  <a:srgbClr val="FFD300">
                    <a:alpha val="32968"/>
                  </a:srgbClr>
                </a:gs>
                <a:gs pos="14286">
                  <a:srgbClr val="FFD300">
                    <a:alpha val="30764"/>
                  </a:srgbClr>
                </a:gs>
                <a:gs pos="28571">
                  <a:srgbClr val="FFD300">
                    <a:alpha val="24833"/>
                  </a:srgbClr>
                </a:gs>
                <a:gs pos="42857">
                  <a:srgbClr val="FFD300">
                    <a:alpha val="17075"/>
                  </a:srgbClr>
                </a:gs>
                <a:gs pos="57143">
                  <a:srgbClr val="FFD300">
                    <a:alpha val="9855"/>
                  </a:srgbClr>
                </a:gs>
                <a:gs pos="71429">
                  <a:srgbClr val="FFD300">
                    <a:alpha val="4740"/>
                  </a:srgbClr>
                </a:gs>
                <a:gs pos="85714">
                  <a:srgbClr val="FFD300">
                    <a:alpha val="1902"/>
                  </a:srgbClr>
                </a:gs>
                <a:gs pos="100000">
                  <a:srgbClr val="FFD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6936179">
              <a:off x="3041895" y="2372670"/>
              <a:ext cx="672868" cy="205494"/>
            </a:xfrm>
            <a:prstGeom prst="ellipse">
              <a:avLst/>
            </a:prstGeom>
            <a:gradFill>
              <a:gsLst>
                <a:gs pos="0">
                  <a:srgbClr val="EA5E46">
                    <a:alpha val="32968"/>
                  </a:srgbClr>
                </a:gs>
                <a:gs pos="14286">
                  <a:srgbClr val="EA5E46">
                    <a:alpha val="30764"/>
                  </a:srgbClr>
                </a:gs>
                <a:gs pos="28571">
                  <a:srgbClr val="EA5E46">
                    <a:alpha val="24833"/>
                  </a:srgbClr>
                </a:gs>
                <a:gs pos="42857">
                  <a:srgbClr val="EA5E46">
                    <a:alpha val="17075"/>
                  </a:srgbClr>
                </a:gs>
                <a:gs pos="57143">
                  <a:srgbClr val="EA5E46">
                    <a:alpha val="9855"/>
                  </a:srgbClr>
                </a:gs>
                <a:gs pos="71429">
                  <a:srgbClr val="EA5E46">
                    <a:alpha val="4740"/>
                  </a:srgbClr>
                </a:gs>
                <a:gs pos="85714">
                  <a:srgbClr val="EA5E46">
                    <a:alpha val="1902"/>
                  </a:srgbClr>
                </a:gs>
                <a:gs pos="100000">
                  <a:srgbClr val="EA5E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7983221">
              <a:off x="2827191" y="2998158"/>
              <a:ext cx="550556" cy="71657"/>
            </a:xfrm>
            <a:prstGeom prst="ellipse">
              <a:avLst/>
            </a:prstGeom>
            <a:gradFill>
              <a:gsLst>
                <a:gs pos="0">
                  <a:srgbClr val="F85F49">
                    <a:alpha val="32968"/>
                  </a:srgbClr>
                </a:gs>
                <a:gs pos="14286">
                  <a:srgbClr val="F85F49">
                    <a:alpha val="30764"/>
                  </a:srgbClr>
                </a:gs>
                <a:gs pos="28571">
                  <a:srgbClr val="F85F49">
                    <a:alpha val="24833"/>
                  </a:srgbClr>
                </a:gs>
                <a:gs pos="42857">
                  <a:srgbClr val="F85F49">
                    <a:alpha val="17075"/>
                  </a:srgbClr>
                </a:gs>
                <a:gs pos="57143">
                  <a:srgbClr val="F85F49">
                    <a:alpha val="9855"/>
                  </a:srgbClr>
                </a:gs>
                <a:gs pos="71429">
                  <a:srgbClr val="F85F49">
                    <a:alpha val="4740"/>
                  </a:srgbClr>
                </a:gs>
                <a:gs pos="85714">
                  <a:srgbClr val="F85F49">
                    <a:alpha val="1902"/>
                  </a:srgbClr>
                </a:gs>
                <a:gs pos="100000">
                  <a:srgbClr val="F85F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3393089">
              <a:off x="56064" y="2743137"/>
              <a:ext cx="591487" cy="84809"/>
            </a:xfrm>
            <a:prstGeom prst="ellipse">
              <a:avLst/>
            </a:prstGeom>
            <a:gradFill>
              <a:gsLst>
                <a:gs pos="0">
                  <a:srgbClr val="FF6347">
                    <a:alpha val="32968"/>
                  </a:srgbClr>
                </a:gs>
                <a:gs pos="14286">
                  <a:srgbClr val="FF6347">
                    <a:alpha val="30764"/>
                  </a:srgbClr>
                </a:gs>
                <a:gs pos="28571">
                  <a:srgbClr val="FF6347">
                    <a:alpha val="24833"/>
                  </a:srgbClr>
                </a:gs>
                <a:gs pos="42857">
                  <a:srgbClr val="FF6347">
                    <a:alpha val="17075"/>
                  </a:srgbClr>
                </a:gs>
                <a:gs pos="57143">
                  <a:srgbClr val="FF6347">
                    <a:alpha val="9855"/>
                  </a:srgbClr>
                </a:gs>
                <a:gs pos="71429">
                  <a:srgbClr val="FF6347">
                    <a:alpha val="4740"/>
                  </a:srgbClr>
                </a:gs>
                <a:gs pos="85714">
                  <a:srgbClr val="FF6347">
                    <a:alpha val="1902"/>
                  </a:srgbClr>
                </a:gs>
                <a:gs pos="100000">
                  <a:srgbClr val="FF63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7367238">
              <a:off x="662124" y="784600"/>
              <a:ext cx="487942" cy="61356"/>
            </a:xfrm>
            <a:prstGeom prst="ellipse">
              <a:avLst/>
            </a:prstGeom>
            <a:gradFill>
              <a:gsLst>
                <a:gs pos="0">
                  <a:srgbClr val="E7CDCE">
                    <a:alpha val="32968"/>
                  </a:srgbClr>
                </a:gs>
                <a:gs pos="14286">
                  <a:srgbClr val="E7CDCE">
                    <a:alpha val="30764"/>
                  </a:srgbClr>
                </a:gs>
                <a:gs pos="28571">
                  <a:srgbClr val="E7CDCE">
                    <a:alpha val="24833"/>
                  </a:srgbClr>
                </a:gs>
                <a:gs pos="42857">
                  <a:srgbClr val="E7CDCE">
                    <a:alpha val="17075"/>
                  </a:srgbClr>
                </a:gs>
                <a:gs pos="57143">
                  <a:srgbClr val="E7CDCE">
                    <a:alpha val="9855"/>
                  </a:srgbClr>
                </a:gs>
                <a:gs pos="71429">
                  <a:srgbClr val="E7CDCE">
                    <a:alpha val="4740"/>
                  </a:srgbClr>
                </a:gs>
                <a:gs pos="85714">
                  <a:srgbClr val="E7CDCE">
                    <a:alpha val="1902"/>
                  </a:srgbClr>
                </a:gs>
                <a:gs pos="100000">
                  <a:srgbClr val="E7CD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-9729592">
              <a:off x="1055348" y="3503897"/>
              <a:ext cx="415069" cy="31678"/>
            </a:xfrm>
            <a:prstGeom prst="ellipse">
              <a:avLst/>
            </a:prstGeom>
            <a:gradFill>
              <a:gsLst>
                <a:gs pos="0">
                  <a:srgbClr val="FF6147">
                    <a:alpha val="32968"/>
                  </a:srgbClr>
                </a:gs>
                <a:gs pos="14286">
                  <a:srgbClr val="FF6147">
                    <a:alpha val="30764"/>
                  </a:srgbClr>
                </a:gs>
                <a:gs pos="28571">
                  <a:srgbClr val="FF6147">
                    <a:alpha val="24833"/>
                  </a:srgbClr>
                </a:gs>
                <a:gs pos="42857">
                  <a:srgbClr val="FF6147">
                    <a:alpha val="17075"/>
                  </a:srgbClr>
                </a:gs>
                <a:gs pos="57143">
                  <a:srgbClr val="FF6147">
                    <a:alpha val="9855"/>
                  </a:srgbClr>
                </a:gs>
                <a:gs pos="71429">
                  <a:srgbClr val="FF6147">
                    <a:alpha val="4740"/>
                  </a:srgbClr>
                </a:gs>
                <a:gs pos="85714">
                  <a:srgbClr val="FF6147">
                    <a:alpha val="1902"/>
                  </a:srgbClr>
                </a:gs>
                <a:gs pos="100000">
                  <a:srgbClr val="FF61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9699247">
              <a:off x="1063667" y="75816"/>
              <a:ext cx="426841" cy="28988"/>
            </a:xfrm>
            <a:prstGeom prst="ellipse">
              <a:avLst/>
            </a:prstGeom>
            <a:gradFill>
              <a:gsLst>
                <a:gs pos="0">
                  <a:srgbClr val="00000D">
                    <a:alpha val="32968"/>
                  </a:srgbClr>
                </a:gs>
                <a:gs pos="14286">
                  <a:srgbClr val="00000D">
                    <a:alpha val="30764"/>
                  </a:srgbClr>
                </a:gs>
                <a:gs pos="28571">
                  <a:srgbClr val="00000D">
                    <a:alpha val="24833"/>
                  </a:srgbClr>
                </a:gs>
                <a:gs pos="42857">
                  <a:srgbClr val="00000D">
                    <a:alpha val="17075"/>
                  </a:srgbClr>
                </a:gs>
                <a:gs pos="57143">
                  <a:srgbClr val="00000D">
                    <a:alpha val="9855"/>
                  </a:srgbClr>
                </a:gs>
                <a:gs pos="71429">
                  <a:srgbClr val="00000D">
                    <a:alpha val="4740"/>
                  </a:srgbClr>
                </a:gs>
                <a:gs pos="85714">
                  <a:srgbClr val="00000D">
                    <a:alpha val="1902"/>
                  </a:srgbClr>
                </a:gs>
                <a:gs pos="100000">
                  <a:srgbClr val="000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7317466">
              <a:off x="337542" y="1788807"/>
              <a:ext cx="413816" cy="75891"/>
            </a:xfrm>
            <a:prstGeom prst="ellipse">
              <a:avLst/>
            </a:prstGeom>
            <a:gradFill>
              <a:gsLst>
                <a:gs pos="0">
                  <a:srgbClr val="FFFFCE">
                    <a:alpha val="32968"/>
                  </a:srgbClr>
                </a:gs>
                <a:gs pos="14286">
                  <a:srgbClr val="FFFFCE">
                    <a:alpha val="30764"/>
                  </a:srgbClr>
                </a:gs>
                <a:gs pos="28571">
                  <a:srgbClr val="FFFFCE">
                    <a:alpha val="24833"/>
                  </a:srgbClr>
                </a:gs>
                <a:gs pos="42857">
                  <a:srgbClr val="FFFFCE">
                    <a:alpha val="17075"/>
                  </a:srgbClr>
                </a:gs>
                <a:gs pos="57143">
                  <a:srgbClr val="FFFFCE">
                    <a:alpha val="9855"/>
                  </a:srgbClr>
                </a:gs>
                <a:gs pos="71429">
                  <a:srgbClr val="FFFFCE">
                    <a:alpha val="4740"/>
                  </a:srgbClr>
                </a:gs>
                <a:gs pos="85714">
                  <a:srgbClr val="FFFFCE">
                    <a:alpha val="1902"/>
                  </a:srgbClr>
                </a:gs>
                <a:gs pos="100000">
                  <a:srgbClr val="FFF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-8653765">
              <a:off x="1508735" y="3264779"/>
              <a:ext cx="380304" cy="76269"/>
            </a:xfrm>
            <a:prstGeom prst="ellipse">
              <a:avLst/>
            </a:prstGeom>
            <a:gradFill>
              <a:gsLst>
                <a:gs pos="0">
                  <a:srgbClr val="E16F16">
                    <a:alpha val="32968"/>
                  </a:srgbClr>
                </a:gs>
                <a:gs pos="14286">
                  <a:srgbClr val="E16F16">
                    <a:alpha val="30764"/>
                  </a:srgbClr>
                </a:gs>
                <a:gs pos="28571">
                  <a:srgbClr val="E16F16">
                    <a:alpha val="24833"/>
                  </a:srgbClr>
                </a:gs>
                <a:gs pos="42857">
                  <a:srgbClr val="E16F16">
                    <a:alpha val="17075"/>
                  </a:srgbClr>
                </a:gs>
                <a:gs pos="57143">
                  <a:srgbClr val="E16F16">
                    <a:alpha val="9855"/>
                  </a:srgbClr>
                </a:gs>
                <a:gs pos="71429">
                  <a:srgbClr val="E16F16">
                    <a:alpha val="4740"/>
                  </a:srgbClr>
                </a:gs>
                <a:gs pos="85714">
                  <a:srgbClr val="E16F16">
                    <a:alpha val="1902"/>
                  </a:srgbClr>
                </a:gs>
                <a:gs pos="100000">
                  <a:srgbClr val="E16F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2732712">
              <a:off x="389134" y="2721007"/>
              <a:ext cx="492980" cy="300114"/>
            </a:xfrm>
            <a:prstGeom prst="ellipse">
              <a:avLst/>
            </a:prstGeom>
            <a:gradFill>
              <a:gsLst>
                <a:gs pos="0">
                  <a:srgbClr val="FB7959">
                    <a:alpha val="32968"/>
                  </a:srgbClr>
                </a:gs>
                <a:gs pos="14286">
                  <a:srgbClr val="FB7959">
                    <a:alpha val="30764"/>
                  </a:srgbClr>
                </a:gs>
                <a:gs pos="28571">
                  <a:srgbClr val="FB7959">
                    <a:alpha val="24833"/>
                  </a:srgbClr>
                </a:gs>
                <a:gs pos="42857">
                  <a:srgbClr val="FB7959">
                    <a:alpha val="17075"/>
                  </a:srgbClr>
                </a:gs>
                <a:gs pos="57143">
                  <a:srgbClr val="FB7959">
                    <a:alpha val="9855"/>
                  </a:srgbClr>
                </a:gs>
                <a:gs pos="71429">
                  <a:srgbClr val="FB7959">
                    <a:alpha val="4740"/>
                  </a:srgbClr>
                </a:gs>
                <a:gs pos="85714">
                  <a:srgbClr val="FB7959">
                    <a:alpha val="1902"/>
                  </a:srgbClr>
                </a:gs>
                <a:gs pos="100000">
                  <a:srgbClr val="FB79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6253263">
              <a:off x="83018" y="1623481"/>
              <a:ext cx="730724" cy="194559"/>
            </a:xfrm>
            <a:prstGeom prst="ellipse">
              <a:avLst/>
            </a:prstGeom>
            <a:gradFill>
              <a:gsLst>
                <a:gs pos="0">
                  <a:srgbClr val="FFFFBB">
                    <a:alpha val="32968"/>
                  </a:srgbClr>
                </a:gs>
                <a:gs pos="14286">
                  <a:srgbClr val="FFFFBB">
                    <a:alpha val="30764"/>
                  </a:srgbClr>
                </a:gs>
                <a:gs pos="28571">
                  <a:srgbClr val="FFFFBB">
                    <a:alpha val="24833"/>
                  </a:srgbClr>
                </a:gs>
                <a:gs pos="42857">
                  <a:srgbClr val="FFFFBB">
                    <a:alpha val="17075"/>
                  </a:srgbClr>
                </a:gs>
                <a:gs pos="57143">
                  <a:srgbClr val="FFFFBB">
                    <a:alpha val="9855"/>
                  </a:srgbClr>
                </a:gs>
                <a:gs pos="71429">
                  <a:srgbClr val="FFFFBB">
                    <a:alpha val="4740"/>
                  </a:srgbClr>
                </a:gs>
                <a:gs pos="85714">
                  <a:srgbClr val="FFFFBB">
                    <a:alpha val="1902"/>
                  </a:srgbClr>
                </a:gs>
                <a:gs pos="100000">
                  <a:srgbClr val="FFFF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3857829">
              <a:off x="269663" y="2035697"/>
              <a:ext cx="330149" cy="147887"/>
            </a:xfrm>
            <a:prstGeom prst="ellipse">
              <a:avLst/>
            </a:prstGeom>
            <a:gradFill>
              <a:gsLst>
                <a:gs pos="0">
                  <a:srgbClr val="BAB386">
                    <a:alpha val="32862"/>
                  </a:srgbClr>
                </a:gs>
                <a:gs pos="14286">
                  <a:srgbClr val="BAB386">
                    <a:alpha val="30663"/>
                  </a:srgbClr>
                </a:gs>
                <a:gs pos="28571">
                  <a:srgbClr val="BAB386">
                    <a:alpha val="24748"/>
                  </a:srgbClr>
                </a:gs>
                <a:gs pos="42857">
                  <a:srgbClr val="BAB386">
                    <a:alpha val="17014"/>
                  </a:srgbClr>
                </a:gs>
                <a:gs pos="57143">
                  <a:srgbClr val="BAB386">
                    <a:alpha val="9818"/>
                  </a:srgbClr>
                </a:gs>
                <a:gs pos="71429">
                  <a:srgbClr val="BAB386">
                    <a:alpha val="4722"/>
                  </a:srgbClr>
                </a:gs>
                <a:gs pos="85714">
                  <a:srgbClr val="BAB386">
                    <a:alpha val="1895"/>
                  </a:srgbClr>
                </a:gs>
                <a:gs pos="100000">
                  <a:srgbClr val="BAB386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3435265">
              <a:off x="555475" y="1422133"/>
              <a:ext cx="269958" cy="129710"/>
            </a:xfrm>
            <a:prstGeom prst="ellipse">
              <a:avLst/>
            </a:prstGeom>
            <a:gradFill>
              <a:gsLst>
                <a:gs pos="0">
                  <a:srgbClr val="FFFFA5">
                    <a:alpha val="32968"/>
                  </a:srgbClr>
                </a:gs>
                <a:gs pos="14286">
                  <a:srgbClr val="FFFFA5">
                    <a:alpha val="30764"/>
                  </a:srgbClr>
                </a:gs>
                <a:gs pos="28571">
                  <a:srgbClr val="FFFFA5">
                    <a:alpha val="24833"/>
                  </a:srgbClr>
                </a:gs>
                <a:gs pos="42857">
                  <a:srgbClr val="FFFFA5">
                    <a:alpha val="17075"/>
                  </a:srgbClr>
                </a:gs>
                <a:gs pos="57143">
                  <a:srgbClr val="FFFFA5">
                    <a:alpha val="9855"/>
                  </a:srgbClr>
                </a:gs>
                <a:gs pos="71429">
                  <a:srgbClr val="FFFFA5">
                    <a:alpha val="4740"/>
                  </a:srgbClr>
                </a:gs>
                <a:gs pos="85714">
                  <a:srgbClr val="FFFFA5">
                    <a:alpha val="1902"/>
                  </a:srgbClr>
                </a:gs>
                <a:gs pos="100000">
                  <a:srgbClr val="FFFF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5272401">
              <a:off x="1161668" y="2721238"/>
              <a:ext cx="327692" cy="80132"/>
            </a:xfrm>
            <a:prstGeom prst="ellipse">
              <a:avLst/>
            </a:prstGeom>
            <a:gradFill>
              <a:gsLst>
                <a:gs pos="0">
                  <a:srgbClr val="437046">
                    <a:alpha val="30121"/>
                  </a:srgbClr>
                </a:gs>
                <a:gs pos="14286">
                  <a:srgbClr val="437046">
                    <a:alpha val="28065"/>
                  </a:srgbClr>
                </a:gs>
                <a:gs pos="28571">
                  <a:srgbClr val="437046">
                    <a:alpha val="22568"/>
                  </a:srgbClr>
                </a:gs>
                <a:gs pos="42857">
                  <a:srgbClr val="437046">
                    <a:alpha val="15445"/>
                  </a:srgbClr>
                </a:gs>
                <a:gs pos="57143">
                  <a:srgbClr val="437046">
                    <a:alpha val="8877"/>
                  </a:srgbClr>
                </a:gs>
                <a:gs pos="71429">
                  <a:srgbClr val="437046">
                    <a:alpha val="4258"/>
                  </a:srgbClr>
                </a:gs>
                <a:gs pos="85714">
                  <a:srgbClr val="437046">
                    <a:alpha val="1706"/>
                  </a:srgbClr>
                </a:gs>
                <a:gs pos="100000">
                  <a:srgbClr val="437046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6208845">
              <a:off x="380610" y="1419730"/>
              <a:ext cx="526168" cy="110589"/>
            </a:xfrm>
            <a:prstGeom prst="ellipse">
              <a:avLst/>
            </a:prstGeom>
            <a:gradFill>
              <a:gsLst>
                <a:gs pos="0">
                  <a:srgbClr val="FFFF94">
                    <a:alpha val="32968"/>
                  </a:srgbClr>
                </a:gs>
                <a:gs pos="14286">
                  <a:srgbClr val="FFFF94">
                    <a:alpha val="30764"/>
                  </a:srgbClr>
                </a:gs>
                <a:gs pos="28571">
                  <a:srgbClr val="FFFF94">
                    <a:alpha val="24833"/>
                  </a:srgbClr>
                </a:gs>
                <a:gs pos="42857">
                  <a:srgbClr val="FFFF94">
                    <a:alpha val="17075"/>
                  </a:srgbClr>
                </a:gs>
                <a:gs pos="57143">
                  <a:srgbClr val="FFFF94">
                    <a:alpha val="9855"/>
                  </a:srgbClr>
                </a:gs>
                <a:gs pos="71429">
                  <a:srgbClr val="FFFF94">
                    <a:alpha val="4740"/>
                  </a:srgbClr>
                </a:gs>
                <a:gs pos="85714">
                  <a:srgbClr val="FFFF94">
                    <a:alpha val="1902"/>
                  </a:srgbClr>
                </a:gs>
                <a:gs pos="100000">
                  <a:srgbClr val="FFFF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8375745">
              <a:off x="688449" y="315304"/>
              <a:ext cx="368948" cy="129044"/>
            </a:xfrm>
            <a:prstGeom prst="ellipse">
              <a:avLst/>
            </a:prstGeom>
            <a:gradFill>
              <a:gsLst>
                <a:gs pos="0">
                  <a:srgbClr val="C4422B">
                    <a:alpha val="32968"/>
                  </a:srgbClr>
                </a:gs>
                <a:gs pos="14286">
                  <a:srgbClr val="C4422B">
                    <a:alpha val="30764"/>
                  </a:srgbClr>
                </a:gs>
                <a:gs pos="28571">
                  <a:srgbClr val="C4422B">
                    <a:alpha val="24833"/>
                  </a:srgbClr>
                </a:gs>
                <a:gs pos="42857">
                  <a:srgbClr val="C4422B">
                    <a:alpha val="17075"/>
                  </a:srgbClr>
                </a:gs>
                <a:gs pos="57143">
                  <a:srgbClr val="C4422B">
                    <a:alpha val="9855"/>
                  </a:srgbClr>
                </a:gs>
                <a:gs pos="71429">
                  <a:srgbClr val="C4422B">
                    <a:alpha val="4740"/>
                  </a:srgbClr>
                </a:gs>
                <a:gs pos="85714">
                  <a:srgbClr val="C4422B">
                    <a:alpha val="1902"/>
                  </a:srgbClr>
                </a:gs>
                <a:gs pos="100000">
                  <a:srgbClr val="C4422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4479502">
              <a:off x="449917" y="1587693"/>
              <a:ext cx="434603" cy="170705"/>
            </a:xfrm>
            <a:prstGeom prst="ellipse">
              <a:avLst/>
            </a:prstGeom>
            <a:gradFill>
              <a:gsLst>
                <a:gs pos="0">
                  <a:srgbClr val="FF0097">
                    <a:alpha val="32968"/>
                  </a:srgbClr>
                </a:gs>
                <a:gs pos="14286">
                  <a:srgbClr val="FF0097">
                    <a:alpha val="30764"/>
                  </a:srgbClr>
                </a:gs>
                <a:gs pos="28571">
                  <a:srgbClr val="FF0097">
                    <a:alpha val="24833"/>
                  </a:srgbClr>
                </a:gs>
                <a:gs pos="42857">
                  <a:srgbClr val="FF0097">
                    <a:alpha val="17075"/>
                  </a:srgbClr>
                </a:gs>
                <a:gs pos="57143">
                  <a:srgbClr val="FF0097">
                    <a:alpha val="9855"/>
                  </a:srgbClr>
                </a:gs>
                <a:gs pos="71429">
                  <a:srgbClr val="FF0097">
                    <a:alpha val="4740"/>
                  </a:srgbClr>
                </a:gs>
                <a:gs pos="85714">
                  <a:srgbClr val="FF0097">
                    <a:alpha val="1902"/>
                  </a:srgbClr>
                </a:gs>
                <a:gs pos="100000">
                  <a:srgbClr val="FF0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10773181">
              <a:off x="2902803" y="247915"/>
              <a:ext cx="420812" cy="420567"/>
            </a:xfrm>
            <a:prstGeom prst="ellipse">
              <a:avLst/>
            </a:prstGeom>
            <a:gradFill>
              <a:gsLst>
                <a:gs pos="0">
                  <a:srgbClr val="000000">
                    <a:alpha val="1423"/>
                  </a:srgbClr>
                </a:gs>
                <a:gs pos="14286">
                  <a:srgbClr val="000000">
                    <a:alpha val="1308"/>
                  </a:srgbClr>
                </a:gs>
                <a:gs pos="28571">
                  <a:srgbClr val="000000">
                    <a:alpha val="1017"/>
                  </a:srgbClr>
                </a:gs>
                <a:gs pos="42857">
                  <a:srgbClr val="000000">
                    <a:alpha val="668"/>
                  </a:srgbClr>
                </a:gs>
                <a:gs pos="57143">
                  <a:srgbClr val="000000">
                    <a:alpha val="371"/>
                  </a:srgbClr>
                </a:gs>
                <a:gs pos="71429">
                  <a:srgbClr val="000000">
                    <a:alpha val="174"/>
                  </a:srgbClr>
                </a:gs>
                <a:gs pos="85714">
                  <a:srgbClr val="000000">
                    <a:alpha val="69"/>
                  </a:srgbClr>
                </a:gs>
                <a:gs pos="100000">
                  <a:srgbClr val="0000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-10013245">
              <a:off x="475704" y="2201772"/>
              <a:ext cx="435655" cy="97971"/>
            </a:xfrm>
            <a:prstGeom prst="ellipse">
              <a:avLst/>
            </a:prstGeom>
            <a:gradFill>
              <a:gsLst>
                <a:gs pos="0">
                  <a:srgbClr val="C1EDBB">
                    <a:alpha val="32968"/>
                  </a:srgbClr>
                </a:gs>
                <a:gs pos="14286">
                  <a:srgbClr val="C1EDBB">
                    <a:alpha val="30764"/>
                  </a:srgbClr>
                </a:gs>
                <a:gs pos="28571">
                  <a:srgbClr val="C1EDBB">
                    <a:alpha val="24833"/>
                  </a:srgbClr>
                </a:gs>
                <a:gs pos="42857">
                  <a:srgbClr val="C1EDBB">
                    <a:alpha val="17075"/>
                  </a:srgbClr>
                </a:gs>
                <a:gs pos="57143">
                  <a:srgbClr val="C1EDBB">
                    <a:alpha val="9855"/>
                  </a:srgbClr>
                </a:gs>
                <a:gs pos="71429">
                  <a:srgbClr val="C1EDBB">
                    <a:alpha val="4740"/>
                  </a:srgbClr>
                </a:gs>
                <a:gs pos="85714">
                  <a:srgbClr val="C1EDBB">
                    <a:alpha val="1902"/>
                  </a:srgbClr>
                </a:gs>
                <a:gs pos="100000">
                  <a:srgbClr val="C1ED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5697405">
              <a:off x="198022" y="2163839"/>
              <a:ext cx="458434" cy="225153"/>
            </a:xfrm>
            <a:prstGeom prst="ellipse">
              <a:avLst/>
            </a:prstGeom>
            <a:gradFill>
              <a:gsLst>
                <a:gs pos="0">
                  <a:srgbClr val="FF9A6F">
                    <a:alpha val="30434"/>
                  </a:srgbClr>
                </a:gs>
                <a:gs pos="14286">
                  <a:srgbClr val="FF9A6F">
                    <a:alpha val="28362"/>
                  </a:srgbClr>
                </a:gs>
                <a:gs pos="28571">
                  <a:srgbClr val="FF9A6F">
                    <a:alpha val="22816"/>
                  </a:srgbClr>
                </a:gs>
                <a:gs pos="42857">
                  <a:srgbClr val="FF9A6F">
                    <a:alpha val="15623"/>
                  </a:srgbClr>
                </a:gs>
                <a:gs pos="57143">
                  <a:srgbClr val="FF9A6F">
                    <a:alpha val="8983"/>
                  </a:srgbClr>
                </a:gs>
                <a:gs pos="71429">
                  <a:srgbClr val="FF9A6F">
                    <a:alpha val="4310"/>
                  </a:srgbClr>
                </a:gs>
                <a:gs pos="85714">
                  <a:srgbClr val="FF9A6F">
                    <a:alpha val="1727"/>
                  </a:srgbClr>
                </a:gs>
                <a:gs pos="100000">
                  <a:srgbClr val="FF9A6F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3198284">
              <a:off x="3059023" y="740984"/>
              <a:ext cx="402452" cy="32324"/>
            </a:xfrm>
            <a:prstGeom prst="ellipse">
              <a:avLst/>
            </a:prstGeom>
            <a:gradFill>
              <a:gsLst>
                <a:gs pos="0">
                  <a:srgbClr val="E95A53">
                    <a:alpha val="32968"/>
                  </a:srgbClr>
                </a:gs>
                <a:gs pos="14286">
                  <a:srgbClr val="E95A53">
                    <a:alpha val="30764"/>
                  </a:srgbClr>
                </a:gs>
                <a:gs pos="28571">
                  <a:srgbClr val="E95A53">
                    <a:alpha val="24833"/>
                  </a:srgbClr>
                </a:gs>
                <a:gs pos="42857">
                  <a:srgbClr val="E95A53">
                    <a:alpha val="17075"/>
                  </a:srgbClr>
                </a:gs>
                <a:gs pos="57143">
                  <a:srgbClr val="E95A53">
                    <a:alpha val="9855"/>
                  </a:srgbClr>
                </a:gs>
                <a:gs pos="71429">
                  <a:srgbClr val="E95A53">
                    <a:alpha val="4740"/>
                  </a:srgbClr>
                </a:gs>
                <a:gs pos="85714">
                  <a:srgbClr val="E95A53">
                    <a:alpha val="1902"/>
                  </a:srgbClr>
                </a:gs>
                <a:gs pos="100000">
                  <a:srgbClr val="E95A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9146961">
              <a:off x="1009651" y="456919"/>
              <a:ext cx="492415" cy="83623"/>
            </a:xfrm>
            <a:prstGeom prst="ellipse">
              <a:avLst/>
            </a:prstGeom>
            <a:gradFill>
              <a:gsLst>
                <a:gs pos="0">
                  <a:srgbClr val="DED373">
                    <a:alpha val="31473"/>
                  </a:srgbClr>
                </a:gs>
                <a:gs pos="14286">
                  <a:srgbClr val="DED373">
                    <a:alpha val="29346"/>
                  </a:srgbClr>
                </a:gs>
                <a:gs pos="28571">
                  <a:srgbClr val="DED373">
                    <a:alpha val="23640"/>
                  </a:srgbClr>
                </a:gs>
                <a:gs pos="42857">
                  <a:srgbClr val="DED373">
                    <a:alpha val="16214"/>
                  </a:srgbClr>
                </a:gs>
                <a:gs pos="57143">
                  <a:srgbClr val="DED373">
                    <a:alpha val="9338"/>
                  </a:srgbClr>
                </a:gs>
                <a:gs pos="71429">
                  <a:srgbClr val="DED373">
                    <a:alpha val="4485"/>
                  </a:srgbClr>
                </a:gs>
                <a:gs pos="85714">
                  <a:srgbClr val="DED373">
                    <a:alpha val="1798"/>
                  </a:srgbClr>
                </a:gs>
                <a:gs pos="100000">
                  <a:srgbClr val="DED373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-9756367">
              <a:off x="1107602" y="3377210"/>
              <a:ext cx="527981" cy="169063"/>
            </a:xfrm>
            <a:prstGeom prst="ellipse">
              <a:avLst/>
            </a:prstGeom>
            <a:gradFill>
              <a:gsLst>
                <a:gs pos="0">
                  <a:srgbClr val="DD4E33">
                    <a:alpha val="32968"/>
                  </a:srgbClr>
                </a:gs>
                <a:gs pos="14286">
                  <a:srgbClr val="DD4E33">
                    <a:alpha val="30764"/>
                  </a:srgbClr>
                </a:gs>
                <a:gs pos="28571">
                  <a:srgbClr val="DD4E33">
                    <a:alpha val="24833"/>
                  </a:srgbClr>
                </a:gs>
                <a:gs pos="42857">
                  <a:srgbClr val="DD4E33">
                    <a:alpha val="17075"/>
                  </a:srgbClr>
                </a:gs>
                <a:gs pos="57143">
                  <a:srgbClr val="DD4E33">
                    <a:alpha val="9855"/>
                  </a:srgbClr>
                </a:gs>
                <a:gs pos="71429">
                  <a:srgbClr val="DD4E33">
                    <a:alpha val="4740"/>
                  </a:srgbClr>
                </a:gs>
                <a:gs pos="85714">
                  <a:srgbClr val="DD4E33">
                    <a:alpha val="1902"/>
                  </a:srgbClr>
                </a:gs>
                <a:gs pos="100000">
                  <a:srgbClr val="DD4E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7423609">
              <a:off x="802294" y="559219"/>
              <a:ext cx="462803" cy="190582"/>
            </a:xfrm>
            <a:prstGeom prst="ellipse">
              <a:avLst/>
            </a:prstGeom>
            <a:gradFill>
              <a:gsLst>
                <a:gs pos="0">
                  <a:srgbClr val="C8DAB3">
                    <a:alpha val="32968"/>
                  </a:srgbClr>
                </a:gs>
                <a:gs pos="14286">
                  <a:srgbClr val="C8DAB3">
                    <a:alpha val="30764"/>
                  </a:srgbClr>
                </a:gs>
                <a:gs pos="28571">
                  <a:srgbClr val="C8DAB3">
                    <a:alpha val="24833"/>
                  </a:srgbClr>
                </a:gs>
                <a:gs pos="42857">
                  <a:srgbClr val="C8DAB3">
                    <a:alpha val="17075"/>
                  </a:srgbClr>
                </a:gs>
                <a:gs pos="57143">
                  <a:srgbClr val="C8DAB3">
                    <a:alpha val="9855"/>
                  </a:srgbClr>
                </a:gs>
                <a:gs pos="71429">
                  <a:srgbClr val="C8DAB3">
                    <a:alpha val="4740"/>
                  </a:srgbClr>
                </a:gs>
                <a:gs pos="85714">
                  <a:srgbClr val="C8DAB3">
                    <a:alpha val="1902"/>
                  </a:srgbClr>
                </a:gs>
                <a:gs pos="100000">
                  <a:srgbClr val="C8DA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10545618">
              <a:off x="444608" y="834520"/>
              <a:ext cx="384001" cy="235311"/>
            </a:xfrm>
            <a:prstGeom prst="ellipse">
              <a:avLst/>
            </a:prstGeom>
            <a:gradFill>
              <a:gsLst>
                <a:gs pos="0">
                  <a:srgbClr val="D57958">
                    <a:alpha val="27700"/>
                  </a:srgbClr>
                </a:gs>
                <a:gs pos="14286">
                  <a:srgbClr val="D57958">
                    <a:alpha val="25778"/>
                  </a:srgbClr>
                </a:gs>
                <a:gs pos="28571">
                  <a:srgbClr val="D57958">
                    <a:alpha val="20663"/>
                  </a:srgbClr>
                </a:gs>
                <a:gs pos="42857">
                  <a:srgbClr val="D57958">
                    <a:alpha val="14086"/>
                  </a:srgbClr>
                </a:gs>
                <a:gs pos="57143">
                  <a:srgbClr val="D57958">
                    <a:alpha val="8068"/>
                  </a:srgbClr>
                </a:gs>
                <a:gs pos="71429">
                  <a:srgbClr val="D57958">
                    <a:alpha val="3861"/>
                  </a:srgbClr>
                </a:gs>
                <a:gs pos="85714">
                  <a:srgbClr val="D57958">
                    <a:alpha val="1545"/>
                  </a:srgbClr>
                </a:gs>
                <a:gs pos="100000">
                  <a:srgbClr val="D57958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9600553">
              <a:off x="291198" y="1705260"/>
              <a:ext cx="320270" cy="60490"/>
            </a:xfrm>
            <a:prstGeom prst="ellipse">
              <a:avLst/>
            </a:prstGeom>
            <a:gradFill>
              <a:gsLst>
                <a:gs pos="0">
                  <a:srgbClr val="FF005F">
                    <a:alpha val="32968"/>
                  </a:srgbClr>
                </a:gs>
                <a:gs pos="14286">
                  <a:srgbClr val="FF005F">
                    <a:alpha val="30764"/>
                  </a:srgbClr>
                </a:gs>
                <a:gs pos="28571">
                  <a:srgbClr val="FF005F">
                    <a:alpha val="24833"/>
                  </a:srgbClr>
                </a:gs>
                <a:gs pos="42857">
                  <a:srgbClr val="FF005F">
                    <a:alpha val="17075"/>
                  </a:srgbClr>
                </a:gs>
                <a:gs pos="57143">
                  <a:srgbClr val="FF005F">
                    <a:alpha val="9855"/>
                  </a:srgbClr>
                </a:gs>
                <a:gs pos="71429">
                  <a:srgbClr val="FF005F">
                    <a:alpha val="4740"/>
                  </a:srgbClr>
                </a:gs>
                <a:gs pos="85714">
                  <a:srgbClr val="FF005F">
                    <a:alpha val="1902"/>
                  </a:srgbClr>
                </a:gs>
                <a:gs pos="100000">
                  <a:srgbClr val="FF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5039020">
              <a:off x="174387" y="1422014"/>
              <a:ext cx="520894" cy="71986"/>
            </a:xfrm>
            <a:prstGeom prst="ellipse">
              <a:avLst/>
            </a:prstGeom>
            <a:gradFill>
              <a:gsLst>
                <a:gs pos="0">
                  <a:srgbClr val="FFDDE4">
                    <a:alpha val="27468"/>
                  </a:srgbClr>
                </a:gs>
                <a:gs pos="14286">
                  <a:srgbClr val="FFDDE4">
                    <a:alpha val="25559"/>
                  </a:srgbClr>
                </a:gs>
                <a:gs pos="28571">
                  <a:srgbClr val="FFDDE4">
                    <a:alpha val="20481"/>
                  </a:srgbClr>
                </a:gs>
                <a:gs pos="42857">
                  <a:srgbClr val="FFDDE4">
                    <a:alpha val="13957"/>
                  </a:srgbClr>
                </a:gs>
                <a:gs pos="57143">
                  <a:srgbClr val="FFDDE4">
                    <a:alpha val="7992"/>
                  </a:srgbClr>
                </a:gs>
                <a:gs pos="71429">
                  <a:srgbClr val="FFDDE4">
                    <a:alpha val="3824"/>
                  </a:srgbClr>
                </a:gs>
                <a:gs pos="85714">
                  <a:srgbClr val="FFDDE4">
                    <a:alpha val="1530"/>
                  </a:srgbClr>
                </a:gs>
                <a:gs pos="100000">
                  <a:srgbClr val="FFDDE4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3539334">
              <a:off x="2371836" y="2431909"/>
              <a:ext cx="263199" cy="77011"/>
            </a:xfrm>
            <a:prstGeom prst="ellipse">
              <a:avLst/>
            </a:prstGeom>
            <a:gradFill>
              <a:gsLst>
                <a:gs pos="0">
                  <a:srgbClr val="8A0027">
                    <a:alpha val="24668"/>
                  </a:srgbClr>
                </a:gs>
                <a:gs pos="14286">
                  <a:srgbClr val="8A0027">
                    <a:alpha val="22922"/>
                  </a:srgbClr>
                </a:gs>
                <a:gs pos="28571">
                  <a:srgbClr val="8A0027">
                    <a:alpha val="18302"/>
                  </a:srgbClr>
                </a:gs>
                <a:gs pos="42857">
                  <a:srgbClr val="8A0027">
                    <a:alpha val="12418"/>
                  </a:srgbClr>
                </a:gs>
                <a:gs pos="57143">
                  <a:srgbClr val="8A0027">
                    <a:alpha val="7084"/>
                  </a:srgbClr>
                </a:gs>
                <a:gs pos="71429">
                  <a:srgbClr val="8A0027">
                    <a:alpha val="3381"/>
                  </a:srgbClr>
                </a:gs>
                <a:gs pos="85714">
                  <a:srgbClr val="8A0027">
                    <a:alpha val="1351"/>
                  </a:srgbClr>
                </a:gs>
                <a:gs pos="100000">
                  <a:srgbClr val="8A0027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9239321">
              <a:off x="2273254" y="3258731"/>
              <a:ext cx="571315" cy="183484"/>
            </a:xfrm>
            <a:prstGeom prst="ellipse">
              <a:avLst/>
            </a:prstGeom>
            <a:gradFill>
              <a:gsLst>
                <a:gs pos="0">
                  <a:srgbClr val="F95F43">
                    <a:alpha val="32968"/>
                  </a:srgbClr>
                </a:gs>
                <a:gs pos="14286">
                  <a:srgbClr val="F95F43">
                    <a:alpha val="30764"/>
                  </a:srgbClr>
                </a:gs>
                <a:gs pos="28571">
                  <a:srgbClr val="F95F43">
                    <a:alpha val="24833"/>
                  </a:srgbClr>
                </a:gs>
                <a:gs pos="42857">
                  <a:srgbClr val="F95F43">
                    <a:alpha val="17075"/>
                  </a:srgbClr>
                </a:gs>
                <a:gs pos="57143">
                  <a:srgbClr val="F95F43">
                    <a:alpha val="9855"/>
                  </a:srgbClr>
                </a:gs>
                <a:gs pos="71429">
                  <a:srgbClr val="F95F43">
                    <a:alpha val="4740"/>
                  </a:srgbClr>
                </a:gs>
                <a:gs pos="85714">
                  <a:srgbClr val="F95F43">
                    <a:alpha val="1902"/>
                  </a:srgbClr>
                </a:gs>
                <a:gs pos="100000">
                  <a:srgbClr val="F95F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7919028">
              <a:off x="398085" y="1554344"/>
              <a:ext cx="465659" cy="139465"/>
            </a:xfrm>
            <a:prstGeom prst="ellipse">
              <a:avLst/>
            </a:prstGeom>
            <a:gradFill>
              <a:gsLst>
                <a:gs pos="0">
                  <a:srgbClr val="FFF79D">
                    <a:alpha val="32968"/>
                  </a:srgbClr>
                </a:gs>
                <a:gs pos="14286">
                  <a:srgbClr val="FFF79D">
                    <a:alpha val="30764"/>
                  </a:srgbClr>
                </a:gs>
                <a:gs pos="28571">
                  <a:srgbClr val="FFF79D">
                    <a:alpha val="24833"/>
                  </a:srgbClr>
                </a:gs>
                <a:gs pos="42857">
                  <a:srgbClr val="FFF79D">
                    <a:alpha val="17075"/>
                  </a:srgbClr>
                </a:gs>
                <a:gs pos="57143">
                  <a:srgbClr val="FFF79D">
                    <a:alpha val="9855"/>
                  </a:srgbClr>
                </a:gs>
                <a:gs pos="71429">
                  <a:srgbClr val="FFF79D">
                    <a:alpha val="4740"/>
                  </a:srgbClr>
                </a:gs>
                <a:gs pos="85714">
                  <a:srgbClr val="FFF79D">
                    <a:alpha val="1902"/>
                  </a:srgbClr>
                </a:gs>
                <a:gs pos="100000">
                  <a:srgbClr val="FFF7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3289148">
              <a:off x="2890596" y="625361"/>
              <a:ext cx="419857" cy="178999"/>
            </a:xfrm>
            <a:prstGeom prst="ellipse">
              <a:avLst/>
            </a:prstGeom>
            <a:gradFill>
              <a:gsLst>
                <a:gs pos="0">
                  <a:srgbClr val="DB5842">
                    <a:alpha val="32968"/>
                  </a:srgbClr>
                </a:gs>
                <a:gs pos="14286">
                  <a:srgbClr val="DB5842">
                    <a:alpha val="30764"/>
                  </a:srgbClr>
                </a:gs>
                <a:gs pos="28571">
                  <a:srgbClr val="DB5842">
                    <a:alpha val="24833"/>
                  </a:srgbClr>
                </a:gs>
                <a:gs pos="42857">
                  <a:srgbClr val="DB5842">
                    <a:alpha val="17075"/>
                  </a:srgbClr>
                </a:gs>
                <a:gs pos="57143">
                  <a:srgbClr val="DB5842">
                    <a:alpha val="9855"/>
                  </a:srgbClr>
                </a:gs>
                <a:gs pos="71429">
                  <a:srgbClr val="DB5842">
                    <a:alpha val="4740"/>
                  </a:srgbClr>
                </a:gs>
                <a:gs pos="85714">
                  <a:srgbClr val="DB5842">
                    <a:alpha val="1902"/>
                  </a:srgbClr>
                </a:gs>
                <a:gs pos="100000">
                  <a:srgbClr val="DB58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-8598376">
              <a:off x="760804" y="1493809"/>
              <a:ext cx="189096" cy="88736"/>
            </a:xfrm>
            <a:prstGeom prst="ellipse">
              <a:avLst/>
            </a:prstGeom>
            <a:gradFill>
              <a:gsLst>
                <a:gs pos="0">
                  <a:srgbClr val="FF8F7C">
                    <a:alpha val="32968"/>
                  </a:srgbClr>
                </a:gs>
                <a:gs pos="14286">
                  <a:srgbClr val="FF8F7C">
                    <a:alpha val="30764"/>
                  </a:srgbClr>
                </a:gs>
                <a:gs pos="28571">
                  <a:srgbClr val="FF8F7C">
                    <a:alpha val="24833"/>
                  </a:srgbClr>
                </a:gs>
                <a:gs pos="42857">
                  <a:srgbClr val="FF8F7C">
                    <a:alpha val="17075"/>
                  </a:srgbClr>
                </a:gs>
                <a:gs pos="57143">
                  <a:srgbClr val="FF8F7C">
                    <a:alpha val="9855"/>
                  </a:srgbClr>
                </a:gs>
                <a:gs pos="71429">
                  <a:srgbClr val="FF8F7C">
                    <a:alpha val="4740"/>
                  </a:srgbClr>
                </a:gs>
                <a:gs pos="85714">
                  <a:srgbClr val="FF8F7C">
                    <a:alpha val="1902"/>
                  </a:srgbClr>
                </a:gs>
                <a:gs pos="100000">
                  <a:srgbClr val="FF8F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9765276">
              <a:off x="2125759" y="3513078"/>
              <a:ext cx="451243" cy="32559"/>
            </a:xfrm>
            <a:prstGeom prst="ellipse">
              <a:avLst/>
            </a:prstGeom>
            <a:gradFill>
              <a:gsLst>
                <a:gs pos="0">
                  <a:srgbClr val="FF6147">
                    <a:alpha val="32968"/>
                  </a:srgbClr>
                </a:gs>
                <a:gs pos="14286">
                  <a:srgbClr val="FF6147">
                    <a:alpha val="30764"/>
                  </a:srgbClr>
                </a:gs>
                <a:gs pos="28571">
                  <a:srgbClr val="FF6147">
                    <a:alpha val="24833"/>
                  </a:srgbClr>
                </a:gs>
                <a:gs pos="42857">
                  <a:srgbClr val="FF6147">
                    <a:alpha val="17075"/>
                  </a:srgbClr>
                </a:gs>
                <a:gs pos="57143">
                  <a:srgbClr val="FF6147">
                    <a:alpha val="9855"/>
                  </a:srgbClr>
                </a:gs>
                <a:gs pos="71429">
                  <a:srgbClr val="FF6147">
                    <a:alpha val="4740"/>
                  </a:srgbClr>
                </a:gs>
                <a:gs pos="85714">
                  <a:srgbClr val="FF6147">
                    <a:alpha val="1902"/>
                  </a:srgbClr>
                </a:gs>
                <a:gs pos="100000">
                  <a:srgbClr val="FF61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3819336">
              <a:off x="444674" y="1484968"/>
              <a:ext cx="538917" cy="148555"/>
            </a:xfrm>
            <a:prstGeom prst="ellipse">
              <a:avLst/>
            </a:prstGeom>
            <a:gradFill>
              <a:gsLst>
                <a:gs pos="0">
                  <a:srgbClr val="FFCD9C">
                    <a:alpha val="32968"/>
                  </a:srgbClr>
                </a:gs>
                <a:gs pos="14286">
                  <a:srgbClr val="FFCD9C">
                    <a:alpha val="30764"/>
                  </a:srgbClr>
                </a:gs>
                <a:gs pos="28571">
                  <a:srgbClr val="FFCD9C">
                    <a:alpha val="24833"/>
                  </a:srgbClr>
                </a:gs>
                <a:gs pos="42857">
                  <a:srgbClr val="FFCD9C">
                    <a:alpha val="17075"/>
                  </a:srgbClr>
                </a:gs>
                <a:gs pos="57143">
                  <a:srgbClr val="FFCD9C">
                    <a:alpha val="9855"/>
                  </a:srgbClr>
                </a:gs>
                <a:gs pos="71429">
                  <a:srgbClr val="FFCD9C">
                    <a:alpha val="4740"/>
                  </a:srgbClr>
                </a:gs>
                <a:gs pos="85714">
                  <a:srgbClr val="FFCD9C">
                    <a:alpha val="1902"/>
                  </a:srgbClr>
                </a:gs>
                <a:gs pos="100000">
                  <a:srgbClr val="FFCD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9578285">
              <a:off x="-111000" y="678944"/>
              <a:ext cx="582087" cy="570344"/>
            </a:xfrm>
            <a:prstGeom prst="ellipse">
              <a:avLst/>
            </a:prstGeom>
            <a:gradFill>
              <a:gsLst>
                <a:gs pos="0">
                  <a:srgbClr val="020001">
                    <a:alpha val="1634"/>
                  </a:srgbClr>
                </a:gs>
                <a:gs pos="14286">
                  <a:srgbClr val="020001">
                    <a:alpha val="1503"/>
                  </a:srgbClr>
                </a:gs>
                <a:gs pos="28571">
                  <a:srgbClr val="020001">
                    <a:alpha val="1169"/>
                  </a:srgbClr>
                </a:gs>
                <a:gs pos="42857">
                  <a:srgbClr val="020001">
                    <a:alpha val="768"/>
                  </a:srgbClr>
                </a:gs>
                <a:gs pos="57143">
                  <a:srgbClr val="020001">
                    <a:alpha val="426"/>
                  </a:srgbClr>
                </a:gs>
                <a:gs pos="71429">
                  <a:srgbClr val="020001">
                    <a:alpha val="200"/>
                  </a:srgbClr>
                </a:gs>
                <a:gs pos="85714">
                  <a:srgbClr val="020001">
                    <a:alpha val="79"/>
                  </a:srgbClr>
                </a:gs>
                <a:gs pos="100000">
                  <a:srgbClr val="020001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10257233">
              <a:off x="1781907" y="3379141"/>
              <a:ext cx="554695" cy="204759"/>
            </a:xfrm>
            <a:prstGeom prst="ellipse">
              <a:avLst/>
            </a:prstGeom>
            <a:gradFill>
              <a:gsLst>
                <a:gs pos="0">
                  <a:srgbClr val="D34833">
                    <a:alpha val="32968"/>
                  </a:srgbClr>
                </a:gs>
                <a:gs pos="14286">
                  <a:srgbClr val="D34833">
                    <a:alpha val="30764"/>
                  </a:srgbClr>
                </a:gs>
                <a:gs pos="28571">
                  <a:srgbClr val="D34833">
                    <a:alpha val="24833"/>
                  </a:srgbClr>
                </a:gs>
                <a:gs pos="42857">
                  <a:srgbClr val="D34833">
                    <a:alpha val="17075"/>
                  </a:srgbClr>
                </a:gs>
                <a:gs pos="57143">
                  <a:srgbClr val="D34833">
                    <a:alpha val="9855"/>
                  </a:srgbClr>
                </a:gs>
                <a:gs pos="71429">
                  <a:srgbClr val="D34833">
                    <a:alpha val="4740"/>
                  </a:srgbClr>
                </a:gs>
                <a:gs pos="85714">
                  <a:srgbClr val="D34833">
                    <a:alpha val="1902"/>
                  </a:srgbClr>
                </a:gs>
                <a:gs pos="100000">
                  <a:srgbClr val="D348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5400000">
              <a:off x="356907" y="1483786"/>
              <a:ext cx="62323" cy="62323"/>
            </a:xfrm>
            <a:prstGeom prst="ellipse">
              <a:avLst/>
            </a:prstGeom>
            <a:gradFill>
              <a:gsLst>
                <a:gs pos="0">
                  <a:srgbClr val="FE8A50">
                    <a:alpha val="13219"/>
                  </a:srgbClr>
                </a:gs>
                <a:gs pos="14286">
                  <a:srgbClr val="FE8A50">
                    <a:alpha val="12218"/>
                  </a:srgbClr>
                </a:gs>
                <a:gs pos="28571">
                  <a:srgbClr val="FE8A50">
                    <a:alpha val="9623"/>
                  </a:srgbClr>
                </a:gs>
                <a:gs pos="42857">
                  <a:srgbClr val="FE8A50">
                    <a:alpha val="6421"/>
                  </a:srgbClr>
                </a:gs>
                <a:gs pos="57143">
                  <a:srgbClr val="FE8A50">
                    <a:alpha val="3611"/>
                  </a:srgbClr>
                </a:gs>
                <a:gs pos="71429">
                  <a:srgbClr val="FE8A50">
                    <a:alpha val="1707"/>
                  </a:srgbClr>
                </a:gs>
                <a:gs pos="85714">
                  <a:srgbClr val="FE8A50">
                    <a:alpha val="678"/>
                  </a:srgbClr>
                </a:gs>
                <a:gs pos="100000">
                  <a:srgbClr val="FE8A5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-10381757">
              <a:off x="1406671" y="3120606"/>
              <a:ext cx="488309" cy="61393"/>
            </a:xfrm>
            <a:prstGeom prst="ellipse">
              <a:avLst/>
            </a:prstGeom>
            <a:gradFill>
              <a:gsLst>
                <a:gs pos="0">
                  <a:srgbClr val="7A006B">
                    <a:alpha val="32968"/>
                  </a:srgbClr>
                </a:gs>
                <a:gs pos="14286">
                  <a:srgbClr val="7A006B">
                    <a:alpha val="30764"/>
                  </a:srgbClr>
                </a:gs>
                <a:gs pos="28571">
                  <a:srgbClr val="7A006B">
                    <a:alpha val="24833"/>
                  </a:srgbClr>
                </a:gs>
                <a:gs pos="42857">
                  <a:srgbClr val="7A006B">
                    <a:alpha val="17075"/>
                  </a:srgbClr>
                </a:gs>
                <a:gs pos="57143">
                  <a:srgbClr val="7A006B">
                    <a:alpha val="9855"/>
                  </a:srgbClr>
                </a:gs>
                <a:gs pos="71429">
                  <a:srgbClr val="7A006B">
                    <a:alpha val="4740"/>
                  </a:srgbClr>
                </a:gs>
                <a:gs pos="85714">
                  <a:srgbClr val="7A006B">
                    <a:alpha val="1902"/>
                  </a:srgbClr>
                </a:gs>
                <a:gs pos="100000">
                  <a:srgbClr val="7A00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8717815">
              <a:off x="2034406" y="1436151"/>
              <a:ext cx="390537" cy="70809"/>
            </a:xfrm>
            <a:prstGeom prst="ellipse">
              <a:avLst/>
            </a:prstGeom>
            <a:gradFill>
              <a:gsLst>
                <a:gs pos="0">
                  <a:srgbClr val="835E37">
                    <a:alpha val="32968"/>
                  </a:srgbClr>
                </a:gs>
                <a:gs pos="14286">
                  <a:srgbClr val="835E37">
                    <a:alpha val="30764"/>
                  </a:srgbClr>
                </a:gs>
                <a:gs pos="28571">
                  <a:srgbClr val="835E37">
                    <a:alpha val="24833"/>
                  </a:srgbClr>
                </a:gs>
                <a:gs pos="42857">
                  <a:srgbClr val="835E37">
                    <a:alpha val="17075"/>
                  </a:srgbClr>
                </a:gs>
                <a:gs pos="57143">
                  <a:srgbClr val="835E37">
                    <a:alpha val="9855"/>
                  </a:srgbClr>
                </a:gs>
                <a:gs pos="71429">
                  <a:srgbClr val="835E37">
                    <a:alpha val="4740"/>
                  </a:srgbClr>
                </a:gs>
                <a:gs pos="85714">
                  <a:srgbClr val="835E37">
                    <a:alpha val="1902"/>
                  </a:srgbClr>
                </a:gs>
                <a:gs pos="100000">
                  <a:srgbClr val="835E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-8468628">
              <a:off x="358316" y="2899942"/>
              <a:ext cx="444869" cy="154302"/>
            </a:xfrm>
            <a:prstGeom prst="ellipse">
              <a:avLst/>
            </a:prstGeom>
            <a:gradFill>
              <a:gsLst>
                <a:gs pos="0">
                  <a:srgbClr val="EB6445">
                    <a:alpha val="32968"/>
                  </a:srgbClr>
                </a:gs>
                <a:gs pos="14286">
                  <a:srgbClr val="EB6445">
                    <a:alpha val="30764"/>
                  </a:srgbClr>
                </a:gs>
                <a:gs pos="28571">
                  <a:srgbClr val="EB6445">
                    <a:alpha val="24833"/>
                  </a:srgbClr>
                </a:gs>
                <a:gs pos="42857">
                  <a:srgbClr val="EB6445">
                    <a:alpha val="17075"/>
                  </a:srgbClr>
                </a:gs>
                <a:gs pos="57143">
                  <a:srgbClr val="EB6445">
                    <a:alpha val="9855"/>
                  </a:srgbClr>
                </a:gs>
                <a:gs pos="71429">
                  <a:srgbClr val="EB6445">
                    <a:alpha val="4740"/>
                  </a:srgbClr>
                </a:gs>
                <a:gs pos="85714">
                  <a:srgbClr val="EB6445">
                    <a:alpha val="1902"/>
                  </a:srgbClr>
                </a:gs>
                <a:gs pos="100000">
                  <a:srgbClr val="EB64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4477929">
              <a:off x="332078" y="1496276"/>
              <a:ext cx="363196" cy="62506"/>
            </a:xfrm>
            <a:prstGeom prst="ellipse">
              <a:avLst/>
            </a:prstGeom>
            <a:gradFill>
              <a:gsLst>
                <a:gs pos="0">
                  <a:srgbClr val="F2004B">
                    <a:alpha val="32968"/>
                  </a:srgbClr>
                </a:gs>
                <a:gs pos="14286">
                  <a:srgbClr val="F2004B">
                    <a:alpha val="30764"/>
                  </a:srgbClr>
                </a:gs>
                <a:gs pos="28571">
                  <a:srgbClr val="F2004B">
                    <a:alpha val="24833"/>
                  </a:srgbClr>
                </a:gs>
                <a:gs pos="42857">
                  <a:srgbClr val="F2004B">
                    <a:alpha val="17075"/>
                  </a:srgbClr>
                </a:gs>
                <a:gs pos="57143">
                  <a:srgbClr val="F2004B">
                    <a:alpha val="9855"/>
                  </a:srgbClr>
                </a:gs>
                <a:gs pos="71429">
                  <a:srgbClr val="F2004B">
                    <a:alpha val="4740"/>
                  </a:srgbClr>
                </a:gs>
                <a:gs pos="85714">
                  <a:srgbClr val="F2004B">
                    <a:alpha val="1902"/>
                  </a:srgbClr>
                </a:gs>
                <a:gs pos="100000">
                  <a:srgbClr val="F200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5400000">
              <a:off x="557292" y="1465916"/>
              <a:ext cx="64646" cy="64646"/>
            </a:xfrm>
            <a:prstGeom prst="ellipse">
              <a:avLst/>
            </a:prstGeom>
            <a:gradFill>
              <a:gsLst>
                <a:gs pos="0">
                  <a:srgbClr val="FF7E55">
                    <a:alpha val="12589"/>
                  </a:srgbClr>
                </a:gs>
                <a:gs pos="14286">
                  <a:srgbClr val="FF7E55">
                    <a:alpha val="11633"/>
                  </a:srgbClr>
                </a:gs>
                <a:gs pos="28571">
                  <a:srgbClr val="FF7E55">
                    <a:alpha val="9155"/>
                  </a:srgbClr>
                </a:gs>
                <a:gs pos="42857">
                  <a:srgbClr val="FF7E55">
                    <a:alpha val="6104"/>
                  </a:srgbClr>
                </a:gs>
                <a:gs pos="57143">
                  <a:srgbClr val="FF7E55">
                    <a:alpha val="3430"/>
                  </a:srgbClr>
                </a:gs>
                <a:gs pos="71429">
                  <a:srgbClr val="FF7E55">
                    <a:alpha val="1620"/>
                  </a:srgbClr>
                </a:gs>
                <a:gs pos="85714">
                  <a:srgbClr val="FF7E55">
                    <a:alpha val="644"/>
                  </a:srgbClr>
                </a:gs>
                <a:gs pos="100000">
                  <a:srgbClr val="FF7E55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7695886">
              <a:off x="621924" y="1087996"/>
              <a:ext cx="159320" cy="40823"/>
            </a:xfrm>
            <a:prstGeom prst="ellipse">
              <a:avLst/>
            </a:prstGeom>
            <a:gradFill>
              <a:gsLst>
                <a:gs pos="0">
                  <a:srgbClr val="FFD867">
                    <a:alpha val="32968"/>
                  </a:srgbClr>
                </a:gs>
                <a:gs pos="14286">
                  <a:srgbClr val="FFD867">
                    <a:alpha val="30764"/>
                  </a:srgbClr>
                </a:gs>
                <a:gs pos="28571">
                  <a:srgbClr val="FFD867">
                    <a:alpha val="24833"/>
                  </a:srgbClr>
                </a:gs>
                <a:gs pos="42857">
                  <a:srgbClr val="FFD867">
                    <a:alpha val="17075"/>
                  </a:srgbClr>
                </a:gs>
                <a:gs pos="57143">
                  <a:srgbClr val="FFD867">
                    <a:alpha val="9855"/>
                  </a:srgbClr>
                </a:gs>
                <a:gs pos="71429">
                  <a:srgbClr val="FFD867">
                    <a:alpha val="4740"/>
                  </a:srgbClr>
                </a:gs>
                <a:gs pos="85714">
                  <a:srgbClr val="FFD867">
                    <a:alpha val="1902"/>
                  </a:srgbClr>
                </a:gs>
                <a:gs pos="100000">
                  <a:srgbClr val="FFD8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2977635">
              <a:off x="1535464" y="1198688"/>
              <a:ext cx="416633" cy="63643"/>
            </a:xfrm>
            <a:prstGeom prst="ellipse">
              <a:avLst/>
            </a:prstGeom>
            <a:gradFill>
              <a:gsLst>
                <a:gs pos="0">
                  <a:srgbClr val="A19C84">
                    <a:alpha val="32968"/>
                  </a:srgbClr>
                </a:gs>
                <a:gs pos="14286">
                  <a:srgbClr val="A19C84">
                    <a:alpha val="30764"/>
                  </a:srgbClr>
                </a:gs>
                <a:gs pos="28571">
                  <a:srgbClr val="A19C84">
                    <a:alpha val="24833"/>
                  </a:srgbClr>
                </a:gs>
                <a:gs pos="42857">
                  <a:srgbClr val="A19C84">
                    <a:alpha val="17075"/>
                  </a:srgbClr>
                </a:gs>
                <a:gs pos="57143">
                  <a:srgbClr val="A19C84">
                    <a:alpha val="9855"/>
                  </a:srgbClr>
                </a:gs>
                <a:gs pos="71429">
                  <a:srgbClr val="A19C84">
                    <a:alpha val="4740"/>
                  </a:srgbClr>
                </a:gs>
                <a:gs pos="85714">
                  <a:srgbClr val="A19C84">
                    <a:alpha val="1902"/>
                  </a:srgbClr>
                </a:gs>
                <a:gs pos="100000">
                  <a:srgbClr val="A19C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-9236511">
              <a:off x="2279182" y="2699345"/>
              <a:ext cx="228717" cy="89802"/>
            </a:xfrm>
            <a:prstGeom prst="ellipse">
              <a:avLst/>
            </a:prstGeom>
            <a:gradFill>
              <a:gsLst>
                <a:gs pos="0">
                  <a:srgbClr val="C56838">
                    <a:alpha val="12884"/>
                  </a:srgbClr>
                </a:gs>
                <a:gs pos="14286">
                  <a:srgbClr val="C56838">
                    <a:alpha val="11907"/>
                  </a:srgbClr>
                </a:gs>
                <a:gs pos="28571">
                  <a:srgbClr val="C56838">
                    <a:alpha val="9374"/>
                  </a:srgbClr>
                </a:gs>
                <a:gs pos="42857">
                  <a:srgbClr val="C56838">
                    <a:alpha val="6252"/>
                  </a:srgbClr>
                </a:gs>
                <a:gs pos="57143">
                  <a:srgbClr val="C56838">
                    <a:alpha val="3514"/>
                  </a:srgbClr>
                </a:gs>
                <a:gs pos="71429">
                  <a:srgbClr val="C56838">
                    <a:alpha val="1661"/>
                  </a:srgbClr>
                </a:gs>
                <a:gs pos="85714">
                  <a:srgbClr val="C56838">
                    <a:alpha val="660"/>
                  </a:srgbClr>
                </a:gs>
                <a:gs pos="100000">
                  <a:srgbClr val="C56838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9117530">
              <a:off x="1214061" y="3155817"/>
              <a:ext cx="488607" cy="209810"/>
            </a:xfrm>
            <a:prstGeom prst="ellipse">
              <a:avLst/>
            </a:prstGeom>
            <a:gradFill>
              <a:gsLst>
                <a:gs pos="0">
                  <a:srgbClr val="D76E52">
                    <a:alpha val="32968"/>
                  </a:srgbClr>
                </a:gs>
                <a:gs pos="14286">
                  <a:srgbClr val="D76E52">
                    <a:alpha val="30764"/>
                  </a:srgbClr>
                </a:gs>
                <a:gs pos="28571">
                  <a:srgbClr val="D76E52">
                    <a:alpha val="24833"/>
                  </a:srgbClr>
                </a:gs>
                <a:gs pos="42857">
                  <a:srgbClr val="D76E52">
                    <a:alpha val="17075"/>
                  </a:srgbClr>
                </a:gs>
                <a:gs pos="57143">
                  <a:srgbClr val="D76E52">
                    <a:alpha val="9855"/>
                  </a:srgbClr>
                </a:gs>
                <a:gs pos="71429">
                  <a:srgbClr val="D76E52">
                    <a:alpha val="4740"/>
                  </a:srgbClr>
                </a:gs>
                <a:gs pos="85714">
                  <a:srgbClr val="D76E52">
                    <a:alpha val="1902"/>
                  </a:srgbClr>
                </a:gs>
                <a:gs pos="100000">
                  <a:srgbClr val="D76E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7135582">
              <a:off x="1055175" y="613311"/>
              <a:ext cx="287303" cy="123761"/>
            </a:xfrm>
            <a:prstGeom prst="ellipse">
              <a:avLst/>
            </a:prstGeom>
            <a:gradFill>
              <a:gsLst>
                <a:gs pos="0">
                  <a:srgbClr val="78E1BE">
                    <a:alpha val="32968"/>
                  </a:srgbClr>
                </a:gs>
                <a:gs pos="14286">
                  <a:srgbClr val="78E1BE">
                    <a:alpha val="30764"/>
                  </a:srgbClr>
                </a:gs>
                <a:gs pos="28571">
                  <a:srgbClr val="78E1BE">
                    <a:alpha val="24833"/>
                  </a:srgbClr>
                </a:gs>
                <a:gs pos="42857">
                  <a:srgbClr val="78E1BE">
                    <a:alpha val="17075"/>
                  </a:srgbClr>
                </a:gs>
                <a:gs pos="57143">
                  <a:srgbClr val="78E1BE">
                    <a:alpha val="9855"/>
                  </a:srgbClr>
                </a:gs>
                <a:gs pos="71429">
                  <a:srgbClr val="78E1BE">
                    <a:alpha val="4740"/>
                  </a:srgbClr>
                </a:gs>
                <a:gs pos="85714">
                  <a:srgbClr val="78E1BE">
                    <a:alpha val="1902"/>
                  </a:srgbClr>
                </a:gs>
                <a:gs pos="100000">
                  <a:srgbClr val="78E1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5695676">
              <a:off x="-191873" y="1595919"/>
              <a:ext cx="640776" cy="164968"/>
            </a:xfrm>
            <a:prstGeom prst="ellipse">
              <a:avLst/>
            </a:prstGeom>
            <a:gradFill>
              <a:gsLst>
                <a:gs pos="0">
                  <a:srgbClr val="FF563F">
                    <a:alpha val="32968"/>
                  </a:srgbClr>
                </a:gs>
                <a:gs pos="14286">
                  <a:srgbClr val="FF563F">
                    <a:alpha val="30764"/>
                  </a:srgbClr>
                </a:gs>
                <a:gs pos="28571">
                  <a:srgbClr val="FF563F">
                    <a:alpha val="24833"/>
                  </a:srgbClr>
                </a:gs>
                <a:gs pos="42857">
                  <a:srgbClr val="FF563F">
                    <a:alpha val="17075"/>
                  </a:srgbClr>
                </a:gs>
                <a:gs pos="57143">
                  <a:srgbClr val="FF563F">
                    <a:alpha val="9855"/>
                  </a:srgbClr>
                </a:gs>
                <a:gs pos="71429">
                  <a:srgbClr val="FF563F">
                    <a:alpha val="4740"/>
                  </a:srgbClr>
                </a:gs>
                <a:gs pos="85714">
                  <a:srgbClr val="FF563F">
                    <a:alpha val="1902"/>
                  </a:srgbClr>
                </a:gs>
                <a:gs pos="100000">
                  <a:srgbClr val="FF56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9911567">
              <a:off x="1279097" y="2626593"/>
              <a:ext cx="440937" cy="70752"/>
            </a:xfrm>
            <a:prstGeom prst="ellipse">
              <a:avLst/>
            </a:prstGeom>
            <a:gradFill>
              <a:gsLst>
                <a:gs pos="0">
                  <a:srgbClr val="8F7646">
                    <a:alpha val="32968"/>
                  </a:srgbClr>
                </a:gs>
                <a:gs pos="14286">
                  <a:srgbClr val="8F7646">
                    <a:alpha val="30764"/>
                  </a:srgbClr>
                </a:gs>
                <a:gs pos="28571">
                  <a:srgbClr val="8F7646">
                    <a:alpha val="24833"/>
                  </a:srgbClr>
                </a:gs>
                <a:gs pos="42857">
                  <a:srgbClr val="8F7646">
                    <a:alpha val="17075"/>
                  </a:srgbClr>
                </a:gs>
                <a:gs pos="57143">
                  <a:srgbClr val="8F7646">
                    <a:alpha val="9855"/>
                  </a:srgbClr>
                </a:gs>
                <a:gs pos="71429">
                  <a:srgbClr val="8F7646">
                    <a:alpha val="4740"/>
                  </a:srgbClr>
                </a:gs>
                <a:gs pos="85714">
                  <a:srgbClr val="8F7646">
                    <a:alpha val="1902"/>
                  </a:srgbClr>
                </a:gs>
                <a:gs pos="100000">
                  <a:srgbClr val="8F76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-8537988">
              <a:off x="349348" y="2751516"/>
              <a:ext cx="372751" cy="175682"/>
            </a:xfrm>
            <a:prstGeom prst="ellipse">
              <a:avLst/>
            </a:prstGeom>
            <a:gradFill>
              <a:gsLst>
                <a:gs pos="0">
                  <a:srgbClr val="E44A31">
                    <a:alpha val="32968"/>
                  </a:srgbClr>
                </a:gs>
                <a:gs pos="14286">
                  <a:srgbClr val="E44A31">
                    <a:alpha val="30764"/>
                  </a:srgbClr>
                </a:gs>
                <a:gs pos="28571">
                  <a:srgbClr val="E44A31">
                    <a:alpha val="24833"/>
                  </a:srgbClr>
                </a:gs>
                <a:gs pos="42857">
                  <a:srgbClr val="E44A31">
                    <a:alpha val="17075"/>
                  </a:srgbClr>
                </a:gs>
                <a:gs pos="57143">
                  <a:srgbClr val="E44A31">
                    <a:alpha val="9855"/>
                  </a:srgbClr>
                </a:gs>
                <a:gs pos="71429">
                  <a:srgbClr val="E44A31">
                    <a:alpha val="4740"/>
                  </a:srgbClr>
                </a:gs>
                <a:gs pos="85714">
                  <a:srgbClr val="E44A31">
                    <a:alpha val="1902"/>
                  </a:srgbClr>
                </a:gs>
                <a:gs pos="100000">
                  <a:srgbClr val="E44A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7301285">
              <a:off x="1987826" y="2958949"/>
              <a:ext cx="376274" cy="121359"/>
            </a:xfrm>
            <a:prstGeom prst="ellipse">
              <a:avLst/>
            </a:prstGeom>
            <a:gradFill>
              <a:gsLst>
                <a:gs pos="0">
                  <a:srgbClr val="A0784D">
                    <a:alpha val="32968"/>
                  </a:srgbClr>
                </a:gs>
                <a:gs pos="14286">
                  <a:srgbClr val="A0784D">
                    <a:alpha val="30764"/>
                  </a:srgbClr>
                </a:gs>
                <a:gs pos="28571">
                  <a:srgbClr val="A0784D">
                    <a:alpha val="24833"/>
                  </a:srgbClr>
                </a:gs>
                <a:gs pos="42857">
                  <a:srgbClr val="A0784D">
                    <a:alpha val="17075"/>
                  </a:srgbClr>
                </a:gs>
                <a:gs pos="57143">
                  <a:srgbClr val="A0784D">
                    <a:alpha val="9855"/>
                  </a:srgbClr>
                </a:gs>
                <a:gs pos="71429">
                  <a:srgbClr val="A0784D">
                    <a:alpha val="4740"/>
                  </a:srgbClr>
                </a:gs>
                <a:gs pos="85714">
                  <a:srgbClr val="A0784D">
                    <a:alpha val="1902"/>
                  </a:srgbClr>
                </a:gs>
                <a:gs pos="100000">
                  <a:srgbClr val="A078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7194064">
              <a:off x="286107" y="1096160"/>
              <a:ext cx="484175" cy="254510"/>
            </a:xfrm>
            <a:prstGeom prst="ellipse">
              <a:avLst/>
            </a:prstGeom>
            <a:gradFill>
              <a:gsLst>
                <a:gs pos="0">
                  <a:srgbClr val="DAB198">
                    <a:alpha val="32968"/>
                  </a:srgbClr>
                </a:gs>
                <a:gs pos="14286">
                  <a:srgbClr val="DAB198">
                    <a:alpha val="30764"/>
                  </a:srgbClr>
                </a:gs>
                <a:gs pos="28571">
                  <a:srgbClr val="DAB198">
                    <a:alpha val="24833"/>
                  </a:srgbClr>
                </a:gs>
                <a:gs pos="42857">
                  <a:srgbClr val="DAB198">
                    <a:alpha val="17075"/>
                  </a:srgbClr>
                </a:gs>
                <a:gs pos="57143">
                  <a:srgbClr val="DAB198">
                    <a:alpha val="9855"/>
                  </a:srgbClr>
                </a:gs>
                <a:gs pos="71429">
                  <a:srgbClr val="DAB198">
                    <a:alpha val="4740"/>
                  </a:srgbClr>
                </a:gs>
                <a:gs pos="85714">
                  <a:srgbClr val="DAB198">
                    <a:alpha val="1902"/>
                  </a:srgbClr>
                </a:gs>
                <a:gs pos="100000">
                  <a:srgbClr val="DAB1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6482777">
              <a:off x="124321" y="1492028"/>
              <a:ext cx="543667" cy="180295"/>
            </a:xfrm>
            <a:prstGeom prst="ellipse">
              <a:avLst/>
            </a:prstGeom>
            <a:gradFill>
              <a:gsLst>
                <a:gs pos="0">
                  <a:srgbClr val="FFFF9A">
                    <a:alpha val="32968"/>
                  </a:srgbClr>
                </a:gs>
                <a:gs pos="14286">
                  <a:srgbClr val="FFFF9A">
                    <a:alpha val="30764"/>
                  </a:srgbClr>
                </a:gs>
                <a:gs pos="28571">
                  <a:srgbClr val="FFFF9A">
                    <a:alpha val="24833"/>
                  </a:srgbClr>
                </a:gs>
                <a:gs pos="42857">
                  <a:srgbClr val="FFFF9A">
                    <a:alpha val="17075"/>
                  </a:srgbClr>
                </a:gs>
                <a:gs pos="57143">
                  <a:srgbClr val="FFFF9A">
                    <a:alpha val="9855"/>
                  </a:srgbClr>
                </a:gs>
                <a:gs pos="71429">
                  <a:srgbClr val="FFFF9A">
                    <a:alpha val="4740"/>
                  </a:srgbClr>
                </a:gs>
                <a:gs pos="85714">
                  <a:srgbClr val="FFFF9A">
                    <a:alpha val="1902"/>
                  </a:srgbClr>
                </a:gs>
                <a:gs pos="100000">
                  <a:srgbClr val="FFFF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6950071">
              <a:off x="438724" y="1261929"/>
              <a:ext cx="368421" cy="148372"/>
            </a:xfrm>
            <a:prstGeom prst="ellipse">
              <a:avLst/>
            </a:prstGeom>
            <a:gradFill>
              <a:gsLst>
                <a:gs pos="0">
                  <a:srgbClr val="FF0000">
                    <a:alpha val="11141"/>
                  </a:srgbClr>
                </a:gs>
                <a:gs pos="14286">
                  <a:srgbClr val="FF0000">
                    <a:alpha val="10288"/>
                  </a:srgbClr>
                </a:gs>
                <a:gs pos="28571">
                  <a:srgbClr val="FF0000">
                    <a:alpha val="8084"/>
                  </a:srgbClr>
                </a:gs>
                <a:gs pos="42857">
                  <a:srgbClr val="FF0000">
                    <a:alpha val="5379"/>
                  </a:srgbClr>
                </a:gs>
                <a:gs pos="57143">
                  <a:srgbClr val="FF0000">
                    <a:alpha val="3017"/>
                  </a:srgbClr>
                </a:gs>
                <a:gs pos="71429">
                  <a:srgbClr val="FF0000">
                    <a:alpha val="1424"/>
                  </a:srgbClr>
                </a:gs>
                <a:gs pos="85714">
                  <a:srgbClr val="FF0000">
                    <a:alpha val="565"/>
                  </a:srgbClr>
                </a:gs>
                <a:gs pos="100000">
                  <a:srgbClr val="FF0000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-9148493">
              <a:off x="609210" y="2507092"/>
              <a:ext cx="470109" cy="58476"/>
            </a:xfrm>
            <a:prstGeom prst="ellipse">
              <a:avLst/>
            </a:prstGeom>
            <a:gradFill>
              <a:gsLst>
                <a:gs pos="0">
                  <a:srgbClr val="D9B199">
                    <a:alpha val="32968"/>
                  </a:srgbClr>
                </a:gs>
                <a:gs pos="14286">
                  <a:srgbClr val="D9B199">
                    <a:alpha val="30764"/>
                  </a:srgbClr>
                </a:gs>
                <a:gs pos="28571">
                  <a:srgbClr val="D9B199">
                    <a:alpha val="24833"/>
                  </a:srgbClr>
                </a:gs>
                <a:gs pos="42857">
                  <a:srgbClr val="D9B199">
                    <a:alpha val="17075"/>
                  </a:srgbClr>
                </a:gs>
                <a:gs pos="57143">
                  <a:srgbClr val="D9B199">
                    <a:alpha val="9855"/>
                  </a:srgbClr>
                </a:gs>
                <a:gs pos="71429">
                  <a:srgbClr val="D9B199">
                    <a:alpha val="4740"/>
                  </a:srgbClr>
                </a:gs>
                <a:gs pos="85714">
                  <a:srgbClr val="D9B199">
                    <a:alpha val="1902"/>
                  </a:srgbClr>
                </a:gs>
                <a:gs pos="100000">
                  <a:srgbClr val="D9B1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9789184">
              <a:off x="1277061" y="2480034"/>
              <a:ext cx="377657" cy="115716"/>
            </a:xfrm>
            <a:prstGeom prst="ellipse">
              <a:avLst/>
            </a:prstGeom>
            <a:gradFill>
              <a:gsLst>
                <a:gs pos="0">
                  <a:srgbClr val="AFC996">
                    <a:alpha val="32968"/>
                  </a:srgbClr>
                </a:gs>
                <a:gs pos="14286">
                  <a:srgbClr val="AFC996">
                    <a:alpha val="30764"/>
                  </a:srgbClr>
                </a:gs>
                <a:gs pos="28571">
                  <a:srgbClr val="AFC996">
                    <a:alpha val="24833"/>
                  </a:srgbClr>
                </a:gs>
                <a:gs pos="42857">
                  <a:srgbClr val="AFC996">
                    <a:alpha val="17075"/>
                  </a:srgbClr>
                </a:gs>
                <a:gs pos="57143">
                  <a:srgbClr val="AFC996">
                    <a:alpha val="9855"/>
                  </a:srgbClr>
                </a:gs>
                <a:gs pos="71429">
                  <a:srgbClr val="AFC996">
                    <a:alpha val="4740"/>
                  </a:srgbClr>
                </a:gs>
                <a:gs pos="85714">
                  <a:srgbClr val="AFC996">
                    <a:alpha val="1902"/>
                  </a:srgbClr>
                </a:gs>
                <a:gs pos="100000">
                  <a:srgbClr val="AFC9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4835588">
              <a:off x="3249642" y="1445661"/>
              <a:ext cx="590499" cy="86997"/>
            </a:xfrm>
            <a:prstGeom prst="ellipse">
              <a:avLst/>
            </a:prstGeom>
            <a:gradFill>
              <a:gsLst>
                <a:gs pos="0">
                  <a:srgbClr val="FF6553">
                    <a:alpha val="32968"/>
                  </a:srgbClr>
                </a:gs>
                <a:gs pos="14286">
                  <a:srgbClr val="FF6553">
                    <a:alpha val="30764"/>
                  </a:srgbClr>
                </a:gs>
                <a:gs pos="28571">
                  <a:srgbClr val="FF6553">
                    <a:alpha val="24833"/>
                  </a:srgbClr>
                </a:gs>
                <a:gs pos="42857">
                  <a:srgbClr val="FF6553">
                    <a:alpha val="17075"/>
                  </a:srgbClr>
                </a:gs>
                <a:gs pos="57143">
                  <a:srgbClr val="FF6553">
                    <a:alpha val="9855"/>
                  </a:srgbClr>
                </a:gs>
                <a:gs pos="71429">
                  <a:srgbClr val="FF6553">
                    <a:alpha val="4740"/>
                  </a:srgbClr>
                </a:gs>
                <a:gs pos="85714">
                  <a:srgbClr val="FF6553">
                    <a:alpha val="1902"/>
                  </a:srgbClr>
                </a:gs>
                <a:gs pos="100000">
                  <a:srgbClr val="FF65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2827788">
              <a:off x="768396" y="2604270"/>
              <a:ext cx="471814" cy="210128"/>
            </a:xfrm>
            <a:prstGeom prst="ellipse">
              <a:avLst/>
            </a:prstGeom>
            <a:gradFill>
              <a:gsLst>
                <a:gs pos="0">
                  <a:srgbClr val="BAFEB3">
                    <a:alpha val="32968"/>
                  </a:srgbClr>
                </a:gs>
                <a:gs pos="14286">
                  <a:srgbClr val="BAFEB3">
                    <a:alpha val="30764"/>
                  </a:srgbClr>
                </a:gs>
                <a:gs pos="28571">
                  <a:srgbClr val="BAFEB3">
                    <a:alpha val="24833"/>
                  </a:srgbClr>
                </a:gs>
                <a:gs pos="42857">
                  <a:srgbClr val="BAFEB3">
                    <a:alpha val="17075"/>
                  </a:srgbClr>
                </a:gs>
                <a:gs pos="57143">
                  <a:srgbClr val="BAFEB3">
                    <a:alpha val="9855"/>
                  </a:srgbClr>
                </a:gs>
                <a:gs pos="71429">
                  <a:srgbClr val="BAFEB3">
                    <a:alpha val="4740"/>
                  </a:srgbClr>
                </a:gs>
                <a:gs pos="85714">
                  <a:srgbClr val="BAFEB3">
                    <a:alpha val="1902"/>
                  </a:srgbClr>
                </a:gs>
                <a:gs pos="100000">
                  <a:srgbClr val="BAFE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3436149">
              <a:off x="-291128" y="1084326"/>
              <a:ext cx="600984" cy="573954"/>
            </a:xfrm>
            <a:prstGeom prst="ellipse">
              <a:avLst/>
            </a:prstGeom>
            <a:gradFill>
              <a:gsLst>
                <a:gs pos="0">
                  <a:srgbClr val="000003">
                    <a:alpha val="3684"/>
                  </a:srgbClr>
                </a:gs>
                <a:gs pos="14286">
                  <a:srgbClr val="000003">
                    <a:alpha val="3391"/>
                  </a:srgbClr>
                </a:gs>
                <a:gs pos="28571">
                  <a:srgbClr val="000003">
                    <a:alpha val="2643"/>
                  </a:srgbClr>
                </a:gs>
                <a:gs pos="42857">
                  <a:srgbClr val="000003">
                    <a:alpha val="1742"/>
                  </a:srgbClr>
                </a:gs>
                <a:gs pos="57143">
                  <a:srgbClr val="000003">
                    <a:alpha val="969"/>
                  </a:srgbClr>
                </a:gs>
                <a:gs pos="71429">
                  <a:srgbClr val="000003">
                    <a:alpha val="455"/>
                  </a:srgbClr>
                </a:gs>
                <a:gs pos="85714">
                  <a:srgbClr val="000003">
                    <a:alpha val="180"/>
                  </a:srgbClr>
                </a:gs>
                <a:gs pos="100000">
                  <a:srgbClr val="000003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10033719">
              <a:off x="2961052" y="445036"/>
              <a:ext cx="209990" cy="114107"/>
            </a:xfrm>
            <a:prstGeom prst="ellipse">
              <a:avLst/>
            </a:prstGeom>
            <a:gradFill>
              <a:gsLst>
                <a:gs pos="0">
                  <a:srgbClr val="E76C57">
                    <a:alpha val="32968"/>
                  </a:srgbClr>
                </a:gs>
                <a:gs pos="14286">
                  <a:srgbClr val="E76C57">
                    <a:alpha val="30764"/>
                  </a:srgbClr>
                </a:gs>
                <a:gs pos="28571">
                  <a:srgbClr val="E76C57">
                    <a:alpha val="24833"/>
                  </a:srgbClr>
                </a:gs>
                <a:gs pos="42857">
                  <a:srgbClr val="E76C57">
                    <a:alpha val="17075"/>
                  </a:srgbClr>
                </a:gs>
                <a:gs pos="57143">
                  <a:srgbClr val="E76C57">
                    <a:alpha val="9855"/>
                  </a:srgbClr>
                </a:gs>
                <a:gs pos="71429">
                  <a:srgbClr val="E76C57">
                    <a:alpha val="4740"/>
                  </a:srgbClr>
                </a:gs>
                <a:gs pos="85714">
                  <a:srgbClr val="E76C57">
                    <a:alpha val="1902"/>
                  </a:srgbClr>
                </a:gs>
                <a:gs pos="100000">
                  <a:srgbClr val="E76C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4163518">
              <a:off x="392125" y="2587754"/>
              <a:ext cx="467164" cy="191017"/>
            </a:xfrm>
            <a:prstGeom prst="ellipse">
              <a:avLst/>
            </a:prstGeom>
            <a:gradFill>
              <a:gsLst>
                <a:gs pos="0">
                  <a:srgbClr val="C3CC9D">
                    <a:alpha val="32968"/>
                  </a:srgbClr>
                </a:gs>
                <a:gs pos="14286">
                  <a:srgbClr val="C3CC9D">
                    <a:alpha val="30764"/>
                  </a:srgbClr>
                </a:gs>
                <a:gs pos="28571">
                  <a:srgbClr val="C3CC9D">
                    <a:alpha val="24833"/>
                  </a:srgbClr>
                </a:gs>
                <a:gs pos="42857">
                  <a:srgbClr val="C3CC9D">
                    <a:alpha val="17075"/>
                  </a:srgbClr>
                </a:gs>
                <a:gs pos="57143">
                  <a:srgbClr val="C3CC9D">
                    <a:alpha val="9855"/>
                  </a:srgbClr>
                </a:gs>
                <a:gs pos="71429">
                  <a:srgbClr val="C3CC9D">
                    <a:alpha val="4740"/>
                  </a:srgbClr>
                </a:gs>
                <a:gs pos="85714">
                  <a:srgbClr val="C3CC9D">
                    <a:alpha val="1902"/>
                  </a:srgbClr>
                </a:gs>
                <a:gs pos="100000">
                  <a:srgbClr val="C3CC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8005701">
              <a:off x="604781" y="1858809"/>
              <a:ext cx="266258" cy="120445"/>
            </a:xfrm>
            <a:prstGeom prst="ellipse">
              <a:avLst/>
            </a:prstGeom>
            <a:gradFill>
              <a:gsLst>
                <a:gs pos="0">
                  <a:srgbClr val="00CEA2">
                    <a:alpha val="32968"/>
                  </a:srgbClr>
                </a:gs>
                <a:gs pos="14286">
                  <a:srgbClr val="00CEA2">
                    <a:alpha val="30764"/>
                  </a:srgbClr>
                </a:gs>
                <a:gs pos="28571">
                  <a:srgbClr val="00CEA2">
                    <a:alpha val="24833"/>
                  </a:srgbClr>
                </a:gs>
                <a:gs pos="42857">
                  <a:srgbClr val="00CEA2">
                    <a:alpha val="17075"/>
                  </a:srgbClr>
                </a:gs>
                <a:gs pos="57143">
                  <a:srgbClr val="00CEA2">
                    <a:alpha val="9855"/>
                  </a:srgbClr>
                </a:gs>
                <a:gs pos="71429">
                  <a:srgbClr val="00CEA2">
                    <a:alpha val="4740"/>
                  </a:srgbClr>
                </a:gs>
                <a:gs pos="85714">
                  <a:srgbClr val="00CEA2">
                    <a:alpha val="1902"/>
                  </a:srgbClr>
                </a:gs>
                <a:gs pos="100000">
                  <a:srgbClr val="00CE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6209396">
              <a:off x="2572221" y="2445320"/>
              <a:ext cx="261002" cy="73885"/>
            </a:xfrm>
            <a:prstGeom prst="ellipse">
              <a:avLst/>
            </a:prstGeom>
            <a:gradFill>
              <a:gsLst>
                <a:gs pos="0">
                  <a:srgbClr val="A30054">
                    <a:alpha val="6829"/>
                  </a:srgbClr>
                </a:gs>
                <a:gs pos="14286">
                  <a:srgbClr val="A30054">
                    <a:alpha val="6294"/>
                  </a:srgbClr>
                </a:gs>
                <a:gs pos="28571">
                  <a:srgbClr val="A30054">
                    <a:alpha val="4923"/>
                  </a:srgbClr>
                </a:gs>
                <a:gs pos="42857">
                  <a:srgbClr val="A30054">
                    <a:alpha val="3257"/>
                  </a:srgbClr>
                </a:gs>
                <a:gs pos="57143">
                  <a:srgbClr val="A30054">
                    <a:alpha val="1818"/>
                  </a:srgbClr>
                </a:gs>
                <a:gs pos="71429">
                  <a:srgbClr val="A30054">
                    <a:alpha val="855"/>
                  </a:srgbClr>
                </a:gs>
                <a:gs pos="85714">
                  <a:srgbClr val="A30054">
                    <a:alpha val="339"/>
                  </a:srgbClr>
                </a:gs>
                <a:gs pos="100000">
                  <a:srgbClr val="A30054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-8115211">
              <a:off x="460441" y="775221"/>
              <a:ext cx="366737" cy="236985"/>
            </a:xfrm>
            <a:prstGeom prst="ellipse">
              <a:avLst/>
            </a:prstGeom>
            <a:gradFill>
              <a:gsLst>
                <a:gs pos="0">
                  <a:srgbClr val="778367">
                    <a:alpha val="19142"/>
                  </a:srgbClr>
                </a:gs>
                <a:gs pos="14286">
                  <a:srgbClr val="778367">
                    <a:alpha val="17740"/>
                  </a:srgbClr>
                </a:gs>
                <a:gs pos="28571">
                  <a:srgbClr val="778367">
                    <a:alpha val="14070"/>
                  </a:srgbClr>
                </a:gs>
                <a:gs pos="42857">
                  <a:srgbClr val="778367">
                    <a:alpha val="9467"/>
                  </a:srgbClr>
                </a:gs>
                <a:gs pos="57143">
                  <a:srgbClr val="778367">
                    <a:alpha val="5362"/>
                  </a:srgbClr>
                </a:gs>
                <a:gs pos="71429">
                  <a:srgbClr val="778367">
                    <a:alpha val="2547"/>
                  </a:srgbClr>
                </a:gs>
                <a:gs pos="85714">
                  <a:srgbClr val="778367">
                    <a:alpha val="1015"/>
                  </a:srgbClr>
                </a:gs>
                <a:gs pos="100000">
                  <a:srgbClr val="778367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8856877">
              <a:off x="1168213" y="1228111"/>
              <a:ext cx="437655" cy="127985"/>
            </a:xfrm>
            <a:prstGeom prst="ellipse">
              <a:avLst/>
            </a:prstGeom>
            <a:gradFill>
              <a:gsLst>
                <a:gs pos="0">
                  <a:srgbClr val="D7E8A8">
                    <a:alpha val="32968"/>
                  </a:srgbClr>
                </a:gs>
                <a:gs pos="14286">
                  <a:srgbClr val="D7E8A8">
                    <a:alpha val="30764"/>
                  </a:srgbClr>
                </a:gs>
                <a:gs pos="28571">
                  <a:srgbClr val="D7E8A8">
                    <a:alpha val="24833"/>
                  </a:srgbClr>
                </a:gs>
                <a:gs pos="42857">
                  <a:srgbClr val="D7E8A8">
                    <a:alpha val="17075"/>
                  </a:srgbClr>
                </a:gs>
                <a:gs pos="57143">
                  <a:srgbClr val="D7E8A8">
                    <a:alpha val="9855"/>
                  </a:srgbClr>
                </a:gs>
                <a:gs pos="71429">
                  <a:srgbClr val="D7E8A8">
                    <a:alpha val="4740"/>
                  </a:srgbClr>
                </a:gs>
                <a:gs pos="85714">
                  <a:srgbClr val="D7E8A8">
                    <a:alpha val="1902"/>
                  </a:srgbClr>
                </a:gs>
                <a:gs pos="100000">
                  <a:srgbClr val="D7E8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10639318">
              <a:off x="452131" y="1349195"/>
              <a:ext cx="451646" cy="178002"/>
            </a:xfrm>
            <a:prstGeom prst="ellipse">
              <a:avLst/>
            </a:prstGeom>
            <a:gradFill>
              <a:gsLst>
                <a:gs pos="0">
                  <a:srgbClr val="FFE8AA">
                    <a:alpha val="32968"/>
                  </a:srgbClr>
                </a:gs>
                <a:gs pos="14286">
                  <a:srgbClr val="FFE8AA">
                    <a:alpha val="30764"/>
                  </a:srgbClr>
                </a:gs>
                <a:gs pos="28571">
                  <a:srgbClr val="FFE8AA">
                    <a:alpha val="24833"/>
                  </a:srgbClr>
                </a:gs>
                <a:gs pos="42857">
                  <a:srgbClr val="FFE8AA">
                    <a:alpha val="17075"/>
                  </a:srgbClr>
                </a:gs>
                <a:gs pos="57143">
                  <a:srgbClr val="FFE8AA">
                    <a:alpha val="9855"/>
                  </a:srgbClr>
                </a:gs>
                <a:gs pos="71429">
                  <a:srgbClr val="FFE8AA">
                    <a:alpha val="4740"/>
                  </a:srgbClr>
                </a:gs>
                <a:gs pos="85714">
                  <a:srgbClr val="FFE8AA">
                    <a:alpha val="1902"/>
                  </a:srgbClr>
                </a:gs>
                <a:gs pos="100000">
                  <a:srgbClr val="FFE8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10516376">
              <a:off x="1050810" y="893470"/>
              <a:ext cx="343307" cy="120079"/>
            </a:xfrm>
            <a:prstGeom prst="ellipse">
              <a:avLst/>
            </a:prstGeom>
            <a:gradFill>
              <a:gsLst>
                <a:gs pos="0">
                  <a:srgbClr val="F3BB8E">
                    <a:alpha val="32968"/>
                  </a:srgbClr>
                </a:gs>
                <a:gs pos="14286">
                  <a:srgbClr val="F3BB8E">
                    <a:alpha val="30764"/>
                  </a:srgbClr>
                </a:gs>
                <a:gs pos="28571">
                  <a:srgbClr val="F3BB8E">
                    <a:alpha val="24833"/>
                  </a:srgbClr>
                </a:gs>
                <a:gs pos="42857">
                  <a:srgbClr val="F3BB8E">
                    <a:alpha val="17075"/>
                  </a:srgbClr>
                </a:gs>
                <a:gs pos="57143">
                  <a:srgbClr val="F3BB8E">
                    <a:alpha val="9855"/>
                  </a:srgbClr>
                </a:gs>
                <a:gs pos="71429">
                  <a:srgbClr val="F3BB8E">
                    <a:alpha val="4740"/>
                  </a:srgbClr>
                </a:gs>
                <a:gs pos="85714">
                  <a:srgbClr val="F3BB8E">
                    <a:alpha val="1902"/>
                  </a:srgbClr>
                </a:gs>
                <a:gs pos="100000">
                  <a:srgbClr val="F3BB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9357053">
              <a:off x="1012597" y="922662"/>
              <a:ext cx="483774" cy="192192"/>
            </a:xfrm>
            <a:prstGeom prst="ellipse">
              <a:avLst/>
            </a:prstGeom>
            <a:gradFill>
              <a:gsLst>
                <a:gs pos="0">
                  <a:srgbClr val="C7A176">
                    <a:alpha val="32968"/>
                  </a:srgbClr>
                </a:gs>
                <a:gs pos="14286">
                  <a:srgbClr val="C7A176">
                    <a:alpha val="30764"/>
                  </a:srgbClr>
                </a:gs>
                <a:gs pos="28571">
                  <a:srgbClr val="C7A176">
                    <a:alpha val="24833"/>
                  </a:srgbClr>
                </a:gs>
                <a:gs pos="42857">
                  <a:srgbClr val="C7A176">
                    <a:alpha val="17075"/>
                  </a:srgbClr>
                </a:gs>
                <a:gs pos="57143">
                  <a:srgbClr val="C7A176">
                    <a:alpha val="9855"/>
                  </a:srgbClr>
                </a:gs>
                <a:gs pos="71429">
                  <a:srgbClr val="C7A176">
                    <a:alpha val="4740"/>
                  </a:srgbClr>
                </a:gs>
                <a:gs pos="85714">
                  <a:srgbClr val="C7A176">
                    <a:alpha val="1902"/>
                  </a:srgbClr>
                </a:gs>
                <a:gs pos="100000">
                  <a:srgbClr val="C7A1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2724145">
              <a:off x="172815" y="1473661"/>
              <a:ext cx="406925" cy="43607"/>
            </a:xfrm>
            <a:prstGeom prst="ellipse">
              <a:avLst/>
            </a:prstGeom>
            <a:gradFill>
              <a:gsLst>
                <a:gs pos="0">
                  <a:srgbClr val="000050">
                    <a:alpha val="32968"/>
                  </a:srgbClr>
                </a:gs>
                <a:gs pos="14286">
                  <a:srgbClr val="000050">
                    <a:alpha val="30764"/>
                  </a:srgbClr>
                </a:gs>
                <a:gs pos="28571">
                  <a:srgbClr val="000050">
                    <a:alpha val="24833"/>
                  </a:srgbClr>
                </a:gs>
                <a:gs pos="42857">
                  <a:srgbClr val="000050">
                    <a:alpha val="17075"/>
                  </a:srgbClr>
                </a:gs>
                <a:gs pos="57143">
                  <a:srgbClr val="000050">
                    <a:alpha val="9855"/>
                  </a:srgbClr>
                </a:gs>
                <a:gs pos="71429">
                  <a:srgbClr val="000050">
                    <a:alpha val="4740"/>
                  </a:srgbClr>
                </a:gs>
                <a:gs pos="85714">
                  <a:srgbClr val="000050">
                    <a:alpha val="1902"/>
                  </a:srgbClr>
                </a:gs>
                <a:gs pos="100000">
                  <a:srgbClr val="0000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7700095">
              <a:off x="1285906" y="541866"/>
              <a:ext cx="263533" cy="69047"/>
            </a:xfrm>
            <a:prstGeom prst="ellipse">
              <a:avLst/>
            </a:prstGeom>
            <a:gradFill>
              <a:gsLst>
                <a:gs pos="0">
                  <a:srgbClr val="A6A6A4">
                    <a:alpha val="32968"/>
                  </a:srgbClr>
                </a:gs>
                <a:gs pos="14286">
                  <a:srgbClr val="A6A6A4">
                    <a:alpha val="30764"/>
                  </a:srgbClr>
                </a:gs>
                <a:gs pos="28571">
                  <a:srgbClr val="A6A6A4">
                    <a:alpha val="24833"/>
                  </a:srgbClr>
                </a:gs>
                <a:gs pos="42857">
                  <a:srgbClr val="A6A6A4">
                    <a:alpha val="17075"/>
                  </a:srgbClr>
                </a:gs>
                <a:gs pos="57143">
                  <a:srgbClr val="A6A6A4">
                    <a:alpha val="9855"/>
                  </a:srgbClr>
                </a:gs>
                <a:gs pos="71429">
                  <a:srgbClr val="A6A6A4">
                    <a:alpha val="4740"/>
                  </a:srgbClr>
                </a:gs>
                <a:gs pos="85714">
                  <a:srgbClr val="A6A6A4">
                    <a:alpha val="1902"/>
                  </a:srgbClr>
                </a:gs>
                <a:gs pos="100000">
                  <a:srgbClr val="A6A6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7200747">
              <a:off x="1749967" y="1996143"/>
              <a:ext cx="185144" cy="127391"/>
            </a:xfrm>
            <a:prstGeom prst="ellipse">
              <a:avLst/>
            </a:prstGeom>
            <a:gradFill>
              <a:gsLst>
                <a:gs pos="0">
                  <a:srgbClr val="B85828">
                    <a:alpha val="16387"/>
                  </a:srgbClr>
                </a:gs>
                <a:gs pos="14286">
                  <a:srgbClr val="B85828">
                    <a:alpha val="15168"/>
                  </a:srgbClr>
                </a:gs>
                <a:gs pos="28571">
                  <a:srgbClr val="B85828">
                    <a:alpha val="11990"/>
                  </a:srgbClr>
                </a:gs>
                <a:gs pos="42857">
                  <a:srgbClr val="B85828">
                    <a:alpha val="8036"/>
                  </a:srgbClr>
                </a:gs>
                <a:gs pos="57143">
                  <a:srgbClr val="B85828">
                    <a:alpha val="4536"/>
                  </a:srgbClr>
                </a:gs>
                <a:gs pos="71429">
                  <a:srgbClr val="B85828">
                    <a:alpha val="2149"/>
                  </a:srgbClr>
                </a:gs>
                <a:gs pos="85714">
                  <a:srgbClr val="B85828">
                    <a:alpha val="856"/>
                  </a:srgbClr>
                </a:gs>
                <a:gs pos="100000">
                  <a:srgbClr val="B85828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9053878">
              <a:off x="512934" y="1675939"/>
              <a:ext cx="350683" cy="137462"/>
            </a:xfrm>
            <a:prstGeom prst="ellipse">
              <a:avLst/>
            </a:prstGeom>
            <a:gradFill>
              <a:gsLst>
                <a:gs pos="0">
                  <a:srgbClr val="FFE0B6">
                    <a:alpha val="32968"/>
                  </a:srgbClr>
                </a:gs>
                <a:gs pos="14286">
                  <a:srgbClr val="FFE0B6">
                    <a:alpha val="30764"/>
                  </a:srgbClr>
                </a:gs>
                <a:gs pos="28571">
                  <a:srgbClr val="FFE0B6">
                    <a:alpha val="24833"/>
                  </a:srgbClr>
                </a:gs>
                <a:gs pos="42857">
                  <a:srgbClr val="FFE0B6">
                    <a:alpha val="17075"/>
                  </a:srgbClr>
                </a:gs>
                <a:gs pos="57143">
                  <a:srgbClr val="FFE0B6">
                    <a:alpha val="9855"/>
                  </a:srgbClr>
                </a:gs>
                <a:gs pos="71429">
                  <a:srgbClr val="FFE0B6">
                    <a:alpha val="4740"/>
                  </a:srgbClr>
                </a:gs>
                <a:gs pos="85714">
                  <a:srgbClr val="FFE0B6">
                    <a:alpha val="1902"/>
                  </a:srgbClr>
                </a:gs>
                <a:gs pos="100000">
                  <a:srgbClr val="FFE0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-10454531">
              <a:off x="1501067" y="372610"/>
              <a:ext cx="373685" cy="26869"/>
            </a:xfrm>
            <a:prstGeom prst="ellipse">
              <a:avLst/>
            </a:prstGeom>
            <a:gradFill>
              <a:gsLst>
                <a:gs pos="0">
                  <a:srgbClr val="B77F00">
                    <a:alpha val="32944"/>
                  </a:srgbClr>
                </a:gs>
                <a:gs pos="14286">
                  <a:srgbClr val="B77F00">
                    <a:alpha val="30741"/>
                  </a:srgbClr>
                </a:gs>
                <a:gs pos="28571">
                  <a:srgbClr val="B77F00">
                    <a:alpha val="24814"/>
                  </a:srgbClr>
                </a:gs>
                <a:gs pos="42857">
                  <a:srgbClr val="B77F00">
                    <a:alpha val="17061"/>
                  </a:srgbClr>
                </a:gs>
                <a:gs pos="57143">
                  <a:srgbClr val="B77F00">
                    <a:alpha val="9846"/>
                  </a:srgbClr>
                </a:gs>
                <a:gs pos="71429">
                  <a:srgbClr val="B77F00">
                    <a:alpha val="4736"/>
                  </a:srgbClr>
                </a:gs>
                <a:gs pos="85714">
                  <a:srgbClr val="B77F00">
                    <a:alpha val="1900"/>
                  </a:srgbClr>
                </a:gs>
                <a:gs pos="100000">
                  <a:srgbClr val="B77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-8419977">
              <a:off x="449860" y="3168794"/>
              <a:ext cx="440842" cy="30679"/>
            </a:xfrm>
            <a:prstGeom prst="ellipse">
              <a:avLst/>
            </a:prstGeom>
            <a:gradFill>
              <a:gsLst>
                <a:gs pos="0">
                  <a:srgbClr val="FF623D">
                    <a:alpha val="32846"/>
                  </a:srgbClr>
                </a:gs>
                <a:gs pos="14286">
                  <a:srgbClr val="FF623D">
                    <a:alpha val="30648"/>
                  </a:srgbClr>
                </a:gs>
                <a:gs pos="28571">
                  <a:srgbClr val="FF623D">
                    <a:alpha val="24735"/>
                  </a:srgbClr>
                </a:gs>
                <a:gs pos="42857">
                  <a:srgbClr val="FF623D">
                    <a:alpha val="17005"/>
                  </a:srgbClr>
                </a:gs>
                <a:gs pos="57143">
                  <a:srgbClr val="FF623D">
                    <a:alpha val="9812"/>
                  </a:srgbClr>
                </a:gs>
                <a:gs pos="71429">
                  <a:srgbClr val="FF623D">
                    <a:alpha val="4719"/>
                  </a:srgbClr>
                </a:gs>
                <a:gs pos="85714">
                  <a:srgbClr val="FF623D">
                    <a:alpha val="1893"/>
                  </a:srgbClr>
                </a:gs>
                <a:gs pos="100000">
                  <a:srgbClr val="FF623D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-8904908">
              <a:off x="2300521" y="1899594"/>
              <a:ext cx="189136" cy="75167"/>
            </a:xfrm>
            <a:prstGeom prst="ellipse">
              <a:avLst/>
            </a:prstGeom>
            <a:gradFill>
              <a:gsLst>
                <a:gs pos="0">
                  <a:srgbClr val="CB0060">
                    <a:alpha val="7140"/>
                  </a:srgbClr>
                </a:gs>
                <a:gs pos="14286">
                  <a:srgbClr val="CB0060">
                    <a:alpha val="6581"/>
                  </a:srgbClr>
                </a:gs>
                <a:gs pos="28571">
                  <a:srgbClr val="CB0060">
                    <a:alpha val="5149"/>
                  </a:srgbClr>
                </a:gs>
                <a:gs pos="42857">
                  <a:srgbClr val="CB0060">
                    <a:alpha val="3408"/>
                  </a:srgbClr>
                </a:gs>
                <a:gs pos="57143">
                  <a:srgbClr val="CB0060">
                    <a:alpha val="1903"/>
                  </a:srgbClr>
                </a:gs>
                <a:gs pos="71429">
                  <a:srgbClr val="CB0060">
                    <a:alpha val="895"/>
                  </a:srgbClr>
                </a:gs>
                <a:gs pos="85714">
                  <a:srgbClr val="CB0060">
                    <a:alpha val="355"/>
                  </a:srgbClr>
                </a:gs>
                <a:gs pos="100000">
                  <a:srgbClr val="CB0060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7579295">
              <a:off x="-134904" y="2364713"/>
              <a:ext cx="585957" cy="550034"/>
            </a:xfrm>
            <a:prstGeom prst="ellipse">
              <a:avLst/>
            </a:prstGeom>
            <a:gradFill>
              <a:gsLst>
                <a:gs pos="0">
                  <a:srgbClr val="000002">
                    <a:alpha val="13093"/>
                  </a:srgbClr>
                </a:gs>
                <a:gs pos="14286">
                  <a:srgbClr val="000002">
                    <a:alpha val="12101"/>
                  </a:srgbClr>
                </a:gs>
                <a:gs pos="28571">
                  <a:srgbClr val="000002">
                    <a:alpha val="9530"/>
                  </a:srgbClr>
                </a:gs>
                <a:gs pos="42857">
                  <a:srgbClr val="000002">
                    <a:alpha val="6358"/>
                  </a:srgbClr>
                </a:gs>
                <a:gs pos="57143">
                  <a:srgbClr val="000002">
                    <a:alpha val="3574"/>
                  </a:srgbClr>
                </a:gs>
                <a:gs pos="71429">
                  <a:srgbClr val="000002">
                    <a:alpha val="1689"/>
                  </a:srgbClr>
                </a:gs>
                <a:gs pos="85714">
                  <a:srgbClr val="000002">
                    <a:alpha val="671"/>
                  </a:srgbClr>
                </a:gs>
                <a:gs pos="100000">
                  <a:srgbClr val="000002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587038">
              <a:off x="-220596" y="1673774"/>
              <a:ext cx="542975" cy="52398"/>
            </a:xfrm>
            <a:prstGeom prst="ellipse">
              <a:avLst/>
            </a:prstGeom>
            <a:gradFill>
              <a:gsLst>
                <a:gs pos="0">
                  <a:srgbClr val="F7583E">
                    <a:alpha val="32968"/>
                  </a:srgbClr>
                </a:gs>
                <a:gs pos="14286">
                  <a:srgbClr val="F7583E">
                    <a:alpha val="30764"/>
                  </a:srgbClr>
                </a:gs>
                <a:gs pos="28571">
                  <a:srgbClr val="F7583E">
                    <a:alpha val="24833"/>
                  </a:srgbClr>
                </a:gs>
                <a:gs pos="42857">
                  <a:srgbClr val="F7583E">
                    <a:alpha val="17075"/>
                  </a:srgbClr>
                </a:gs>
                <a:gs pos="57143">
                  <a:srgbClr val="F7583E">
                    <a:alpha val="9855"/>
                  </a:srgbClr>
                </a:gs>
                <a:gs pos="71429">
                  <a:srgbClr val="F7583E">
                    <a:alpha val="4740"/>
                  </a:srgbClr>
                </a:gs>
                <a:gs pos="85714">
                  <a:srgbClr val="F7583E">
                    <a:alpha val="1902"/>
                  </a:srgbClr>
                </a:gs>
                <a:gs pos="100000">
                  <a:srgbClr val="F758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4438001">
              <a:off x="3356195" y="1295559"/>
              <a:ext cx="547961" cy="542395"/>
            </a:xfrm>
            <a:prstGeom prst="ellipse">
              <a:avLst/>
            </a:prstGeom>
            <a:gradFill>
              <a:gsLst>
                <a:gs pos="0">
                  <a:srgbClr val="000000">
                    <a:alpha val="4309"/>
                  </a:srgbClr>
                </a:gs>
                <a:gs pos="14286">
                  <a:srgbClr val="000000">
                    <a:alpha val="3968"/>
                  </a:srgbClr>
                </a:gs>
                <a:gs pos="28571">
                  <a:srgbClr val="000000">
                    <a:alpha val="3094"/>
                  </a:srgbClr>
                </a:gs>
                <a:gs pos="42857">
                  <a:srgbClr val="000000">
                    <a:alpha val="2041"/>
                  </a:srgbClr>
                </a:gs>
                <a:gs pos="57143">
                  <a:srgbClr val="000000">
                    <a:alpha val="1136"/>
                  </a:srgbClr>
                </a:gs>
                <a:gs pos="71429">
                  <a:srgbClr val="000000">
                    <a:alpha val="533"/>
                  </a:srgbClr>
                </a:gs>
                <a:gs pos="85714">
                  <a:srgbClr val="000000">
                    <a:alpha val="211"/>
                  </a:srgbClr>
                </a:gs>
                <a:gs pos="100000">
                  <a:srgbClr val="00000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5086807">
              <a:off x="1792210" y="3371198"/>
              <a:ext cx="585293" cy="552755"/>
            </a:xfrm>
            <a:prstGeom prst="ellipse">
              <a:avLst/>
            </a:prstGeom>
            <a:gradFill>
              <a:gsLst>
                <a:gs pos="0">
                  <a:srgbClr val="000000">
                    <a:alpha val="6427"/>
                  </a:srgbClr>
                </a:gs>
                <a:gs pos="14286">
                  <a:srgbClr val="000000">
                    <a:alpha val="5923"/>
                  </a:srgbClr>
                </a:gs>
                <a:gs pos="28571">
                  <a:srgbClr val="000000">
                    <a:alpha val="4630"/>
                  </a:srgbClr>
                </a:gs>
                <a:gs pos="42857">
                  <a:srgbClr val="000000">
                    <a:alpha val="3062"/>
                  </a:srgbClr>
                </a:gs>
                <a:gs pos="57143">
                  <a:srgbClr val="000000">
                    <a:alpha val="1708"/>
                  </a:srgbClr>
                </a:gs>
                <a:gs pos="71429">
                  <a:srgbClr val="000000">
                    <a:alpha val="803"/>
                  </a:srgbClr>
                </a:gs>
                <a:gs pos="85714">
                  <a:srgbClr val="000000">
                    <a:alpha val="318"/>
                  </a:srgbClr>
                </a:gs>
                <a:gs pos="100000">
                  <a:srgbClr val="0000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10633137">
              <a:off x="978417" y="2476037"/>
              <a:ext cx="462103" cy="138916"/>
            </a:xfrm>
            <a:prstGeom prst="ellipse">
              <a:avLst/>
            </a:prstGeom>
            <a:gradFill>
              <a:gsLst>
                <a:gs pos="0">
                  <a:srgbClr val="D0FAA7">
                    <a:alpha val="32968"/>
                  </a:srgbClr>
                </a:gs>
                <a:gs pos="14286">
                  <a:srgbClr val="D0FAA7">
                    <a:alpha val="30764"/>
                  </a:srgbClr>
                </a:gs>
                <a:gs pos="28571">
                  <a:srgbClr val="D0FAA7">
                    <a:alpha val="24833"/>
                  </a:srgbClr>
                </a:gs>
                <a:gs pos="42857">
                  <a:srgbClr val="D0FAA7">
                    <a:alpha val="17075"/>
                  </a:srgbClr>
                </a:gs>
                <a:gs pos="57143">
                  <a:srgbClr val="D0FAA7">
                    <a:alpha val="9855"/>
                  </a:srgbClr>
                </a:gs>
                <a:gs pos="71429">
                  <a:srgbClr val="D0FAA7">
                    <a:alpha val="4740"/>
                  </a:srgbClr>
                </a:gs>
                <a:gs pos="85714">
                  <a:srgbClr val="D0FAA7">
                    <a:alpha val="1902"/>
                  </a:srgbClr>
                </a:gs>
                <a:gs pos="100000">
                  <a:srgbClr val="D0FA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6082696">
              <a:off x="1867018" y="1647683"/>
              <a:ext cx="292000" cy="185515"/>
            </a:xfrm>
            <a:prstGeom prst="ellipse">
              <a:avLst/>
            </a:prstGeom>
            <a:gradFill>
              <a:gsLst>
                <a:gs pos="0">
                  <a:srgbClr val="AB6046">
                    <a:alpha val="13970"/>
                  </a:srgbClr>
                </a:gs>
                <a:gs pos="14286">
                  <a:srgbClr val="AB6046">
                    <a:alpha val="12916"/>
                  </a:srgbClr>
                </a:gs>
                <a:gs pos="28571">
                  <a:srgbClr val="AB6046">
                    <a:alpha val="10182"/>
                  </a:srgbClr>
                </a:gs>
                <a:gs pos="42857">
                  <a:srgbClr val="AB6046">
                    <a:alpha val="6801"/>
                  </a:srgbClr>
                </a:gs>
                <a:gs pos="57143">
                  <a:srgbClr val="AB6046">
                    <a:alpha val="3828"/>
                  </a:srgbClr>
                </a:gs>
                <a:gs pos="71429">
                  <a:srgbClr val="AB6046">
                    <a:alpha val="1810"/>
                  </a:srgbClr>
                </a:gs>
                <a:gs pos="85714">
                  <a:srgbClr val="AB6046">
                    <a:alpha val="720"/>
                  </a:srgbClr>
                </a:gs>
                <a:gs pos="100000">
                  <a:srgbClr val="AB6046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3380492">
              <a:off x="271585" y="1622286"/>
              <a:ext cx="460042" cy="74814"/>
            </a:xfrm>
            <a:prstGeom prst="ellipse">
              <a:avLst/>
            </a:prstGeom>
            <a:gradFill>
              <a:gsLst>
                <a:gs pos="0">
                  <a:srgbClr val="FF957D">
                    <a:alpha val="31496"/>
                  </a:srgbClr>
                </a:gs>
                <a:gs pos="14286">
                  <a:srgbClr val="FF957D">
                    <a:alpha val="29368"/>
                  </a:srgbClr>
                </a:gs>
                <a:gs pos="28571">
                  <a:srgbClr val="FF957D">
                    <a:alpha val="23659"/>
                  </a:srgbClr>
                </a:gs>
                <a:gs pos="42857">
                  <a:srgbClr val="FF957D">
                    <a:alpha val="16228"/>
                  </a:srgbClr>
                </a:gs>
                <a:gs pos="57143">
                  <a:srgbClr val="FF957D">
                    <a:alpha val="9346"/>
                  </a:srgbClr>
                </a:gs>
                <a:gs pos="71429">
                  <a:srgbClr val="FF957D">
                    <a:alpha val="4489"/>
                  </a:srgbClr>
                </a:gs>
                <a:gs pos="85714">
                  <a:srgbClr val="FF957D">
                    <a:alpha val="1800"/>
                  </a:srgbClr>
                </a:gs>
                <a:gs pos="100000">
                  <a:srgbClr val="FF957D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5400000">
              <a:off x="425657" y="636644"/>
              <a:ext cx="62515" cy="62515"/>
            </a:xfrm>
            <a:prstGeom prst="ellipse">
              <a:avLst/>
            </a:prstGeom>
            <a:gradFill>
              <a:gsLst>
                <a:gs pos="0">
                  <a:srgbClr val="A03F2F">
                    <a:alpha val="13167"/>
                  </a:srgbClr>
                </a:gs>
                <a:gs pos="14286">
                  <a:srgbClr val="A03F2F">
                    <a:alpha val="12170"/>
                  </a:srgbClr>
                </a:gs>
                <a:gs pos="28571">
                  <a:srgbClr val="A03F2F">
                    <a:alpha val="9584"/>
                  </a:srgbClr>
                </a:gs>
                <a:gs pos="42857">
                  <a:srgbClr val="A03F2F">
                    <a:alpha val="6395"/>
                  </a:srgbClr>
                </a:gs>
                <a:gs pos="57143">
                  <a:srgbClr val="A03F2F">
                    <a:alpha val="3596"/>
                  </a:srgbClr>
                </a:gs>
                <a:gs pos="71429">
                  <a:srgbClr val="A03F2F">
                    <a:alpha val="1699"/>
                  </a:srgbClr>
                </a:gs>
                <a:gs pos="85714">
                  <a:srgbClr val="A03F2F">
                    <a:alpha val="676"/>
                  </a:srgbClr>
                </a:gs>
                <a:gs pos="100000">
                  <a:srgbClr val="A03F2F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-8245045">
              <a:off x="165048" y="1806718"/>
              <a:ext cx="588145" cy="117248"/>
            </a:xfrm>
            <a:prstGeom prst="ellipse">
              <a:avLst/>
            </a:prstGeom>
            <a:gradFill>
              <a:gsLst>
                <a:gs pos="0">
                  <a:srgbClr val="FFD27C">
                    <a:alpha val="32968"/>
                  </a:srgbClr>
                </a:gs>
                <a:gs pos="14286">
                  <a:srgbClr val="FFD27C">
                    <a:alpha val="30764"/>
                  </a:srgbClr>
                </a:gs>
                <a:gs pos="28571">
                  <a:srgbClr val="FFD27C">
                    <a:alpha val="24833"/>
                  </a:srgbClr>
                </a:gs>
                <a:gs pos="42857">
                  <a:srgbClr val="FFD27C">
                    <a:alpha val="17075"/>
                  </a:srgbClr>
                </a:gs>
                <a:gs pos="57143">
                  <a:srgbClr val="FFD27C">
                    <a:alpha val="9855"/>
                  </a:srgbClr>
                </a:gs>
                <a:gs pos="71429">
                  <a:srgbClr val="FFD27C">
                    <a:alpha val="4740"/>
                  </a:srgbClr>
                </a:gs>
                <a:gs pos="85714">
                  <a:srgbClr val="FFD27C">
                    <a:alpha val="1902"/>
                  </a:srgbClr>
                </a:gs>
                <a:gs pos="100000">
                  <a:srgbClr val="FFD2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5400000">
              <a:off x="38820" y="1462725"/>
              <a:ext cx="61246" cy="61246"/>
            </a:xfrm>
            <a:prstGeom prst="ellipse">
              <a:avLst/>
            </a:prstGeom>
            <a:gradFill>
              <a:gsLst>
                <a:gs pos="0">
                  <a:srgbClr val="9E3625">
                    <a:alpha val="13509"/>
                  </a:srgbClr>
                </a:gs>
                <a:gs pos="14286">
                  <a:srgbClr val="9E3625">
                    <a:alpha val="12488"/>
                  </a:srgbClr>
                </a:gs>
                <a:gs pos="28571">
                  <a:srgbClr val="9E3625">
                    <a:alpha val="9839"/>
                  </a:srgbClr>
                </a:gs>
                <a:gs pos="42857">
                  <a:srgbClr val="9E3625">
                    <a:alpha val="6568"/>
                  </a:srgbClr>
                </a:gs>
                <a:gs pos="57143">
                  <a:srgbClr val="9E3625">
                    <a:alpha val="3694"/>
                  </a:srgbClr>
                </a:gs>
                <a:gs pos="71429">
                  <a:srgbClr val="9E3625">
                    <a:alpha val="1747"/>
                  </a:srgbClr>
                </a:gs>
                <a:gs pos="85714">
                  <a:srgbClr val="9E3625">
                    <a:alpha val="694"/>
                  </a:srgbClr>
                </a:gs>
                <a:gs pos="100000">
                  <a:srgbClr val="9E3625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6467624">
              <a:off x="-157635" y="2343370"/>
              <a:ext cx="685218" cy="183071"/>
            </a:xfrm>
            <a:prstGeom prst="ellipse">
              <a:avLst/>
            </a:prstGeom>
            <a:gradFill>
              <a:gsLst>
                <a:gs pos="0">
                  <a:srgbClr val="000005">
                    <a:alpha val="3369"/>
                  </a:srgbClr>
                </a:gs>
                <a:gs pos="14286">
                  <a:srgbClr val="000005">
                    <a:alpha val="3101"/>
                  </a:srgbClr>
                </a:gs>
                <a:gs pos="28571">
                  <a:srgbClr val="000005">
                    <a:alpha val="2416"/>
                  </a:srgbClr>
                </a:gs>
                <a:gs pos="42857">
                  <a:srgbClr val="000005">
                    <a:alpha val="1591"/>
                  </a:srgbClr>
                </a:gs>
                <a:gs pos="57143">
                  <a:srgbClr val="000005">
                    <a:alpha val="885"/>
                  </a:srgbClr>
                </a:gs>
                <a:gs pos="71429">
                  <a:srgbClr val="000005">
                    <a:alpha val="415"/>
                  </a:srgbClr>
                </a:gs>
                <a:gs pos="85714">
                  <a:srgbClr val="000005">
                    <a:alpha val="164"/>
                  </a:srgbClr>
                </a:gs>
                <a:gs pos="100000">
                  <a:srgbClr val="000005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5400000">
              <a:off x="986909" y="3382847"/>
              <a:ext cx="59421" cy="59421"/>
            </a:xfrm>
            <a:prstGeom prst="ellipse">
              <a:avLst/>
            </a:prstGeom>
            <a:gradFill>
              <a:gsLst>
                <a:gs pos="0">
                  <a:srgbClr val="A44434">
                    <a:alpha val="13999"/>
                  </a:srgbClr>
                </a:gs>
                <a:gs pos="14286">
                  <a:srgbClr val="A44434">
                    <a:alpha val="12943"/>
                  </a:srgbClr>
                </a:gs>
                <a:gs pos="28571">
                  <a:srgbClr val="A44434">
                    <a:alpha val="10204"/>
                  </a:srgbClr>
                </a:gs>
                <a:gs pos="42857">
                  <a:srgbClr val="A44434">
                    <a:alpha val="6816"/>
                  </a:srgbClr>
                </a:gs>
                <a:gs pos="57143">
                  <a:srgbClr val="A44434">
                    <a:alpha val="3836"/>
                  </a:srgbClr>
                </a:gs>
                <a:gs pos="71429">
                  <a:srgbClr val="A44434">
                    <a:alpha val="1814"/>
                  </a:srgbClr>
                </a:gs>
                <a:gs pos="85714">
                  <a:srgbClr val="A44434">
                    <a:alpha val="721"/>
                  </a:srgbClr>
                </a:gs>
                <a:gs pos="100000">
                  <a:srgbClr val="A44434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7620262">
              <a:off x="527001" y="1198498"/>
              <a:ext cx="328751" cy="55135"/>
            </a:xfrm>
            <a:prstGeom prst="ellipse">
              <a:avLst/>
            </a:prstGeom>
            <a:gradFill>
              <a:gsLst>
                <a:gs pos="0">
                  <a:srgbClr val="EBFF00">
                    <a:alpha val="32968"/>
                  </a:srgbClr>
                </a:gs>
                <a:gs pos="14286">
                  <a:srgbClr val="EBFF00">
                    <a:alpha val="30764"/>
                  </a:srgbClr>
                </a:gs>
                <a:gs pos="28571">
                  <a:srgbClr val="EBFF00">
                    <a:alpha val="24833"/>
                  </a:srgbClr>
                </a:gs>
                <a:gs pos="42857">
                  <a:srgbClr val="EBFF00">
                    <a:alpha val="17075"/>
                  </a:srgbClr>
                </a:gs>
                <a:gs pos="57143">
                  <a:srgbClr val="EBFF00">
                    <a:alpha val="9855"/>
                  </a:srgbClr>
                </a:gs>
                <a:gs pos="71429">
                  <a:srgbClr val="EBFF00">
                    <a:alpha val="4740"/>
                  </a:srgbClr>
                </a:gs>
                <a:gs pos="85714">
                  <a:srgbClr val="EBFF00">
                    <a:alpha val="1902"/>
                  </a:srgbClr>
                </a:gs>
                <a:gs pos="100000">
                  <a:srgbClr val="EB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9617874">
              <a:off x="2057646" y="3433871"/>
              <a:ext cx="673959" cy="181990"/>
            </a:xfrm>
            <a:prstGeom prst="ellipse">
              <a:avLst/>
            </a:prstGeom>
            <a:gradFill>
              <a:gsLst>
                <a:gs pos="0">
                  <a:srgbClr val="000000">
                    <a:alpha val="3021"/>
                  </a:srgbClr>
                </a:gs>
                <a:gs pos="14286">
                  <a:srgbClr val="000000">
                    <a:alpha val="2780"/>
                  </a:srgbClr>
                </a:gs>
                <a:gs pos="28571">
                  <a:srgbClr val="000000">
                    <a:alpha val="2166"/>
                  </a:srgbClr>
                </a:gs>
                <a:gs pos="42857">
                  <a:srgbClr val="000000">
                    <a:alpha val="1426"/>
                  </a:srgbClr>
                </a:gs>
                <a:gs pos="57143">
                  <a:srgbClr val="000000">
                    <a:alpha val="793"/>
                  </a:srgbClr>
                </a:gs>
                <a:gs pos="71429">
                  <a:srgbClr val="000000">
                    <a:alpha val="372"/>
                  </a:srgbClr>
                </a:gs>
                <a:gs pos="85714">
                  <a:srgbClr val="000000">
                    <a:alpha val="147"/>
                  </a:srgbClr>
                </a:gs>
                <a:gs pos="100000">
                  <a:srgbClr val="0000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4836416">
              <a:off x="49970" y="1400618"/>
              <a:ext cx="726980" cy="188108"/>
            </a:xfrm>
            <a:prstGeom prst="ellipse">
              <a:avLst/>
            </a:prstGeom>
            <a:gradFill>
              <a:gsLst>
                <a:gs pos="0">
                  <a:srgbClr val="FF6800">
                    <a:alpha val="26903"/>
                  </a:srgbClr>
                </a:gs>
                <a:gs pos="14286">
                  <a:srgbClr val="FF6800">
                    <a:alpha val="25026"/>
                  </a:srgbClr>
                </a:gs>
                <a:gs pos="28571">
                  <a:srgbClr val="FF6800">
                    <a:alpha val="20040"/>
                  </a:srgbClr>
                </a:gs>
                <a:gs pos="42857">
                  <a:srgbClr val="FF6800">
                    <a:alpha val="13644"/>
                  </a:srgbClr>
                </a:gs>
                <a:gs pos="57143">
                  <a:srgbClr val="FF6800">
                    <a:alpha val="7807"/>
                  </a:srgbClr>
                </a:gs>
                <a:gs pos="71429">
                  <a:srgbClr val="FF6800">
                    <a:alpha val="3733"/>
                  </a:srgbClr>
                </a:gs>
                <a:gs pos="85714">
                  <a:srgbClr val="FF6800">
                    <a:alpha val="1493"/>
                  </a:srgbClr>
                </a:gs>
                <a:gs pos="100000">
                  <a:srgbClr val="FF6800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5024058">
              <a:off x="514523" y="1698320"/>
              <a:ext cx="540896" cy="68764"/>
            </a:xfrm>
            <a:prstGeom prst="ellipse">
              <a:avLst/>
            </a:prstGeom>
            <a:gradFill>
              <a:gsLst>
                <a:gs pos="0">
                  <a:srgbClr val="FFFFA2">
                    <a:alpha val="32968"/>
                  </a:srgbClr>
                </a:gs>
                <a:gs pos="14286">
                  <a:srgbClr val="FFFFA2">
                    <a:alpha val="30764"/>
                  </a:srgbClr>
                </a:gs>
                <a:gs pos="28571">
                  <a:srgbClr val="FFFFA2">
                    <a:alpha val="24833"/>
                  </a:srgbClr>
                </a:gs>
                <a:gs pos="42857">
                  <a:srgbClr val="FFFFA2">
                    <a:alpha val="17075"/>
                  </a:srgbClr>
                </a:gs>
                <a:gs pos="57143">
                  <a:srgbClr val="FFFFA2">
                    <a:alpha val="9855"/>
                  </a:srgbClr>
                </a:gs>
                <a:gs pos="71429">
                  <a:srgbClr val="FFFFA2">
                    <a:alpha val="4740"/>
                  </a:srgbClr>
                </a:gs>
                <a:gs pos="85714">
                  <a:srgbClr val="FFFFA2">
                    <a:alpha val="1902"/>
                  </a:srgbClr>
                </a:gs>
                <a:gs pos="100000">
                  <a:srgbClr val="FFFF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6524808">
              <a:off x="121380" y="2763260"/>
              <a:ext cx="559988" cy="550976"/>
            </a:xfrm>
            <a:prstGeom prst="ellipse">
              <a:avLst/>
            </a:prstGeom>
            <a:gradFill>
              <a:gsLst>
                <a:gs pos="0">
                  <a:srgbClr val="030003">
                    <a:alpha val="6121"/>
                  </a:srgbClr>
                </a:gs>
                <a:gs pos="14286">
                  <a:srgbClr val="030003">
                    <a:alpha val="5640"/>
                  </a:srgbClr>
                </a:gs>
                <a:gs pos="28571">
                  <a:srgbClr val="030003">
                    <a:alpha val="4408"/>
                  </a:srgbClr>
                </a:gs>
                <a:gs pos="42857">
                  <a:srgbClr val="030003">
                    <a:alpha val="2913"/>
                  </a:srgbClr>
                </a:gs>
                <a:gs pos="57143">
                  <a:srgbClr val="030003">
                    <a:alpha val="1625"/>
                  </a:srgbClr>
                </a:gs>
                <a:gs pos="71429">
                  <a:srgbClr val="030003">
                    <a:alpha val="764"/>
                  </a:srgbClr>
                </a:gs>
                <a:gs pos="85714">
                  <a:srgbClr val="030003">
                    <a:alpha val="303"/>
                  </a:srgbClr>
                </a:gs>
                <a:gs pos="100000">
                  <a:srgbClr val="030003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7162607">
              <a:off x="343547" y="1607195"/>
              <a:ext cx="365102" cy="68904"/>
            </a:xfrm>
            <a:prstGeom prst="ellipse">
              <a:avLst/>
            </a:prstGeom>
            <a:gradFill>
              <a:gsLst>
                <a:gs pos="0">
                  <a:srgbClr val="FF0020">
                    <a:alpha val="32968"/>
                  </a:srgbClr>
                </a:gs>
                <a:gs pos="14286">
                  <a:srgbClr val="FF0020">
                    <a:alpha val="30764"/>
                  </a:srgbClr>
                </a:gs>
                <a:gs pos="28571">
                  <a:srgbClr val="FF0020">
                    <a:alpha val="24833"/>
                  </a:srgbClr>
                </a:gs>
                <a:gs pos="42857">
                  <a:srgbClr val="FF0020">
                    <a:alpha val="17075"/>
                  </a:srgbClr>
                </a:gs>
                <a:gs pos="57143">
                  <a:srgbClr val="FF0020">
                    <a:alpha val="9855"/>
                  </a:srgbClr>
                </a:gs>
                <a:gs pos="71429">
                  <a:srgbClr val="FF0020">
                    <a:alpha val="4740"/>
                  </a:srgbClr>
                </a:gs>
                <a:gs pos="85714">
                  <a:srgbClr val="FF0020">
                    <a:alpha val="1902"/>
                  </a:srgbClr>
                </a:gs>
                <a:gs pos="100000">
                  <a:srgbClr val="FF00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-9077011">
              <a:off x="382224" y="1869014"/>
              <a:ext cx="498509" cy="108937"/>
            </a:xfrm>
            <a:prstGeom prst="ellipse">
              <a:avLst/>
            </a:prstGeom>
            <a:gradFill>
              <a:gsLst>
                <a:gs pos="0">
                  <a:srgbClr val="FFE39A">
                    <a:alpha val="32968"/>
                  </a:srgbClr>
                </a:gs>
                <a:gs pos="14286">
                  <a:srgbClr val="FFE39A">
                    <a:alpha val="30764"/>
                  </a:srgbClr>
                </a:gs>
                <a:gs pos="28571">
                  <a:srgbClr val="FFE39A">
                    <a:alpha val="24833"/>
                  </a:srgbClr>
                </a:gs>
                <a:gs pos="42857">
                  <a:srgbClr val="FFE39A">
                    <a:alpha val="17075"/>
                  </a:srgbClr>
                </a:gs>
                <a:gs pos="57143">
                  <a:srgbClr val="FFE39A">
                    <a:alpha val="9855"/>
                  </a:srgbClr>
                </a:gs>
                <a:gs pos="71429">
                  <a:srgbClr val="FFE39A">
                    <a:alpha val="4740"/>
                  </a:srgbClr>
                </a:gs>
                <a:gs pos="85714">
                  <a:srgbClr val="FFE39A">
                    <a:alpha val="1902"/>
                  </a:srgbClr>
                </a:gs>
                <a:gs pos="100000">
                  <a:srgbClr val="FFE3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5991806">
              <a:off x="-211161" y="2509475"/>
              <a:ext cx="809613" cy="210523"/>
            </a:xfrm>
            <a:prstGeom prst="ellipse">
              <a:avLst/>
            </a:prstGeom>
            <a:gradFill>
              <a:gsLst>
                <a:gs pos="0">
                  <a:srgbClr val="000002">
                    <a:alpha val="16534"/>
                  </a:srgbClr>
                </a:gs>
                <a:gs pos="14286">
                  <a:srgbClr val="000002">
                    <a:alpha val="15305"/>
                  </a:srgbClr>
                </a:gs>
                <a:gs pos="28571">
                  <a:srgbClr val="000002">
                    <a:alpha val="12101"/>
                  </a:srgbClr>
                </a:gs>
                <a:gs pos="42857">
                  <a:srgbClr val="000002">
                    <a:alpha val="8112"/>
                  </a:srgbClr>
                </a:gs>
                <a:gs pos="57143">
                  <a:srgbClr val="000002">
                    <a:alpha val="4580"/>
                  </a:srgbClr>
                </a:gs>
                <a:gs pos="71429">
                  <a:srgbClr val="000002">
                    <a:alpha val="2170"/>
                  </a:srgbClr>
                </a:gs>
                <a:gs pos="85714">
                  <a:srgbClr val="000002">
                    <a:alpha val="864"/>
                  </a:srgbClr>
                </a:gs>
                <a:gs pos="100000">
                  <a:srgbClr val="000002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5400000">
              <a:off x="2262360" y="70428"/>
              <a:ext cx="53766" cy="53766"/>
            </a:xfrm>
            <a:prstGeom prst="ellipse">
              <a:avLst/>
            </a:prstGeom>
            <a:gradFill>
              <a:gsLst>
                <a:gs pos="0">
                  <a:srgbClr val="6D011F">
                    <a:alpha val="15499"/>
                  </a:srgbClr>
                </a:gs>
                <a:gs pos="14286">
                  <a:srgbClr val="6D011F">
                    <a:alpha val="14340"/>
                  </a:srgbClr>
                </a:gs>
                <a:gs pos="28571">
                  <a:srgbClr val="6D011F">
                    <a:alpha val="11324"/>
                  </a:srgbClr>
                </a:gs>
                <a:gs pos="42857">
                  <a:srgbClr val="6D011F">
                    <a:alpha val="7580"/>
                  </a:srgbClr>
                </a:gs>
                <a:gs pos="57143">
                  <a:srgbClr val="6D011F">
                    <a:alpha val="4274"/>
                  </a:srgbClr>
                </a:gs>
                <a:gs pos="71429">
                  <a:srgbClr val="6D011F">
                    <a:alpha val="2024"/>
                  </a:srgbClr>
                </a:gs>
                <a:gs pos="85714">
                  <a:srgbClr val="6D011F">
                    <a:alpha val="805"/>
                  </a:srgbClr>
                </a:gs>
                <a:gs pos="100000">
                  <a:srgbClr val="6D011F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-9592979">
              <a:off x="952379" y="3448835"/>
              <a:ext cx="504973" cy="60961"/>
            </a:xfrm>
            <a:prstGeom prst="ellipse">
              <a:avLst/>
            </a:prstGeom>
            <a:gradFill>
              <a:gsLst>
                <a:gs pos="0">
                  <a:srgbClr val="F15037">
                    <a:alpha val="32968"/>
                  </a:srgbClr>
                </a:gs>
                <a:gs pos="14286">
                  <a:srgbClr val="F15037">
                    <a:alpha val="30764"/>
                  </a:srgbClr>
                </a:gs>
                <a:gs pos="28571">
                  <a:srgbClr val="F15037">
                    <a:alpha val="24833"/>
                  </a:srgbClr>
                </a:gs>
                <a:gs pos="42857">
                  <a:srgbClr val="F15037">
                    <a:alpha val="17075"/>
                  </a:srgbClr>
                </a:gs>
                <a:gs pos="57143">
                  <a:srgbClr val="F15037">
                    <a:alpha val="9855"/>
                  </a:srgbClr>
                </a:gs>
                <a:gs pos="71429">
                  <a:srgbClr val="F15037">
                    <a:alpha val="4740"/>
                  </a:srgbClr>
                </a:gs>
                <a:gs pos="85714">
                  <a:srgbClr val="F15037">
                    <a:alpha val="1902"/>
                  </a:srgbClr>
                </a:gs>
                <a:gs pos="100000">
                  <a:srgbClr val="F15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10753864">
              <a:off x="2980911" y="2664044"/>
              <a:ext cx="465155" cy="465007"/>
            </a:xfrm>
            <a:prstGeom prst="ellipse">
              <a:avLst/>
            </a:prstGeom>
            <a:gradFill>
              <a:gsLst>
                <a:gs pos="0">
                  <a:srgbClr val="000000">
                    <a:alpha val="1565"/>
                  </a:srgbClr>
                </a:gs>
                <a:gs pos="14286">
                  <a:srgbClr val="000000">
                    <a:alpha val="1439"/>
                  </a:srgbClr>
                </a:gs>
                <a:gs pos="28571">
                  <a:srgbClr val="000000">
                    <a:alpha val="1119"/>
                  </a:srgbClr>
                </a:gs>
                <a:gs pos="42857">
                  <a:srgbClr val="000000">
                    <a:alpha val="735"/>
                  </a:srgbClr>
                </a:gs>
                <a:gs pos="57143">
                  <a:srgbClr val="000000">
                    <a:alpha val="408"/>
                  </a:srgbClr>
                </a:gs>
                <a:gs pos="71429">
                  <a:srgbClr val="000000">
                    <a:alpha val="191"/>
                  </a:srgbClr>
                </a:gs>
                <a:gs pos="85714">
                  <a:srgbClr val="000000">
                    <a:alpha val="76"/>
                  </a:srgbClr>
                </a:gs>
                <a:gs pos="100000">
                  <a:srgbClr val="0000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9725363">
              <a:off x="3289848" y="1570820"/>
              <a:ext cx="669024" cy="376925"/>
            </a:xfrm>
            <a:prstGeom prst="ellipse">
              <a:avLst/>
            </a:prstGeom>
            <a:gradFill>
              <a:gsLst>
                <a:gs pos="0">
                  <a:srgbClr val="000000">
                    <a:alpha val="16342"/>
                  </a:srgbClr>
                </a:gs>
                <a:gs pos="14286">
                  <a:srgbClr val="000000">
                    <a:alpha val="15126"/>
                  </a:srgbClr>
                </a:gs>
                <a:gs pos="28571">
                  <a:srgbClr val="000000">
                    <a:alpha val="11956"/>
                  </a:srgbClr>
                </a:gs>
                <a:gs pos="42857">
                  <a:srgbClr val="000000">
                    <a:alpha val="8013"/>
                  </a:srgbClr>
                </a:gs>
                <a:gs pos="57143">
                  <a:srgbClr val="000000">
                    <a:alpha val="4523"/>
                  </a:srgbClr>
                </a:gs>
                <a:gs pos="71429">
                  <a:srgbClr val="000000">
                    <a:alpha val="2143"/>
                  </a:srgbClr>
                </a:gs>
                <a:gs pos="85714">
                  <a:srgbClr val="000000">
                    <a:alpha val="853"/>
                  </a:srgbClr>
                </a:gs>
                <a:gs pos="100000">
                  <a:srgbClr val="0000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6743516">
              <a:off x="315304" y="1688077"/>
              <a:ext cx="596173" cy="119540"/>
            </a:xfrm>
            <a:prstGeom prst="ellipse">
              <a:avLst/>
            </a:prstGeom>
            <a:gradFill>
              <a:gsLst>
                <a:gs pos="0">
                  <a:srgbClr val="FFFFAE">
                    <a:alpha val="32261"/>
                  </a:srgbClr>
                </a:gs>
                <a:gs pos="14286">
                  <a:srgbClr val="FFFFAE">
                    <a:alpha val="30093"/>
                  </a:srgbClr>
                </a:gs>
                <a:gs pos="28571">
                  <a:srgbClr val="FFFFAE">
                    <a:alpha val="24268"/>
                  </a:srgbClr>
                </a:gs>
                <a:gs pos="42857">
                  <a:srgbClr val="FFFFAE">
                    <a:alpha val="16667"/>
                  </a:srgbClr>
                </a:gs>
                <a:gs pos="57143">
                  <a:srgbClr val="FFFFAE">
                    <a:alpha val="9609"/>
                  </a:srgbClr>
                </a:gs>
                <a:gs pos="71429">
                  <a:srgbClr val="FFFFAE">
                    <a:alpha val="4619"/>
                  </a:srgbClr>
                </a:gs>
                <a:gs pos="85714">
                  <a:srgbClr val="FFFFAE">
                    <a:alpha val="1853"/>
                  </a:srgbClr>
                </a:gs>
                <a:gs pos="100000">
                  <a:srgbClr val="FFFFAE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8213678">
              <a:off x="405789" y="1728020"/>
              <a:ext cx="446762" cy="235292"/>
            </a:xfrm>
            <a:prstGeom prst="ellipse">
              <a:avLst/>
            </a:prstGeom>
            <a:gradFill>
              <a:gsLst>
                <a:gs pos="0">
                  <a:srgbClr val="FFF7AF">
                    <a:alpha val="32968"/>
                  </a:srgbClr>
                </a:gs>
                <a:gs pos="14286">
                  <a:srgbClr val="FFF7AF">
                    <a:alpha val="30764"/>
                  </a:srgbClr>
                </a:gs>
                <a:gs pos="28571">
                  <a:srgbClr val="FFF7AF">
                    <a:alpha val="24833"/>
                  </a:srgbClr>
                </a:gs>
                <a:gs pos="42857">
                  <a:srgbClr val="FFF7AF">
                    <a:alpha val="17075"/>
                  </a:srgbClr>
                </a:gs>
                <a:gs pos="57143">
                  <a:srgbClr val="FFF7AF">
                    <a:alpha val="9855"/>
                  </a:srgbClr>
                </a:gs>
                <a:gs pos="71429">
                  <a:srgbClr val="FFF7AF">
                    <a:alpha val="4740"/>
                  </a:srgbClr>
                </a:gs>
                <a:gs pos="85714">
                  <a:srgbClr val="FFF7AF">
                    <a:alpha val="1902"/>
                  </a:srgbClr>
                </a:gs>
                <a:gs pos="100000">
                  <a:srgbClr val="FFF7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9130432">
              <a:off x="527377" y="229677"/>
              <a:ext cx="671805" cy="152632"/>
            </a:xfrm>
            <a:prstGeom prst="ellipse">
              <a:avLst/>
            </a:prstGeom>
            <a:gradFill>
              <a:gsLst>
                <a:gs pos="0">
                  <a:srgbClr val="001400">
                    <a:alpha val="1438"/>
                  </a:srgbClr>
                </a:gs>
                <a:gs pos="14286">
                  <a:srgbClr val="001400">
                    <a:alpha val="1322"/>
                  </a:srgbClr>
                </a:gs>
                <a:gs pos="28571">
                  <a:srgbClr val="001400">
                    <a:alpha val="1028"/>
                  </a:srgbClr>
                </a:gs>
                <a:gs pos="42857">
                  <a:srgbClr val="001400">
                    <a:alpha val="676"/>
                  </a:srgbClr>
                </a:gs>
                <a:gs pos="57143">
                  <a:srgbClr val="001400">
                    <a:alpha val="375"/>
                  </a:srgbClr>
                </a:gs>
                <a:gs pos="71429">
                  <a:srgbClr val="001400">
                    <a:alpha val="176"/>
                  </a:srgbClr>
                </a:gs>
                <a:gs pos="85714">
                  <a:srgbClr val="001400">
                    <a:alpha val="69"/>
                  </a:srgbClr>
                </a:gs>
                <a:gs pos="100000">
                  <a:srgbClr val="0014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-9212363">
              <a:off x="791895" y="3392917"/>
              <a:ext cx="450978" cy="38144"/>
            </a:xfrm>
            <a:prstGeom prst="ellipse">
              <a:avLst/>
            </a:prstGeom>
            <a:gradFill>
              <a:gsLst>
                <a:gs pos="0">
                  <a:srgbClr val="FA5837">
                    <a:alpha val="32968"/>
                  </a:srgbClr>
                </a:gs>
                <a:gs pos="14286">
                  <a:srgbClr val="FA5837">
                    <a:alpha val="30764"/>
                  </a:srgbClr>
                </a:gs>
                <a:gs pos="28571">
                  <a:srgbClr val="FA5837">
                    <a:alpha val="24833"/>
                  </a:srgbClr>
                </a:gs>
                <a:gs pos="42857">
                  <a:srgbClr val="FA5837">
                    <a:alpha val="17075"/>
                  </a:srgbClr>
                </a:gs>
                <a:gs pos="57143">
                  <a:srgbClr val="FA5837">
                    <a:alpha val="9855"/>
                  </a:srgbClr>
                </a:gs>
                <a:gs pos="71429">
                  <a:srgbClr val="FA5837">
                    <a:alpha val="4740"/>
                  </a:srgbClr>
                </a:gs>
                <a:gs pos="85714">
                  <a:srgbClr val="FA5837">
                    <a:alpha val="1902"/>
                  </a:srgbClr>
                </a:gs>
                <a:gs pos="100000">
                  <a:srgbClr val="FA58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9368111">
              <a:off x="2336159" y="3444287"/>
              <a:ext cx="443075" cy="68198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-9528061">
              <a:off x="397451" y="146696"/>
              <a:ext cx="529474" cy="504636"/>
            </a:xfrm>
            <a:prstGeom prst="ellipse">
              <a:avLst/>
            </a:prstGeom>
            <a:gradFill>
              <a:gsLst>
                <a:gs pos="0">
                  <a:srgbClr val="020000">
                    <a:alpha val="6072"/>
                  </a:srgbClr>
                </a:gs>
                <a:gs pos="14286">
                  <a:srgbClr val="020000">
                    <a:alpha val="5595"/>
                  </a:srgbClr>
                </a:gs>
                <a:gs pos="28571">
                  <a:srgbClr val="020000">
                    <a:alpha val="4372"/>
                  </a:srgbClr>
                </a:gs>
                <a:gs pos="42857">
                  <a:srgbClr val="020000">
                    <a:alpha val="2890"/>
                  </a:srgbClr>
                </a:gs>
                <a:gs pos="57143">
                  <a:srgbClr val="020000">
                    <a:alpha val="1612"/>
                  </a:srgbClr>
                </a:gs>
                <a:gs pos="71429">
                  <a:srgbClr val="020000">
                    <a:alpha val="758"/>
                  </a:srgbClr>
                </a:gs>
                <a:gs pos="85714">
                  <a:srgbClr val="020000">
                    <a:alpha val="300"/>
                  </a:srgbClr>
                </a:gs>
                <a:gs pos="100000">
                  <a:srgbClr val="0200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7524345">
              <a:off x="499688" y="1176109"/>
              <a:ext cx="389482" cy="63446"/>
            </a:xfrm>
            <a:prstGeom prst="ellipse">
              <a:avLst/>
            </a:prstGeom>
            <a:gradFill>
              <a:gsLst>
                <a:gs pos="0">
                  <a:srgbClr val="DF00FF">
                    <a:alpha val="14609"/>
                  </a:srgbClr>
                </a:gs>
                <a:gs pos="14286">
                  <a:srgbClr val="DF00FF">
                    <a:alpha val="13511"/>
                  </a:srgbClr>
                </a:gs>
                <a:gs pos="28571">
                  <a:srgbClr val="DF00FF">
                    <a:alpha val="10658"/>
                  </a:srgbClr>
                </a:gs>
                <a:gs pos="42857">
                  <a:srgbClr val="DF00FF">
                    <a:alpha val="7126"/>
                  </a:srgbClr>
                </a:gs>
                <a:gs pos="57143">
                  <a:srgbClr val="DF00FF">
                    <a:alpha val="4013"/>
                  </a:srgbClr>
                </a:gs>
                <a:gs pos="71429">
                  <a:srgbClr val="DF00FF">
                    <a:alpha val="1899"/>
                  </a:srgbClr>
                </a:gs>
                <a:gs pos="85714">
                  <a:srgbClr val="DF00FF">
                    <a:alpha val="755"/>
                  </a:srgbClr>
                </a:gs>
                <a:gs pos="100000">
                  <a:srgbClr val="DF00FF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5400000">
              <a:off x="11809" y="1637118"/>
              <a:ext cx="65146" cy="65146"/>
            </a:xfrm>
            <a:prstGeom prst="ellipse">
              <a:avLst/>
            </a:prstGeom>
            <a:gradFill>
              <a:gsLst>
                <a:gs pos="0">
                  <a:srgbClr val="B24631">
                    <a:alpha val="12453"/>
                  </a:srgbClr>
                </a:gs>
                <a:gs pos="14286">
                  <a:srgbClr val="B24631">
                    <a:alpha val="11506"/>
                  </a:srgbClr>
                </a:gs>
                <a:gs pos="28571">
                  <a:srgbClr val="B24631">
                    <a:alpha val="9055"/>
                  </a:srgbClr>
                </a:gs>
                <a:gs pos="42857">
                  <a:srgbClr val="B24631">
                    <a:alpha val="6036"/>
                  </a:srgbClr>
                </a:gs>
                <a:gs pos="57143">
                  <a:srgbClr val="B24631">
                    <a:alpha val="3391"/>
                  </a:srgbClr>
                </a:gs>
                <a:gs pos="71429">
                  <a:srgbClr val="B24631">
                    <a:alpha val="1602"/>
                  </a:srgbClr>
                </a:gs>
                <a:gs pos="85714">
                  <a:srgbClr val="B24631">
                    <a:alpha val="636"/>
                  </a:srgbClr>
                </a:gs>
                <a:gs pos="100000">
                  <a:srgbClr val="B24631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3932547">
              <a:off x="-30220" y="2534795"/>
              <a:ext cx="491444" cy="70839"/>
            </a:xfrm>
            <a:prstGeom prst="ellipse">
              <a:avLst/>
            </a:prstGeom>
            <a:gradFill>
              <a:gsLst>
                <a:gs pos="0">
                  <a:srgbClr val="FF6E52">
                    <a:alpha val="32968"/>
                  </a:srgbClr>
                </a:gs>
                <a:gs pos="14286">
                  <a:srgbClr val="FF6E52">
                    <a:alpha val="30764"/>
                  </a:srgbClr>
                </a:gs>
                <a:gs pos="28571">
                  <a:srgbClr val="FF6E52">
                    <a:alpha val="24833"/>
                  </a:srgbClr>
                </a:gs>
                <a:gs pos="42857">
                  <a:srgbClr val="FF6E52">
                    <a:alpha val="17075"/>
                  </a:srgbClr>
                </a:gs>
                <a:gs pos="57143">
                  <a:srgbClr val="FF6E52">
                    <a:alpha val="9855"/>
                  </a:srgbClr>
                </a:gs>
                <a:gs pos="71429">
                  <a:srgbClr val="FF6E52">
                    <a:alpha val="4740"/>
                  </a:srgbClr>
                </a:gs>
                <a:gs pos="85714">
                  <a:srgbClr val="FF6E52">
                    <a:alpha val="1902"/>
                  </a:srgbClr>
                </a:gs>
                <a:gs pos="100000">
                  <a:srgbClr val="FF6E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9242948">
              <a:off x="3388429" y="1811682"/>
              <a:ext cx="507609" cy="457706"/>
            </a:xfrm>
            <a:prstGeom prst="ellipse">
              <a:avLst/>
            </a:prstGeom>
            <a:gradFill>
              <a:gsLst>
                <a:gs pos="0">
                  <a:srgbClr val="000000">
                    <a:alpha val="18623"/>
                  </a:srgbClr>
                </a:gs>
                <a:gs pos="14286">
                  <a:srgbClr val="000000">
                    <a:alpha val="17255"/>
                  </a:srgbClr>
                </a:gs>
                <a:gs pos="28571">
                  <a:srgbClr val="000000">
                    <a:alpha val="13676"/>
                  </a:srgbClr>
                </a:gs>
                <a:gs pos="42857">
                  <a:srgbClr val="000000">
                    <a:alpha val="9195"/>
                  </a:srgbClr>
                </a:gs>
                <a:gs pos="57143">
                  <a:srgbClr val="000000">
                    <a:alpha val="5205"/>
                  </a:srgbClr>
                </a:gs>
                <a:gs pos="71429">
                  <a:srgbClr val="000000">
                    <a:alpha val="2471"/>
                  </a:srgbClr>
                </a:gs>
                <a:gs pos="85714">
                  <a:srgbClr val="000000">
                    <a:alpha val="984"/>
                  </a:srgbClr>
                </a:gs>
                <a:gs pos="100000">
                  <a:srgbClr val="0000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5400000">
              <a:off x="5533" y="1855844"/>
              <a:ext cx="64583" cy="64583"/>
            </a:xfrm>
            <a:prstGeom prst="ellipse">
              <a:avLst/>
            </a:prstGeom>
            <a:gradFill>
              <a:gsLst>
                <a:gs pos="0">
                  <a:srgbClr val="AA2F26">
                    <a:alpha val="12606"/>
                  </a:srgbClr>
                </a:gs>
                <a:gs pos="14286">
                  <a:srgbClr val="AA2F26">
                    <a:alpha val="11649"/>
                  </a:srgbClr>
                </a:gs>
                <a:gs pos="28571">
                  <a:srgbClr val="AA2F26">
                    <a:alpha val="9168"/>
                  </a:srgbClr>
                </a:gs>
                <a:gs pos="42857">
                  <a:srgbClr val="AA2F26">
                    <a:alpha val="6113"/>
                  </a:srgbClr>
                </a:gs>
                <a:gs pos="57143">
                  <a:srgbClr val="AA2F26">
                    <a:alpha val="3435"/>
                  </a:srgbClr>
                </a:gs>
                <a:gs pos="71429">
                  <a:srgbClr val="AA2F26">
                    <a:alpha val="1623"/>
                  </a:srgbClr>
                </a:gs>
                <a:gs pos="85714">
                  <a:srgbClr val="AA2F26">
                    <a:alpha val="645"/>
                  </a:srgbClr>
                </a:gs>
                <a:gs pos="100000">
                  <a:srgbClr val="AA2F26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8603813">
              <a:off x="524905" y="362918"/>
              <a:ext cx="469057" cy="27094"/>
            </a:xfrm>
            <a:prstGeom prst="ellipse">
              <a:avLst/>
            </a:prstGeom>
            <a:gradFill>
              <a:gsLst>
                <a:gs pos="0">
                  <a:srgbClr val="FF7861">
                    <a:alpha val="32968"/>
                  </a:srgbClr>
                </a:gs>
                <a:gs pos="14286">
                  <a:srgbClr val="FF7861">
                    <a:alpha val="30764"/>
                  </a:srgbClr>
                </a:gs>
                <a:gs pos="28571">
                  <a:srgbClr val="FF7861">
                    <a:alpha val="24833"/>
                  </a:srgbClr>
                </a:gs>
                <a:gs pos="42857">
                  <a:srgbClr val="FF7861">
                    <a:alpha val="17075"/>
                  </a:srgbClr>
                </a:gs>
                <a:gs pos="57143">
                  <a:srgbClr val="FF7861">
                    <a:alpha val="9855"/>
                  </a:srgbClr>
                </a:gs>
                <a:gs pos="71429">
                  <a:srgbClr val="FF7861">
                    <a:alpha val="4740"/>
                  </a:srgbClr>
                </a:gs>
                <a:gs pos="85714">
                  <a:srgbClr val="FF7861">
                    <a:alpha val="1902"/>
                  </a:srgbClr>
                </a:gs>
                <a:gs pos="100000">
                  <a:srgbClr val="FF78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-8722535">
              <a:off x="273531" y="272175"/>
              <a:ext cx="508410" cy="492293"/>
            </a:xfrm>
            <a:prstGeom prst="ellipse">
              <a:avLst/>
            </a:prstGeom>
            <a:gradFill>
              <a:gsLst>
                <a:gs pos="0">
                  <a:srgbClr val="000000">
                    <a:alpha val="12567"/>
                  </a:srgbClr>
                </a:gs>
                <a:gs pos="14286">
                  <a:srgbClr val="000000">
                    <a:alpha val="11612"/>
                  </a:srgbClr>
                </a:gs>
                <a:gs pos="28571">
                  <a:srgbClr val="000000">
                    <a:alpha val="9139"/>
                  </a:srgbClr>
                </a:gs>
                <a:gs pos="42857">
                  <a:srgbClr val="000000">
                    <a:alpha val="6093"/>
                  </a:srgbClr>
                </a:gs>
                <a:gs pos="57143">
                  <a:srgbClr val="000000">
                    <a:alpha val="3423"/>
                  </a:srgbClr>
                </a:gs>
                <a:gs pos="71429">
                  <a:srgbClr val="000000">
                    <a:alpha val="1617"/>
                  </a:srgbClr>
                </a:gs>
                <a:gs pos="85714">
                  <a:srgbClr val="000000">
                    <a:alpha val="643"/>
                  </a:srgbClr>
                </a:gs>
                <a:gs pos="100000">
                  <a:srgbClr val="000000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-9722365">
              <a:off x="519130" y="1554603"/>
              <a:ext cx="314057" cy="224368"/>
            </a:xfrm>
            <a:prstGeom prst="ellipse">
              <a:avLst/>
            </a:prstGeom>
            <a:gradFill>
              <a:gsLst>
                <a:gs pos="0">
                  <a:srgbClr val="FFF7B5">
                    <a:alpha val="32968"/>
                  </a:srgbClr>
                </a:gs>
                <a:gs pos="14286">
                  <a:srgbClr val="FFF7B5">
                    <a:alpha val="30764"/>
                  </a:srgbClr>
                </a:gs>
                <a:gs pos="28571">
                  <a:srgbClr val="FFF7B5">
                    <a:alpha val="24833"/>
                  </a:srgbClr>
                </a:gs>
                <a:gs pos="42857">
                  <a:srgbClr val="FFF7B5">
                    <a:alpha val="17075"/>
                  </a:srgbClr>
                </a:gs>
                <a:gs pos="57143">
                  <a:srgbClr val="FFF7B5">
                    <a:alpha val="9855"/>
                  </a:srgbClr>
                </a:gs>
                <a:gs pos="71429">
                  <a:srgbClr val="FFF7B5">
                    <a:alpha val="4740"/>
                  </a:srgbClr>
                </a:gs>
                <a:gs pos="85714">
                  <a:srgbClr val="FFF7B5">
                    <a:alpha val="1902"/>
                  </a:srgbClr>
                </a:gs>
                <a:gs pos="100000">
                  <a:srgbClr val="FFF7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7399230">
              <a:off x="329665" y="1312979"/>
              <a:ext cx="500205" cy="47721"/>
            </a:xfrm>
            <a:prstGeom prst="ellipse">
              <a:avLst/>
            </a:prstGeom>
            <a:gradFill>
              <a:gsLst>
                <a:gs pos="0">
                  <a:srgbClr val="00326E">
                    <a:alpha val="32968"/>
                  </a:srgbClr>
                </a:gs>
                <a:gs pos="14286">
                  <a:srgbClr val="00326E">
                    <a:alpha val="30764"/>
                  </a:srgbClr>
                </a:gs>
                <a:gs pos="28571">
                  <a:srgbClr val="00326E">
                    <a:alpha val="24833"/>
                  </a:srgbClr>
                </a:gs>
                <a:gs pos="42857">
                  <a:srgbClr val="00326E">
                    <a:alpha val="17075"/>
                  </a:srgbClr>
                </a:gs>
                <a:gs pos="57143">
                  <a:srgbClr val="00326E">
                    <a:alpha val="9855"/>
                  </a:srgbClr>
                </a:gs>
                <a:gs pos="71429">
                  <a:srgbClr val="00326E">
                    <a:alpha val="4740"/>
                  </a:srgbClr>
                </a:gs>
                <a:gs pos="85714">
                  <a:srgbClr val="00326E">
                    <a:alpha val="1902"/>
                  </a:srgbClr>
                </a:gs>
                <a:gs pos="100000">
                  <a:srgbClr val="0032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9337400">
              <a:off x="2352441" y="3428431"/>
              <a:ext cx="436670" cy="32069"/>
            </a:xfrm>
            <a:prstGeom prst="ellipse">
              <a:avLst/>
            </a:prstGeom>
            <a:gradFill>
              <a:gsLst>
                <a:gs pos="0">
                  <a:srgbClr val="FF674A">
                    <a:alpha val="32968"/>
                  </a:srgbClr>
                </a:gs>
                <a:gs pos="14286">
                  <a:srgbClr val="FF674A">
                    <a:alpha val="30764"/>
                  </a:srgbClr>
                </a:gs>
                <a:gs pos="28571">
                  <a:srgbClr val="FF674A">
                    <a:alpha val="24833"/>
                  </a:srgbClr>
                </a:gs>
                <a:gs pos="42857">
                  <a:srgbClr val="FF674A">
                    <a:alpha val="17075"/>
                  </a:srgbClr>
                </a:gs>
                <a:gs pos="57143">
                  <a:srgbClr val="FF674A">
                    <a:alpha val="9855"/>
                  </a:srgbClr>
                </a:gs>
                <a:gs pos="71429">
                  <a:srgbClr val="FF674A">
                    <a:alpha val="4740"/>
                  </a:srgbClr>
                </a:gs>
                <a:gs pos="85714">
                  <a:srgbClr val="FF674A">
                    <a:alpha val="1902"/>
                  </a:srgbClr>
                </a:gs>
                <a:gs pos="100000">
                  <a:srgbClr val="FF67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-9078929">
              <a:off x="273343" y="206738"/>
              <a:ext cx="537798" cy="519505"/>
            </a:xfrm>
            <a:prstGeom prst="ellipse">
              <a:avLst/>
            </a:prstGeom>
            <a:gradFill>
              <a:gsLst>
                <a:gs pos="0">
                  <a:srgbClr val="020001">
                    <a:alpha val="9732"/>
                  </a:srgbClr>
                </a:gs>
                <a:gs pos="14286">
                  <a:srgbClr val="020001">
                    <a:alpha val="8982"/>
                  </a:srgbClr>
                </a:gs>
                <a:gs pos="28571">
                  <a:srgbClr val="020001">
                    <a:alpha val="7046"/>
                  </a:srgbClr>
                </a:gs>
                <a:gs pos="42857">
                  <a:srgbClr val="020001">
                    <a:alpha val="4680"/>
                  </a:srgbClr>
                </a:gs>
                <a:gs pos="57143">
                  <a:srgbClr val="020001">
                    <a:alpha val="2621"/>
                  </a:srgbClr>
                </a:gs>
                <a:gs pos="71429">
                  <a:srgbClr val="020001">
                    <a:alpha val="1235"/>
                  </a:srgbClr>
                </a:gs>
                <a:gs pos="85714">
                  <a:srgbClr val="020001">
                    <a:alpha val="490"/>
                  </a:srgbClr>
                </a:gs>
                <a:gs pos="100000">
                  <a:srgbClr val="020001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9327343">
              <a:off x="2339848" y="3362219"/>
              <a:ext cx="533407" cy="75855"/>
            </a:xfrm>
            <a:prstGeom prst="ellipse">
              <a:avLst/>
            </a:prstGeom>
            <a:gradFill>
              <a:gsLst>
                <a:gs pos="0">
                  <a:srgbClr val="E3523B">
                    <a:alpha val="32968"/>
                  </a:srgbClr>
                </a:gs>
                <a:gs pos="14286">
                  <a:srgbClr val="E3523B">
                    <a:alpha val="30764"/>
                  </a:srgbClr>
                </a:gs>
                <a:gs pos="28571">
                  <a:srgbClr val="E3523B">
                    <a:alpha val="24833"/>
                  </a:srgbClr>
                </a:gs>
                <a:gs pos="42857">
                  <a:srgbClr val="E3523B">
                    <a:alpha val="17075"/>
                  </a:srgbClr>
                </a:gs>
                <a:gs pos="57143">
                  <a:srgbClr val="E3523B">
                    <a:alpha val="9855"/>
                  </a:srgbClr>
                </a:gs>
                <a:gs pos="71429">
                  <a:srgbClr val="E3523B">
                    <a:alpha val="4740"/>
                  </a:srgbClr>
                </a:gs>
                <a:gs pos="85714">
                  <a:srgbClr val="E3523B">
                    <a:alpha val="1902"/>
                  </a:srgbClr>
                </a:gs>
                <a:gs pos="100000">
                  <a:srgbClr val="E352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8527808">
              <a:off x="723360" y="885860"/>
              <a:ext cx="426108" cy="64469"/>
            </a:xfrm>
            <a:prstGeom prst="ellipse">
              <a:avLst/>
            </a:prstGeom>
            <a:gradFill>
              <a:gsLst>
                <a:gs pos="0">
                  <a:srgbClr val="0031FF">
                    <a:alpha val="32968"/>
                  </a:srgbClr>
                </a:gs>
                <a:gs pos="14286">
                  <a:srgbClr val="0031FF">
                    <a:alpha val="30764"/>
                  </a:srgbClr>
                </a:gs>
                <a:gs pos="28571">
                  <a:srgbClr val="0031FF">
                    <a:alpha val="24833"/>
                  </a:srgbClr>
                </a:gs>
                <a:gs pos="42857">
                  <a:srgbClr val="0031FF">
                    <a:alpha val="17075"/>
                  </a:srgbClr>
                </a:gs>
                <a:gs pos="57143">
                  <a:srgbClr val="0031FF">
                    <a:alpha val="9855"/>
                  </a:srgbClr>
                </a:gs>
                <a:gs pos="71429">
                  <a:srgbClr val="0031FF">
                    <a:alpha val="4740"/>
                  </a:srgbClr>
                </a:gs>
                <a:gs pos="85714">
                  <a:srgbClr val="0031FF">
                    <a:alpha val="1902"/>
                  </a:srgbClr>
                </a:gs>
                <a:gs pos="100000">
                  <a:srgbClr val="003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10615086">
              <a:off x="2610304" y="158864"/>
              <a:ext cx="346172" cy="343740"/>
            </a:xfrm>
            <a:prstGeom prst="ellipse">
              <a:avLst/>
            </a:prstGeom>
            <a:gradFill>
              <a:gsLst>
                <a:gs pos="0">
                  <a:srgbClr val="000000">
                    <a:alpha val="7302"/>
                  </a:srgbClr>
                </a:gs>
                <a:gs pos="14286">
                  <a:srgbClr val="000000">
                    <a:alpha val="6732"/>
                  </a:srgbClr>
                </a:gs>
                <a:gs pos="28571">
                  <a:srgbClr val="000000">
                    <a:alpha val="5267"/>
                  </a:srgbClr>
                </a:gs>
                <a:gs pos="42857">
                  <a:srgbClr val="000000">
                    <a:alpha val="3487"/>
                  </a:srgbClr>
                </a:gs>
                <a:gs pos="57143">
                  <a:srgbClr val="000000">
                    <a:alpha val="1947"/>
                  </a:srgbClr>
                </a:gs>
                <a:gs pos="71429">
                  <a:srgbClr val="000000">
                    <a:alpha val="916"/>
                  </a:srgbClr>
                </a:gs>
                <a:gs pos="85714">
                  <a:srgbClr val="000000">
                    <a:alpha val="363"/>
                  </a:srgbClr>
                </a:gs>
                <a:gs pos="100000">
                  <a:srgbClr val="00000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8045455">
              <a:off x="501618" y="1810711"/>
              <a:ext cx="410602" cy="90079"/>
            </a:xfrm>
            <a:prstGeom prst="ellipse">
              <a:avLst/>
            </a:prstGeom>
            <a:gradFill>
              <a:gsLst>
                <a:gs pos="0">
                  <a:srgbClr val="FFF89F">
                    <a:alpha val="32968"/>
                  </a:srgbClr>
                </a:gs>
                <a:gs pos="14286">
                  <a:srgbClr val="FFF89F">
                    <a:alpha val="30764"/>
                  </a:srgbClr>
                </a:gs>
                <a:gs pos="28571">
                  <a:srgbClr val="FFF89F">
                    <a:alpha val="24833"/>
                  </a:srgbClr>
                </a:gs>
                <a:gs pos="42857">
                  <a:srgbClr val="FFF89F">
                    <a:alpha val="17075"/>
                  </a:srgbClr>
                </a:gs>
                <a:gs pos="57143">
                  <a:srgbClr val="FFF89F">
                    <a:alpha val="9855"/>
                  </a:srgbClr>
                </a:gs>
                <a:gs pos="71429">
                  <a:srgbClr val="FFF89F">
                    <a:alpha val="4740"/>
                  </a:srgbClr>
                </a:gs>
                <a:gs pos="85714">
                  <a:srgbClr val="FFF89F">
                    <a:alpha val="1902"/>
                  </a:srgbClr>
                </a:gs>
                <a:gs pos="100000">
                  <a:srgbClr val="FFF8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400000">
              <a:off x="2987571" y="389477"/>
              <a:ext cx="58188" cy="58188"/>
            </a:xfrm>
            <a:prstGeom prst="ellipse">
              <a:avLst/>
            </a:prstGeom>
            <a:gradFill>
              <a:gsLst>
                <a:gs pos="0">
                  <a:srgbClr val="C74B49">
                    <a:alpha val="14328"/>
                  </a:srgbClr>
                </a:gs>
                <a:gs pos="14286">
                  <a:srgbClr val="C74B49">
                    <a:alpha val="13250"/>
                  </a:srgbClr>
                </a:gs>
                <a:gs pos="28571">
                  <a:srgbClr val="C74B49">
                    <a:alpha val="10449"/>
                  </a:srgbClr>
                </a:gs>
                <a:gs pos="42857">
                  <a:srgbClr val="C74B49">
                    <a:alpha val="6983"/>
                  </a:srgbClr>
                </a:gs>
                <a:gs pos="57143">
                  <a:srgbClr val="C74B49">
                    <a:alpha val="3932"/>
                  </a:srgbClr>
                </a:gs>
                <a:gs pos="71429">
                  <a:srgbClr val="C74B49">
                    <a:alpha val="1860"/>
                  </a:srgbClr>
                </a:gs>
                <a:gs pos="85714">
                  <a:srgbClr val="C74B49">
                    <a:alpha val="740"/>
                  </a:srgbClr>
                </a:gs>
                <a:gs pos="100000">
                  <a:srgbClr val="C74B49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9012430">
              <a:off x="3348513" y="1169590"/>
              <a:ext cx="544761" cy="512397"/>
            </a:xfrm>
            <a:prstGeom prst="ellipse">
              <a:avLst/>
            </a:prstGeom>
            <a:gradFill>
              <a:gsLst>
                <a:gs pos="0">
                  <a:srgbClr val="000000">
                    <a:alpha val="3617"/>
                  </a:srgbClr>
                </a:gs>
                <a:gs pos="14286">
                  <a:srgbClr val="000000">
                    <a:alpha val="3329"/>
                  </a:srgbClr>
                </a:gs>
                <a:gs pos="28571">
                  <a:srgbClr val="000000">
                    <a:alpha val="2595"/>
                  </a:srgbClr>
                </a:gs>
                <a:gs pos="42857">
                  <a:srgbClr val="000000">
                    <a:alpha val="1710"/>
                  </a:srgbClr>
                </a:gs>
                <a:gs pos="57143">
                  <a:srgbClr val="000000">
                    <a:alpha val="951"/>
                  </a:srgbClr>
                </a:gs>
                <a:gs pos="71429">
                  <a:srgbClr val="000000">
                    <a:alpha val="446"/>
                  </a:srgbClr>
                </a:gs>
                <a:gs pos="85714">
                  <a:srgbClr val="000000">
                    <a:alpha val="177"/>
                  </a:srgbClr>
                </a:gs>
                <a:gs pos="100000">
                  <a:srgbClr val="00000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5400000">
              <a:off x="975413" y="208392"/>
              <a:ext cx="62966" cy="62966"/>
            </a:xfrm>
            <a:prstGeom prst="ellipse">
              <a:avLst/>
            </a:prstGeom>
            <a:gradFill>
              <a:gsLst>
                <a:gs pos="0">
                  <a:srgbClr val="C25240">
                    <a:alpha val="13045"/>
                  </a:srgbClr>
                </a:gs>
                <a:gs pos="14286">
                  <a:srgbClr val="C25240">
                    <a:alpha val="12056"/>
                  </a:srgbClr>
                </a:gs>
                <a:gs pos="28571">
                  <a:srgbClr val="C25240">
                    <a:alpha val="9494"/>
                  </a:srgbClr>
                </a:gs>
                <a:gs pos="42857">
                  <a:srgbClr val="C25240">
                    <a:alpha val="6333"/>
                  </a:srgbClr>
                </a:gs>
                <a:gs pos="57143">
                  <a:srgbClr val="C25240">
                    <a:alpha val="3560"/>
                  </a:srgbClr>
                </a:gs>
                <a:gs pos="71429">
                  <a:srgbClr val="C25240">
                    <a:alpha val="1683"/>
                  </a:srgbClr>
                </a:gs>
                <a:gs pos="85714">
                  <a:srgbClr val="C25240">
                    <a:alpha val="669"/>
                  </a:srgbClr>
                </a:gs>
                <a:gs pos="100000">
                  <a:srgbClr val="C2524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8757320">
              <a:off x="2576283" y="3287346"/>
              <a:ext cx="472907" cy="38069"/>
            </a:xfrm>
            <a:prstGeom prst="ellipse">
              <a:avLst/>
            </a:prstGeom>
            <a:gradFill>
              <a:gsLst>
                <a:gs pos="0">
                  <a:srgbClr val="FF634C">
                    <a:alpha val="32968"/>
                  </a:srgbClr>
                </a:gs>
                <a:gs pos="14286">
                  <a:srgbClr val="FF634C">
                    <a:alpha val="30764"/>
                  </a:srgbClr>
                </a:gs>
                <a:gs pos="28571">
                  <a:srgbClr val="FF634C">
                    <a:alpha val="24833"/>
                  </a:srgbClr>
                </a:gs>
                <a:gs pos="42857">
                  <a:srgbClr val="FF634C">
                    <a:alpha val="17075"/>
                  </a:srgbClr>
                </a:gs>
                <a:gs pos="57143">
                  <a:srgbClr val="FF634C">
                    <a:alpha val="9855"/>
                  </a:srgbClr>
                </a:gs>
                <a:gs pos="71429">
                  <a:srgbClr val="FF634C">
                    <a:alpha val="4740"/>
                  </a:srgbClr>
                </a:gs>
                <a:gs pos="85714">
                  <a:srgbClr val="FF634C">
                    <a:alpha val="1902"/>
                  </a:srgbClr>
                </a:gs>
                <a:gs pos="100000">
                  <a:srgbClr val="FF63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9259855">
              <a:off x="749042" y="191369"/>
              <a:ext cx="647423" cy="89119"/>
            </a:xfrm>
            <a:prstGeom prst="ellipse">
              <a:avLst/>
            </a:prstGeom>
            <a:gradFill>
              <a:gsLst>
                <a:gs pos="0">
                  <a:srgbClr val="EB5E48">
                    <a:alpha val="32968"/>
                  </a:srgbClr>
                </a:gs>
                <a:gs pos="14286">
                  <a:srgbClr val="EB5E48">
                    <a:alpha val="30764"/>
                  </a:srgbClr>
                </a:gs>
                <a:gs pos="28571">
                  <a:srgbClr val="EB5E48">
                    <a:alpha val="24833"/>
                  </a:srgbClr>
                </a:gs>
                <a:gs pos="42857">
                  <a:srgbClr val="EB5E48">
                    <a:alpha val="17075"/>
                  </a:srgbClr>
                </a:gs>
                <a:gs pos="57143">
                  <a:srgbClr val="EB5E48">
                    <a:alpha val="9855"/>
                  </a:srgbClr>
                </a:gs>
                <a:gs pos="71429">
                  <a:srgbClr val="EB5E48">
                    <a:alpha val="4740"/>
                  </a:srgbClr>
                </a:gs>
                <a:gs pos="85714">
                  <a:srgbClr val="EB5E48">
                    <a:alpha val="1902"/>
                  </a:srgbClr>
                </a:gs>
                <a:gs pos="100000">
                  <a:srgbClr val="EB5E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5400000">
              <a:off x="717863" y="1098559"/>
              <a:ext cx="63321" cy="63321"/>
            </a:xfrm>
            <a:prstGeom prst="ellipse">
              <a:avLst/>
            </a:prstGeom>
            <a:gradFill>
              <a:gsLst>
                <a:gs pos="0">
                  <a:srgbClr val="E25F52">
                    <a:alpha val="12949"/>
                  </a:srgbClr>
                </a:gs>
                <a:gs pos="14286">
                  <a:srgbClr val="E25F52">
                    <a:alpha val="11967"/>
                  </a:srgbClr>
                </a:gs>
                <a:gs pos="28571">
                  <a:srgbClr val="E25F52">
                    <a:alpha val="9422"/>
                  </a:srgbClr>
                </a:gs>
                <a:gs pos="42857">
                  <a:srgbClr val="E25F52">
                    <a:alpha val="6285"/>
                  </a:srgbClr>
                </a:gs>
                <a:gs pos="57143">
                  <a:srgbClr val="E25F52">
                    <a:alpha val="3533"/>
                  </a:srgbClr>
                </a:gs>
                <a:gs pos="71429">
                  <a:srgbClr val="E25F52">
                    <a:alpha val="1670"/>
                  </a:srgbClr>
                </a:gs>
                <a:gs pos="85714">
                  <a:srgbClr val="E25F52">
                    <a:alpha val="664"/>
                  </a:srgbClr>
                </a:gs>
                <a:gs pos="100000">
                  <a:srgbClr val="E25F52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9396477">
              <a:off x="886544" y="152394"/>
              <a:ext cx="491639" cy="49144"/>
            </a:xfrm>
            <a:prstGeom prst="ellipse">
              <a:avLst/>
            </a:prstGeom>
            <a:gradFill>
              <a:gsLst>
                <a:gs pos="0">
                  <a:srgbClr val="F15D45">
                    <a:alpha val="32968"/>
                  </a:srgbClr>
                </a:gs>
                <a:gs pos="14286">
                  <a:srgbClr val="F15D45">
                    <a:alpha val="30764"/>
                  </a:srgbClr>
                </a:gs>
                <a:gs pos="28571">
                  <a:srgbClr val="F15D45">
                    <a:alpha val="24833"/>
                  </a:srgbClr>
                </a:gs>
                <a:gs pos="42857">
                  <a:srgbClr val="F15D45">
                    <a:alpha val="17075"/>
                  </a:srgbClr>
                </a:gs>
                <a:gs pos="57143">
                  <a:srgbClr val="F15D45">
                    <a:alpha val="9855"/>
                  </a:srgbClr>
                </a:gs>
                <a:gs pos="71429">
                  <a:srgbClr val="F15D45">
                    <a:alpha val="4740"/>
                  </a:srgbClr>
                </a:gs>
                <a:gs pos="85714">
                  <a:srgbClr val="F15D45">
                    <a:alpha val="1902"/>
                  </a:srgbClr>
                </a:gs>
                <a:gs pos="100000">
                  <a:srgbClr val="F15D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9256613">
              <a:off x="835528" y="191793"/>
              <a:ext cx="408235" cy="26433"/>
            </a:xfrm>
            <a:prstGeom prst="ellipse">
              <a:avLst/>
            </a:prstGeom>
            <a:gradFill>
              <a:gsLst>
                <a:gs pos="0">
                  <a:srgbClr val="FB765F">
                    <a:alpha val="32968"/>
                  </a:srgbClr>
                </a:gs>
                <a:gs pos="14286">
                  <a:srgbClr val="FB765F">
                    <a:alpha val="30764"/>
                  </a:srgbClr>
                </a:gs>
                <a:gs pos="28571">
                  <a:srgbClr val="FB765F">
                    <a:alpha val="24833"/>
                  </a:srgbClr>
                </a:gs>
                <a:gs pos="42857">
                  <a:srgbClr val="FB765F">
                    <a:alpha val="17075"/>
                  </a:srgbClr>
                </a:gs>
                <a:gs pos="57143">
                  <a:srgbClr val="FB765F">
                    <a:alpha val="9855"/>
                  </a:srgbClr>
                </a:gs>
                <a:gs pos="71429">
                  <a:srgbClr val="FB765F">
                    <a:alpha val="4740"/>
                  </a:srgbClr>
                </a:gs>
                <a:gs pos="85714">
                  <a:srgbClr val="FB765F">
                    <a:alpha val="1902"/>
                  </a:srgbClr>
                </a:gs>
                <a:gs pos="100000">
                  <a:srgbClr val="FB76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9903232">
              <a:off x="3395519" y="1828715"/>
              <a:ext cx="505113" cy="442166"/>
            </a:xfrm>
            <a:prstGeom prst="ellipse">
              <a:avLst/>
            </a:prstGeom>
            <a:gradFill>
              <a:gsLst>
                <a:gs pos="0">
                  <a:srgbClr val="000200">
                    <a:alpha val="18138"/>
                  </a:srgbClr>
                </a:gs>
                <a:gs pos="14286">
                  <a:srgbClr val="000200">
                    <a:alpha val="16802"/>
                  </a:srgbClr>
                </a:gs>
                <a:gs pos="28571">
                  <a:srgbClr val="000200">
                    <a:alpha val="13309"/>
                  </a:srgbClr>
                </a:gs>
                <a:gs pos="42857">
                  <a:srgbClr val="000200">
                    <a:alpha val="8943"/>
                  </a:srgbClr>
                </a:gs>
                <a:gs pos="57143">
                  <a:srgbClr val="000200">
                    <a:alpha val="5058"/>
                  </a:srgbClr>
                </a:gs>
                <a:gs pos="71429">
                  <a:srgbClr val="000200">
                    <a:alpha val="2401"/>
                  </a:srgbClr>
                </a:gs>
                <a:gs pos="85714">
                  <a:srgbClr val="000200">
                    <a:alpha val="956"/>
                  </a:srgbClr>
                </a:gs>
                <a:gs pos="100000">
                  <a:srgbClr val="0002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6057596">
              <a:off x="3031373" y="469483"/>
              <a:ext cx="513769" cy="506666"/>
            </a:xfrm>
            <a:prstGeom prst="ellipse">
              <a:avLst/>
            </a:prstGeom>
            <a:gradFill>
              <a:gsLst>
                <a:gs pos="0">
                  <a:srgbClr val="000000">
                    <a:alpha val="1390"/>
                  </a:srgbClr>
                </a:gs>
                <a:gs pos="14286">
                  <a:srgbClr val="000000">
                    <a:alpha val="1279"/>
                  </a:srgbClr>
                </a:gs>
                <a:gs pos="28571">
                  <a:srgbClr val="000000">
                    <a:alpha val="994"/>
                  </a:srgbClr>
                </a:gs>
                <a:gs pos="42857">
                  <a:srgbClr val="000000">
                    <a:alpha val="653"/>
                  </a:srgbClr>
                </a:gs>
                <a:gs pos="57143">
                  <a:srgbClr val="000000">
                    <a:alpha val="362"/>
                  </a:srgbClr>
                </a:gs>
                <a:gs pos="71429">
                  <a:srgbClr val="000000">
                    <a:alpha val="170"/>
                  </a:srgbClr>
                </a:gs>
                <a:gs pos="85714">
                  <a:srgbClr val="000000">
                    <a:alpha val="67"/>
                  </a:srgbClr>
                </a:gs>
                <a:gs pos="100000">
                  <a:srgbClr val="00000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8606093">
              <a:off x="145211" y="1458315"/>
              <a:ext cx="586407" cy="63658"/>
            </a:xfrm>
            <a:prstGeom prst="ellipse">
              <a:avLst/>
            </a:prstGeom>
            <a:gradFill>
              <a:gsLst>
                <a:gs pos="0">
                  <a:srgbClr val="FF002B">
                    <a:alpha val="17856"/>
                  </a:srgbClr>
                </a:gs>
                <a:gs pos="14286">
                  <a:srgbClr val="FF002B">
                    <a:alpha val="16539"/>
                  </a:srgbClr>
                </a:gs>
                <a:gs pos="28571">
                  <a:srgbClr val="FF002B">
                    <a:alpha val="13097"/>
                  </a:srgbClr>
                </a:gs>
                <a:gs pos="42857">
                  <a:srgbClr val="FF002B">
                    <a:alpha val="8796"/>
                  </a:srgbClr>
                </a:gs>
                <a:gs pos="57143">
                  <a:srgbClr val="FF002B">
                    <a:alpha val="4974"/>
                  </a:srgbClr>
                </a:gs>
                <a:gs pos="71429">
                  <a:srgbClr val="FF002B">
                    <a:alpha val="2360"/>
                  </a:srgbClr>
                </a:gs>
                <a:gs pos="85714">
                  <a:srgbClr val="FF002B">
                    <a:alpha val="940"/>
                  </a:srgbClr>
                </a:gs>
                <a:gs pos="100000">
                  <a:srgbClr val="FF002B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5400000">
              <a:off x="661059" y="2326513"/>
              <a:ext cx="64922" cy="64922"/>
            </a:xfrm>
            <a:prstGeom prst="ellipse">
              <a:avLst/>
            </a:prstGeom>
            <a:gradFill>
              <a:gsLst>
                <a:gs pos="0">
                  <a:srgbClr val="EF785E">
                    <a:alpha val="12514"/>
                  </a:srgbClr>
                </a:gs>
                <a:gs pos="14286">
                  <a:srgbClr val="EF785E">
                    <a:alpha val="11563"/>
                  </a:srgbClr>
                </a:gs>
                <a:gs pos="28571">
                  <a:srgbClr val="EF785E">
                    <a:alpha val="9100"/>
                  </a:srgbClr>
                </a:gs>
                <a:gs pos="42857">
                  <a:srgbClr val="EF785E">
                    <a:alpha val="6066"/>
                  </a:srgbClr>
                </a:gs>
                <a:gs pos="57143">
                  <a:srgbClr val="EF785E">
                    <a:alpha val="3408"/>
                  </a:srgbClr>
                </a:gs>
                <a:gs pos="71429">
                  <a:srgbClr val="EF785E">
                    <a:alpha val="1610"/>
                  </a:srgbClr>
                </a:gs>
                <a:gs pos="85714">
                  <a:srgbClr val="EF785E">
                    <a:alpha val="640"/>
                  </a:srgbClr>
                </a:gs>
                <a:gs pos="100000">
                  <a:srgbClr val="EF785E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4790392">
              <a:off x="3315720" y="1484574"/>
              <a:ext cx="524035" cy="41454"/>
            </a:xfrm>
            <a:prstGeom prst="ellipse">
              <a:avLst/>
            </a:prstGeom>
            <a:gradFill>
              <a:gsLst>
                <a:gs pos="0">
                  <a:srgbClr val="FF6A54">
                    <a:alpha val="32968"/>
                  </a:srgbClr>
                </a:gs>
                <a:gs pos="14286">
                  <a:srgbClr val="FF6A54">
                    <a:alpha val="30764"/>
                  </a:srgbClr>
                </a:gs>
                <a:gs pos="28571">
                  <a:srgbClr val="FF6A54">
                    <a:alpha val="24833"/>
                  </a:srgbClr>
                </a:gs>
                <a:gs pos="42857">
                  <a:srgbClr val="FF6A54">
                    <a:alpha val="17075"/>
                  </a:srgbClr>
                </a:gs>
                <a:gs pos="57143">
                  <a:srgbClr val="FF6A54">
                    <a:alpha val="9855"/>
                  </a:srgbClr>
                </a:gs>
                <a:gs pos="71429">
                  <a:srgbClr val="FF6A54">
                    <a:alpha val="4740"/>
                  </a:srgbClr>
                </a:gs>
                <a:gs pos="85714">
                  <a:srgbClr val="FF6A54">
                    <a:alpha val="1902"/>
                  </a:srgbClr>
                </a:gs>
                <a:gs pos="100000">
                  <a:srgbClr val="FF6A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6796488">
              <a:off x="441287" y="2296053"/>
              <a:ext cx="406974" cy="132213"/>
            </a:xfrm>
            <a:prstGeom prst="ellipse">
              <a:avLst/>
            </a:prstGeom>
            <a:gradFill>
              <a:gsLst>
                <a:gs pos="0">
                  <a:srgbClr val="AE7745">
                    <a:alpha val="32968"/>
                  </a:srgbClr>
                </a:gs>
                <a:gs pos="14286">
                  <a:srgbClr val="AE7745">
                    <a:alpha val="30764"/>
                  </a:srgbClr>
                </a:gs>
                <a:gs pos="28571">
                  <a:srgbClr val="AE7745">
                    <a:alpha val="24833"/>
                  </a:srgbClr>
                </a:gs>
                <a:gs pos="42857">
                  <a:srgbClr val="AE7745">
                    <a:alpha val="17075"/>
                  </a:srgbClr>
                </a:gs>
                <a:gs pos="57143">
                  <a:srgbClr val="AE7745">
                    <a:alpha val="9855"/>
                  </a:srgbClr>
                </a:gs>
                <a:gs pos="71429">
                  <a:srgbClr val="AE7745">
                    <a:alpha val="4740"/>
                  </a:srgbClr>
                </a:gs>
                <a:gs pos="85714">
                  <a:srgbClr val="AE7745">
                    <a:alpha val="1902"/>
                  </a:srgbClr>
                </a:gs>
                <a:gs pos="100000">
                  <a:srgbClr val="AE77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5400000">
              <a:off x="356490" y="739090"/>
              <a:ext cx="63421" cy="63421"/>
            </a:xfrm>
            <a:prstGeom prst="ellipse">
              <a:avLst/>
            </a:prstGeom>
            <a:gradFill>
              <a:gsLst>
                <a:gs pos="0">
                  <a:srgbClr val="C64C44">
                    <a:alpha val="12922"/>
                  </a:srgbClr>
                </a:gs>
                <a:gs pos="14286">
                  <a:srgbClr val="C64C44">
                    <a:alpha val="11942"/>
                  </a:srgbClr>
                </a:gs>
                <a:gs pos="28571">
                  <a:srgbClr val="C64C44">
                    <a:alpha val="9402"/>
                  </a:srgbClr>
                </a:gs>
                <a:gs pos="42857">
                  <a:srgbClr val="C64C44">
                    <a:alpha val="6271"/>
                  </a:srgbClr>
                </a:gs>
                <a:gs pos="57143">
                  <a:srgbClr val="C64C44">
                    <a:alpha val="3525"/>
                  </a:srgbClr>
                </a:gs>
                <a:gs pos="71429">
                  <a:srgbClr val="C64C44">
                    <a:alpha val="1666"/>
                  </a:srgbClr>
                </a:gs>
                <a:gs pos="85714">
                  <a:srgbClr val="C64C44">
                    <a:alpha val="662"/>
                  </a:srgbClr>
                </a:gs>
                <a:gs pos="100000">
                  <a:srgbClr val="C64C44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5400000">
              <a:off x="826370" y="1942023"/>
              <a:ext cx="58954" cy="58954"/>
            </a:xfrm>
            <a:prstGeom prst="ellipse">
              <a:avLst/>
            </a:prstGeom>
            <a:gradFill>
              <a:gsLst>
                <a:gs pos="0">
                  <a:srgbClr val="D96647">
                    <a:alpha val="14124"/>
                  </a:srgbClr>
                </a:gs>
                <a:gs pos="14286">
                  <a:srgbClr val="D96647">
                    <a:alpha val="13060"/>
                  </a:srgbClr>
                </a:gs>
                <a:gs pos="28571">
                  <a:srgbClr val="D96647">
                    <a:alpha val="10297"/>
                  </a:srgbClr>
                </a:gs>
                <a:gs pos="42857">
                  <a:srgbClr val="D96647">
                    <a:alpha val="6879"/>
                  </a:srgbClr>
                </a:gs>
                <a:gs pos="57143">
                  <a:srgbClr val="D96647">
                    <a:alpha val="3872"/>
                  </a:srgbClr>
                </a:gs>
                <a:gs pos="71429">
                  <a:srgbClr val="D96647">
                    <a:alpha val="1832"/>
                  </a:srgbClr>
                </a:gs>
                <a:gs pos="85714">
                  <a:srgbClr val="D96647">
                    <a:alpha val="728"/>
                  </a:srgbClr>
                </a:gs>
                <a:gs pos="100000">
                  <a:srgbClr val="D96647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5400000">
              <a:off x="837029" y="294887"/>
              <a:ext cx="61687" cy="61687"/>
            </a:xfrm>
            <a:prstGeom prst="ellipse">
              <a:avLst/>
            </a:prstGeom>
            <a:gradFill>
              <a:gsLst>
                <a:gs pos="0">
                  <a:srgbClr val="A54130">
                    <a:alpha val="13390"/>
                  </a:srgbClr>
                </a:gs>
                <a:gs pos="14286">
                  <a:srgbClr val="A54130">
                    <a:alpha val="12377"/>
                  </a:srgbClr>
                </a:gs>
                <a:gs pos="28571">
                  <a:srgbClr val="A54130">
                    <a:alpha val="9750"/>
                  </a:srgbClr>
                </a:gs>
                <a:gs pos="42857">
                  <a:srgbClr val="A54130">
                    <a:alpha val="6508"/>
                  </a:srgbClr>
                </a:gs>
                <a:gs pos="57143">
                  <a:srgbClr val="A54130">
                    <a:alpha val="3660"/>
                  </a:srgbClr>
                </a:gs>
                <a:gs pos="71429">
                  <a:srgbClr val="A54130">
                    <a:alpha val="1730"/>
                  </a:srgbClr>
                </a:gs>
                <a:gs pos="85714">
                  <a:srgbClr val="A54130">
                    <a:alpha val="688"/>
                  </a:srgbClr>
                </a:gs>
                <a:gs pos="100000">
                  <a:srgbClr val="A54130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5113558">
              <a:off x="3352075" y="2038595"/>
              <a:ext cx="477561" cy="127196"/>
            </a:xfrm>
            <a:prstGeom prst="ellipse">
              <a:avLst/>
            </a:prstGeom>
            <a:gradFill>
              <a:gsLst>
                <a:gs pos="0">
                  <a:srgbClr val="000003">
                    <a:alpha val="5326"/>
                  </a:srgbClr>
                </a:gs>
                <a:gs pos="14286">
                  <a:srgbClr val="000003">
                    <a:alpha val="4906"/>
                  </a:srgbClr>
                </a:gs>
                <a:gs pos="28571">
                  <a:srgbClr val="000003">
                    <a:alpha val="3831"/>
                  </a:srgbClr>
                </a:gs>
                <a:gs pos="42857">
                  <a:srgbClr val="000003">
                    <a:alpha val="2529"/>
                  </a:srgbClr>
                </a:gs>
                <a:gs pos="57143">
                  <a:srgbClr val="000003">
                    <a:alpha val="1410"/>
                  </a:srgbClr>
                </a:gs>
                <a:gs pos="71429">
                  <a:srgbClr val="000003">
                    <a:alpha val="662"/>
                  </a:srgbClr>
                </a:gs>
                <a:gs pos="85714">
                  <a:srgbClr val="000003">
                    <a:alpha val="262"/>
                  </a:srgbClr>
                </a:gs>
                <a:gs pos="100000">
                  <a:srgbClr val="000003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8707113">
              <a:off x="587875" y="3248536"/>
              <a:ext cx="517699" cy="75593"/>
            </a:xfrm>
            <a:prstGeom prst="ellipse">
              <a:avLst/>
            </a:prstGeom>
            <a:gradFill>
              <a:gsLst>
                <a:gs pos="0">
                  <a:srgbClr val="F7543C">
                    <a:alpha val="32968"/>
                  </a:srgbClr>
                </a:gs>
                <a:gs pos="14286">
                  <a:srgbClr val="F7543C">
                    <a:alpha val="30764"/>
                  </a:srgbClr>
                </a:gs>
                <a:gs pos="28571">
                  <a:srgbClr val="F7543C">
                    <a:alpha val="24833"/>
                  </a:srgbClr>
                </a:gs>
                <a:gs pos="42857">
                  <a:srgbClr val="F7543C">
                    <a:alpha val="17075"/>
                  </a:srgbClr>
                </a:gs>
                <a:gs pos="57143">
                  <a:srgbClr val="F7543C">
                    <a:alpha val="9855"/>
                  </a:srgbClr>
                </a:gs>
                <a:gs pos="71429">
                  <a:srgbClr val="F7543C">
                    <a:alpha val="4740"/>
                  </a:srgbClr>
                </a:gs>
                <a:gs pos="85714">
                  <a:srgbClr val="F7543C">
                    <a:alpha val="1902"/>
                  </a:srgbClr>
                </a:gs>
                <a:gs pos="100000">
                  <a:srgbClr val="F754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3458256">
              <a:off x="285920" y="2393390"/>
              <a:ext cx="561965" cy="64586"/>
            </a:xfrm>
            <a:prstGeom prst="ellipse">
              <a:avLst/>
            </a:prstGeom>
            <a:gradFill>
              <a:gsLst>
                <a:gs pos="0">
                  <a:srgbClr val="FF168D">
                    <a:alpha val="16662"/>
                  </a:srgbClr>
                </a:gs>
                <a:gs pos="14286">
                  <a:srgbClr val="FF168D">
                    <a:alpha val="15425"/>
                  </a:srgbClr>
                </a:gs>
                <a:gs pos="28571">
                  <a:srgbClr val="FF168D">
                    <a:alpha val="12197"/>
                  </a:srgbClr>
                </a:gs>
                <a:gs pos="42857">
                  <a:srgbClr val="FF168D">
                    <a:alpha val="8178"/>
                  </a:srgbClr>
                </a:gs>
                <a:gs pos="57143">
                  <a:srgbClr val="FF168D">
                    <a:alpha val="4618"/>
                  </a:srgbClr>
                </a:gs>
                <a:gs pos="71429">
                  <a:srgbClr val="FF168D">
                    <a:alpha val="2189"/>
                  </a:srgbClr>
                </a:gs>
                <a:gs pos="85714">
                  <a:srgbClr val="FF168D">
                    <a:alpha val="871"/>
                  </a:srgbClr>
                </a:gs>
                <a:gs pos="100000">
                  <a:srgbClr val="FF168D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6473099">
              <a:off x="3129234" y="2348119"/>
              <a:ext cx="840205" cy="955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5400000">
              <a:off x="2733895" y="3304092"/>
              <a:ext cx="61638" cy="61638"/>
            </a:xfrm>
            <a:prstGeom prst="ellipse">
              <a:avLst/>
            </a:prstGeom>
            <a:gradFill>
              <a:gsLst>
                <a:gs pos="0">
                  <a:srgbClr val="9E2E2F">
                    <a:alpha val="13403"/>
                  </a:srgbClr>
                </a:gs>
                <a:gs pos="14286">
                  <a:srgbClr val="9E2E2F">
                    <a:alpha val="12390"/>
                  </a:srgbClr>
                </a:gs>
                <a:gs pos="28571">
                  <a:srgbClr val="9E2E2F">
                    <a:alpha val="9760"/>
                  </a:srgbClr>
                </a:gs>
                <a:gs pos="42857">
                  <a:srgbClr val="9E2E2F">
                    <a:alpha val="6514"/>
                  </a:srgbClr>
                </a:gs>
                <a:gs pos="57143">
                  <a:srgbClr val="9E2E2F">
                    <a:alpha val="3664"/>
                  </a:srgbClr>
                </a:gs>
                <a:gs pos="71429">
                  <a:srgbClr val="9E2E2F">
                    <a:alpha val="1732"/>
                  </a:srgbClr>
                </a:gs>
                <a:gs pos="85714">
                  <a:srgbClr val="9E2E2F">
                    <a:alpha val="689"/>
                  </a:srgbClr>
                </a:gs>
                <a:gs pos="100000">
                  <a:srgbClr val="9E2E2F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3946585">
              <a:off x="363159" y="2347620"/>
              <a:ext cx="433962" cy="48119"/>
            </a:xfrm>
            <a:prstGeom prst="ellipse">
              <a:avLst/>
            </a:prstGeom>
            <a:gradFill>
              <a:gsLst>
                <a:gs pos="0">
                  <a:srgbClr val="FFC07D">
                    <a:alpha val="32968"/>
                  </a:srgbClr>
                </a:gs>
                <a:gs pos="14286">
                  <a:srgbClr val="FFC07D">
                    <a:alpha val="30764"/>
                  </a:srgbClr>
                </a:gs>
                <a:gs pos="28571">
                  <a:srgbClr val="FFC07D">
                    <a:alpha val="24833"/>
                  </a:srgbClr>
                </a:gs>
                <a:gs pos="42857">
                  <a:srgbClr val="FFC07D">
                    <a:alpha val="17075"/>
                  </a:srgbClr>
                </a:gs>
                <a:gs pos="57143">
                  <a:srgbClr val="FFC07D">
                    <a:alpha val="9855"/>
                  </a:srgbClr>
                </a:gs>
                <a:gs pos="71429">
                  <a:srgbClr val="FFC07D">
                    <a:alpha val="4740"/>
                  </a:srgbClr>
                </a:gs>
                <a:gs pos="85714">
                  <a:srgbClr val="FFC07D">
                    <a:alpha val="1902"/>
                  </a:srgbClr>
                </a:gs>
                <a:gs pos="100000">
                  <a:srgbClr val="FFC0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6887215">
              <a:off x="617395" y="1157403"/>
              <a:ext cx="233740" cy="42980"/>
            </a:xfrm>
            <a:prstGeom prst="ellipse">
              <a:avLst/>
            </a:prstGeom>
            <a:gradFill>
              <a:gsLst>
                <a:gs pos="0">
                  <a:srgbClr val="FADE89">
                    <a:alpha val="32968"/>
                  </a:srgbClr>
                </a:gs>
                <a:gs pos="14286">
                  <a:srgbClr val="FADE89">
                    <a:alpha val="30764"/>
                  </a:srgbClr>
                </a:gs>
                <a:gs pos="28571">
                  <a:srgbClr val="FADE89">
                    <a:alpha val="24833"/>
                  </a:srgbClr>
                </a:gs>
                <a:gs pos="42857">
                  <a:srgbClr val="FADE89">
                    <a:alpha val="17075"/>
                  </a:srgbClr>
                </a:gs>
                <a:gs pos="57143">
                  <a:srgbClr val="FADE89">
                    <a:alpha val="9855"/>
                  </a:srgbClr>
                </a:gs>
                <a:gs pos="71429">
                  <a:srgbClr val="FADE89">
                    <a:alpha val="4740"/>
                  </a:srgbClr>
                </a:gs>
                <a:gs pos="85714">
                  <a:srgbClr val="FADE89">
                    <a:alpha val="1902"/>
                  </a:srgbClr>
                </a:gs>
                <a:gs pos="100000">
                  <a:srgbClr val="FADE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5400000">
              <a:off x="824466" y="1930936"/>
              <a:ext cx="59932" cy="59932"/>
            </a:xfrm>
            <a:prstGeom prst="ellipse">
              <a:avLst/>
            </a:prstGeom>
            <a:gradFill>
              <a:gsLst>
                <a:gs pos="0">
                  <a:srgbClr val="DA6749">
                    <a:alpha val="13862"/>
                  </a:srgbClr>
                </a:gs>
                <a:gs pos="14286">
                  <a:srgbClr val="DA6749">
                    <a:alpha val="12816"/>
                  </a:srgbClr>
                </a:gs>
                <a:gs pos="28571">
                  <a:srgbClr val="DA6749">
                    <a:alpha val="10102"/>
                  </a:srgbClr>
                </a:gs>
                <a:gs pos="42857">
                  <a:srgbClr val="DA6749">
                    <a:alpha val="6747"/>
                  </a:srgbClr>
                </a:gs>
                <a:gs pos="57143">
                  <a:srgbClr val="DA6749">
                    <a:alpha val="3796"/>
                  </a:srgbClr>
                </a:gs>
                <a:gs pos="71429">
                  <a:srgbClr val="DA6749">
                    <a:alpha val="1795"/>
                  </a:srgbClr>
                </a:gs>
                <a:gs pos="85714">
                  <a:srgbClr val="DA6749">
                    <a:alpha val="714"/>
                  </a:srgbClr>
                </a:gs>
                <a:gs pos="100000">
                  <a:srgbClr val="DA6749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5400000">
              <a:off x="167407" y="2446128"/>
              <a:ext cx="60580" cy="60580"/>
            </a:xfrm>
            <a:prstGeom prst="ellipse">
              <a:avLst/>
            </a:prstGeom>
            <a:gradFill>
              <a:gsLst>
                <a:gs pos="0">
                  <a:srgbClr val="D95D4B">
                    <a:alpha val="13688"/>
                  </a:srgbClr>
                </a:gs>
                <a:gs pos="14286">
                  <a:srgbClr val="D95D4B">
                    <a:alpha val="12654"/>
                  </a:srgbClr>
                </a:gs>
                <a:gs pos="28571">
                  <a:srgbClr val="D95D4B">
                    <a:alpha val="9972"/>
                  </a:srgbClr>
                </a:gs>
                <a:gs pos="42857">
                  <a:srgbClr val="D95D4B">
                    <a:alpha val="6658"/>
                  </a:srgbClr>
                </a:gs>
                <a:gs pos="57143">
                  <a:srgbClr val="D95D4B">
                    <a:alpha val="3746"/>
                  </a:srgbClr>
                </a:gs>
                <a:gs pos="71429">
                  <a:srgbClr val="D95D4B">
                    <a:alpha val="1771"/>
                  </a:srgbClr>
                </a:gs>
                <a:gs pos="85714">
                  <a:srgbClr val="D95D4B">
                    <a:alpha val="704"/>
                  </a:srgbClr>
                </a:gs>
                <a:gs pos="100000">
                  <a:srgbClr val="D95D4B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8348598">
              <a:off x="379543" y="453260"/>
              <a:ext cx="545331" cy="52875"/>
            </a:xfrm>
            <a:prstGeom prst="ellipse">
              <a:avLst/>
            </a:prstGeom>
            <a:gradFill>
              <a:gsLst>
                <a:gs pos="0">
                  <a:srgbClr val="FF6445">
                    <a:alpha val="32968"/>
                  </a:srgbClr>
                </a:gs>
                <a:gs pos="14286">
                  <a:srgbClr val="FF6445">
                    <a:alpha val="30764"/>
                  </a:srgbClr>
                </a:gs>
                <a:gs pos="28571">
                  <a:srgbClr val="FF6445">
                    <a:alpha val="24833"/>
                  </a:srgbClr>
                </a:gs>
                <a:gs pos="42857">
                  <a:srgbClr val="FF6445">
                    <a:alpha val="17075"/>
                  </a:srgbClr>
                </a:gs>
                <a:gs pos="57143">
                  <a:srgbClr val="FF6445">
                    <a:alpha val="9855"/>
                  </a:srgbClr>
                </a:gs>
                <a:gs pos="71429">
                  <a:srgbClr val="FF6445">
                    <a:alpha val="4740"/>
                  </a:srgbClr>
                </a:gs>
                <a:gs pos="85714">
                  <a:srgbClr val="FF6445">
                    <a:alpha val="1902"/>
                  </a:srgbClr>
                </a:gs>
                <a:gs pos="100000">
                  <a:srgbClr val="FF64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4102639">
              <a:off x="3163606" y="1144389"/>
              <a:ext cx="610449" cy="59127"/>
            </a:xfrm>
            <a:prstGeom prst="ellipse">
              <a:avLst/>
            </a:prstGeom>
            <a:gradFill>
              <a:gsLst>
                <a:gs pos="0">
                  <a:srgbClr val="F76655">
                    <a:alpha val="32968"/>
                  </a:srgbClr>
                </a:gs>
                <a:gs pos="14286">
                  <a:srgbClr val="F76655">
                    <a:alpha val="30764"/>
                  </a:srgbClr>
                </a:gs>
                <a:gs pos="28571">
                  <a:srgbClr val="F76655">
                    <a:alpha val="24833"/>
                  </a:srgbClr>
                </a:gs>
                <a:gs pos="42857">
                  <a:srgbClr val="F76655">
                    <a:alpha val="17075"/>
                  </a:srgbClr>
                </a:gs>
                <a:gs pos="57143">
                  <a:srgbClr val="F76655">
                    <a:alpha val="9855"/>
                  </a:srgbClr>
                </a:gs>
                <a:gs pos="71429">
                  <a:srgbClr val="F76655">
                    <a:alpha val="4740"/>
                  </a:srgbClr>
                </a:gs>
                <a:gs pos="85714">
                  <a:srgbClr val="F76655">
                    <a:alpha val="1902"/>
                  </a:srgbClr>
                </a:gs>
                <a:gs pos="100000">
                  <a:srgbClr val="F766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3112627">
              <a:off x="2873173" y="624125"/>
              <a:ext cx="572483" cy="55947"/>
            </a:xfrm>
            <a:prstGeom prst="ellipse">
              <a:avLst/>
            </a:prstGeom>
            <a:gradFill>
              <a:gsLst>
                <a:gs pos="0">
                  <a:srgbClr val="EC684E">
                    <a:alpha val="32968"/>
                  </a:srgbClr>
                </a:gs>
                <a:gs pos="14286">
                  <a:srgbClr val="EC684E">
                    <a:alpha val="30764"/>
                  </a:srgbClr>
                </a:gs>
                <a:gs pos="28571">
                  <a:srgbClr val="EC684E">
                    <a:alpha val="24833"/>
                  </a:srgbClr>
                </a:gs>
                <a:gs pos="42857">
                  <a:srgbClr val="EC684E">
                    <a:alpha val="17075"/>
                  </a:srgbClr>
                </a:gs>
                <a:gs pos="57143">
                  <a:srgbClr val="EC684E">
                    <a:alpha val="9855"/>
                  </a:srgbClr>
                </a:gs>
                <a:gs pos="71429">
                  <a:srgbClr val="EC684E">
                    <a:alpha val="4740"/>
                  </a:srgbClr>
                </a:gs>
                <a:gs pos="85714">
                  <a:srgbClr val="EC684E">
                    <a:alpha val="1902"/>
                  </a:srgbClr>
                </a:gs>
                <a:gs pos="100000">
                  <a:srgbClr val="EC68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8089611">
              <a:off x="460310" y="1174072"/>
              <a:ext cx="530991" cy="148251"/>
            </a:xfrm>
            <a:prstGeom prst="ellipse">
              <a:avLst/>
            </a:prstGeom>
            <a:gradFill>
              <a:gsLst>
                <a:gs pos="0">
                  <a:srgbClr val="CF0062">
                    <a:alpha val="30399"/>
                  </a:srgbClr>
                </a:gs>
                <a:gs pos="14286">
                  <a:srgbClr val="CF0062">
                    <a:alpha val="28329"/>
                  </a:srgbClr>
                </a:gs>
                <a:gs pos="28571">
                  <a:srgbClr val="CF0062">
                    <a:alpha val="22788"/>
                  </a:srgbClr>
                </a:gs>
                <a:gs pos="42857">
                  <a:srgbClr val="CF0062">
                    <a:alpha val="15603"/>
                  </a:srgbClr>
                </a:gs>
                <a:gs pos="57143">
                  <a:srgbClr val="CF0062">
                    <a:alpha val="8971"/>
                  </a:srgbClr>
                </a:gs>
                <a:gs pos="71429">
                  <a:srgbClr val="CF0062">
                    <a:alpha val="4304"/>
                  </a:srgbClr>
                </a:gs>
                <a:gs pos="85714">
                  <a:srgbClr val="CF0062">
                    <a:alpha val="1725"/>
                  </a:srgbClr>
                </a:gs>
                <a:gs pos="100000">
                  <a:srgbClr val="CF0062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5400000">
              <a:off x="178776" y="2332346"/>
              <a:ext cx="60222" cy="60222"/>
            </a:xfrm>
            <a:prstGeom prst="ellipse">
              <a:avLst/>
            </a:prstGeom>
            <a:gradFill>
              <a:gsLst>
                <a:gs pos="0">
                  <a:srgbClr val="AB061C">
                    <a:alpha val="13784"/>
                  </a:srgbClr>
                </a:gs>
                <a:gs pos="14286">
                  <a:srgbClr val="AB061C">
                    <a:alpha val="12744"/>
                  </a:srgbClr>
                </a:gs>
                <a:gs pos="28571">
                  <a:srgbClr val="AB061C">
                    <a:alpha val="10044"/>
                  </a:srgbClr>
                </a:gs>
                <a:gs pos="42857">
                  <a:srgbClr val="AB061C">
                    <a:alpha val="6707"/>
                  </a:srgbClr>
                </a:gs>
                <a:gs pos="57143">
                  <a:srgbClr val="AB061C">
                    <a:alpha val="3774"/>
                  </a:srgbClr>
                </a:gs>
                <a:gs pos="71429">
                  <a:srgbClr val="AB061C">
                    <a:alpha val="1785"/>
                  </a:srgbClr>
                </a:gs>
                <a:gs pos="85714">
                  <a:srgbClr val="AB061C">
                    <a:alpha val="710"/>
                  </a:srgbClr>
                </a:gs>
                <a:gs pos="100000">
                  <a:srgbClr val="AB061C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-9380462">
              <a:off x="2035017" y="3496679"/>
              <a:ext cx="345758" cy="121061"/>
            </a:xfrm>
            <a:prstGeom prst="ellipse">
              <a:avLst/>
            </a:prstGeom>
            <a:gradFill>
              <a:gsLst>
                <a:gs pos="0">
                  <a:srgbClr val="000001">
                    <a:alpha val="2187"/>
                  </a:srgbClr>
                </a:gs>
                <a:gs pos="14286">
                  <a:srgbClr val="000001">
                    <a:alpha val="2012"/>
                  </a:srgbClr>
                </a:gs>
                <a:gs pos="28571">
                  <a:srgbClr val="000001">
                    <a:alpha val="1565"/>
                  </a:srgbClr>
                </a:gs>
                <a:gs pos="42857">
                  <a:srgbClr val="000001">
                    <a:alpha val="1030"/>
                  </a:srgbClr>
                </a:gs>
                <a:gs pos="57143">
                  <a:srgbClr val="000001">
                    <a:alpha val="572"/>
                  </a:srgbClr>
                </a:gs>
                <a:gs pos="71429">
                  <a:srgbClr val="000001">
                    <a:alpha val="268"/>
                  </a:srgbClr>
                </a:gs>
                <a:gs pos="85714">
                  <a:srgbClr val="000001">
                    <a:alpha val="106"/>
                  </a:srgbClr>
                </a:gs>
                <a:gs pos="100000">
                  <a:srgbClr val="000001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5400000">
              <a:off x="767228" y="1817506"/>
              <a:ext cx="63612" cy="63612"/>
            </a:xfrm>
            <a:prstGeom prst="ellipse">
              <a:avLst/>
            </a:prstGeom>
            <a:gradFill>
              <a:gsLst>
                <a:gs pos="0">
                  <a:srgbClr val="FF8050">
                    <a:alpha val="12870"/>
                  </a:srgbClr>
                </a:gs>
                <a:gs pos="14286">
                  <a:srgbClr val="FF8050">
                    <a:alpha val="11893"/>
                  </a:srgbClr>
                </a:gs>
                <a:gs pos="28571">
                  <a:srgbClr val="FF8050">
                    <a:alpha val="9364"/>
                  </a:srgbClr>
                </a:gs>
                <a:gs pos="42857">
                  <a:srgbClr val="FF8050">
                    <a:alpha val="6245"/>
                  </a:srgbClr>
                </a:gs>
                <a:gs pos="57143">
                  <a:srgbClr val="FF8050">
                    <a:alpha val="3510"/>
                  </a:srgbClr>
                </a:gs>
                <a:gs pos="71429">
                  <a:srgbClr val="FF8050">
                    <a:alpha val="1659"/>
                  </a:srgbClr>
                </a:gs>
                <a:gs pos="85714">
                  <a:srgbClr val="FF8050">
                    <a:alpha val="659"/>
                  </a:srgbClr>
                </a:gs>
                <a:gs pos="100000">
                  <a:srgbClr val="FF805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400000">
              <a:off x="685055" y="1941130"/>
              <a:ext cx="62067" cy="62067"/>
            </a:xfrm>
            <a:prstGeom prst="ellipse">
              <a:avLst/>
            </a:prstGeom>
            <a:gradFill>
              <a:gsLst>
                <a:gs pos="0">
                  <a:srgbClr val="FD8D60">
                    <a:alpha val="13288"/>
                  </a:srgbClr>
                </a:gs>
                <a:gs pos="14286">
                  <a:srgbClr val="FD8D60">
                    <a:alpha val="12282"/>
                  </a:srgbClr>
                </a:gs>
                <a:gs pos="28571">
                  <a:srgbClr val="FD8D60">
                    <a:alpha val="9674"/>
                  </a:srgbClr>
                </a:gs>
                <a:gs pos="42857">
                  <a:srgbClr val="FD8D60">
                    <a:alpha val="6456"/>
                  </a:srgbClr>
                </a:gs>
                <a:gs pos="57143">
                  <a:srgbClr val="FD8D60">
                    <a:alpha val="3630"/>
                  </a:srgbClr>
                </a:gs>
                <a:gs pos="71429">
                  <a:srgbClr val="FD8D60">
                    <a:alpha val="1716"/>
                  </a:srgbClr>
                </a:gs>
                <a:gs pos="85714">
                  <a:srgbClr val="FD8D60">
                    <a:alpha val="682"/>
                  </a:srgbClr>
                </a:gs>
                <a:gs pos="100000">
                  <a:srgbClr val="FD8D60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5400000">
              <a:off x="1268145" y="3405774"/>
              <a:ext cx="60827" cy="60827"/>
            </a:xfrm>
            <a:prstGeom prst="ellipse">
              <a:avLst/>
            </a:prstGeom>
            <a:gradFill>
              <a:gsLst>
                <a:gs pos="0">
                  <a:srgbClr val="980D17">
                    <a:alpha val="13622"/>
                  </a:srgbClr>
                </a:gs>
                <a:gs pos="14286">
                  <a:srgbClr val="980D17">
                    <a:alpha val="12593"/>
                  </a:srgbClr>
                </a:gs>
                <a:gs pos="28571">
                  <a:srgbClr val="980D17">
                    <a:alpha val="9923"/>
                  </a:srgbClr>
                </a:gs>
                <a:gs pos="42857">
                  <a:srgbClr val="980D17">
                    <a:alpha val="6625"/>
                  </a:srgbClr>
                </a:gs>
                <a:gs pos="57143">
                  <a:srgbClr val="980D17">
                    <a:alpha val="3727"/>
                  </a:srgbClr>
                </a:gs>
                <a:gs pos="71429">
                  <a:srgbClr val="980D17">
                    <a:alpha val="1762"/>
                  </a:srgbClr>
                </a:gs>
                <a:gs pos="85714">
                  <a:srgbClr val="980D17">
                    <a:alpha val="701"/>
                  </a:srgbClr>
                </a:gs>
                <a:gs pos="100000">
                  <a:srgbClr val="980D17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3709755">
              <a:off x="610643" y="1516213"/>
              <a:ext cx="300849" cy="31064"/>
            </a:xfrm>
            <a:prstGeom prst="ellipse">
              <a:avLst/>
            </a:prstGeom>
            <a:gradFill>
              <a:gsLst>
                <a:gs pos="0">
                  <a:srgbClr val="FFB266">
                    <a:alpha val="32968"/>
                  </a:srgbClr>
                </a:gs>
                <a:gs pos="14286">
                  <a:srgbClr val="FFB266">
                    <a:alpha val="30764"/>
                  </a:srgbClr>
                </a:gs>
                <a:gs pos="28571">
                  <a:srgbClr val="FFB266">
                    <a:alpha val="24833"/>
                  </a:srgbClr>
                </a:gs>
                <a:gs pos="42857">
                  <a:srgbClr val="FFB266">
                    <a:alpha val="17075"/>
                  </a:srgbClr>
                </a:gs>
                <a:gs pos="57143">
                  <a:srgbClr val="FFB266">
                    <a:alpha val="9855"/>
                  </a:srgbClr>
                </a:gs>
                <a:gs pos="71429">
                  <a:srgbClr val="FFB266">
                    <a:alpha val="4740"/>
                  </a:srgbClr>
                </a:gs>
                <a:gs pos="85714">
                  <a:srgbClr val="FFB266">
                    <a:alpha val="1902"/>
                  </a:srgbClr>
                </a:gs>
                <a:gs pos="100000">
                  <a:srgbClr val="FFB2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8805358">
              <a:off x="398108" y="1759368"/>
              <a:ext cx="686042" cy="115351"/>
            </a:xfrm>
            <a:prstGeom prst="ellipse">
              <a:avLst/>
            </a:prstGeom>
            <a:gradFill>
              <a:gsLst>
                <a:gs pos="0">
                  <a:srgbClr val="FFCCA0">
                    <a:alpha val="32968"/>
                  </a:srgbClr>
                </a:gs>
                <a:gs pos="14286">
                  <a:srgbClr val="FFCCA0">
                    <a:alpha val="30764"/>
                  </a:srgbClr>
                </a:gs>
                <a:gs pos="28571">
                  <a:srgbClr val="FFCCA0">
                    <a:alpha val="24833"/>
                  </a:srgbClr>
                </a:gs>
                <a:gs pos="42857">
                  <a:srgbClr val="FFCCA0">
                    <a:alpha val="17075"/>
                  </a:srgbClr>
                </a:gs>
                <a:gs pos="57143">
                  <a:srgbClr val="FFCCA0">
                    <a:alpha val="9855"/>
                  </a:srgbClr>
                </a:gs>
                <a:gs pos="71429">
                  <a:srgbClr val="FFCCA0">
                    <a:alpha val="4740"/>
                  </a:srgbClr>
                </a:gs>
                <a:gs pos="85714">
                  <a:srgbClr val="FFCCA0">
                    <a:alpha val="1902"/>
                  </a:srgbClr>
                </a:gs>
                <a:gs pos="100000">
                  <a:srgbClr val="FFCC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5400000">
              <a:off x="826982" y="1750056"/>
              <a:ext cx="62161" cy="62161"/>
            </a:xfrm>
            <a:prstGeom prst="ellipse">
              <a:avLst/>
            </a:prstGeom>
            <a:gradFill>
              <a:gsLst>
                <a:gs pos="0">
                  <a:srgbClr val="FE8B55">
                    <a:alpha val="13262"/>
                  </a:srgbClr>
                </a:gs>
                <a:gs pos="14286">
                  <a:srgbClr val="FE8B55">
                    <a:alpha val="12258"/>
                  </a:srgbClr>
                </a:gs>
                <a:gs pos="28571">
                  <a:srgbClr val="FE8B55">
                    <a:alpha val="9655"/>
                  </a:srgbClr>
                </a:gs>
                <a:gs pos="42857">
                  <a:srgbClr val="FE8B55">
                    <a:alpha val="6443"/>
                  </a:srgbClr>
                </a:gs>
                <a:gs pos="57143">
                  <a:srgbClr val="FE8B55">
                    <a:alpha val="3623"/>
                  </a:srgbClr>
                </a:gs>
                <a:gs pos="71429">
                  <a:srgbClr val="FE8B55">
                    <a:alpha val="1713"/>
                  </a:srgbClr>
                </a:gs>
                <a:gs pos="85714">
                  <a:srgbClr val="FE8B55">
                    <a:alpha val="681"/>
                  </a:srgbClr>
                </a:gs>
                <a:gs pos="100000">
                  <a:srgbClr val="FE8B55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5478478">
              <a:off x="1001369" y="18682"/>
              <a:ext cx="318863" cy="318777"/>
            </a:xfrm>
            <a:prstGeom prst="ellipse">
              <a:avLst/>
            </a:prstGeom>
            <a:gradFill>
              <a:gsLst>
                <a:gs pos="0">
                  <a:srgbClr val="000006">
                    <a:alpha val="1478"/>
                  </a:srgbClr>
                </a:gs>
                <a:gs pos="14286">
                  <a:srgbClr val="000006">
                    <a:alpha val="1360"/>
                  </a:srgbClr>
                </a:gs>
                <a:gs pos="28571">
                  <a:srgbClr val="000006">
                    <a:alpha val="1057"/>
                  </a:srgbClr>
                </a:gs>
                <a:gs pos="42857">
                  <a:srgbClr val="000006">
                    <a:alpha val="695"/>
                  </a:srgbClr>
                </a:gs>
                <a:gs pos="57143">
                  <a:srgbClr val="000006">
                    <a:alpha val="386"/>
                  </a:srgbClr>
                </a:gs>
                <a:gs pos="71429">
                  <a:srgbClr val="000006">
                    <a:alpha val="181"/>
                  </a:srgbClr>
                </a:gs>
                <a:gs pos="85714">
                  <a:srgbClr val="000006">
                    <a:alpha val="71"/>
                  </a:srgbClr>
                </a:gs>
                <a:gs pos="100000">
                  <a:srgbClr val="000006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5400000">
              <a:off x="61589" y="1979053"/>
              <a:ext cx="62133" cy="62133"/>
            </a:xfrm>
            <a:prstGeom prst="ellipse">
              <a:avLst/>
            </a:prstGeom>
            <a:gradFill>
              <a:gsLst>
                <a:gs pos="0">
                  <a:srgbClr val="B84034">
                    <a:alpha val="13270"/>
                  </a:srgbClr>
                </a:gs>
                <a:gs pos="14286">
                  <a:srgbClr val="B84034">
                    <a:alpha val="12265"/>
                  </a:srgbClr>
                </a:gs>
                <a:gs pos="28571">
                  <a:srgbClr val="B84034">
                    <a:alpha val="9661"/>
                  </a:srgbClr>
                </a:gs>
                <a:gs pos="42857">
                  <a:srgbClr val="B84034">
                    <a:alpha val="6447"/>
                  </a:srgbClr>
                </a:gs>
                <a:gs pos="57143">
                  <a:srgbClr val="B84034">
                    <a:alpha val="3625"/>
                  </a:srgbClr>
                </a:gs>
                <a:gs pos="71429">
                  <a:srgbClr val="B84034">
                    <a:alpha val="1714"/>
                  </a:srgbClr>
                </a:gs>
                <a:gs pos="85714">
                  <a:srgbClr val="B84034">
                    <a:alpha val="681"/>
                  </a:srgbClr>
                </a:gs>
                <a:gs pos="100000">
                  <a:srgbClr val="B84034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5400000">
              <a:off x="709270" y="1917524"/>
              <a:ext cx="63804" cy="63804"/>
            </a:xfrm>
            <a:prstGeom prst="ellipse">
              <a:avLst/>
            </a:prstGeom>
            <a:gradFill>
              <a:gsLst>
                <a:gs pos="0">
                  <a:srgbClr val="FE875B">
                    <a:alpha val="12818"/>
                  </a:srgbClr>
                </a:gs>
                <a:gs pos="14286">
                  <a:srgbClr val="FE875B">
                    <a:alpha val="11845"/>
                  </a:srgbClr>
                </a:gs>
                <a:gs pos="28571">
                  <a:srgbClr val="FE875B">
                    <a:alpha val="9325"/>
                  </a:srgbClr>
                </a:gs>
                <a:gs pos="42857">
                  <a:srgbClr val="FE875B">
                    <a:alpha val="6219"/>
                  </a:srgbClr>
                </a:gs>
                <a:gs pos="57143">
                  <a:srgbClr val="FE875B">
                    <a:alpha val="3495"/>
                  </a:srgbClr>
                </a:gs>
                <a:gs pos="71429">
                  <a:srgbClr val="FE875B">
                    <a:alpha val="1652"/>
                  </a:srgbClr>
                </a:gs>
                <a:gs pos="85714">
                  <a:srgbClr val="FE875B">
                    <a:alpha val="656"/>
                  </a:srgbClr>
                </a:gs>
                <a:gs pos="100000">
                  <a:srgbClr val="FE875B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5400000">
              <a:off x="1923892" y="999626"/>
              <a:ext cx="62433" cy="62433"/>
            </a:xfrm>
            <a:prstGeom prst="ellipse">
              <a:avLst/>
            </a:prstGeom>
            <a:gradFill>
              <a:gsLst>
                <a:gs pos="0">
                  <a:srgbClr val="C12622">
                    <a:alpha val="13189"/>
                  </a:srgbClr>
                </a:gs>
                <a:gs pos="14286">
                  <a:srgbClr val="C12622">
                    <a:alpha val="12190"/>
                  </a:srgbClr>
                </a:gs>
                <a:gs pos="28571">
                  <a:srgbClr val="C12622">
                    <a:alpha val="9601"/>
                  </a:srgbClr>
                </a:gs>
                <a:gs pos="42857">
                  <a:srgbClr val="C12622">
                    <a:alpha val="6406"/>
                  </a:srgbClr>
                </a:gs>
                <a:gs pos="57143">
                  <a:srgbClr val="C12622">
                    <a:alpha val="3602"/>
                  </a:srgbClr>
                </a:gs>
                <a:gs pos="71429">
                  <a:srgbClr val="C12622">
                    <a:alpha val="1703"/>
                  </a:srgbClr>
                </a:gs>
                <a:gs pos="85714">
                  <a:srgbClr val="C12622">
                    <a:alpha val="677"/>
                  </a:srgbClr>
                </a:gs>
                <a:gs pos="100000">
                  <a:srgbClr val="C12622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8572600">
              <a:off x="777363" y="867667"/>
              <a:ext cx="619707" cy="76454"/>
            </a:xfrm>
            <a:prstGeom prst="ellipse">
              <a:avLst/>
            </a:prstGeom>
            <a:gradFill>
              <a:gsLst>
                <a:gs pos="0">
                  <a:srgbClr val="D3CC93">
                    <a:alpha val="28727"/>
                  </a:srgbClr>
                </a:gs>
                <a:gs pos="14286">
                  <a:srgbClr val="D3CC93">
                    <a:alpha val="26747"/>
                  </a:srgbClr>
                </a:gs>
                <a:gs pos="28571">
                  <a:srgbClr val="D3CC93">
                    <a:alpha val="21469"/>
                  </a:srgbClr>
                </a:gs>
                <a:gs pos="42857">
                  <a:srgbClr val="D3CC93">
                    <a:alpha val="14659"/>
                  </a:srgbClr>
                </a:gs>
                <a:gs pos="57143">
                  <a:srgbClr val="D3CC93">
                    <a:alpha val="8409"/>
                  </a:srgbClr>
                </a:gs>
                <a:gs pos="71429">
                  <a:srgbClr val="D3CC93">
                    <a:alpha val="4028"/>
                  </a:srgbClr>
                </a:gs>
                <a:gs pos="85714">
                  <a:srgbClr val="D3CC93">
                    <a:alpha val="1613"/>
                  </a:srgbClr>
                </a:gs>
                <a:gs pos="100000">
                  <a:srgbClr val="D3CC93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7041532">
              <a:off x="418885" y="2375669"/>
              <a:ext cx="430333" cy="196107"/>
            </a:xfrm>
            <a:prstGeom prst="ellipse">
              <a:avLst/>
            </a:prstGeom>
            <a:gradFill>
              <a:gsLst>
                <a:gs pos="0">
                  <a:srgbClr val="C66023">
                    <a:alpha val="10038"/>
                  </a:srgbClr>
                </a:gs>
                <a:gs pos="14286">
                  <a:srgbClr val="C66023">
                    <a:alpha val="9265"/>
                  </a:srgbClr>
                </a:gs>
                <a:gs pos="28571">
                  <a:srgbClr val="C66023">
                    <a:alpha val="7271"/>
                  </a:srgbClr>
                </a:gs>
                <a:gs pos="42857">
                  <a:srgbClr val="C66023">
                    <a:alpha val="4831"/>
                  </a:srgbClr>
                </a:gs>
                <a:gs pos="57143">
                  <a:srgbClr val="C66023">
                    <a:alpha val="2706"/>
                  </a:srgbClr>
                </a:gs>
                <a:gs pos="71429">
                  <a:srgbClr val="C66023">
                    <a:alpha val="1276"/>
                  </a:srgbClr>
                </a:gs>
                <a:gs pos="85714">
                  <a:srgbClr val="C66023">
                    <a:alpha val="507"/>
                  </a:srgbClr>
                </a:gs>
                <a:gs pos="100000">
                  <a:srgbClr val="C66023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8769849">
              <a:off x="730675" y="882895"/>
              <a:ext cx="703638" cy="149343"/>
            </a:xfrm>
            <a:prstGeom prst="ellipse">
              <a:avLst/>
            </a:prstGeom>
            <a:gradFill>
              <a:gsLst>
                <a:gs pos="0">
                  <a:srgbClr val="E6CEA8">
                    <a:alpha val="32968"/>
                  </a:srgbClr>
                </a:gs>
                <a:gs pos="14286">
                  <a:srgbClr val="E6CEA8">
                    <a:alpha val="30764"/>
                  </a:srgbClr>
                </a:gs>
                <a:gs pos="28571">
                  <a:srgbClr val="E6CEA8">
                    <a:alpha val="24833"/>
                  </a:srgbClr>
                </a:gs>
                <a:gs pos="42857">
                  <a:srgbClr val="E6CEA8">
                    <a:alpha val="17075"/>
                  </a:srgbClr>
                </a:gs>
                <a:gs pos="57143">
                  <a:srgbClr val="E6CEA8">
                    <a:alpha val="9855"/>
                  </a:srgbClr>
                </a:gs>
                <a:gs pos="71429">
                  <a:srgbClr val="E6CEA8">
                    <a:alpha val="4740"/>
                  </a:srgbClr>
                </a:gs>
                <a:gs pos="85714">
                  <a:srgbClr val="E6CEA8">
                    <a:alpha val="1902"/>
                  </a:srgbClr>
                </a:gs>
                <a:gs pos="100000">
                  <a:srgbClr val="E6CE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-9536065">
              <a:off x="552202" y="2421863"/>
              <a:ext cx="315025" cy="74046"/>
            </a:xfrm>
            <a:prstGeom prst="ellipse">
              <a:avLst/>
            </a:prstGeom>
            <a:gradFill>
              <a:gsLst>
                <a:gs pos="0">
                  <a:srgbClr val="FFCD4C">
                    <a:alpha val="13441"/>
                  </a:srgbClr>
                </a:gs>
                <a:gs pos="14286">
                  <a:srgbClr val="FFCD4C">
                    <a:alpha val="12425"/>
                  </a:srgbClr>
                </a:gs>
                <a:gs pos="28571">
                  <a:srgbClr val="FFCD4C">
                    <a:alpha val="9788"/>
                  </a:srgbClr>
                </a:gs>
                <a:gs pos="42857">
                  <a:srgbClr val="FFCD4C">
                    <a:alpha val="6533"/>
                  </a:srgbClr>
                </a:gs>
                <a:gs pos="57143">
                  <a:srgbClr val="FFCD4C">
                    <a:alpha val="3675"/>
                  </a:srgbClr>
                </a:gs>
                <a:gs pos="71429">
                  <a:srgbClr val="FFCD4C">
                    <a:alpha val="1737"/>
                  </a:srgbClr>
                </a:gs>
                <a:gs pos="85714">
                  <a:srgbClr val="FFCD4C">
                    <a:alpha val="691"/>
                  </a:srgbClr>
                </a:gs>
                <a:gs pos="100000">
                  <a:srgbClr val="FFCD4C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4088410">
              <a:off x="3353723" y="2002792"/>
              <a:ext cx="488958" cy="453829"/>
            </a:xfrm>
            <a:prstGeom prst="ellipse">
              <a:avLst/>
            </a:prstGeom>
            <a:gradFill>
              <a:gsLst>
                <a:gs pos="0">
                  <a:srgbClr val="000000">
                    <a:alpha val="2049"/>
                  </a:srgbClr>
                </a:gs>
                <a:gs pos="14286">
                  <a:srgbClr val="000000">
                    <a:alpha val="1884"/>
                  </a:srgbClr>
                </a:gs>
                <a:gs pos="28571">
                  <a:srgbClr val="000000">
                    <a:alpha val="1466"/>
                  </a:srgbClr>
                </a:gs>
                <a:gs pos="42857">
                  <a:srgbClr val="000000">
                    <a:alpha val="964"/>
                  </a:srgbClr>
                </a:gs>
                <a:gs pos="57143">
                  <a:srgbClr val="000000">
                    <a:alpha val="535"/>
                  </a:srgbClr>
                </a:gs>
                <a:gs pos="71429">
                  <a:srgbClr val="000000">
                    <a:alpha val="251"/>
                  </a:srgbClr>
                </a:gs>
                <a:gs pos="85714">
                  <a:srgbClr val="000000">
                    <a:alpha val="99"/>
                  </a:srgbClr>
                </a:gs>
                <a:gs pos="100000">
                  <a:srgbClr val="000000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5400000">
              <a:off x="1310744" y="644608"/>
              <a:ext cx="62373" cy="62373"/>
            </a:xfrm>
            <a:prstGeom prst="ellipse">
              <a:avLst/>
            </a:prstGeom>
            <a:gradFill>
              <a:gsLst>
                <a:gs pos="0">
                  <a:srgbClr val="C4362B">
                    <a:alpha val="13205"/>
                  </a:srgbClr>
                </a:gs>
                <a:gs pos="14286">
                  <a:srgbClr val="C4362B">
                    <a:alpha val="12205"/>
                  </a:srgbClr>
                </a:gs>
                <a:gs pos="28571">
                  <a:srgbClr val="C4362B">
                    <a:alpha val="9613"/>
                  </a:srgbClr>
                </a:gs>
                <a:gs pos="42857">
                  <a:srgbClr val="C4362B">
                    <a:alpha val="6414"/>
                  </a:srgbClr>
                </a:gs>
                <a:gs pos="57143">
                  <a:srgbClr val="C4362B">
                    <a:alpha val="3607"/>
                  </a:srgbClr>
                </a:gs>
                <a:gs pos="71429">
                  <a:srgbClr val="C4362B">
                    <a:alpha val="1705"/>
                  </a:srgbClr>
                </a:gs>
                <a:gs pos="85714">
                  <a:srgbClr val="C4362B">
                    <a:alpha val="678"/>
                  </a:srgbClr>
                </a:gs>
                <a:gs pos="100000">
                  <a:srgbClr val="C4362B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-10058535">
              <a:off x="1181692" y="3506216"/>
              <a:ext cx="548106" cy="75796"/>
            </a:xfrm>
            <a:prstGeom prst="ellipse">
              <a:avLst/>
            </a:prstGeom>
            <a:gradFill>
              <a:gsLst>
                <a:gs pos="0">
                  <a:srgbClr val="E7573C">
                    <a:alpha val="32968"/>
                  </a:srgbClr>
                </a:gs>
                <a:gs pos="14286">
                  <a:srgbClr val="E7573C">
                    <a:alpha val="30764"/>
                  </a:srgbClr>
                </a:gs>
                <a:gs pos="28571">
                  <a:srgbClr val="E7573C">
                    <a:alpha val="24833"/>
                  </a:srgbClr>
                </a:gs>
                <a:gs pos="42857">
                  <a:srgbClr val="E7573C">
                    <a:alpha val="17075"/>
                  </a:srgbClr>
                </a:gs>
                <a:gs pos="57143">
                  <a:srgbClr val="E7573C">
                    <a:alpha val="9855"/>
                  </a:srgbClr>
                </a:gs>
                <a:gs pos="71429">
                  <a:srgbClr val="E7573C">
                    <a:alpha val="4740"/>
                  </a:srgbClr>
                </a:gs>
                <a:gs pos="85714">
                  <a:srgbClr val="E7573C">
                    <a:alpha val="1902"/>
                  </a:srgbClr>
                </a:gs>
                <a:gs pos="100000">
                  <a:srgbClr val="E757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6056824">
              <a:off x="-175304" y="1451037"/>
              <a:ext cx="494481" cy="40937"/>
            </a:xfrm>
            <a:prstGeom prst="ellipse">
              <a:avLst/>
            </a:prstGeom>
            <a:gradFill>
              <a:gsLst>
                <a:gs pos="0">
                  <a:srgbClr val="FF6E54">
                    <a:alpha val="32968"/>
                  </a:srgbClr>
                </a:gs>
                <a:gs pos="14286">
                  <a:srgbClr val="FF6E54">
                    <a:alpha val="30764"/>
                  </a:srgbClr>
                </a:gs>
                <a:gs pos="28571">
                  <a:srgbClr val="FF6E54">
                    <a:alpha val="24833"/>
                  </a:srgbClr>
                </a:gs>
                <a:gs pos="42857">
                  <a:srgbClr val="FF6E54">
                    <a:alpha val="17075"/>
                  </a:srgbClr>
                </a:gs>
                <a:gs pos="57143">
                  <a:srgbClr val="FF6E54">
                    <a:alpha val="9855"/>
                  </a:srgbClr>
                </a:gs>
                <a:gs pos="71429">
                  <a:srgbClr val="FF6E54">
                    <a:alpha val="4740"/>
                  </a:srgbClr>
                </a:gs>
                <a:gs pos="85714">
                  <a:srgbClr val="FF6E54">
                    <a:alpha val="1902"/>
                  </a:srgbClr>
                </a:gs>
                <a:gs pos="100000">
                  <a:srgbClr val="FF6E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4073076">
              <a:off x="314166" y="1908534"/>
              <a:ext cx="428816" cy="150738"/>
            </a:xfrm>
            <a:prstGeom prst="ellipse">
              <a:avLst/>
            </a:prstGeom>
            <a:gradFill>
              <a:gsLst>
                <a:gs pos="0">
                  <a:srgbClr val="FFE8A0">
                    <a:alpha val="32968"/>
                  </a:srgbClr>
                </a:gs>
                <a:gs pos="14286">
                  <a:srgbClr val="FFE8A0">
                    <a:alpha val="30764"/>
                  </a:srgbClr>
                </a:gs>
                <a:gs pos="28571">
                  <a:srgbClr val="FFE8A0">
                    <a:alpha val="24833"/>
                  </a:srgbClr>
                </a:gs>
                <a:gs pos="42857">
                  <a:srgbClr val="FFE8A0">
                    <a:alpha val="17075"/>
                  </a:srgbClr>
                </a:gs>
                <a:gs pos="57143">
                  <a:srgbClr val="FFE8A0">
                    <a:alpha val="9855"/>
                  </a:srgbClr>
                </a:gs>
                <a:gs pos="71429">
                  <a:srgbClr val="FFE8A0">
                    <a:alpha val="4740"/>
                  </a:srgbClr>
                </a:gs>
                <a:gs pos="85714">
                  <a:srgbClr val="FFE8A0">
                    <a:alpha val="1902"/>
                  </a:srgbClr>
                </a:gs>
                <a:gs pos="100000">
                  <a:srgbClr val="FFE8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8426268">
              <a:off x="661728" y="969927"/>
              <a:ext cx="566973" cy="40754"/>
            </a:xfrm>
            <a:prstGeom prst="ellipse">
              <a:avLst/>
            </a:prstGeom>
            <a:gradFill>
              <a:gsLst>
                <a:gs pos="0">
                  <a:srgbClr val="260070">
                    <a:alpha val="32968"/>
                  </a:srgbClr>
                </a:gs>
                <a:gs pos="14286">
                  <a:srgbClr val="260070">
                    <a:alpha val="30764"/>
                  </a:srgbClr>
                </a:gs>
                <a:gs pos="28571">
                  <a:srgbClr val="260070">
                    <a:alpha val="24833"/>
                  </a:srgbClr>
                </a:gs>
                <a:gs pos="42857">
                  <a:srgbClr val="260070">
                    <a:alpha val="17075"/>
                  </a:srgbClr>
                </a:gs>
                <a:gs pos="57143">
                  <a:srgbClr val="260070">
                    <a:alpha val="9855"/>
                  </a:srgbClr>
                </a:gs>
                <a:gs pos="71429">
                  <a:srgbClr val="260070">
                    <a:alpha val="4740"/>
                  </a:srgbClr>
                </a:gs>
                <a:gs pos="85714">
                  <a:srgbClr val="260070">
                    <a:alpha val="1902"/>
                  </a:srgbClr>
                </a:gs>
                <a:gs pos="100000">
                  <a:srgbClr val="2600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5400000">
              <a:off x="918609" y="2062074"/>
              <a:ext cx="62818" cy="62818"/>
            </a:xfrm>
            <a:prstGeom prst="ellipse">
              <a:avLst/>
            </a:prstGeom>
            <a:gradFill>
              <a:gsLst>
                <a:gs pos="0">
                  <a:srgbClr val="E0513F">
                    <a:alpha val="13085"/>
                  </a:srgbClr>
                </a:gs>
                <a:gs pos="14286">
                  <a:srgbClr val="E0513F">
                    <a:alpha val="12093"/>
                  </a:srgbClr>
                </a:gs>
                <a:gs pos="28571">
                  <a:srgbClr val="E0513F">
                    <a:alpha val="9523"/>
                  </a:srgbClr>
                </a:gs>
                <a:gs pos="42857">
                  <a:srgbClr val="E0513F">
                    <a:alpha val="6354"/>
                  </a:srgbClr>
                </a:gs>
                <a:gs pos="57143">
                  <a:srgbClr val="E0513F">
                    <a:alpha val="3572"/>
                  </a:srgbClr>
                </a:gs>
                <a:gs pos="71429">
                  <a:srgbClr val="E0513F">
                    <a:alpha val="1688"/>
                  </a:srgbClr>
                </a:gs>
                <a:gs pos="85714">
                  <a:srgbClr val="E0513F">
                    <a:alpha val="671"/>
                  </a:srgbClr>
                </a:gs>
                <a:gs pos="100000">
                  <a:srgbClr val="E0513F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5400000">
              <a:off x="786314" y="2092681"/>
              <a:ext cx="62759" cy="62759"/>
            </a:xfrm>
            <a:prstGeom prst="ellipse">
              <a:avLst/>
            </a:prstGeom>
            <a:gradFill>
              <a:gsLst>
                <a:gs pos="0">
                  <a:srgbClr val="E05C46">
                    <a:alpha val="13101"/>
                  </a:srgbClr>
                </a:gs>
                <a:gs pos="14286">
                  <a:srgbClr val="E05C46">
                    <a:alpha val="12108"/>
                  </a:srgbClr>
                </a:gs>
                <a:gs pos="28571">
                  <a:srgbClr val="E05C46">
                    <a:alpha val="9535"/>
                  </a:srgbClr>
                </a:gs>
                <a:gs pos="42857">
                  <a:srgbClr val="E05C46">
                    <a:alpha val="6362"/>
                  </a:srgbClr>
                </a:gs>
                <a:gs pos="57143">
                  <a:srgbClr val="E05C46">
                    <a:alpha val="3577"/>
                  </a:srgbClr>
                </a:gs>
                <a:gs pos="71429">
                  <a:srgbClr val="E05C46">
                    <a:alpha val="1690"/>
                  </a:srgbClr>
                </a:gs>
                <a:gs pos="85714">
                  <a:srgbClr val="E05C46">
                    <a:alpha val="672"/>
                  </a:srgbClr>
                </a:gs>
                <a:gs pos="100000">
                  <a:srgbClr val="E05C46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4694779">
              <a:off x="421211" y="2423333"/>
              <a:ext cx="452539" cy="39369"/>
            </a:xfrm>
            <a:prstGeom prst="ellipse">
              <a:avLst/>
            </a:prstGeom>
            <a:gradFill>
              <a:gsLst>
                <a:gs pos="0">
                  <a:srgbClr val="746F2A">
                    <a:alpha val="32968"/>
                  </a:srgbClr>
                </a:gs>
                <a:gs pos="14286">
                  <a:srgbClr val="746F2A">
                    <a:alpha val="30764"/>
                  </a:srgbClr>
                </a:gs>
                <a:gs pos="28571">
                  <a:srgbClr val="746F2A">
                    <a:alpha val="24833"/>
                  </a:srgbClr>
                </a:gs>
                <a:gs pos="42857">
                  <a:srgbClr val="746F2A">
                    <a:alpha val="17075"/>
                  </a:srgbClr>
                </a:gs>
                <a:gs pos="57143">
                  <a:srgbClr val="746F2A">
                    <a:alpha val="9855"/>
                  </a:srgbClr>
                </a:gs>
                <a:gs pos="71429">
                  <a:srgbClr val="746F2A">
                    <a:alpha val="4740"/>
                  </a:srgbClr>
                </a:gs>
                <a:gs pos="85714">
                  <a:srgbClr val="746F2A">
                    <a:alpha val="1902"/>
                  </a:srgbClr>
                </a:gs>
                <a:gs pos="100000">
                  <a:srgbClr val="746F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5400000">
              <a:off x="3444269" y="2406450"/>
              <a:ext cx="63275" cy="63275"/>
            </a:xfrm>
            <a:prstGeom prst="ellipse">
              <a:avLst/>
            </a:prstGeom>
            <a:gradFill>
              <a:gsLst>
                <a:gs pos="0">
                  <a:srgbClr val="A13E34">
                    <a:alpha val="12961"/>
                  </a:srgbClr>
                </a:gs>
                <a:gs pos="14286">
                  <a:srgbClr val="A13E34">
                    <a:alpha val="11978"/>
                  </a:srgbClr>
                </a:gs>
                <a:gs pos="28571">
                  <a:srgbClr val="A13E34">
                    <a:alpha val="9432"/>
                  </a:srgbClr>
                </a:gs>
                <a:gs pos="42857">
                  <a:srgbClr val="A13E34">
                    <a:alpha val="6291"/>
                  </a:srgbClr>
                </a:gs>
                <a:gs pos="57143">
                  <a:srgbClr val="A13E34">
                    <a:alpha val="3536"/>
                  </a:srgbClr>
                </a:gs>
                <a:gs pos="71429">
                  <a:srgbClr val="A13E34">
                    <a:alpha val="1671"/>
                  </a:srgbClr>
                </a:gs>
                <a:gs pos="85714">
                  <a:srgbClr val="A13E34">
                    <a:alpha val="664"/>
                  </a:srgbClr>
                </a:gs>
                <a:gs pos="100000">
                  <a:srgbClr val="A13E34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5400000">
              <a:off x="1311634" y="636128"/>
              <a:ext cx="62891" cy="62891"/>
            </a:xfrm>
            <a:prstGeom prst="ellipse">
              <a:avLst/>
            </a:prstGeom>
            <a:gradFill>
              <a:gsLst>
                <a:gs pos="0">
                  <a:srgbClr val="C53B2E">
                    <a:alpha val="13065"/>
                  </a:srgbClr>
                </a:gs>
                <a:gs pos="14286">
                  <a:srgbClr val="C53B2E">
                    <a:alpha val="12075"/>
                  </a:srgbClr>
                </a:gs>
                <a:gs pos="28571">
                  <a:srgbClr val="C53B2E">
                    <a:alpha val="9509"/>
                  </a:srgbClr>
                </a:gs>
                <a:gs pos="42857">
                  <a:srgbClr val="C53B2E">
                    <a:alpha val="6344"/>
                  </a:srgbClr>
                </a:gs>
                <a:gs pos="57143">
                  <a:srgbClr val="C53B2E">
                    <a:alpha val="3566"/>
                  </a:srgbClr>
                </a:gs>
                <a:gs pos="71429">
                  <a:srgbClr val="C53B2E">
                    <a:alpha val="1686"/>
                  </a:srgbClr>
                </a:gs>
                <a:gs pos="85714">
                  <a:srgbClr val="C53B2E">
                    <a:alpha val="670"/>
                  </a:srgbClr>
                </a:gs>
                <a:gs pos="100000">
                  <a:srgbClr val="C53B2E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400000">
              <a:off x="996760" y="2471436"/>
              <a:ext cx="63198" cy="63198"/>
            </a:xfrm>
            <a:prstGeom prst="ellipse">
              <a:avLst/>
            </a:prstGeom>
            <a:gradFill>
              <a:gsLst>
                <a:gs pos="0">
                  <a:srgbClr val="F57B59">
                    <a:alpha val="12982"/>
                  </a:srgbClr>
                </a:gs>
                <a:gs pos="14286">
                  <a:srgbClr val="F57B59">
                    <a:alpha val="11998"/>
                  </a:srgbClr>
                </a:gs>
                <a:gs pos="28571">
                  <a:srgbClr val="F57B59">
                    <a:alpha val="9447"/>
                  </a:srgbClr>
                </a:gs>
                <a:gs pos="42857">
                  <a:srgbClr val="F57B59">
                    <a:alpha val="6302"/>
                  </a:srgbClr>
                </a:gs>
                <a:gs pos="57143">
                  <a:srgbClr val="F57B59">
                    <a:alpha val="3542"/>
                  </a:srgbClr>
                </a:gs>
                <a:gs pos="71429">
                  <a:srgbClr val="F57B59">
                    <a:alpha val="1674"/>
                  </a:srgbClr>
                </a:gs>
                <a:gs pos="85714">
                  <a:srgbClr val="F57B59">
                    <a:alpha val="665"/>
                  </a:srgbClr>
                </a:gs>
                <a:gs pos="100000">
                  <a:srgbClr val="F57B59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5400000">
              <a:off x="995594" y="3358534"/>
              <a:ext cx="63395" cy="63395"/>
            </a:xfrm>
            <a:prstGeom prst="ellipse">
              <a:avLst/>
            </a:prstGeom>
            <a:gradFill>
              <a:gsLst>
                <a:gs pos="0">
                  <a:srgbClr val="B84630">
                    <a:alpha val="12929"/>
                  </a:srgbClr>
                </a:gs>
                <a:gs pos="14286">
                  <a:srgbClr val="B84630">
                    <a:alpha val="11948"/>
                  </a:srgbClr>
                </a:gs>
                <a:gs pos="28571">
                  <a:srgbClr val="B84630">
                    <a:alpha val="9408"/>
                  </a:srgbClr>
                </a:gs>
                <a:gs pos="42857">
                  <a:srgbClr val="B84630">
                    <a:alpha val="6275"/>
                  </a:srgbClr>
                </a:gs>
                <a:gs pos="57143">
                  <a:srgbClr val="B84630">
                    <a:alpha val="3527"/>
                  </a:srgbClr>
                </a:gs>
                <a:gs pos="71429">
                  <a:srgbClr val="B84630">
                    <a:alpha val="1667"/>
                  </a:srgbClr>
                </a:gs>
                <a:gs pos="85714">
                  <a:srgbClr val="B84630">
                    <a:alpha val="662"/>
                  </a:srgbClr>
                </a:gs>
                <a:gs pos="100000">
                  <a:srgbClr val="B84630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5400000">
              <a:off x="1729988" y="139611"/>
              <a:ext cx="62550" cy="62550"/>
            </a:xfrm>
            <a:prstGeom prst="ellipse">
              <a:avLst/>
            </a:prstGeom>
            <a:gradFill>
              <a:gsLst>
                <a:gs pos="0">
                  <a:srgbClr val="9D1B1C">
                    <a:alpha val="13157"/>
                  </a:srgbClr>
                </a:gs>
                <a:gs pos="14286">
                  <a:srgbClr val="9D1B1C">
                    <a:alpha val="12161"/>
                  </a:srgbClr>
                </a:gs>
                <a:gs pos="28571">
                  <a:srgbClr val="9D1B1C">
                    <a:alpha val="9577"/>
                  </a:srgbClr>
                </a:gs>
                <a:gs pos="42857">
                  <a:srgbClr val="9D1B1C">
                    <a:alpha val="6390"/>
                  </a:srgbClr>
                </a:gs>
                <a:gs pos="57143">
                  <a:srgbClr val="9D1B1C">
                    <a:alpha val="3593"/>
                  </a:srgbClr>
                </a:gs>
                <a:gs pos="71429">
                  <a:srgbClr val="9D1B1C">
                    <a:alpha val="1698"/>
                  </a:srgbClr>
                </a:gs>
                <a:gs pos="85714">
                  <a:srgbClr val="9D1B1C">
                    <a:alpha val="675"/>
                  </a:srgbClr>
                </a:gs>
                <a:gs pos="100000">
                  <a:srgbClr val="9D1B1C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3760374">
              <a:off x="414977" y="2381576"/>
              <a:ext cx="497962" cy="48567"/>
            </a:xfrm>
            <a:prstGeom prst="ellipse">
              <a:avLst/>
            </a:prstGeom>
            <a:gradFill>
              <a:gsLst>
                <a:gs pos="0">
                  <a:srgbClr val="FFDCC9">
                    <a:alpha val="10637"/>
                  </a:srgbClr>
                </a:gs>
                <a:gs pos="14286">
                  <a:srgbClr val="FFDCC9">
                    <a:alpha val="9820"/>
                  </a:srgbClr>
                </a:gs>
                <a:gs pos="28571">
                  <a:srgbClr val="FFDCC9">
                    <a:alpha val="7712"/>
                  </a:srgbClr>
                </a:gs>
                <a:gs pos="42857">
                  <a:srgbClr val="FFDCC9">
                    <a:alpha val="5128"/>
                  </a:srgbClr>
                </a:gs>
                <a:gs pos="57143">
                  <a:srgbClr val="FFDCC9">
                    <a:alpha val="2875"/>
                  </a:srgbClr>
                </a:gs>
                <a:gs pos="71429">
                  <a:srgbClr val="FFDCC9">
                    <a:alpha val="1356"/>
                  </a:srgbClr>
                </a:gs>
                <a:gs pos="85714">
                  <a:srgbClr val="FFDCC9">
                    <a:alpha val="538"/>
                  </a:srgbClr>
                </a:gs>
                <a:gs pos="100000">
                  <a:srgbClr val="FFDCC9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-9135097">
              <a:off x="380713" y="1223846"/>
              <a:ext cx="264766" cy="200617"/>
            </a:xfrm>
            <a:prstGeom prst="ellipse">
              <a:avLst/>
            </a:prstGeom>
            <a:gradFill>
              <a:gsLst>
                <a:gs pos="0">
                  <a:srgbClr val="B6AF87">
                    <a:alpha val="18903"/>
                  </a:srgbClr>
                </a:gs>
                <a:gs pos="14286">
                  <a:srgbClr val="B6AF87">
                    <a:alpha val="17517"/>
                  </a:srgbClr>
                </a:gs>
                <a:gs pos="28571">
                  <a:srgbClr val="B6AF87">
                    <a:alpha val="13888"/>
                  </a:srgbClr>
                </a:gs>
                <a:gs pos="42857">
                  <a:srgbClr val="B6AF87">
                    <a:alpha val="9342"/>
                  </a:srgbClr>
                </a:gs>
                <a:gs pos="57143">
                  <a:srgbClr val="B6AF87">
                    <a:alpha val="5289"/>
                  </a:srgbClr>
                </a:gs>
                <a:gs pos="71429">
                  <a:srgbClr val="B6AF87">
                    <a:alpha val="2512"/>
                  </a:srgbClr>
                </a:gs>
                <a:gs pos="85714">
                  <a:srgbClr val="B6AF87">
                    <a:alpha val="1001"/>
                  </a:srgbClr>
                </a:gs>
                <a:gs pos="100000">
                  <a:srgbClr val="B6AF87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7954410">
              <a:off x="551719" y="1868439"/>
              <a:ext cx="343953" cy="87724"/>
            </a:xfrm>
            <a:prstGeom prst="ellipse">
              <a:avLst/>
            </a:prstGeom>
            <a:gradFill>
              <a:gsLst>
                <a:gs pos="0">
                  <a:srgbClr val="005A23">
                    <a:alpha val="32968"/>
                  </a:srgbClr>
                </a:gs>
                <a:gs pos="14286">
                  <a:srgbClr val="005A23">
                    <a:alpha val="30764"/>
                  </a:srgbClr>
                </a:gs>
                <a:gs pos="28571">
                  <a:srgbClr val="005A23">
                    <a:alpha val="24833"/>
                  </a:srgbClr>
                </a:gs>
                <a:gs pos="42857">
                  <a:srgbClr val="005A23">
                    <a:alpha val="17075"/>
                  </a:srgbClr>
                </a:gs>
                <a:gs pos="57143">
                  <a:srgbClr val="005A23">
                    <a:alpha val="9855"/>
                  </a:srgbClr>
                </a:gs>
                <a:gs pos="71429">
                  <a:srgbClr val="005A23">
                    <a:alpha val="4740"/>
                  </a:srgbClr>
                </a:gs>
                <a:gs pos="85714">
                  <a:srgbClr val="005A23">
                    <a:alpha val="1902"/>
                  </a:srgbClr>
                </a:gs>
                <a:gs pos="100000">
                  <a:srgbClr val="005A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8561035">
              <a:off x="672490" y="901733"/>
              <a:ext cx="506541" cy="77100"/>
            </a:xfrm>
            <a:prstGeom prst="ellipse">
              <a:avLst/>
            </a:prstGeom>
            <a:gradFill>
              <a:gsLst>
                <a:gs pos="0">
                  <a:srgbClr val="FFFF84">
                    <a:alpha val="32968"/>
                  </a:srgbClr>
                </a:gs>
                <a:gs pos="14286">
                  <a:srgbClr val="FFFF84">
                    <a:alpha val="30764"/>
                  </a:srgbClr>
                </a:gs>
                <a:gs pos="28571">
                  <a:srgbClr val="FFFF84">
                    <a:alpha val="24833"/>
                  </a:srgbClr>
                </a:gs>
                <a:gs pos="42857">
                  <a:srgbClr val="FFFF84">
                    <a:alpha val="17075"/>
                  </a:srgbClr>
                </a:gs>
                <a:gs pos="57143">
                  <a:srgbClr val="FFFF84">
                    <a:alpha val="9855"/>
                  </a:srgbClr>
                </a:gs>
                <a:gs pos="71429">
                  <a:srgbClr val="FFFF84">
                    <a:alpha val="4740"/>
                  </a:srgbClr>
                </a:gs>
                <a:gs pos="85714">
                  <a:srgbClr val="FFFF84">
                    <a:alpha val="1902"/>
                  </a:srgbClr>
                </a:gs>
                <a:gs pos="100000">
                  <a:srgbClr val="FFFF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5400000">
              <a:off x="1387245" y="1276102"/>
              <a:ext cx="63738" cy="63738"/>
            </a:xfrm>
            <a:prstGeom prst="ellipse">
              <a:avLst/>
            </a:prstGeom>
            <a:gradFill>
              <a:gsLst>
                <a:gs pos="0">
                  <a:srgbClr val="F1624A">
                    <a:alpha val="12836"/>
                  </a:srgbClr>
                </a:gs>
                <a:gs pos="14286">
                  <a:srgbClr val="F1624A">
                    <a:alpha val="11862"/>
                  </a:srgbClr>
                </a:gs>
                <a:gs pos="28571">
                  <a:srgbClr val="F1624A">
                    <a:alpha val="9339"/>
                  </a:srgbClr>
                </a:gs>
                <a:gs pos="42857">
                  <a:srgbClr val="F1624A">
                    <a:alpha val="6228"/>
                  </a:srgbClr>
                </a:gs>
                <a:gs pos="57143">
                  <a:srgbClr val="F1624A">
                    <a:alpha val="3500"/>
                  </a:srgbClr>
                </a:gs>
                <a:gs pos="71429">
                  <a:srgbClr val="F1624A">
                    <a:alpha val="1654"/>
                  </a:srgbClr>
                </a:gs>
                <a:gs pos="85714">
                  <a:srgbClr val="F1624A">
                    <a:alpha val="657"/>
                  </a:srgbClr>
                </a:gs>
                <a:gs pos="100000">
                  <a:srgbClr val="F1624A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5400000">
              <a:off x="2234501" y="2692851"/>
              <a:ext cx="63580" cy="63580"/>
            </a:xfrm>
            <a:prstGeom prst="ellipse">
              <a:avLst/>
            </a:prstGeom>
            <a:gradFill>
              <a:gsLst>
                <a:gs pos="0">
                  <a:srgbClr val="C72422">
                    <a:alpha val="12879"/>
                  </a:srgbClr>
                </a:gs>
                <a:gs pos="14286">
                  <a:srgbClr val="C72422">
                    <a:alpha val="11902"/>
                  </a:srgbClr>
                </a:gs>
                <a:gs pos="28571">
                  <a:srgbClr val="C72422">
                    <a:alpha val="9370"/>
                  </a:srgbClr>
                </a:gs>
                <a:gs pos="42857">
                  <a:srgbClr val="C72422">
                    <a:alpha val="6250"/>
                  </a:srgbClr>
                </a:gs>
                <a:gs pos="57143">
                  <a:srgbClr val="C72422">
                    <a:alpha val="3513"/>
                  </a:srgbClr>
                </a:gs>
                <a:gs pos="71429">
                  <a:srgbClr val="C72422">
                    <a:alpha val="1660"/>
                  </a:srgbClr>
                </a:gs>
                <a:gs pos="85714">
                  <a:srgbClr val="C72422">
                    <a:alpha val="660"/>
                  </a:srgbClr>
                </a:gs>
                <a:gs pos="100000">
                  <a:srgbClr val="C72422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5400000">
              <a:off x="1299330" y="90417"/>
              <a:ext cx="63923" cy="63923"/>
            </a:xfrm>
            <a:prstGeom prst="ellipse">
              <a:avLst/>
            </a:prstGeom>
            <a:gradFill>
              <a:gsLst>
                <a:gs pos="0">
                  <a:srgbClr val="A94230">
                    <a:alpha val="12786"/>
                  </a:srgbClr>
                </a:gs>
                <a:gs pos="14286">
                  <a:srgbClr val="A94230">
                    <a:alpha val="11815"/>
                  </a:srgbClr>
                </a:gs>
                <a:gs pos="28571">
                  <a:srgbClr val="A94230">
                    <a:alpha val="9301"/>
                  </a:srgbClr>
                </a:gs>
                <a:gs pos="42857">
                  <a:srgbClr val="A94230">
                    <a:alpha val="6203"/>
                  </a:srgbClr>
                </a:gs>
                <a:gs pos="57143">
                  <a:srgbClr val="A94230">
                    <a:alpha val="3486"/>
                  </a:srgbClr>
                </a:gs>
                <a:gs pos="71429">
                  <a:srgbClr val="A94230">
                    <a:alpha val="1647"/>
                  </a:srgbClr>
                </a:gs>
                <a:gs pos="85714">
                  <a:srgbClr val="A94230">
                    <a:alpha val="655"/>
                  </a:srgbClr>
                </a:gs>
                <a:gs pos="100000">
                  <a:srgbClr val="A94230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400000">
              <a:off x="750988" y="2646392"/>
              <a:ext cx="63907" cy="63907"/>
            </a:xfrm>
            <a:prstGeom prst="ellipse">
              <a:avLst/>
            </a:prstGeom>
            <a:gradFill>
              <a:gsLst>
                <a:gs pos="0">
                  <a:srgbClr val="CF5B49">
                    <a:alpha val="12790"/>
                  </a:srgbClr>
                </a:gs>
                <a:gs pos="14286">
                  <a:srgbClr val="CF5B49">
                    <a:alpha val="11819"/>
                  </a:srgbClr>
                </a:gs>
                <a:gs pos="28571">
                  <a:srgbClr val="CF5B49">
                    <a:alpha val="9304"/>
                  </a:srgbClr>
                </a:gs>
                <a:gs pos="42857">
                  <a:srgbClr val="CF5B49">
                    <a:alpha val="6205"/>
                  </a:srgbClr>
                </a:gs>
                <a:gs pos="57143">
                  <a:srgbClr val="CF5B49">
                    <a:alpha val="3487"/>
                  </a:srgbClr>
                </a:gs>
                <a:gs pos="71429">
                  <a:srgbClr val="CF5B49">
                    <a:alpha val="1648"/>
                  </a:srgbClr>
                </a:gs>
                <a:gs pos="85714">
                  <a:srgbClr val="CF5B49">
                    <a:alpha val="655"/>
                  </a:srgbClr>
                </a:gs>
                <a:gs pos="100000">
                  <a:srgbClr val="CF5B49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10427401">
              <a:off x="626881" y="859059"/>
              <a:ext cx="362163" cy="295208"/>
            </a:xfrm>
            <a:prstGeom prst="ellipse">
              <a:avLst/>
            </a:prstGeom>
            <a:gradFill>
              <a:gsLst>
                <a:gs pos="0">
                  <a:srgbClr val="FF006E">
                    <a:alpha val="10212"/>
                  </a:srgbClr>
                </a:gs>
                <a:gs pos="14286">
                  <a:srgbClr val="FF006E">
                    <a:alpha val="9426"/>
                  </a:srgbClr>
                </a:gs>
                <a:gs pos="28571">
                  <a:srgbClr val="FF006E">
                    <a:alpha val="7399"/>
                  </a:srgbClr>
                </a:gs>
                <a:gs pos="42857">
                  <a:srgbClr val="FF006E">
                    <a:alpha val="4917"/>
                  </a:srgbClr>
                </a:gs>
                <a:gs pos="57143">
                  <a:srgbClr val="FF006E">
                    <a:alpha val="2755"/>
                  </a:srgbClr>
                </a:gs>
                <a:gs pos="71429">
                  <a:srgbClr val="FF006E">
                    <a:alpha val="1299"/>
                  </a:srgbClr>
                </a:gs>
                <a:gs pos="85714">
                  <a:srgbClr val="FF006E">
                    <a:alpha val="516"/>
                  </a:srgbClr>
                </a:gs>
                <a:gs pos="100000">
                  <a:srgbClr val="FF006E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-9204082">
              <a:off x="3310594" y="1009738"/>
              <a:ext cx="289109" cy="285360"/>
            </a:xfrm>
            <a:prstGeom prst="ellipse">
              <a:avLst/>
            </a:prstGeom>
            <a:gradFill>
              <a:gsLst>
                <a:gs pos="0">
                  <a:srgbClr val="000000">
                    <a:alpha val="12256"/>
                  </a:srgbClr>
                </a:gs>
                <a:gs pos="14286">
                  <a:srgbClr val="000000">
                    <a:alpha val="11324"/>
                  </a:srgbClr>
                </a:gs>
                <a:gs pos="28571">
                  <a:srgbClr val="000000">
                    <a:alpha val="8909"/>
                  </a:srgbClr>
                </a:gs>
                <a:gs pos="42857">
                  <a:srgbClr val="000000">
                    <a:alpha val="5937"/>
                  </a:srgbClr>
                </a:gs>
                <a:gs pos="57143">
                  <a:srgbClr val="000000">
                    <a:alpha val="3334"/>
                  </a:srgbClr>
                </a:gs>
                <a:gs pos="71429">
                  <a:srgbClr val="000000">
                    <a:alpha val="1575"/>
                  </a:srgbClr>
                </a:gs>
                <a:gs pos="85714">
                  <a:srgbClr val="000000">
                    <a:alpha val="626"/>
                  </a:srgbClr>
                </a:gs>
                <a:gs pos="100000">
                  <a:srgbClr val="000000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400000">
              <a:off x="2026114" y="1051477"/>
              <a:ext cx="64314" cy="64314"/>
            </a:xfrm>
            <a:prstGeom prst="ellipse">
              <a:avLst/>
            </a:prstGeom>
            <a:gradFill>
              <a:gsLst>
                <a:gs pos="0">
                  <a:srgbClr val="C92B29">
                    <a:alpha val="12679"/>
                  </a:srgbClr>
                </a:gs>
                <a:gs pos="14286">
                  <a:srgbClr val="C92B29">
                    <a:alpha val="11716"/>
                  </a:srgbClr>
                </a:gs>
                <a:gs pos="28571">
                  <a:srgbClr val="C92B29">
                    <a:alpha val="9222"/>
                  </a:srgbClr>
                </a:gs>
                <a:gs pos="42857">
                  <a:srgbClr val="C92B29">
                    <a:alpha val="6149"/>
                  </a:srgbClr>
                </a:gs>
                <a:gs pos="57143">
                  <a:srgbClr val="C92B29">
                    <a:alpha val="3456"/>
                  </a:srgbClr>
                </a:gs>
                <a:gs pos="71429">
                  <a:srgbClr val="C92B29">
                    <a:alpha val="1633"/>
                  </a:srgbClr>
                </a:gs>
                <a:gs pos="85714">
                  <a:srgbClr val="C92B29">
                    <a:alpha val="649"/>
                  </a:srgbClr>
                </a:gs>
                <a:gs pos="100000">
                  <a:srgbClr val="C92B29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7015566">
              <a:off x="199066" y="2803784"/>
              <a:ext cx="482797" cy="479347"/>
            </a:xfrm>
            <a:prstGeom prst="ellipse">
              <a:avLst/>
            </a:prstGeom>
            <a:gradFill>
              <a:gsLst>
                <a:gs pos="0">
                  <a:srgbClr val="000000">
                    <a:alpha val="5772"/>
                  </a:srgbClr>
                </a:gs>
                <a:gs pos="14286">
                  <a:srgbClr val="000000">
                    <a:alpha val="5318"/>
                  </a:srgbClr>
                </a:gs>
                <a:gs pos="28571">
                  <a:srgbClr val="000000">
                    <a:alpha val="4154"/>
                  </a:srgbClr>
                </a:gs>
                <a:gs pos="42857">
                  <a:srgbClr val="000000">
                    <a:alpha val="2744"/>
                  </a:srgbClr>
                </a:gs>
                <a:gs pos="57143">
                  <a:srgbClr val="000000">
                    <a:alpha val="1530"/>
                  </a:srgbClr>
                </a:gs>
                <a:gs pos="71429">
                  <a:srgbClr val="000000">
                    <a:alpha val="719"/>
                  </a:srgbClr>
                </a:gs>
                <a:gs pos="85714">
                  <a:srgbClr val="000000">
                    <a:alpha val="285"/>
                  </a:srgbClr>
                </a:gs>
                <a:gs pos="100000">
                  <a:srgbClr val="0000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2700837">
              <a:off x="548641" y="2492312"/>
              <a:ext cx="416373" cy="56552"/>
            </a:xfrm>
            <a:prstGeom prst="ellipse">
              <a:avLst/>
            </a:prstGeom>
            <a:gradFill>
              <a:gsLst>
                <a:gs pos="0">
                  <a:srgbClr val="EAB050">
                    <a:alpha val="32964"/>
                  </a:srgbClr>
                </a:gs>
                <a:gs pos="14286">
                  <a:srgbClr val="EAB050">
                    <a:alpha val="30760"/>
                  </a:srgbClr>
                </a:gs>
                <a:gs pos="28571">
                  <a:srgbClr val="EAB050">
                    <a:alpha val="24830"/>
                  </a:srgbClr>
                </a:gs>
                <a:gs pos="42857">
                  <a:srgbClr val="EAB050">
                    <a:alpha val="17073"/>
                  </a:srgbClr>
                </a:gs>
                <a:gs pos="57143">
                  <a:srgbClr val="EAB050">
                    <a:alpha val="9853"/>
                  </a:srgbClr>
                </a:gs>
                <a:gs pos="71429">
                  <a:srgbClr val="EAB050">
                    <a:alpha val="4740"/>
                  </a:srgbClr>
                </a:gs>
                <a:gs pos="85714">
                  <a:srgbClr val="EAB050">
                    <a:alpha val="1902"/>
                  </a:srgbClr>
                </a:gs>
                <a:gs pos="100000">
                  <a:srgbClr val="EAB0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7624133">
              <a:off x="579294" y="817329"/>
              <a:ext cx="661527" cy="53979"/>
            </a:xfrm>
            <a:prstGeom prst="ellipse">
              <a:avLst/>
            </a:prstGeom>
            <a:gradFill>
              <a:gsLst>
                <a:gs pos="0">
                  <a:srgbClr val="D6E8B0">
                    <a:alpha val="32926"/>
                  </a:srgbClr>
                </a:gs>
                <a:gs pos="14286">
                  <a:srgbClr val="D6E8B0">
                    <a:alpha val="30724"/>
                  </a:srgbClr>
                </a:gs>
                <a:gs pos="28571">
                  <a:srgbClr val="D6E8B0">
                    <a:alpha val="24800"/>
                  </a:srgbClr>
                </a:gs>
                <a:gs pos="42857">
                  <a:srgbClr val="D6E8B0">
                    <a:alpha val="17051"/>
                  </a:srgbClr>
                </a:gs>
                <a:gs pos="57143">
                  <a:srgbClr val="D6E8B0">
                    <a:alpha val="9840"/>
                  </a:srgbClr>
                </a:gs>
                <a:gs pos="71429">
                  <a:srgbClr val="D6E8B0">
                    <a:alpha val="4733"/>
                  </a:srgbClr>
                </a:gs>
                <a:gs pos="85714">
                  <a:srgbClr val="D6E8B0">
                    <a:alpha val="1899"/>
                  </a:srgbClr>
                </a:gs>
                <a:gs pos="100000">
                  <a:srgbClr val="D6E8B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5400000">
              <a:off x="1079364" y="2493095"/>
              <a:ext cx="64701" cy="64701"/>
            </a:xfrm>
            <a:prstGeom prst="ellipse">
              <a:avLst/>
            </a:prstGeom>
            <a:gradFill>
              <a:gsLst>
                <a:gs pos="0">
                  <a:srgbClr val="EE6943">
                    <a:alpha val="12574"/>
                  </a:srgbClr>
                </a:gs>
                <a:gs pos="14286">
                  <a:srgbClr val="EE6943">
                    <a:alpha val="11619"/>
                  </a:srgbClr>
                </a:gs>
                <a:gs pos="28571">
                  <a:srgbClr val="EE6943">
                    <a:alpha val="9144"/>
                  </a:srgbClr>
                </a:gs>
                <a:gs pos="42857">
                  <a:srgbClr val="EE6943">
                    <a:alpha val="6096"/>
                  </a:srgbClr>
                </a:gs>
                <a:gs pos="57143">
                  <a:srgbClr val="EE6943">
                    <a:alpha val="3425"/>
                  </a:srgbClr>
                </a:gs>
                <a:gs pos="71429">
                  <a:srgbClr val="EE6943">
                    <a:alpha val="1618"/>
                  </a:srgbClr>
                </a:gs>
                <a:gs pos="85714">
                  <a:srgbClr val="EE6943">
                    <a:alpha val="643"/>
                  </a:srgbClr>
                </a:gs>
                <a:gs pos="100000">
                  <a:srgbClr val="EE6943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5400000">
              <a:off x="3337967" y="2607017"/>
              <a:ext cx="64782" cy="64782"/>
            </a:xfrm>
            <a:prstGeom prst="ellipse">
              <a:avLst/>
            </a:prstGeom>
            <a:gradFill>
              <a:gsLst>
                <a:gs pos="0">
                  <a:srgbClr val="B04134">
                    <a:alpha val="12552"/>
                  </a:srgbClr>
                </a:gs>
                <a:gs pos="14286">
                  <a:srgbClr val="B04134">
                    <a:alpha val="11598"/>
                  </a:srgbClr>
                </a:gs>
                <a:gs pos="28571">
                  <a:srgbClr val="B04134">
                    <a:alpha val="9128"/>
                  </a:srgbClr>
                </a:gs>
                <a:gs pos="42857">
                  <a:srgbClr val="B04134">
                    <a:alpha val="6085"/>
                  </a:srgbClr>
                </a:gs>
                <a:gs pos="57143">
                  <a:srgbClr val="B04134">
                    <a:alpha val="3419"/>
                  </a:srgbClr>
                </a:gs>
                <a:gs pos="71429">
                  <a:srgbClr val="B04134">
                    <a:alpha val="1615"/>
                  </a:srgbClr>
                </a:gs>
                <a:gs pos="85714">
                  <a:srgbClr val="B04134">
                    <a:alpha val="642"/>
                  </a:srgbClr>
                </a:gs>
                <a:gs pos="100000">
                  <a:srgbClr val="B04134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5400000">
              <a:off x="794131" y="2913292"/>
              <a:ext cx="64715" cy="64715"/>
            </a:xfrm>
            <a:prstGeom prst="ellipse">
              <a:avLst/>
            </a:prstGeom>
            <a:gradFill>
              <a:gsLst>
                <a:gs pos="0">
                  <a:srgbClr val="CD5B44">
                    <a:alpha val="12570"/>
                  </a:srgbClr>
                </a:gs>
                <a:gs pos="14286">
                  <a:srgbClr val="CD5B44">
                    <a:alpha val="11615"/>
                  </a:srgbClr>
                </a:gs>
                <a:gs pos="28571">
                  <a:srgbClr val="CD5B44">
                    <a:alpha val="9142"/>
                  </a:srgbClr>
                </a:gs>
                <a:gs pos="42857">
                  <a:srgbClr val="CD5B44">
                    <a:alpha val="6095"/>
                  </a:srgbClr>
                </a:gs>
                <a:gs pos="57143">
                  <a:srgbClr val="CD5B44">
                    <a:alpha val="3424"/>
                  </a:srgbClr>
                </a:gs>
                <a:gs pos="71429">
                  <a:srgbClr val="CD5B44">
                    <a:alpha val="1618"/>
                  </a:srgbClr>
                </a:gs>
                <a:gs pos="85714">
                  <a:srgbClr val="CD5B44">
                    <a:alpha val="643"/>
                  </a:srgbClr>
                </a:gs>
                <a:gs pos="100000">
                  <a:srgbClr val="CD5B44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-9407921">
              <a:off x="897828" y="3366607"/>
              <a:ext cx="551402" cy="119388"/>
            </a:xfrm>
            <a:prstGeom prst="ellipse">
              <a:avLst/>
            </a:prstGeom>
            <a:gradFill>
              <a:gsLst>
                <a:gs pos="0">
                  <a:srgbClr val="EE593D">
                    <a:alpha val="32968"/>
                  </a:srgbClr>
                </a:gs>
                <a:gs pos="14286">
                  <a:srgbClr val="EE593D">
                    <a:alpha val="30764"/>
                  </a:srgbClr>
                </a:gs>
                <a:gs pos="28571">
                  <a:srgbClr val="EE593D">
                    <a:alpha val="24833"/>
                  </a:srgbClr>
                </a:gs>
                <a:gs pos="42857">
                  <a:srgbClr val="EE593D">
                    <a:alpha val="17075"/>
                  </a:srgbClr>
                </a:gs>
                <a:gs pos="57143">
                  <a:srgbClr val="EE593D">
                    <a:alpha val="9855"/>
                  </a:srgbClr>
                </a:gs>
                <a:gs pos="71429">
                  <a:srgbClr val="EE593D">
                    <a:alpha val="4740"/>
                  </a:srgbClr>
                </a:gs>
                <a:gs pos="85714">
                  <a:srgbClr val="EE593D">
                    <a:alpha val="1902"/>
                  </a:srgbClr>
                </a:gs>
                <a:gs pos="100000">
                  <a:srgbClr val="EE59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5516446">
              <a:off x="3319303" y="2072450"/>
              <a:ext cx="413453" cy="413096"/>
            </a:xfrm>
            <a:prstGeom prst="ellipse">
              <a:avLst/>
            </a:prstGeom>
            <a:gradFill>
              <a:gsLst>
                <a:gs pos="0">
                  <a:srgbClr val="000002">
                    <a:alpha val="1487"/>
                  </a:srgbClr>
                </a:gs>
                <a:gs pos="14286">
                  <a:srgbClr val="000002">
                    <a:alpha val="1367"/>
                  </a:srgbClr>
                </a:gs>
                <a:gs pos="28571">
                  <a:srgbClr val="000002">
                    <a:alpha val="1063"/>
                  </a:srgbClr>
                </a:gs>
                <a:gs pos="42857">
                  <a:srgbClr val="000002">
                    <a:alpha val="699"/>
                  </a:srgbClr>
                </a:gs>
                <a:gs pos="57143">
                  <a:srgbClr val="000002">
                    <a:alpha val="388"/>
                  </a:srgbClr>
                </a:gs>
                <a:gs pos="71429">
                  <a:srgbClr val="000002">
                    <a:alpha val="182"/>
                  </a:srgbClr>
                </a:gs>
                <a:gs pos="85714">
                  <a:srgbClr val="000002">
                    <a:alpha val="72"/>
                  </a:srgbClr>
                </a:gs>
                <a:gs pos="100000">
                  <a:srgbClr val="000002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5400000">
              <a:off x="3053257" y="2919227"/>
              <a:ext cx="64916" cy="64916"/>
            </a:xfrm>
            <a:prstGeom prst="ellipse">
              <a:avLst/>
            </a:prstGeom>
            <a:gradFill>
              <a:gsLst>
                <a:gs pos="0">
                  <a:srgbClr val="C6483E">
                    <a:alpha val="12516"/>
                  </a:srgbClr>
                </a:gs>
                <a:gs pos="14286">
                  <a:srgbClr val="C6483E">
                    <a:alpha val="11564"/>
                  </a:srgbClr>
                </a:gs>
                <a:gs pos="28571">
                  <a:srgbClr val="C6483E">
                    <a:alpha val="9101"/>
                  </a:srgbClr>
                </a:gs>
                <a:gs pos="42857">
                  <a:srgbClr val="C6483E">
                    <a:alpha val="6067"/>
                  </a:srgbClr>
                </a:gs>
                <a:gs pos="57143">
                  <a:srgbClr val="C6483E">
                    <a:alpha val="3409"/>
                  </a:srgbClr>
                </a:gs>
                <a:gs pos="71429">
                  <a:srgbClr val="C6483E">
                    <a:alpha val="1610"/>
                  </a:srgbClr>
                </a:gs>
                <a:gs pos="85714">
                  <a:srgbClr val="C6483E">
                    <a:alpha val="640"/>
                  </a:srgbClr>
                </a:gs>
                <a:gs pos="100000">
                  <a:srgbClr val="C6483E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5400000">
              <a:off x="1750127" y="2157442"/>
              <a:ext cx="64933" cy="64933"/>
            </a:xfrm>
            <a:prstGeom prst="ellipse">
              <a:avLst/>
            </a:prstGeom>
            <a:gradFill>
              <a:gsLst>
                <a:gs pos="0">
                  <a:srgbClr val="E16245">
                    <a:alpha val="12511"/>
                  </a:srgbClr>
                </a:gs>
                <a:gs pos="14286">
                  <a:srgbClr val="E16245">
                    <a:alpha val="11560"/>
                  </a:srgbClr>
                </a:gs>
                <a:gs pos="28571">
                  <a:srgbClr val="E16245">
                    <a:alpha val="9098"/>
                  </a:srgbClr>
                </a:gs>
                <a:gs pos="42857">
                  <a:srgbClr val="E16245">
                    <a:alpha val="6065"/>
                  </a:srgbClr>
                </a:gs>
                <a:gs pos="57143">
                  <a:srgbClr val="E16245">
                    <a:alpha val="3407"/>
                  </a:srgbClr>
                </a:gs>
                <a:gs pos="71429">
                  <a:srgbClr val="E16245">
                    <a:alpha val="1610"/>
                  </a:srgbClr>
                </a:gs>
                <a:gs pos="85714">
                  <a:srgbClr val="E16245">
                    <a:alpha val="640"/>
                  </a:srgbClr>
                </a:gs>
                <a:gs pos="100000">
                  <a:srgbClr val="E16245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5400000">
              <a:off x="1654854" y="227081"/>
              <a:ext cx="64849" cy="64849"/>
            </a:xfrm>
            <a:prstGeom prst="ellipse">
              <a:avLst/>
            </a:prstGeom>
            <a:gradFill>
              <a:gsLst>
                <a:gs pos="0">
                  <a:srgbClr val="B02C27">
                    <a:alpha val="12534"/>
                  </a:srgbClr>
                </a:gs>
                <a:gs pos="14286">
                  <a:srgbClr val="B02C27">
                    <a:alpha val="11581"/>
                  </a:srgbClr>
                </a:gs>
                <a:gs pos="28571">
                  <a:srgbClr val="B02C27">
                    <a:alpha val="9114"/>
                  </a:srgbClr>
                </a:gs>
                <a:gs pos="42857">
                  <a:srgbClr val="B02C27">
                    <a:alpha val="6076"/>
                  </a:srgbClr>
                </a:gs>
                <a:gs pos="57143">
                  <a:srgbClr val="B02C27">
                    <a:alpha val="3414"/>
                  </a:srgbClr>
                </a:gs>
                <a:gs pos="71429">
                  <a:srgbClr val="B02C27">
                    <a:alpha val="1613"/>
                  </a:srgbClr>
                </a:gs>
                <a:gs pos="85714">
                  <a:srgbClr val="B02C27">
                    <a:alpha val="641"/>
                  </a:srgbClr>
                </a:gs>
                <a:gs pos="100000">
                  <a:srgbClr val="B02C27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400000">
              <a:off x="1493627" y="1358582"/>
              <a:ext cx="65010" cy="65010"/>
            </a:xfrm>
            <a:prstGeom prst="ellipse">
              <a:avLst/>
            </a:prstGeom>
            <a:gradFill>
              <a:gsLst>
                <a:gs pos="0">
                  <a:srgbClr val="E96048">
                    <a:alpha val="12490"/>
                  </a:srgbClr>
                </a:gs>
                <a:gs pos="14286">
                  <a:srgbClr val="E96048">
                    <a:alpha val="11540"/>
                  </a:srgbClr>
                </a:gs>
                <a:gs pos="28571">
                  <a:srgbClr val="E96048">
                    <a:alpha val="9082"/>
                  </a:srgbClr>
                </a:gs>
                <a:gs pos="42857">
                  <a:srgbClr val="E96048">
                    <a:alpha val="6054"/>
                  </a:srgbClr>
                </a:gs>
                <a:gs pos="57143">
                  <a:srgbClr val="E96048">
                    <a:alpha val="3401"/>
                  </a:srgbClr>
                </a:gs>
                <a:gs pos="71429">
                  <a:srgbClr val="E96048">
                    <a:alpha val="1607"/>
                  </a:srgbClr>
                </a:gs>
                <a:gs pos="85714">
                  <a:srgbClr val="E96048">
                    <a:alpha val="638"/>
                  </a:srgbClr>
                </a:gs>
                <a:gs pos="100000">
                  <a:srgbClr val="E96048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5400000">
              <a:off x="3136244" y="2841664"/>
              <a:ext cx="65010" cy="65010"/>
            </a:xfrm>
            <a:prstGeom prst="ellipse">
              <a:avLst/>
            </a:prstGeom>
            <a:gradFill>
              <a:gsLst>
                <a:gs pos="0">
                  <a:srgbClr val="BA4B3A">
                    <a:alpha val="12490"/>
                  </a:srgbClr>
                </a:gs>
                <a:gs pos="14286">
                  <a:srgbClr val="BA4B3A">
                    <a:alpha val="11540"/>
                  </a:srgbClr>
                </a:gs>
                <a:gs pos="28571">
                  <a:srgbClr val="BA4B3A">
                    <a:alpha val="9082"/>
                  </a:srgbClr>
                </a:gs>
                <a:gs pos="42857">
                  <a:srgbClr val="BA4B3A">
                    <a:alpha val="6054"/>
                  </a:srgbClr>
                </a:gs>
                <a:gs pos="57143">
                  <a:srgbClr val="BA4B3A">
                    <a:alpha val="3401"/>
                  </a:srgbClr>
                </a:gs>
                <a:gs pos="71429">
                  <a:srgbClr val="BA4B3A">
                    <a:alpha val="1607"/>
                  </a:srgbClr>
                </a:gs>
                <a:gs pos="85714">
                  <a:srgbClr val="BA4B3A">
                    <a:alpha val="638"/>
                  </a:srgbClr>
                </a:gs>
                <a:gs pos="100000">
                  <a:srgbClr val="BA4B3A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5400000">
              <a:off x="2398144" y="455551"/>
              <a:ext cx="64968" cy="64968"/>
            </a:xfrm>
            <a:prstGeom prst="ellipse">
              <a:avLst/>
            </a:prstGeom>
            <a:gradFill>
              <a:gsLst>
                <a:gs pos="0">
                  <a:srgbClr val="C23531">
                    <a:alpha val="12502"/>
                  </a:srgbClr>
                </a:gs>
                <a:gs pos="14286">
                  <a:srgbClr val="C23531">
                    <a:alpha val="11551"/>
                  </a:srgbClr>
                </a:gs>
                <a:gs pos="28571">
                  <a:srgbClr val="C23531">
                    <a:alpha val="9091"/>
                  </a:srgbClr>
                </a:gs>
                <a:gs pos="42857">
                  <a:srgbClr val="C23531">
                    <a:alpha val="6060"/>
                  </a:srgbClr>
                </a:gs>
                <a:gs pos="57143">
                  <a:srgbClr val="C23531">
                    <a:alpha val="3405"/>
                  </a:srgbClr>
                </a:gs>
                <a:gs pos="71429">
                  <a:srgbClr val="C23531">
                    <a:alpha val="1608"/>
                  </a:srgbClr>
                </a:gs>
                <a:gs pos="85714">
                  <a:srgbClr val="C23531">
                    <a:alpha val="639"/>
                  </a:srgbClr>
                </a:gs>
                <a:gs pos="100000">
                  <a:srgbClr val="C23531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5400000">
              <a:off x="1195593" y="206464"/>
              <a:ext cx="64979" cy="64979"/>
            </a:xfrm>
            <a:prstGeom prst="ellipse">
              <a:avLst/>
            </a:prstGeom>
            <a:gradFill>
              <a:gsLst>
                <a:gs pos="0">
                  <a:srgbClr val="B73C34">
                    <a:alpha val="12498"/>
                  </a:srgbClr>
                </a:gs>
                <a:gs pos="14286">
                  <a:srgbClr val="B73C34">
                    <a:alpha val="11548"/>
                  </a:srgbClr>
                </a:gs>
                <a:gs pos="28571">
                  <a:srgbClr val="B73C34">
                    <a:alpha val="9088"/>
                  </a:srgbClr>
                </a:gs>
                <a:gs pos="42857">
                  <a:srgbClr val="B73C34">
                    <a:alpha val="6058"/>
                  </a:srgbClr>
                </a:gs>
                <a:gs pos="57143">
                  <a:srgbClr val="B73C34">
                    <a:alpha val="3404"/>
                  </a:srgbClr>
                </a:gs>
                <a:gs pos="71429">
                  <a:srgbClr val="B73C34">
                    <a:alpha val="1608"/>
                  </a:srgbClr>
                </a:gs>
                <a:gs pos="85714">
                  <a:srgbClr val="B73C34">
                    <a:alpha val="639"/>
                  </a:srgbClr>
                </a:gs>
                <a:gs pos="100000">
                  <a:srgbClr val="B73C34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5400000">
              <a:off x="2160922" y="45283"/>
              <a:ext cx="65128" cy="65128"/>
            </a:xfrm>
            <a:prstGeom prst="ellipse">
              <a:avLst/>
            </a:prstGeom>
            <a:gradFill>
              <a:gsLst>
                <a:gs pos="0">
                  <a:srgbClr val="9D3B2F">
                    <a:alpha val="12458"/>
                  </a:srgbClr>
                </a:gs>
                <a:gs pos="14286">
                  <a:srgbClr val="9D3B2F">
                    <a:alpha val="11511"/>
                  </a:srgbClr>
                </a:gs>
                <a:gs pos="28571">
                  <a:srgbClr val="9D3B2F">
                    <a:alpha val="9058"/>
                  </a:srgbClr>
                </a:gs>
                <a:gs pos="42857">
                  <a:srgbClr val="9D3B2F">
                    <a:alpha val="6038"/>
                  </a:srgbClr>
                </a:gs>
                <a:gs pos="57143">
                  <a:srgbClr val="9D3B2F">
                    <a:alpha val="3392"/>
                  </a:srgbClr>
                </a:gs>
                <a:gs pos="71429">
                  <a:srgbClr val="9D3B2F">
                    <a:alpha val="1602"/>
                  </a:srgbClr>
                </a:gs>
                <a:gs pos="85714">
                  <a:srgbClr val="9D3B2F">
                    <a:alpha val="637"/>
                  </a:srgbClr>
                </a:gs>
                <a:gs pos="100000">
                  <a:srgbClr val="9D3B2F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5400000">
              <a:off x="1432951" y="423143"/>
              <a:ext cx="65028" cy="65028"/>
            </a:xfrm>
            <a:prstGeom prst="ellipse">
              <a:avLst/>
            </a:prstGeom>
            <a:gradFill>
              <a:gsLst>
                <a:gs pos="0">
                  <a:srgbClr val="CE5C4A">
                    <a:alpha val="12485"/>
                  </a:srgbClr>
                </a:gs>
                <a:gs pos="14286">
                  <a:srgbClr val="CE5C4A">
                    <a:alpha val="11536"/>
                  </a:srgbClr>
                </a:gs>
                <a:gs pos="28571">
                  <a:srgbClr val="CE5C4A">
                    <a:alpha val="9078"/>
                  </a:srgbClr>
                </a:gs>
                <a:gs pos="42857">
                  <a:srgbClr val="CE5C4A">
                    <a:alpha val="6052"/>
                  </a:srgbClr>
                </a:gs>
                <a:gs pos="57143">
                  <a:srgbClr val="CE5C4A">
                    <a:alpha val="3400"/>
                  </a:srgbClr>
                </a:gs>
                <a:gs pos="71429">
                  <a:srgbClr val="CE5C4A">
                    <a:alpha val="1606"/>
                  </a:srgbClr>
                </a:gs>
                <a:gs pos="85714">
                  <a:srgbClr val="CE5C4A">
                    <a:alpha val="638"/>
                  </a:srgbClr>
                </a:gs>
                <a:gs pos="100000">
                  <a:srgbClr val="CE5C4A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5400000">
              <a:off x="147578" y="2221673"/>
              <a:ext cx="65065" cy="65065"/>
            </a:xfrm>
            <a:prstGeom prst="ellipse">
              <a:avLst/>
            </a:prstGeom>
            <a:gradFill>
              <a:gsLst>
                <a:gs pos="0">
                  <a:srgbClr val="C25B47">
                    <a:alpha val="12475"/>
                  </a:srgbClr>
                </a:gs>
                <a:gs pos="14286">
                  <a:srgbClr val="C25B47">
                    <a:alpha val="11527"/>
                  </a:srgbClr>
                </a:gs>
                <a:gs pos="28571">
                  <a:srgbClr val="C25B47">
                    <a:alpha val="9071"/>
                  </a:srgbClr>
                </a:gs>
                <a:gs pos="42857">
                  <a:srgbClr val="C25B47">
                    <a:alpha val="6047"/>
                  </a:srgbClr>
                </a:gs>
                <a:gs pos="57143">
                  <a:srgbClr val="C25B47">
                    <a:alpha val="3397"/>
                  </a:srgbClr>
                </a:gs>
                <a:gs pos="71429">
                  <a:srgbClr val="C25B47">
                    <a:alpha val="1605"/>
                  </a:srgbClr>
                </a:gs>
                <a:gs pos="85714">
                  <a:srgbClr val="C25B47">
                    <a:alpha val="638"/>
                  </a:srgbClr>
                </a:gs>
                <a:gs pos="100000">
                  <a:srgbClr val="C25B47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5400000">
              <a:off x="737898" y="2698141"/>
              <a:ext cx="65133" cy="65133"/>
            </a:xfrm>
            <a:prstGeom prst="ellipse">
              <a:avLst/>
            </a:prstGeom>
            <a:gradFill>
              <a:gsLst>
                <a:gs pos="0">
                  <a:srgbClr val="D2352D">
                    <a:alpha val="12457"/>
                  </a:srgbClr>
                </a:gs>
                <a:gs pos="14286">
                  <a:srgbClr val="D2352D">
                    <a:alpha val="11510"/>
                  </a:srgbClr>
                </a:gs>
                <a:gs pos="28571">
                  <a:srgbClr val="D2352D">
                    <a:alpha val="9057"/>
                  </a:srgbClr>
                </a:gs>
                <a:gs pos="42857">
                  <a:srgbClr val="D2352D">
                    <a:alpha val="6037"/>
                  </a:srgbClr>
                </a:gs>
                <a:gs pos="57143">
                  <a:srgbClr val="D2352D">
                    <a:alpha val="3392"/>
                  </a:srgbClr>
                </a:gs>
                <a:gs pos="71429">
                  <a:srgbClr val="D2352D">
                    <a:alpha val="1602"/>
                  </a:srgbClr>
                </a:gs>
                <a:gs pos="85714">
                  <a:srgbClr val="D2352D">
                    <a:alpha val="637"/>
                  </a:srgbClr>
                </a:gs>
                <a:gs pos="100000">
                  <a:srgbClr val="D2352D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5400000">
              <a:off x="699606" y="2816678"/>
              <a:ext cx="65089" cy="65089"/>
            </a:xfrm>
            <a:prstGeom prst="ellipse">
              <a:avLst/>
            </a:prstGeom>
            <a:gradFill>
              <a:gsLst>
                <a:gs pos="0">
                  <a:srgbClr val="D95C46">
                    <a:alpha val="12469"/>
                  </a:srgbClr>
                </a:gs>
                <a:gs pos="14286">
                  <a:srgbClr val="D95C46">
                    <a:alpha val="11521"/>
                  </a:srgbClr>
                </a:gs>
                <a:gs pos="28571">
                  <a:srgbClr val="D95C46">
                    <a:alpha val="9066"/>
                  </a:srgbClr>
                </a:gs>
                <a:gs pos="42857">
                  <a:srgbClr val="D95C46">
                    <a:alpha val="6043"/>
                  </a:srgbClr>
                </a:gs>
                <a:gs pos="57143">
                  <a:srgbClr val="D95C46">
                    <a:alpha val="3395"/>
                  </a:srgbClr>
                </a:gs>
                <a:gs pos="71429">
                  <a:srgbClr val="D95C46">
                    <a:alpha val="1604"/>
                  </a:srgbClr>
                </a:gs>
                <a:gs pos="85714">
                  <a:srgbClr val="D95C46">
                    <a:alpha val="637"/>
                  </a:srgbClr>
                </a:gs>
                <a:gs pos="100000">
                  <a:srgbClr val="D95C46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5400000">
              <a:off x="769967" y="2902446"/>
              <a:ext cx="65134" cy="65134"/>
            </a:xfrm>
            <a:prstGeom prst="ellipse">
              <a:avLst/>
            </a:prstGeom>
            <a:gradFill>
              <a:gsLst>
                <a:gs pos="0">
                  <a:srgbClr val="DA654D">
                    <a:alpha val="12456"/>
                  </a:srgbClr>
                </a:gs>
                <a:gs pos="14286">
                  <a:srgbClr val="DA654D">
                    <a:alpha val="11509"/>
                  </a:srgbClr>
                </a:gs>
                <a:gs pos="28571">
                  <a:srgbClr val="DA654D">
                    <a:alpha val="9057"/>
                  </a:srgbClr>
                </a:gs>
                <a:gs pos="42857">
                  <a:srgbClr val="DA654D">
                    <a:alpha val="6037"/>
                  </a:srgbClr>
                </a:gs>
                <a:gs pos="57143">
                  <a:srgbClr val="DA654D">
                    <a:alpha val="3392"/>
                  </a:srgbClr>
                </a:gs>
                <a:gs pos="71429">
                  <a:srgbClr val="DA654D">
                    <a:alpha val="1602"/>
                  </a:srgbClr>
                </a:gs>
                <a:gs pos="85714">
                  <a:srgbClr val="DA654D">
                    <a:alpha val="637"/>
                  </a:srgbClr>
                </a:gs>
                <a:gs pos="100000">
                  <a:srgbClr val="DA654D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7585309">
              <a:off x="445274" y="1159358"/>
              <a:ext cx="392986" cy="44173"/>
            </a:xfrm>
            <a:prstGeom prst="ellipse">
              <a:avLst/>
            </a:prstGeom>
            <a:gradFill>
              <a:gsLst>
                <a:gs pos="0">
                  <a:srgbClr val="EEBA64">
                    <a:alpha val="32968"/>
                  </a:srgbClr>
                </a:gs>
                <a:gs pos="14286">
                  <a:srgbClr val="EEBA64">
                    <a:alpha val="30764"/>
                  </a:srgbClr>
                </a:gs>
                <a:gs pos="28571">
                  <a:srgbClr val="EEBA64">
                    <a:alpha val="24833"/>
                  </a:srgbClr>
                </a:gs>
                <a:gs pos="42857">
                  <a:srgbClr val="EEBA64">
                    <a:alpha val="17075"/>
                  </a:srgbClr>
                </a:gs>
                <a:gs pos="57143">
                  <a:srgbClr val="EEBA64">
                    <a:alpha val="9855"/>
                  </a:srgbClr>
                </a:gs>
                <a:gs pos="71429">
                  <a:srgbClr val="EEBA64">
                    <a:alpha val="4740"/>
                  </a:srgbClr>
                </a:gs>
                <a:gs pos="85714">
                  <a:srgbClr val="EEBA64">
                    <a:alpha val="1902"/>
                  </a:srgbClr>
                </a:gs>
                <a:gs pos="100000">
                  <a:srgbClr val="EEBA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5400000">
              <a:off x="785239" y="2221812"/>
              <a:ext cx="65212" cy="65212"/>
            </a:xfrm>
            <a:prstGeom prst="ellipse">
              <a:avLst/>
            </a:prstGeom>
            <a:gradFill>
              <a:gsLst>
                <a:gs pos="0">
                  <a:srgbClr val="EE7355">
                    <a:alpha val="12435"/>
                  </a:srgbClr>
                </a:gs>
                <a:gs pos="14286">
                  <a:srgbClr val="EE7355">
                    <a:alpha val="11489"/>
                  </a:srgbClr>
                </a:gs>
                <a:gs pos="28571">
                  <a:srgbClr val="EE7355">
                    <a:alpha val="9041"/>
                  </a:srgbClr>
                </a:gs>
                <a:gs pos="42857">
                  <a:srgbClr val="EE7355">
                    <a:alpha val="6027"/>
                  </a:srgbClr>
                </a:gs>
                <a:gs pos="57143">
                  <a:srgbClr val="EE7355">
                    <a:alpha val="3386"/>
                  </a:srgbClr>
                </a:gs>
                <a:gs pos="71429">
                  <a:srgbClr val="EE7355">
                    <a:alpha val="1599"/>
                  </a:srgbClr>
                </a:gs>
                <a:gs pos="85714">
                  <a:srgbClr val="EE7355">
                    <a:alpha val="635"/>
                  </a:srgbClr>
                </a:gs>
                <a:gs pos="100000">
                  <a:srgbClr val="EE7355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5400000">
              <a:off x="893801" y="2854244"/>
              <a:ext cx="65191" cy="65191"/>
            </a:xfrm>
            <a:prstGeom prst="ellipse">
              <a:avLst/>
            </a:prstGeom>
            <a:gradFill>
              <a:gsLst>
                <a:gs pos="0">
                  <a:srgbClr val="D25D46">
                    <a:alpha val="12441"/>
                  </a:srgbClr>
                </a:gs>
                <a:gs pos="14286">
                  <a:srgbClr val="D25D46">
                    <a:alpha val="11495"/>
                  </a:srgbClr>
                </a:gs>
                <a:gs pos="28571">
                  <a:srgbClr val="D25D46">
                    <a:alpha val="9045"/>
                  </a:srgbClr>
                </a:gs>
                <a:gs pos="42857">
                  <a:srgbClr val="D25D46">
                    <a:alpha val="6029"/>
                  </a:srgbClr>
                </a:gs>
                <a:gs pos="57143">
                  <a:srgbClr val="D25D46">
                    <a:alpha val="3387"/>
                  </a:srgbClr>
                </a:gs>
                <a:gs pos="71429">
                  <a:srgbClr val="D25D46">
                    <a:alpha val="1600"/>
                  </a:srgbClr>
                </a:gs>
                <a:gs pos="85714">
                  <a:srgbClr val="D25D46">
                    <a:alpha val="636"/>
                  </a:srgbClr>
                </a:gs>
                <a:gs pos="100000">
                  <a:srgbClr val="D25D46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7239264">
              <a:off x="841028" y="951714"/>
              <a:ext cx="300403" cy="39565"/>
            </a:xfrm>
            <a:prstGeom prst="ellipse">
              <a:avLst/>
            </a:prstGeom>
            <a:gradFill>
              <a:gsLst>
                <a:gs pos="0">
                  <a:srgbClr val="F500FF">
                    <a:alpha val="2249"/>
                  </a:srgbClr>
                </a:gs>
                <a:gs pos="14286">
                  <a:srgbClr val="F500FF">
                    <a:alpha val="2069"/>
                  </a:srgbClr>
                </a:gs>
                <a:gs pos="28571">
                  <a:srgbClr val="F500FF">
                    <a:alpha val="1610"/>
                  </a:srgbClr>
                </a:gs>
                <a:gs pos="42857">
                  <a:srgbClr val="F500FF">
                    <a:alpha val="1059"/>
                  </a:srgbClr>
                </a:gs>
                <a:gs pos="57143">
                  <a:srgbClr val="F500FF">
                    <a:alpha val="588"/>
                  </a:srgbClr>
                </a:gs>
                <a:gs pos="71429">
                  <a:srgbClr val="F500FF">
                    <a:alpha val="276"/>
                  </a:srgbClr>
                </a:gs>
                <a:gs pos="85714">
                  <a:srgbClr val="F500FF">
                    <a:alpha val="109"/>
                  </a:srgbClr>
                </a:gs>
                <a:gs pos="100000">
                  <a:srgbClr val="F500FF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6091196">
              <a:off x="212612" y="2824195"/>
              <a:ext cx="503438" cy="486920"/>
            </a:xfrm>
            <a:prstGeom prst="ellipse">
              <a:avLst/>
            </a:prstGeom>
            <a:gradFill>
              <a:gsLst>
                <a:gs pos="0">
                  <a:srgbClr val="000000">
                    <a:alpha val="1978"/>
                  </a:srgbClr>
                </a:gs>
                <a:gs pos="14286">
                  <a:srgbClr val="000000">
                    <a:alpha val="1819"/>
                  </a:srgbClr>
                </a:gs>
                <a:gs pos="28571">
                  <a:srgbClr val="000000">
                    <a:alpha val="1415"/>
                  </a:srgbClr>
                </a:gs>
                <a:gs pos="42857">
                  <a:srgbClr val="000000">
                    <a:alpha val="931"/>
                  </a:srgbClr>
                </a:gs>
                <a:gs pos="57143">
                  <a:srgbClr val="000000">
                    <a:alpha val="517"/>
                  </a:srgbClr>
                </a:gs>
                <a:gs pos="71429">
                  <a:srgbClr val="000000">
                    <a:alpha val="242"/>
                  </a:srgbClr>
                </a:gs>
                <a:gs pos="85714">
                  <a:srgbClr val="000000">
                    <a:alpha val="96"/>
                  </a:srgbClr>
                </a:gs>
                <a:gs pos="100000">
                  <a:srgbClr val="0000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7334241">
              <a:off x="2631777" y="122886"/>
              <a:ext cx="476660" cy="451859"/>
            </a:xfrm>
            <a:prstGeom prst="ellipse">
              <a:avLst/>
            </a:prstGeom>
            <a:gradFill>
              <a:gsLst>
                <a:gs pos="0">
                  <a:srgbClr val="000001">
                    <a:alpha val="15094"/>
                  </a:srgbClr>
                </a:gs>
                <a:gs pos="14286">
                  <a:srgbClr val="000001">
                    <a:alpha val="13963"/>
                  </a:srgbClr>
                </a:gs>
                <a:gs pos="28571">
                  <a:srgbClr val="000001">
                    <a:alpha val="11021"/>
                  </a:srgbClr>
                </a:gs>
                <a:gs pos="42857">
                  <a:srgbClr val="000001">
                    <a:alpha val="7373"/>
                  </a:srgbClr>
                </a:gs>
                <a:gs pos="57143">
                  <a:srgbClr val="000001">
                    <a:alpha val="4155"/>
                  </a:srgbClr>
                </a:gs>
                <a:gs pos="71429">
                  <a:srgbClr val="000001">
                    <a:alpha val="1967"/>
                  </a:srgbClr>
                </a:gs>
                <a:gs pos="85714">
                  <a:srgbClr val="000001">
                    <a:alpha val="782"/>
                  </a:srgbClr>
                </a:gs>
                <a:gs pos="100000">
                  <a:srgbClr val="000001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10381767">
              <a:off x="1383765" y="23065"/>
              <a:ext cx="470077" cy="32233"/>
            </a:xfrm>
            <a:prstGeom prst="ellipse">
              <a:avLst/>
            </a:prstGeom>
            <a:gradFill>
              <a:gsLst>
                <a:gs pos="0">
                  <a:srgbClr val="E86250">
                    <a:alpha val="32968"/>
                  </a:srgbClr>
                </a:gs>
                <a:gs pos="14286">
                  <a:srgbClr val="E86250">
                    <a:alpha val="30764"/>
                  </a:srgbClr>
                </a:gs>
                <a:gs pos="28571">
                  <a:srgbClr val="E86250">
                    <a:alpha val="24833"/>
                  </a:srgbClr>
                </a:gs>
                <a:gs pos="42857">
                  <a:srgbClr val="E86250">
                    <a:alpha val="17075"/>
                  </a:srgbClr>
                </a:gs>
                <a:gs pos="57143">
                  <a:srgbClr val="E86250">
                    <a:alpha val="9855"/>
                  </a:srgbClr>
                </a:gs>
                <a:gs pos="71429">
                  <a:srgbClr val="E86250">
                    <a:alpha val="4740"/>
                  </a:srgbClr>
                </a:gs>
                <a:gs pos="85714">
                  <a:srgbClr val="E86250">
                    <a:alpha val="1902"/>
                  </a:srgbClr>
                </a:gs>
                <a:gs pos="100000">
                  <a:srgbClr val="E862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-8781957">
              <a:off x="2567336" y="312785"/>
              <a:ext cx="500662" cy="41357"/>
            </a:xfrm>
            <a:prstGeom prst="ellipse">
              <a:avLst/>
            </a:prstGeom>
            <a:gradFill>
              <a:gsLst>
                <a:gs pos="0">
                  <a:srgbClr val="FF8261">
                    <a:alpha val="32968"/>
                  </a:srgbClr>
                </a:gs>
                <a:gs pos="14286">
                  <a:srgbClr val="FF8261">
                    <a:alpha val="30764"/>
                  </a:srgbClr>
                </a:gs>
                <a:gs pos="28571">
                  <a:srgbClr val="FF8261">
                    <a:alpha val="24833"/>
                  </a:srgbClr>
                </a:gs>
                <a:gs pos="42857">
                  <a:srgbClr val="FF8261">
                    <a:alpha val="17075"/>
                  </a:srgbClr>
                </a:gs>
                <a:gs pos="57143">
                  <a:srgbClr val="FF8261">
                    <a:alpha val="9855"/>
                  </a:srgbClr>
                </a:gs>
                <a:gs pos="71429">
                  <a:srgbClr val="FF8261">
                    <a:alpha val="4740"/>
                  </a:srgbClr>
                </a:gs>
                <a:gs pos="85714">
                  <a:srgbClr val="FF8261">
                    <a:alpha val="1902"/>
                  </a:srgbClr>
                </a:gs>
                <a:gs pos="100000">
                  <a:srgbClr val="FF82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9498728">
              <a:off x="492259" y="1475489"/>
              <a:ext cx="494509" cy="42685"/>
            </a:xfrm>
            <a:prstGeom prst="ellipse">
              <a:avLst/>
            </a:prstGeom>
            <a:gradFill>
              <a:gsLst>
                <a:gs pos="0">
                  <a:srgbClr val="F7004E">
                    <a:alpha val="31479"/>
                  </a:srgbClr>
                </a:gs>
                <a:gs pos="14286">
                  <a:srgbClr val="F7004E">
                    <a:alpha val="29352"/>
                  </a:srgbClr>
                </a:gs>
                <a:gs pos="28571">
                  <a:srgbClr val="F7004E">
                    <a:alpha val="23645"/>
                  </a:srgbClr>
                </a:gs>
                <a:gs pos="42857">
                  <a:srgbClr val="F7004E">
                    <a:alpha val="16218"/>
                  </a:srgbClr>
                </a:gs>
                <a:gs pos="57143">
                  <a:srgbClr val="F7004E">
                    <a:alpha val="9340"/>
                  </a:srgbClr>
                </a:gs>
                <a:gs pos="71429">
                  <a:srgbClr val="F7004E">
                    <a:alpha val="4486"/>
                  </a:srgbClr>
                </a:gs>
                <a:gs pos="85714">
                  <a:srgbClr val="F7004E">
                    <a:alpha val="1799"/>
                  </a:srgbClr>
                </a:gs>
                <a:gs pos="100000">
                  <a:srgbClr val="F7004E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9265988">
              <a:off x="447163" y="317582"/>
              <a:ext cx="554716" cy="149505"/>
            </a:xfrm>
            <a:prstGeom prst="ellipse">
              <a:avLst/>
            </a:prstGeom>
            <a:gradFill>
              <a:gsLst>
                <a:gs pos="0">
                  <a:srgbClr val="000500">
                    <a:alpha val="3418"/>
                  </a:srgbClr>
                </a:gs>
                <a:gs pos="14286">
                  <a:srgbClr val="000500">
                    <a:alpha val="3146"/>
                  </a:srgbClr>
                </a:gs>
                <a:gs pos="28571">
                  <a:srgbClr val="000500">
                    <a:alpha val="2451"/>
                  </a:srgbClr>
                </a:gs>
                <a:gs pos="42857">
                  <a:srgbClr val="000500">
                    <a:alpha val="1615"/>
                  </a:srgbClr>
                </a:gs>
                <a:gs pos="57143">
                  <a:srgbClr val="000500">
                    <a:alpha val="898"/>
                  </a:srgbClr>
                </a:gs>
                <a:gs pos="71429">
                  <a:srgbClr val="000500">
                    <a:alpha val="421"/>
                  </a:srgbClr>
                </a:gs>
                <a:gs pos="85714">
                  <a:srgbClr val="000500">
                    <a:alpha val="167"/>
                  </a:srgbClr>
                </a:gs>
                <a:gs pos="100000">
                  <a:srgbClr val="0005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-8118345">
              <a:off x="331546" y="2287417"/>
              <a:ext cx="457814" cy="86638"/>
            </a:xfrm>
            <a:prstGeom prst="ellipse">
              <a:avLst/>
            </a:prstGeom>
            <a:gradFill>
              <a:gsLst>
                <a:gs pos="0">
                  <a:srgbClr val="656F00">
                    <a:alpha val="9573"/>
                  </a:srgbClr>
                </a:gs>
                <a:gs pos="14286">
                  <a:srgbClr val="656F00">
                    <a:alpha val="8834"/>
                  </a:srgbClr>
                </a:gs>
                <a:gs pos="28571">
                  <a:srgbClr val="656F00">
                    <a:alpha val="6929"/>
                  </a:srgbClr>
                </a:gs>
                <a:gs pos="42857">
                  <a:srgbClr val="656F00">
                    <a:alpha val="4601"/>
                  </a:srgbClr>
                </a:gs>
                <a:gs pos="57143">
                  <a:srgbClr val="656F00">
                    <a:alpha val="2576"/>
                  </a:srgbClr>
                </a:gs>
                <a:gs pos="71429">
                  <a:srgbClr val="656F00">
                    <a:alpha val="1214"/>
                  </a:srgbClr>
                </a:gs>
                <a:gs pos="85714">
                  <a:srgbClr val="656F00">
                    <a:alpha val="482"/>
                  </a:srgbClr>
                </a:gs>
                <a:gs pos="100000">
                  <a:srgbClr val="656F0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-8688878">
              <a:off x="2957884" y="400343"/>
              <a:ext cx="235841" cy="76497"/>
            </a:xfrm>
            <a:prstGeom prst="ellipse">
              <a:avLst/>
            </a:prstGeom>
            <a:gradFill>
              <a:gsLst>
                <a:gs pos="0">
                  <a:srgbClr val="E66C5B">
                    <a:alpha val="32968"/>
                  </a:srgbClr>
                </a:gs>
                <a:gs pos="14286">
                  <a:srgbClr val="E66C5B">
                    <a:alpha val="30764"/>
                  </a:srgbClr>
                </a:gs>
                <a:gs pos="28571">
                  <a:srgbClr val="E66C5B">
                    <a:alpha val="24833"/>
                  </a:srgbClr>
                </a:gs>
                <a:gs pos="42857">
                  <a:srgbClr val="E66C5B">
                    <a:alpha val="17075"/>
                  </a:srgbClr>
                </a:gs>
                <a:gs pos="57143">
                  <a:srgbClr val="E66C5B">
                    <a:alpha val="9855"/>
                  </a:srgbClr>
                </a:gs>
                <a:gs pos="71429">
                  <a:srgbClr val="E66C5B">
                    <a:alpha val="4740"/>
                  </a:srgbClr>
                </a:gs>
                <a:gs pos="85714">
                  <a:srgbClr val="E66C5B">
                    <a:alpha val="1902"/>
                  </a:srgbClr>
                </a:gs>
                <a:gs pos="100000">
                  <a:srgbClr val="E66C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-9716484">
              <a:off x="2027516" y="91179"/>
              <a:ext cx="609723" cy="106107"/>
            </a:xfrm>
            <a:prstGeom prst="ellipse">
              <a:avLst/>
            </a:prstGeom>
            <a:gradFill>
              <a:gsLst>
                <a:gs pos="0">
                  <a:srgbClr val="C54E40">
                    <a:alpha val="32968"/>
                  </a:srgbClr>
                </a:gs>
                <a:gs pos="14286">
                  <a:srgbClr val="C54E40">
                    <a:alpha val="30764"/>
                  </a:srgbClr>
                </a:gs>
                <a:gs pos="28571">
                  <a:srgbClr val="C54E40">
                    <a:alpha val="24833"/>
                  </a:srgbClr>
                </a:gs>
                <a:gs pos="42857">
                  <a:srgbClr val="C54E40">
                    <a:alpha val="17075"/>
                  </a:srgbClr>
                </a:gs>
                <a:gs pos="57143">
                  <a:srgbClr val="C54E40">
                    <a:alpha val="9855"/>
                  </a:srgbClr>
                </a:gs>
                <a:gs pos="71429">
                  <a:srgbClr val="C54E40">
                    <a:alpha val="4740"/>
                  </a:srgbClr>
                </a:gs>
                <a:gs pos="85714">
                  <a:srgbClr val="C54E40">
                    <a:alpha val="1902"/>
                  </a:srgbClr>
                </a:gs>
                <a:gs pos="100000">
                  <a:srgbClr val="C54E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6357373">
              <a:off x="-134828" y="1308669"/>
              <a:ext cx="568902" cy="125520"/>
            </a:xfrm>
            <a:prstGeom prst="ellipse">
              <a:avLst/>
            </a:prstGeom>
            <a:gradFill>
              <a:gsLst>
                <a:gs pos="0">
                  <a:srgbClr val="EC6850">
                    <a:alpha val="32968"/>
                  </a:srgbClr>
                </a:gs>
                <a:gs pos="14286">
                  <a:srgbClr val="EC6850">
                    <a:alpha val="30764"/>
                  </a:srgbClr>
                </a:gs>
                <a:gs pos="28571">
                  <a:srgbClr val="EC6850">
                    <a:alpha val="24833"/>
                  </a:srgbClr>
                </a:gs>
                <a:gs pos="42857">
                  <a:srgbClr val="EC6850">
                    <a:alpha val="17075"/>
                  </a:srgbClr>
                </a:gs>
                <a:gs pos="57143">
                  <a:srgbClr val="EC6850">
                    <a:alpha val="9855"/>
                  </a:srgbClr>
                </a:gs>
                <a:gs pos="71429">
                  <a:srgbClr val="EC6850">
                    <a:alpha val="4740"/>
                  </a:srgbClr>
                </a:gs>
                <a:gs pos="85714">
                  <a:srgbClr val="EC6850">
                    <a:alpha val="1902"/>
                  </a:srgbClr>
                </a:gs>
                <a:gs pos="100000">
                  <a:srgbClr val="EC68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10343859">
              <a:off x="1015950" y="821248"/>
              <a:ext cx="282812" cy="39365"/>
            </a:xfrm>
            <a:prstGeom prst="ellipse">
              <a:avLst/>
            </a:prstGeom>
            <a:gradFill>
              <a:gsLst>
                <a:gs pos="0">
                  <a:srgbClr val="000940">
                    <a:alpha val="32968"/>
                  </a:srgbClr>
                </a:gs>
                <a:gs pos="14286">
                  <a:srgbClr val="000940">
                    <a:alpha val="30764"/>
                  </a:srgbClr>
                </a:gs>
                <a:gs pos="28571">
                  <a:srgbClr val="000940">
                    <a:alpha val="24833"/>
                  </a:srgbClr>
                </a:gs>
                <a:gs pos="42857">
                  <a:srgbClr val="000940">
                    <a:alpha val="17075"/>
                  </a:srgbClr>
                </a:gs>
                <a:gs pos="57143">
                  <a:srgbClr val="000940">
                    <a:alpha val="9855"/>
                  </a:srgbClr>
                </a:gs>
                <a:gs pos="71429">
                  <a:srgbClr val="000940">
                    <a:alpha val="4740"/>
                  </a:srgbClr>
                </a:gs>
                <a:gs pos="85714">
                  <a:srgbClr val="000940">
                    <a:alpha val="1902"/>
                  </a:srgbClr>
                </a:gs>
                <a:gs pos="100000">
                  <a:srgbClr val="0009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9629200">
              <a:off x="2110783" y="3463297"/>
              <a:ext cx="607931" cy="53194"/>
            </a:xfrm>
            <a:prstGeom prst="ellipse">
              <a:avLst/>
            </a:prstGeom>
            <a:gradFill>
              <a:gsLst>
                <a:gs pos="0">
                  <a:srgbClr val="DC503A">
                    <a:alpha val="32968"/>
                  </a:srgbClr>
                </a:gs>
                <a:gs pos="14286">
                  <a:srgbClr val="DC503A">
                    <a:alpha val="30764"/>
                  </a:srgbClr>
                </a:gs>
                <a:gs pos="28571">
                  <a:srgbClr val="DC503A">
                    <a:alpha val="24833"/>
                  </a:srgbClr>
                </a:gs>
                <a:gs pos="42857">
                  <a:srgbClr val="DC503A">
                    <a:alpha val="17075"/>
                  </a:srgbClr>
                </a:gs>
                <a:gs pos="57143">
                  <a:srgbClr val="DC503A">
                    <a:alpha val="9855"/>
                  </a:srgbClr>
                </a:gs>
                <a:gs pos="71429">
                  <a:srgbClr val="DC503A">
                    <a:alpha val="4740"/>
                  </a:srgbClr>
                </a:gs>
                <a:gs pos="85714">
                  <a:srgbClr val="DC503A">
                    <a:alpha val="1902"/>
                  </a:srgbClr>
                </a:gs>
                <a:gs pos="100000">
                  <a:srgbClr val="DC5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3951643">
              <a:off x="3062065" y="718779"/>
              <a:ext cx="416838" cy="110945"/>
            </a:xfrm>
            <a:prstGeom prst="ellipse">
              <a:avLst/>
            </a:prstGeom>
            <a:gradFill>
              <a:gsLst>
                <a:gs pos="0">
                  <a:srgbClr val="000600">
                    <a:alpha val="3903"/>
                  </a:srgbClr>
                </a:gs>
                <a:gs pos="14286">
                  <a:srgbClr val="000600">
                    <a:alpha val="3593"/>
                  </a:srgbClr>
                </a:gs>
                <a:gs pos="28571">
                  <a:srgbClr val="000600">
                    <a:alpha val="2801"/>
                  </a:srgbClr>
                </a:gs>
                <a:gs pos="42857">
                  <a:srgbClr val="000600">
                    <a:alpha val="1846"/>
                  </a:srgbClr>
                </a:gs>
                <a:gs pos="57143">
                  <a:srgbClr val="000600">
                    <a:alpha val="1027"/>
                  </a:srgbClr>
                </a:gs>
                <a:gs pos="71429">
                  <a:srgbClr val="000600">
                    <a:alpha val="482"/>
                  </a:srgbClr>
                </a:gs>
                <a:gs pos="85714">
                  <a:srgbClr val="000600">
                    <a:alpha val="191"/>
                  </a:srgbClr>
                </a:gs>
                <a:gs pos="100000">
                  <a:srgbClr val="000600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-9516695">
              <a:off x="2229734" y="191543"/>
              <a:ext cx="651077" cy="126138"/>
            </a:xfrm>
            <a:prstGeom prst="ellipse">
              <a:avLst/>
            </a:prstGeom>
            <a:gradFill>
              <a:gsLst>
                <a:gs pos="0">
                  <a:srgbClr val="E9654D">
                    <a:alpha val="32968"/>
                  </a:srgbClr>
                </a:gs>
                <a:gs pos="14286">
                  <a:srgbClr val="E9654D">
                    <a:alpha val="30764"/>
                  </a:srgbClr>
                </a:gs>
                <a:gs pos="28571">
                  <a:srgbClr val="E9654D">
                    <a:alpha val="24833"/>
                  </a:srgbClr>
                </a:gs>
                <a:gs pos="42857">
                  <a:srgbClr val="E9654D">
                    <a:alpha val="17075"/>
                  </a:srgbClr>
                </a:gs>
                <a:gs pos="57143">
                  <a:srgbClr val="E9654D">
                    <a:alpha val="9855"/>
                  </a:srgbClr>
                </a:gs>
                <a:gs pos="71429">
                  <a:srgbClr val="E9654D">
                    <a:alpha val="4740"/>
                  </a:srgbClr>
                </a:gs>
                <a:gs pos="85714">
                  <a:srgbClr val="E9654D">
                    <a:alpha val="1902"/>
                  </a:srgbClr>
                </a:gs>
                <a:gs pos="100000">
                  <a:srgbClr val="E965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10618982">
              <a:off x="984650" y="806870"/>
              <a:ext cx="570550" cy="172840"/>
            </a:xfrm>
            <a:prstGeom prst="ellipse">
              <a:avLst/>
            </a:prstGeom>
            <a:gradFill>
              <a:gsLst>
                <a:gs pos="0">
                  <a:srgbClr val="FFC896">
                    <a:alpha val="24536"/>
                  </a:srgbClr>
                </a:gs>
                <a:gs pos="14286">
                  <a:srgbClr val="FFC896">
                    <a:alpha val="22798"/>
                  </a:srgbClr>
                </a:gs>
                <a:gs pos="28571">
                  <a:srgbClr val="FFC896">
                    <a:alpha val="18201"/>
                  </a:srgbClr>
                </a:gs>
                <a:gs pos="42857">
                  <a:srgbClr val="FFC896">
                    <a:alpha val="12346"/>
                  </a:srgbClr>
                </a:gs>
                <a:gs pos="57143">
                  <a:srgbClr val="FFC896">
                    <a:alpha val="7041"/>
                  </a:srgbClr>
                </a:gs>
                <a:gs pos="71429">
                  <a:srgbClr val="FFC896">
                    <a:alpha val="3360"/>
                  </a:srgbClr>
                </a:gs>
                <a:gs pos="85714">
                  <a:srgbClr val="FFC896">
                    <a:alpha val="1342"/>
                  </a:srgbClr>
                </a:gs>
                <a:gs pos="100000">
                  <a:srgbClr val="FFC896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5380089">
              <a:off x="1450245" y="-151983"/>
              <a:ext cx="399464" cy="398636"/>
            </a:xfrm>
            <a:prstGeom prst="ellipse">
              <a:avLst/>
            </a:prstGeom>
            <a:gradFill>
              <a:gsLst>
                <a:gs pos="0">
                  <a:srgbClr val="000711">
                    <a:alpha val="6155"/>
                  </a:srgbClr>
                </a:gs>
                <a:gs pos="14286">
                  <a:srgbClr val="000711">
                    <a:alpha val="5672"/>
                  </a:srgbClr>
                </a:gs>
                <a:gs pos="28571">
                  <a:srgbClr val="000711">
                    <a:alpha val="4432"/>
                  </a:srgbClr>
                </a:gs>
                <a:gs pos="42857">
                  <a:srgbClr val="000711">
                    <a:alpha val="2930"/>
                  </a:srgbClr>
                </a:gs>
                <a:gs pos="57143">
                  <a:srgbClr val="000711">
                    <a:alpha val="1634"/>
                  </a:srgbClr>
                </a:gs>
                <a:gs pos="71429">
                  <a:srgbClr val="000711">
                    <a:alpha val="768"/>
                  </a:srgbClr>
                </a:gs>
                <a:gs pos="85714">
                  <a:srgbClr val="000711">
                    <a:alpha val="305"/>
                  </a:srgbClr>
                </a:gs>
                <a:gs pos="100000">
                  <a:srgbClr val="000711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7333696">
              <a:off x="520888" y="1850541"/>
              <a:ext cx="553498" cy="110386"/>
            </a:xfrm>
            <a:prstGeom prst="ellipse">
              <a:avLst/>
            </a:prstGeom>
            <a:gradFill>
              <a:gsLst>
                <a:gs pos="0">
                  <a:srgbClr val="FFD985">
                    <a:alpha val="32968"/>
                  </a:srgbClr>
                </a:gs>
                <a:gs pos="14286">
                  <a:srgbClr val="FFD985">
                    <a:alpha val="30764"/>
                  </a:srgbClr>
                </a:gs>
                <a:gs pos="28571">
                  <a:srgbClr val="FFD985">
                    <a:alpha val="24833"/>
                  </a:srgbClr>
                </a:gs>
                <a:gs pos="42857">
                  <a:srgbClr val="FFD985">
                    <a:alpha val="17075"/>
                  </a:srgbClr>
                </a:gs>
                <a:gs pos="57143">
                  <a:srgbClr val="FFD985">
                    <a:alpha val="9855"/>
                  </a:srgbClr>
                </a:gs>
                <a:gs pos="71429">
                  <a:srgbClr val="FFD985">
                    <a:alpha val="4740"/>
                  </a:srgbClr>
                </a:gs>
                <a:gs pos="85714">
                  <a:srgbClr val="FFD985">
                    <a:alpha val="1902"/>
                  </a:srgbClr>
                </a:gs>
                <a:gs pos="100000">
                  <a:srgbClr val="FFD9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-8433546">
              <a:off x="3347601" y="2123490"/>
              <a:ext cx="484800" cy="443725"/>
            </a:xfrm>
            <a:prstGeom prst="ellipse">
              <a:avLst/>
            </a:prstGeom>
            <a:gradFill>
              <a:gsLst>
                <a:gs pos="0">
                  <a:srgbClr val="000200">
                    <a:alpha val="14664"/>
                  </a:srgbClr>
                </a:gs>
                <a:gs pos="14286">
                  <a:srgbClr val="000200">
                    <a:alpha val="13562"/>
                  </a:srgbClr>
                </a:gs>
                <a:gs pos="28571">
                  <a:srgbClr val="000200">
                    <a:alpha val="10699"/>
                  </a:srgbClr>
                </a:gs>
                <a:gs pos="42857">
                  <a:srgbClr val="000200">
                    <a:alpha val="7154"/>
                  </a:srgbClr>
                </a:gs>
                <a:gs pos="57143">
                  <a:srgbClr val="000200">
                    <a:alpha val="4029"/>
                  </a:srgbClr>
                </a:gs>
                <a:gs pos="71429">
                  <a:srgbClr val="000200">
                    <a:alpha val="1907"/>
                  </a:srgbClr>
                </a:gs>
                <a:gs pos="85714">
                  <a:srgbClr val="000200">
                    <a:alpha val="758"/>
                  </a:srgbClr>
                </a:gs>
                <a:gs pos="100000">
                  <a:srgbClr val="000200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-9959627">
              <a:off x="2869443" y="389630"/>
              <a:ext cx="275359" cy="116746"/>
            </a:xfrm>
            <a:prstGeom prst="ellipse">
              <a:avLst/>
            </a:prstGeom>
            <a:gradFill>
              <a:gsLst>
                <a:gs pos="0">
                  <a:srgbClr val="E46353">
                    <a:alpha val="32968"/>
                  </a:srgbClr>
                </a:gs>
                <a:gs pos="14286">
                  <a:srgbClr val="E46353">
                    <a:alpha val="30764"/>
                  </a:srgbClr>
                </a:gs>
                <a:gs pos="28571">
                  <a:srgbClr val="E46353">
                    <a:alpha val="24833"/>
                  </a:srgbClr>
                </a:gs>
                <a:gs pos="42857">
                  <a:srgbClr val="E46353">
                    <a:alpha val="17075"/>
                  </a:srgbClr>
                </a:gs>
                <a:gs pos="57143">
                  <a:srgbClr val="E46353">
                    <a:alpha val="9855"/>
                  </a:srgbClr>
                </a:gs>
                <a:gs pos="71429">
                  <a:srgbClr val="E46353">
                    <a:alpha val="4740"/>
                  </a:srgbClr>
                </a:gs>
                <a:gs pos="85714">
                  <a:srgbClr val="E46353">
                    <a:alpha val="1902"/>
                  </a:srgbClr>
                </a:gs>
                <a:gs pos="100000">
                  <a:srgbClr val="E463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10014594">
              <a:off x="1091893" y="65744"/>
              <a:ext cx="655223" cy="75498"/>
            </a:xfrm>
            <a:prstGeom prst="ellipse">
              <a:avLst/>
            </a:prstGeom>
            <a:gradFill>
              <a:gsLst>
                <a:gs pos="0">
                  <a:srgbClr val="FF654B">
                    <a:alpha val="32968"/>
                  </a:srgbClr>
                </a:gs>
                <a:gs pos="14286">
                  <a:srgbClr val="FF654B">
                    <a:alpha val="30764"/>
                  </a:srgbClr>
                </a:gs>
                <a:gs pos="28571">
                  <a:srgbClr val="FF654B">
                    <a:alpha val="24833"/>
                  </a:srgbClr>
                </a:gs>
                <a:gs pos="42857">
                  <a:srgbClr val="FF654B">
                    <a:alpha val="17075"/>
                  </a:srgbClr>
                </a:gs>
                <a:gs pos="57143">
                  <a:srgbClr val="FF654B">
                    <a:alpha val="9855"/>
                  </a:srgbClr>
                </a:gs>
                <a:gs pos="71429">
                  <a:srgbClr val="FF654B">
                    <a:alpha val="4740"/>
                  </a:srgbClr>
                </a:gs>
                <a:gs pos="85714">
                  <a:srgbClr val="FF654B">
                    <a:alpha val="1902"/>
                  </a:srgbClr>
                </a:gs>
                <a:gs pos="100000">
                  <a:srgbClr val="FF65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-9959625">
              <a:off x="279632" y="1826290"/>
              <a:ext cx="356970" cy="347785"/>
            </a:xfrm>
            <a:prstGeom prst="ellipse">
              <a:avLst/>
            </a:prstGeom>
            <a:gradFill>
              <a:gsLst>
                <a:gs pos="0">
                  <a:srgbClr val="FF006E">
                    <a:alpha val="1306"/>
                  </a:srgbClr>
                </a:gs>
                <a:gs pos="14286">
                  <a:srgbClr val="FF006E">
                    <a:alpha val="1201"/>
                  </a:srgbClr>
                </a:gs>
                <a:gs pos="28571">
                  <a:srgbClr val="FF006E">
                    <a:alpha val="934"/>
                  </a:srgbClr>
                </a:gs>
                <a:gs pos="42857">
                  <a:srgbClr val="FF006E">
                    <a:alpha val="613"/>
                  </a:srgbClr>
                </a:gs>
                <a:gs pos="57143">
                  <a:srgbClr val="FF006E">
                    <a:alpha val="340"/>
                  </a:srgbClr>
                </a:gs>
                <a:gs pos="71429">
                  <a:srgbClr val="FF006E">
                    <a:alpha val="159"/>
                  </a:srgbClr>
                </a:gs>
                <a:gs pos="85714">
                  <a:srgbClr val="FF006E">
                    <a:alpha val="63"/>
                  </a:srgbClr>
                </a:gs>
                <a:gs pos="100000">
                  <a:srgbClr val="FF006E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3183059">
              <a:off x="3363805" y="1999796"/>
              <a:ext cx="560878" cy="486325"/>
            </a:xfrm>
            <a:prstGeom prst="ellipse">
              <a:avLst/>
            </a:prstGeom>
            <a:gradFill>
              <a:gsLst>
                <a:gs pos="0">
                  <a:srgbClr val="090001">
                    <a:alpha val="4764"/>
                  </a:srgbClr>
                </a:gs>
                <a:gs pos="14286">
                  <a:srgbClr val="090001">
                    <a:alpha val="4387"/>
                  </a:srgbClr>
                </a:gs>
                <a:gs pos="28571">
                  <a:srgbClr val="090001">
                    <a:alpha val="3424"/>
                  </a:srgbClr>
                </a:gs>
                <a:gs pos="42857">
                  <a:srgbClr val="090001">
                    <a:alpha val="2259"/>
                  </a:srgbClr>
                </a:gs>
                <a:gs pos="57143">
                  <a:srgbClr val="090001">
                    <a:alpha val="1258"/>
                  </a:srgbClr>
                </a:gs>
                <a:gs pos="71429">
                  <a:srgbClr val="090001">
                    <a:alpha val="591"/>
                  </a:srgbClr>
                </a:gs>
                <a:gs pos="85714">
                  <a:srgbClr val="090001">
                    <a:alpha val="234"/>
                  </a:srgbClr>
                </a:gs>
                <a:gs pos="100000">
                  <a:srgbClr val="090001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4724945">
              <a:off x="3355939" y="1980090"/>
              <a:ext cx="470609" cy="448211"/>
            </a:xfrm>
            <a:prstGeom prst="ellipse">
              <a:avLst/>
            </a:prstGeom>
            <a:gradFill>
              <a:gsLst>
                <a:gs pos="0">
                  <a:srgbClr val="000001">
                    <a:alpha val="11495"/>
                  </a:srgbClr>
                </a:gs>
                <a:gs pos="14286">
                  <a:srgbClr val="000001">
                    <a:alpha val="10616"/>
                  </a:srgbClr>
                </a:gs>
                <a:gs pos="28571">
                  <a:srgbClr val="000001">
                    <a:alpha val="8345"/>
                  </a:srgbClr>
                </a:gs>
                <a:gs pos="42857">
                  <a:srgbClr val="000001">
                    <a:alpha val="5555"/>
                  </a:srgbClr>
                </a:gs>
                <a:gs pos="57143">
                  <a:srgbClr val="000001">
                    <a:alpha val="3117"/>
                  </a:srgbClr>
                </a:gs>
                <a:gs pos="71429">
                  <a:srgbClr val="000001">
                    <a:alpha val="1472"/>
                  </a:srgbClr>
                </a:gs>
                <a:gs pos="85714">
                  <a:srgbClr val="000001">
                    <a:alpha val="585"/>
                  </a:srgbClr>
                </a:gs>
                <a:gs pos="100000">
                  <a:srgbClr val="000001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8169590">
              <a:off x="3391199" y="1868252"/>
              <a:ext cx="487179" cy="441515"/>
            </a:xfrm>
            <a:prstGeom prst="ellipse">
              <a:avLst/>
            </a:prstGeom>
            <a:gradFill>
              <a:gsLst>
                <a:gs pos="0">
                  <a:srgbClr val="000000">
                    <a:alpha val="20379"/>
                  </a:srgbClr>
                </a:gs>
                <a:gs pos="14286">
                  <a:srgbClr val="000000">
                    <a:alpha val="18897"/>
                  </a:srgbClr>
                </a:gs>
                <a:gs pos="28571">
                  <a:srgbClr val="000000">
                    <a:alpha val="15009"/>
                  </a:srgbClr>
                </a:gs>
                <a:gs pos="42857">
                  <a:srgbClr val="000000">
                    <a:alpha val="10118"/>
                  </a:srgbClr>
                </a:gs>
                <a:gs pos="57143">
                  <a:srgbClr val="000000">
                    <a:alpha val="5739"/>
                  </a:srgbClr>
                </a:gs>
                <a:gs pos="71429">
                  <a:srgbClr val="000000">
                    <a:alpha val="2729"/>
                  </a:srgbClr>
                </a:gs>
                <a:gs pos="85714">
                  <a:srgbClr val="000000">
                    <a:alpha val="1088"/>
                  </a:srgbClr>
                </a:gs>
                <a:gs pos="100000">
                  <a:srgbClr val="000000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9398776">
              <a:off x="694170" y="114592"/>
              <a:ext cx="626762" cy="167615"/>
            </a:xfrm>
            <a:prstGeom prst="ellipse">
              <a:avLst/>
            </a:prstGeom>
            <a:gradFill>
              <a:gsLst>
                <a:gs pos="0">
                  <a:srgbClr val="000000">
                    <a:alpha val="8038"/>
                  </a:srgbClr>
                </a:gs>
                <a:gs pos="14286">
                  <a:srgbClr val="000000">
                    <a:alpha val="7412"/>
                  </a:srgbClr>
                </a:gs>
                <a:gs pos="28571">
                  <a:srgbClr val="000000">
                    <a:alpha val="5805"/>
                  </a:srgbClr>
                </a:gs>
                <a:gs pos="42857">
                  <a:srgbClr val="000000">
                    <a:alpha val="3846"/>
                  </a:srgbClr>
                </a:gs>
                <a:gs pos="57143">
                  <a:srgbClr val="000000">
                    <a:alpha val="2150"/>
                  </a:srgbClr>
                </a:gs>
                <a:gs pos="71429">
                  <a:srgbClr val="000000">
                    <a:alpha val="1012"/>
                  </a:srgbClr>
                </a:gs>
                <a:gs pos="85714">
                  <a:srgbClr val="000000">
                    <a:alpha val="401"/>
                  </a:srgbClr>
                </a:gs>
                <a:gs pos="100000">
                  <a:srgbClr val="000000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6586674">
              <a:off x="579092" y="1031444"/>
              <a:ext cx="437009" cy="45174"/>
            </a:xfrm>
            <a:prstGeom prst="ellipse">
              <a:avLst/>
            </a:prstGeom>
            <a:gradFill>
              <a:gsLst>
                <a:gs pos="0">
                  <a:srgbClr val="9C001E">
                    <a:alpha val="32968"/>
                  </a:srgbClr>
                </a:gs>
                <a:gs pos="14286">
                  <a:srgbClr val="9C001E">
                    <a:alpha val="30764"/>
                  </a:srgbClr>
                </a:gs>
                <a:gs pos="28571">
                  <a:srgbClr val="9C001E">
                    <a:alpha val="24833"/>
                  </a:srgbClr>
                </a:gs>
                <a:gs pos="42857">
                  <a:srgbClr val="9C001E">
                    <a:alpha val="17075"/>
                  </a:srgbClr>
                </a:gs>
                <a:gs pos="57143">
                  <a:srgbClr val="9C001E">
                    <a:alpha val="9855"/>
                  </a:srgbClr>
                </a:gs>
                <a:gs pos="71429">
                  <a:srgbClr val="9C001E">
                    <a:alpha val="4740"/>
                  </a:srgbClr>
                </a:gs>
                <a:gs pos="85714">
                  <a:srgbClr val="9C001E">
                    <a:alpha val="1902"/>
                  </a:srgbClr>
                </a:gs>
                <a:gs pos="100000">
                  <a:srgbClr val="9C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10212214">
              <a:off x="1899547" y="3560786"/>
              <a:ext cx="437522" cy="41685"/>
            </a:xfrm>
            <a:prstGeom prst="ellipse">
              <a:avLst/>
            </a:prstGeom>
            <a:gradFill>
              <a:gsLst>
                <a:gs pos="0">
                  <a:srgbClr val="E64B39">
                    <a:alpha val="32968"/>
                  </a:srgbClr>
                </a:gs>
                <a:gs pos="14286">
                  <a:srgbClr val="E64B39">
                    <a:alpha val="30764"/>
                  </a:srgbClr>
                </a:gs>
                <a:gs pos="28571">
                  <a:srgbClr val="E64B39">
                    <a:alpha val="24833"/>
                  </a:srgbClr>
                </a:gs>
                <a:gs pos="42857">
                  <a:srgbClr val="E64B39">
                    <a:alpha val="17075"/>
                  </a:srgbClr>
                </a:gs>
                <a:gs pos="57143">
                  <a:srgbClr val="E64B39">
                    <a:alpha val="9855"/>
                  </a:srgbClr>
                </a:gs>
                <a:gs pos="71429">
                  <a:srgbClr val="E64B39">
                    <a:alpha val="4740"/>
                  </a:srgbClr>
                </a:gs>
                <a:gs pos="85714">
                  <a:srgbClr val="E64B39">
                    <a:alpha val="1902"/>
                  </a:srgbClr>
                </a:gs>
                <a:gs pos="100000">
                  <a:srgbClr val="E64B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6323268">
              <a:off x="285556" y="1847335"/>
              <a:ext cx="339528" cy="72454"/>
            </a:xfrm>
            <a:prstGeom prst="ellipse">
              <a:avLst/>
            </a:prstGeom>
            <a:gradFill>
              <a:gsLst>
                <a:gs pos="0">
                  <a:srgbClr val="560045">
                    <a:alpha val="32968"/>
                  </a:srgbClr>
                </a:gs>
                <a:gs pos="14286">
                  <a:srgbClr val="560045">
                    <a:alpha val="30764"/>
                  </a:srgbClr>
                </a:gs>
                <a:gs pos="28571">
                  <a:srgbClr val="560045">
                    <a:alpha val="24833"/>
                  </a:srgbClr>
                </a:gs>
                <a:gs pos="42857">
                  <a:srgbClr val="560045">
                    <a:alpha val="17075"/>
                  </a:srgbClr>
                </a:gs>
                <a:gs pos="57143">
                  <a:srgbClr val="560045">
                    <a:alpha val="9855"/>
                  </a:srgbClr>
                </a:gs>
                <a:gs pos="71429">
                  <a:srgbClr val="560045">
                    <a:alpha val="4740"/>
                  </a:srgbClr>
                </a:gs>
                <a:gs pos="85714">
                  <a:srgbClr val="560045">
                    <a:alpha val="1902"/>
                  </a:srgbClr>
                </a:gs>
                <a:gs pos="100000">
                  <a:srgbClr val="5600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6309122">
              <a:off x="458623" y="1041276"/>
              <a:ext cx="489971" cy="117031"/>
            </a:xfrm>
            <a:prstGeom prst="ellipse">
              <a:avLst/>
            </a:prstGeom>
            <a:gradFill>
              <a:gsLst>
                <a:gs pos="0">
                  <a:srgbClr val="E0B500">
                    <a:alpha val="3563"/>
                  </a:srgbClr>
                </a:gs>
                <a:gs pos="14286">
                  <a:srgbClr val="E0B500">
                    <a:alpha val="3279"/>
                  </a:srgbClr>
                </a:gs>
                <a:gs pos="28571">
                  <a:srgbClr val="E0B500">
                    <a:alpha val="2556"/>
                  </a:srgbClr>
                </a:gs>
                <a:gs pos="42857">
                  <a:srgbClr val="E0B500">
                    <a:alpha val="1684"/>
                  </a:srgbClr>
                </a:gs>
                <a:gs pos="57143">
                  <a:srgbClr val="E0B500">
                    <a:alpha val="936"/>
                  </a:srgbClr>
                </a:gs>
                <a:gs pos="71429">
                  <a:srgbClr val="E0B500">
                    <a:alpha val="439"/>
                  </a:srgbClr>
                </a:gs>
                <a:gs pos="85714">
                  <a:srgbClr val="E0B500">
                    <a:alpha val="174"/>
                  </a:srgbClr>
                </a:gs>
                <a:gs pos="100000">
                  <a:srgbClr val="E0B50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6634966">
              <a:off x="125498" y="1501662"/>
              <a:ext cx="438192" cy="381074"/>
            </a:xfrm>
            <a:prstGeom prst="ellipse">
              <a:avLst/>
            </a:prstGeom>
            <a:gradFill>
              <a:gsLst>
                <a:gs pos="0">
                  <a:srgbClr val="FFDDAA">
                    <a:alpha val="32968"/>
                  </a:srgbClr>
                </a:gs>
                <a:gs pos="14286">
                  <a:srgbClr val="FFDDAA">
                    <a:alpha val="30764"/>
                  </a:srgbClr>
                </a:gs>
                <a:gs pos="28571">
                  <a:srgbClr val="FFDDAA">
                    <a:alpha val="24833"/>
                  </a:srgbClr>
                </a:gs>
                <a:gs pos="42857">
                  <a:srgbClr val="FFDDAA">
                    <a:alpha val="17075"/>
                  </a:srgbClr>
                </a:gs>
                <a:gs pos="57143">
                  <a:srgbClr val="FFDDAA">
                    <a:alpha val="9855"/>
                  </a:srgbClr>
                </a:gs>
                <a:gs pos="71429">
                  <a:srgbClr val="FFDDAA">
                    <a:alpha val="4740"/>
                  </a:srgbClr>
                </a:gs>
                <a:gs pos="85714">
                  <a:srgbClr val="FFDDAA">
                    <a:alpha val="1902"/>
                  </a:srgbClr>
                </a:gs>
                <a:gs pos="100000">
                  <a:srgbClr val="FFDD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7382582">
              <a:off x="331563" y="1038585"/>
              <a:ext cx="683835" cy="96450"/>
            </a:xfrm>
            <a:prstGeom prst="ellipse">
              <a:avLst/>
            </a:prstGeom>
            <a:gradFill>
              <a:gsLst>
                <a:gs pos="0">
                  <a:srgbClr val="C8D2AD">
                    <a:alpha val="32968"/>
                  </a:srgbClr>
                </a:gs>
                <a:gs pos="14286">
                  <a:srgbClr val="C8D2AD">
                    <a:alpha val="30764"/>
                  </a:srgbClr>
                </a:gs>
                <a:gs pos="28571">
                  <a:srgbClr val="C8D2AD">
                    <a:alpha val="24833"/>
                  </a:srgbClr>
                </a:gs>
                <a:gs pos="42857">
                  <a:srgbClr val="C8D2AD">
                    <a:alpha val="17075"/>
                  </a:srgbClr>
                </a:gs>
                <a:gs pos="57143">
                  <a:srgbClr val="C8D2AD">
                    <a:alpha val="9855"/>
                  </a:srgbClr>
                </a:gs>
                <a:gs pos="71429">
                  <a:srgbClr val="C8D2AD">
                    <a:alpha val="4740"/>
                  </a:srgbClr>
                </a:gs>
                <a:gs pos="85714">
                  <a:srgbClr val="C8D2AD">
                    <a:alpha val="1902"/>
                  </a:srgbClr>
                </a:gs>
                <a:gs pos="100000">
                  <a:srgbClr val="C8D2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10695874">
              <a:off x="1536329" y="9629"/>
              <a:ext cx="558424" cy="59316"/>
            </a:xfrm>
            <a:prstGeom prst="ellipse">
              <a:avLst/>
            </a:prstGeom>
            <a:gradFill>
              <a:gsLst>
                <a:gs pos="0">
                  <a:srgbClr val="FF6A59">
                    <a:alpha val="32968"/>
                  </a:srgbClr>
                </a:gs>
                <a:gs pos="14286">
                  <a:srgbClr val="FF6A59">
                    <a:alpha val="30764"/>
                  </a:srgbClr>
                </a:gs>
                <a:gs pos="28571">
                  <a:srgbClr val="FF6A59">
                    <a:alpha val="24833"/>
                  </a:srgbClr>
                </a:gs>
                <a:gs pos="42857">
                  <a:srgbClr val="FF6A59">
                    <a:alpha val="17075"/>
                  </a:srgbClr>
                </a:gs>
                <a:gs pos="57143">
                  <a:srgbClr val="FF6A59">
                    <a:alpha val="9855"/>
                  </a:srgbClr>
                </a:gs>
                <a:gs pos="71429">
                  <a:srgbClr val="FF6A59">
                    <a:alpha val="4740"/>
                  </a:srgbClr>
                </a:gs>
                <a:gs pos="85714">
                  <a:srgbClr val="FF6A59">
                    <a:alpha val="1902"/>
                  </a:srgbClr>
                </a:gs>
                <a:gs pos="100000">
                  <a:srgbClr val="FF6A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-8943016">
              <a:off x="212152" y="2230260"/>
              <a:ext cx="657878" cy="51477"/>
            </a:xfrm>
            <a:prstGeom prst="ellipse">
              <a:avLst/>
            </a:prstGeom>
            <a:gradFill>
              <a:gsLst>
                <a:gs pos="0">
                  <a:srgbClr val="FFFF00">
                    <a:alpha val="2908"/>
                  </a:srgbClr>
                </a:gs>
                <a:gs pos="14286">
                  <a:srgbClr val="FFFF00">
                    <a:alpha val="2676"/>
                  </a:srgbClr>
                </a:gs>
                <a:gs pos="28571">
                  <a:srgbClr val="FFFF00">
                    <a:alpha val="2084"/>
                  </a:srgbClr>
                </a:gs>
                <a:gs pos="42857">
                  <a:srgbClr val="FFFF00">
                    <a:alpha val="1372"/>
                  </a:srgbClr>
                </a:gs>
                <a:gs pos="57143">
                  <a:srgbClr val="FFFF00">
                    <a:alpha val="763"/>
                  </a:srgbClr>
                </a:gs>
                <a:gs pos="71429">
                  <a:srgbClr val="FFFF00">
                    <a:alpha val="358"/>
                  </a:srgbClr>
                </a:gs>
                <a:gs pos="85714">
                  <a:srgbClr val="FFFF00">
                    <a:alpha val="142"/>
                  </a:srgbClr>
                </a:gs>
                <a:gs pos="100000">
                  <a:srgbClr val="FFFF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10372383">
              <a:off x="695488" y="1025641"/>
              <a:ext cx="444634" cy="124214"/>
            </a:xfrm>
            <a:prstGeom prst="ellipse">
              <a:avLst/>
            </a:prstGeom>
            <a:gradFill>
              <a:gsLst>
                <a:gs pos="0">
                  <a:srgbClr val="D3AD8D">
                    <a:alpha val="23997"/>
                  </a:srgbClr>
                </a:gs>
                <a:gs pos="14286">
                  <a:srgbClr val="D3AD8D">
                    <a:alpha val="22291"/>
                  </a:srgbClr>
                </a:gs>
                <a:gs pos="28571">
                  <a:srgbClr val="D3AD8D">
                    <a:alpha val="17784"/>
                  </a:srgbClr>
                </a:gs>
                <a:gs pos="42857">
                  <a:srgbClr val="D3AD8D">
                    <a:alpha val="12054"/>
                  </a:srgbClr>
                </a:gs>
                <a:gs pos="57143">
                  <a:srgbClr val="D3AD8D">
                    <a:alpha val="6870"/>
                  </a:srgbClr>
                </a:gs>
                <a:gs pos="71429">
                  <a:srgbClr val="D3AD8D">
                    <a:alpha val="3277"/>
                  </a:srgbClr>
                </a:gs>
                <a:gs pos="85714">
                  <a:srgbClr val="D3AD8D">
                    <a:alpha val="1309"/>
                  </a:srgbClr>
                </a:gs>
                <a:gs pos="100000">
                  <a:srgbClr val="D3AD8D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-9686594">
              <a:off x="228793" y="1871995"/>
              <a:ext cx="409392" cy="310843"/>
            </a:xfrm>
            <a:prstGeom prst="ellipse">
              <a:avLst/>
            </a:prstGeom>
            <a:gradFill>
              <a:gsLst>
                <a:gs pos="0">
                  <a:srgbClr val="F30000">
                    <a:alpha val="9934"/>
                  </a:srgbClr>
                </a:gs>
                <a:gs pos="14286">
                  <a:srgbClr val="F30000">
                    <a:alpha val="9169"/>
                  </a:srgbClr>
                </a:gs>
                <a:gs pos="28571">
                  <a:srgbClr val="F30000">
                    <a:alpha val="7195"/>
                  </a:srgbClr>
                </a:gs>
                <a:gs pos="42857">
                  <a:srgbClr val="F30000">
                    <a:alpha val="4780"/>
                  </a:srgbClr>
                </a:gs>
                <a:gs pos="57143">
                  <a:srgbClr val="F30000">
                    <a:alpha val="2677"/>
                  </a:srgbClr>
                </a:gs>
                <a:gs pos="71429">
                  <a:srgbClr val="F30000">
                    <a:alpha val="1262"/>
                  </a:srgbClr>
                </a:gs>
                <a:gs pos="85714">
                  <a:srgbClr val="F30000">
                    <a:alpha val="501"/>
                  </a:srgbClr>
                </a:gs>
                <a:gs pos="100000">
                  <a:srgbClr val="F30000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9081848">
              <a:off x="421857" y="300404"/>
              <a:ext cx="611375" cy="166362"/>
            </a:xfrm>
            <a:prstGeom prst="ellipse">
              <a:avLst/>
            </a:prstGeom>
            <a:gradFill>
              <a:gsLst>
                <a:gs pos="0">
                  <a:srgbClr val="000200">
                    <a:alpha val="2816"/>
                  </a:srgbClr>
                </a:gs>
                <a:gs pos="14286">
                  <a:srgbClr val="000200">
                    <a:alpha val="2591"/>
                  </a:srgbClr>
                </a:gs>
                <a:gs pos="28571">
                  <a:srgbClr val="000200">
                    <a:alpha val="2018"/>
                  </a:srgbClr>
                </a:gs>
                <a:gs pos="42857">
                  <a:srgbClr val="000200">
                    <a:alpha val="1328"/>
                  </a:srgbClr>
                </a:gs>
                <a:gs pos="57143">
                  <a:srgbClr val="000200">
                    <a:alpha val="738"/>
                  </a:srgbClr>
                </a:gs>
                <a:gs pos="71429">
                  <a:srgbClr val="000200">
                    <a:alpha val="346"/>
                  </a:srgbClr>
                </a:gs>
                <a:gs pos="85714">
                  <a:srgbClr val="000200">
                    <a:alpha val="137"/>
                  </a:srgbClr>
                </a:gs>
                <a:gs pos="100000">
                  <a:srgbClr val="000200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-9533704">
              <a:off x="1648629" y="3567183"/>
              <a:ext cx="409256" cy="93308"/>
            </a:xfrm>
            <a:prstGeom prst="ellipse">
              <a:avLst/>
            </a:prstGeom>
            <a:gradFill>
              <a:gsLst>
                <a:gs pos="0">
                  <a:srgbClr val="000900">
                    <a:alpha val="11614"/>
                  </a:srgbClr>
                </a:gs>
                <a:gs pos="14286">
                  <a:srgbClr val="000900">
                    <a:alpha val="10727"/>
                  </a:srgbClr>
                </a:gs>
                <a:gs pos="28571">
                  <a:srgbClr val="000900">
                    <a:alpha val="8434"/>
                  </a:srgbClr>
                </a:gs>
                <a:gs pos="42857">
                  <a:srgbClr val="000900">
                    <a:alpha val="5615"/>
                  </a:srgbClr>
                </a:gs>
                <a:gs pos="57143">
                  <a:srgbClr val="000900">
                    <a:alpha val="3151"/>
                  </a:srgbClr>
                </a:gs>
                <a:gs pos="71429">
                  <a:srgbClr val="000900">
                    <a:alpha val="1488"/>
                  </a:srgbClr>
                </a:gs>
                <a:gs pos="85714">
                  <a:srgbClr val="000900">
                    <a:alpha val="591"/>
                  </a:srgbClr>
                </a:gs>
                <a:gs pos="100000">
                  <a:srgbClr val="000900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9183980">
              <a:off x="2677378" y="263103"/>
              <a:ext cx="627888" cy="156314"/>
            </a:xfrm>
            <a:prstGeom prst="ellipse">
              <a:avLst/>
            </a:prstGeom>
            <a:gradFill>
              <a:gsLst>
                <a:gs pos="0">
                  <a:srgbClr val="000003">
                    <a:alpha val="6339"/>
                  </a:srgbClr>
                </a:gs>
                <a:gs pos="14286">
                  <a:srgbClr val="000003">
                    <a:alpha val="5842"/>
                  </a:srgbClr>
                </a:gs>
                <a:gs pos="28571">
                  <a:srgbClr val="000003">
                    <a:alpha val="4566"/>
                  </a:srgbClr>
                </a:gs>
                <a:gs pos="42857">
                  <a:srgbClr val="000003">
                    <a:alpha val="3019"/>
                  </a:srgbClr>
                </a:gs>
                <a:gs pos="57143">
                  <a:srgbClr val="000003">
                    <a:alpha val="1684"/>
                  </a:srgbClr>
                </a:gs>
                <a:gs pos="71429">
                  <a:srgbClr val="000003">
                    <a:alpha val="792"/>
                  </a:srgbClr>
                </a:gs>
                <a:gs pos="85714">
                  <a:srgbClr val="000003">
                    <a:alpha val="314"/>
                  </a:srgbClr>
                </a:gs>
                <a:gs pos="100000">
                  <a:srgbClr val="000003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-8743620">
              <a:off x="639513" y="2765551"/>
              <a:ext cx="484649" cy="104223"/>
            </a:xfrm>
            <a:prstGeom prst="ellipse">
              <a:avLst/>
            </a:prstGeom>
            <a:gradFill>
              <a:gsLst>
                <a:gs pos="0">
                  <a:srgbClr val="D5C27F">
                    <a:alpha val="32968"/>
                  </a:srgbClr>
                </a:gs>
                <a:gs pos="14286">
                  <a:srgbClr val="D5C27F">
                    <a:alpha val="30764"/>
                  </a:srgbClr>
                </a:gs>
                <a:gs pos="28571">
                  <a:srgbClr val="D5C27F">
                    <a:alpha val="24833"/>
                  </a:srgbClr>
                </a:gs>
                <a:gs pos="42857">
                  <a:srgbClr val="D5C27F">
                    <a:alpha val="17075"/>
                  </a:srgbClr>
                </a:gs>
                <a:gs pos="57143">
                  <a:srgbClr val="D5C27F">
                    <a:alpha val="9855"/>
                  </a:srgbClr>
                </a:gs>
                <a:gs pos="71429">
                  <a:srgbClr val="D5C27F">
                    <a:alpha val="4740"/>
                  </a:srgbClr>
                </a:gs>
                <a:gs pos="85714">
                  <a:srgbClr val="D5C27F">
                    <a:alpha val="1902"/>
                  </a:srgbClr>
                </a:gs>
                <a:gs pos="100000">
                  <a:srgbClr val="D5C2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9297747">
              <a:off x="740590" y="222643"/>
              <a:ext cx="598193" cy="153466"/>
            </a:xfrm>
            <a:prstGeom prst="ellipse">
              <a:avLst/>
            </a:prstGeom>
            <a:gradFill>
              <a:gsLst>
                <a:gs pos="0">
                  <a:srgbClr val="DD5642">
                    <a:alpha val="32968"/>
                  </a:srgbClr>
                </a:gs>
                <a:gs pos="14286">
                  <a:srgbClr val="DD5642">
                    <a:alpha val="30764"/>
                  </a:srgbClr>
                </a:gs>
                <a:gs pos="28571">
                  <a:srgbClr val="DD5642">
                    <a:alpha val="24833"/>
                  </a:srgbClr>
                </a:gs>
                <a:gs pos="42857">
                  <a:srgbClr val="DD5642">
                    <a:alpha val="17075"/>
                  </a:srgbClr>
                </a:gs>
                <a:gs pos="57143">
                  <a:srgbClr val="DD5642">
                    <a:alpha val="9855"/>
                  </a:srgbClr>
                </a:gs>
                <a:gs pos="71429">
                  <a:srgbClr val="DD5642">
                    <a:alpha val="4740"/>
                  </a:srgbClr>
                </a:gs>
                <a:gs pos="85714">
                  <a:srgbClr val="DD5642">
                    <a:alpha val="1902"/>
                  </a:srgbClr>
                </a:gs>
                <a:gs pos="100000">
                  <a:srgbClr val="DD56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7062952">
              <a:off x="546222" y="841323"/>
              <a:ext cx="543922" cy="48266"/>
            </a:xfrm>
            <a:prstGeom prst="ellipse">
              <a:avLst/>
            </a:prstGeom>
            <a:gradFill>
              <a:gsLst>
                <a:gs pos="0">
                  <a:srgbClr val="E3C332">
                    <a:alpha val="19455"/>
                  </a:srgbClr>
                </a:gs>
                <a:gs pos="14286">
                  <a:srgbClr val="E3C332">
                    <a:alpha val="18033"/>
                  </a:srgbClr>
                </a:gs>
                <a:gs pos="28571">
                  <a:srgbClr val="E3C332">
                    <a:alpha val="14307"/>
                  </a:srgbClr>
                </a:gs>
                <a:gs pos="42857">
                  <a:srgbClr val="E3C332">
                    <a:alpha val="9631"/>
                  </a:srgbClr>
                </a:gs>
                <a:gs pos="57143">
                  <a:srgbClr val="E3C332">
                    <a:alpha val="5457"/>
                  </a:srgbClr>
                </a:gs>
                <a:gs pos="71429">
                  <a:srgbClr val="E3C332">
                    <a:alpha val="2593"/>
                  </a:srgbClr>
                </a:gs>
                <a:gs pos="85714">
                  <a:srgbClr val="E3C332">
                    <a:alpha val="1033"/>
                  </a:srgbClr>
                </a:gs>
                <a:gs pos="100000">
                  <a:srgbClr val="E3C332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2758985">
              <a:off x="558416" y="2184201"/>
              <a:ext cx="627817" cy="246046"/>
            </a:xfrm>
            <a:prstGeom prst="ellipse">
              <a:avLst/>
            </a:prstGeom>
            <a:gradFill>
              <a:gsLst>
                <a:gs pos="0">
                  <a:srgbClr val="FFDEB4">
                    <a:alpha val="32968"/>
                  </a:srgbClr>
                </a:gs>
                <a:gs pos="14286">
                  <a:srgbClr val="FFDEB4">
                    <a:alpha val="30764"/>
                  </a:srgbClr>
                </a:gs>
                <a:gs pos="28571">
                  <a:srgbClr val="FFDEB4">
                    <a:alpha val="24833"/>
                  </a:srgbClr>
                </a:gs>
                <a:gs pos="42857">
                  <a:srgbClr val="FFDEB4">
                    <a:alpha val="17075"/>
                  </a:srgbClr>
                </a:gs>
                <a:gs pos="57143">
                  <a:srgbClr val="FFDEB4">
                    <a:alpha val="9855"/>
                  </a:srgbClr>
                </a:gs>
                <a:gs pos="71429">
                  <a:srgbClr val="FFDEB4">
                    <a:alpha val="4740"/>
                  </a:srgbClr>
                </a:gs>
                <a:gs pos="85714">
                  <a:srgbClr val="FFDEB4">
                    <a:alpha val="1902"/>
                  </a:srgbClr>
                </a:gs>
                <a:gs pos="100000">
                  <a:srgbClr val="FFDE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8377169">
              <a:off x="731716" y="1050836"/>
              <a:ext cx="265385" cy="43593"/>
            </a:xfrm>
            <a:prstGeom prst="ellipse">
              <a:avLst/>
            </a:prstGeom>
            <a:gradFill>
              <a:gsLst>
                <a:gs pos="0">
                  <a:srgbClr val="F7B99F">
                    <a:alpha val="32968"/>
                  </a:srgbClr>
                </a:gs>
                <a:gs pos="14286">
                  <a:srgbClr val="F7B99F">
                    <a:alpha val="30764"/>
                  </a:srgbClr>
                </a:gs>
                <a:gs pos="28571">
                  <a:srgbClr val="F7B99F">
                    <a:alpha val="24833"/>
                  </a:srgbClr>
                </a:gs>
                <a:gs pos="42857">
                  <a:srgbClr val="F7B99F">
                    <a:alpha val="17075"/>
                  </a:srgbClr>
                </a:gs>
                <a:gs pos="57143">
                  <a:srgbClr val="F7B99F">
                    <a:alpha val="9855"/>
                  </a:srgbClr>
                </a:gs>
                <a:gs pos="71429">
                  <a:srgbClr val="F7B99F">
                    <a:alpha val="4740"/>
                  </a:srgbClr>
                </a:gs>
                <a:gs pos="85714">
                  <a:srgbClr val="F7B99F">
                    <a:alpha val="1902"/>
                  </a:srgbClr>
                </a:gs>
                <a:gs pos="100000">
                  <a:srgbClr val="F7B9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2709624">
              <a:off x="510957" y="2398133"/>
              <a:ext cx="423126" cy="56508"/>
            </a:xfrm>
            <a:prstGeom prst="ellipse">
              <a:avLst/>
            </a:prstGeom>
            <a:gradFill>
              <a:gsLst>
                <a:gs pos="0">
                  <a:srgbClr val="FFDFDD">
                    <a:alpha val="21072"/>
                  </a:srgbClr>
                </a:gs>
                <a:gs pos="14286">
                  <a:srgbClr val="FFDFDD">
                    <a:alpha val="19547"/>
                  </a:srgbClr>
                </a:gs>
                <a:gs pos="28571">
                  <a:srgbClr val="FFDFDD">
                    <a:alpha val="15538"/>
                  </a:srgbClr>
                </a:gs>
                <a:gs pos="42857">
                  <a:srgbClr val="FFDFDD">
                    <a:alpha val="10485"/>
                  </a:srgbClr>
                </a:gs>
                <a:gs pos="57143">
                  <a:srgbClr val="FFDFDD">
                    <a:alpha val="5953"/>
                  </a:srgbClr>
                </a:gs>
                <a:gs pos="71429">
                  <a:srgbClr val="FFDFDD">
                    <a:alpha val="2832"/>
                  </a:srgbClr>
                </a:gs>
                <a:gs pos="85714">
                  <a:srgbClr val="FFDFDD">
                    <a:alpha val="1130"/>
                  </a:srgbClr>
                </a:gs>
                <a:gs pos="100000">
                  <a:srgbClr val="FFDFDD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10287275">
              <a:off x="489185" y="1275596"/>
              <a:ext cx="477853" cy="216795"/>
            </a:xfrm>
            <a:prstGeom prst="ellipse">
              <a:avLst/>
            </a:prstGeom>
            <a:gradFill>
              <a:gsLst>
                <a:gs pos="0">
                  <a:srgbClr val="FF9969">
                    <a:alpha val="32968"/>
                  </a:srgbClr>
                </a:gs>
                <a:gs pos="14286">
                  <a:srgbClr val="FF9969">
                    <a:alpha val="30764"/>
                  </a:srgbClr>
                </a:gs>
                <a:gs pos="28571">
                  <a:srgbClr val="FF9969">
                    <a:alpha val="24833"/>
                  </a:srgbClr>
                </a:gs>
                <a:gs pos="42857">
                  <a:srgbClr val="FF9969">
                    <a:alpha val="17075"/>
                  </a:srgbClr>
                </a:gs>
                <a:gs pos="57143">
                  <a:srgbClr val="FF9969">
                    <a:alpha val="9855"/>
                  </a:srgbClr>
                </a:gs>
                <a:gs pos="71429">
                  <a:srgbClr val="FF9969">
                    <a:alpha val="4740"/>
                  </a:srgbClr>
                </a:gs>
                <a:gs pos="85714">
                  <a:srgbClr val="FF9969">
                    <a:alpha val="1902"/>
                  </a:srgbClr>
                </a:gs>
                <a:gs pos="100000">
                  <a:srgbClr val="FF99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9660176">
              <a:off x="942035" y="755326"/>
              <a:ext cx="534709" cy="43046"/>
            </a:xfrm>
            <a:prstGeom prst="ellipse">
              <a:avLst/>
            </a:prstGeom>
            <a:gradFill>
              <a:gsLst>
                <a:gs pos="0">
                  <a:srgbClr val="DBB58C">
                    <a:alpha val="32968"/>
                  </a:srgbClr>
                </a:gs>
                <a:gs pos="14286">
                  <a:srgbClr val="DBB58C">
                    <a:alpha val="30764"/>
                  </a:srgbClr>
                </a:gs>
                <a:gs pos="28571">
                  <a:srgbClr val="DBB58C">
                    <a:alpha val="24833"/>
                  </a:srgbClr>
                </a:gs>
                <a:gs pos="42857">
                  <a:srgbClr val="DBB58C">
                    <a:alpha val="17075"/>
                  </a:srgbClr>
                </a:gs>
                <a:gs pos="57143">
                  <a:srgbClr val="DBB58C">
                    <a:alpha val="9855"/>
                  </a:srgbClr>
                </a:gs>
                <a:gs pos="71429">
                  <a:srgbClr val="DBB58C">
                    <a:alpha val="4740"/>
                  </a:srgbClr>
                </a:gs>
                <a:gs pos="85714">
                  <a:srgbClr val="DBB58C">
                    <a:alpha val="1902"/>
                  </a:srgbClr>
                </a:gs>
                <a:gs pos="100000">
                  <a:srgbClr val="DBB5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4120233">
              <a:off x="568592" y="2531203"/>
              <a:ext cx="357471" cy="108163"/>
            </a:xfrm>
            <a:prstGeom prst="ellipse">
              <a:avLst/>
            </a:prstGeom>
            <a:gradFill>
              <a:gsLst>
                <a:gs pos="0">
                  <a:srgbClr val="FFFFD5">
                    <a:alpha val="32968"/>
                  </a:srgbClr>
                </a:gs>
                <a:gs pos="14286">
                  <a:srgbClr val="FFFFD5">
                    <a:alpha val="30764"/>
                  </a:srgbClr>
                </a:gs>
                <a:gs pos="28571">
                  <a:srgbClr val="FFFFD5">
                    <a:alpha val="24833"/>
                  </a:srgbClr>
                </a:gs>
                <a:gs pos="42857">
                  <a:srgbClr val="FFFFD5">
                    <a:alpha val="17075"/>
                  </a:srgbClr>
                </a:gs>
                <a:gs pos="57143">
                  <a:srgbClr val="FFFFD5">
                    <a:alpha val="9855"/>
                  </a:srgbClr>
                </a:gs>
                <a:gs pos="71429">
                  <a:srgbClr val="FFFFD5">
                    <a:alpha val="4740"/>
                  </a:srgbClr>
                </a:gs>
                <a:gs pos="85714">
                  <a:srgbClr val="FFFFD5">
                    <a:alpha val="1902"/>
                  </a:srgbClr>
                </a:gs>
                <a:gs pos="100000">
                  <a:srgbClr val="FFFF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4083313">
              <a:off x="332187" y="2428667"/>
              <a:ext cx="652284" cy="59442"/>
            </a:xfrm>
            <a:prstGeom prst="ellipse">
              <a:avLst/>
            </a:prstGeom>
            <a:gradFill>
              <a:gsLst>
                <a:gs pos="0">
                  <a:srgbClr val="58008B">
                    <a:alpha val="19307"/>
                  </a:srgbClr>
                </a:gs>
                <a:gs pos="14286">
                  <a:srgbClr val="58008B">
                    <a:alpha val="17895"/>
                  </a:srgbClr>
                </a:gs>
                <a:gs pos="28571">
                  <a:srgbClr val="58008B">
                    <a:alpha val="14195"/>
                  </a:srgbClr>
                </a:gs>
                <a:gs pos="42857">
                  <a:srgbClr val="58008B">
                    <a:alpha val="9554"/>
                  </a:srgbClr>
                </a:gs>
                <a:gs pos="57143">
                  <a:srgbClr val="58008B">
                    <a:alpha val="5412"/>
                  </a:srgbClr>
                </a:gs>
                <a:gs pos="71429">
                  <a:srgbClr val="58008B">
                    <a:alpha val="2571"/>
                  </a:srgbClr>
                </a:gs>
                <a:gs pos="85714">
                  <a:srgbClr val="58008B">
                    <a:alpha val="1025"/>
                  </a:srgbClr>
                </a:gs>
                <a:gs pos="100000">
                  <a:srgbClr val="58008B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-8643014">
              <a:off x="2534815" y="345676"/>
              <a:ext cx="628347" cy="94481"/>
            </a:xfrm>
            <a:prstGeom prst="ellipse">
              <a:avLst/>
            </a:prstGeom>
            <a:gradFill>
              <a:gsLst>
                <a:gs pos="0">
                  <a:srgbClr val="EA604A">
                    <a:alpha val="32968"/>
                  </a:srgbClr>
                </a:gs>
                <a:gs pos="14286">
                  <a:srgbClr val="EA604A">
                    <a:alpha val="30764"/>
                  </a:srgbClr>
                </a:gs>
                <a:gs pos="28571">
                  <a:srgbClr val="EA604A">
                    <a:alpha val="24833"/>
                  </a:srgbClr>
                </a:gs>
                <a:gs pos="42857">
                  <a:srgbClr val="EA604A">
                    <a:alpha val="17075"/>
                  </a:srgbClr>
                </a:gs>
                <a:gs pos="57143">
                  <a:srgbClr val="EA604A">
                    <a:alpha val="9855"/>
                  </a:srgbClr>
                </a:gs>
                <a:gs pos="71429">
                  <a:srgbClr val="EA604A">
                    <a:alpha val="4740"/>
                  </a:srgbClr>
                </a:gs>
                <a:gs pos="85714">
                  <a:srgbClr val="EA604A">
                    <a:alpha val="1902"/>
                  </a:srgbClr>
                </a:gs>
                <a:gs pos="100000">
                  <a:srgbClr val="EA60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7748162">
              <a:off x="740554" y="809744"/>
              <a:ext cx="311202" cy="210333"/>
            </a:xfrm>
            <a:prstGeom prst="ellipse">
              <a:avLst/>
            </a:prstGeom>
            <a:gradFill>
              <a:gsLst>
                <a:gs pos="0">
                  <a:srgbClr val="430000">
                    <a:alpha val="15670"/>
                  </a:srgbClr>
                </a:gs>
                <a:gs pos="14286">
                  <a:srgbClr val="430000">
                    <a:alpha val="14499"/>
                  </a:srgbClr>
                </a:gs>
                <a:gs pos="28571">
                  <a:srgbClr val="430000">
                    <a:alpha val="11452"/>
                  </a:srgbClr>
                </a:gs>
                <a:gs pos="42857">
                  <a:srgbClr val="430000">
                    <a:alpha val="7668"/>
                  </a:srgbClr>
                </a:gs>
                <a:gs pos="57143">
                  <a:srgbClr val="430000">
                    <a:alpha val="4324"/>
                  </a:srgbClr>
                </a:gs>
                <a:gs pos="71429">
                  <a:srgbClr val="430000">
                    <a:alpha val="2048"/>
                  </a:srgbClr>
                </a:gs>
                <a:gs pos="85714">
                  <a:srgbClr val="430000">
                    <a:alpha val="815"/>
                  </a:srgbClr>
                </a:gs>
                <a:gs pos="100000">
                  <a:srgbClr val="4300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8161592">
              <a:off x="2939886" y="347855"/>
              <a:ext cx="125626" cy="75909"/>
            </a:xfrm>
            <a:prstGeom prst="ellipse">
              <a:avLst/>
            </a:prstGeom>
            <a:gradFill>
              <a:gsLst>
                <a:gs pos="0">
                  <a:srgbClr val="FF775D">
                    <a:alpha val="32968"/>
                  </a:srgbClr>
                </a:gs>
                <a:gs pos="14286">
                  <a:srgbClr val="FF775D">
                    <a:alpha val="30764"/>
                  </a:srgbClr>
                </a:gs>
                <a:gs pos="28571">
                  <a:srgbClr val="FF775D">
                    <a:alpha val="24833"/>
                  </a:srgbClr>
                </a:gs>
                <a:gs pos="42857">
                  <a:srgbClr val="FF775D">
                    <a:alpha val="17075"/>
                  </a:srgbClr>
                </a:gs>
                <a:gs pos="57143">
                  <a:srgbClr val="FF775D">
                    <a:alpha val="9855"/>
                  </a:srgbClr>
                </a:gs>
                <a:gs pos="71429">
                  <a:srgbClr val="FF775D">
                    <a:alpha val="4740"/>
                  </a:srgbClr>
                </a:gs>
                <a:gs pos="85714">
                  <a:srgbClr val="FF775D">
                    <a:alpha val="1902"/>
                  </a:srgbClr>
                </a:gs>
                <a:gs pos="100000">
                  <a:srgbClr val="FF77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7044051">
              <a:off x="442725" y="766229"/>
              <a:ext cx="734315" cy="114364"/>
            </a:xfrm>
            <a:prstGeom prst="ellipse">
              <a:avLst/>
            </a:prstGeom>
            <a:gradFill>
              <a:gsLst>
                <a:gs pos="0">
                  <a:srgbClr val="D5B193">
                    <a:alpha val="32968"/>
                  </a:srgbClr>
                </a:gs>
                <a:gs pos="14286">
                  <a:srgbClr val="D5B193">
                    <a:alpha val="30764"/>
                  </a:srgbClr>
                </a:gs>
                <a:gs pos="28571">
                  <a:srgbClr val="D5B193">
                    <a:alpha val="24833"/>
                  </a:srgbClr>
                </a:gs>
                <a:gs pos="42857">
                  <a:srgbClr val="D5B193">
                    <a:alpha val="17075"/>
                  </a:srgbClr>
                </a:gs>
                <a:gs pos="57143">
                  <a:srgbClr val="D5B193">
                    <a:alpha val="9855"/>
                  </a:srgbClr>
                </a:gs>
                <a:gs pos="71429">
                  <a:srgbClr val="D5B193">
                    <a:alpha val="4740"/>
                  </a:srgbClr>
                </a:gs>
                <a:gs pos="85714">
                  <a:srgbClr val="D5B193">
                    <a:alpha val="1902"/>
                  </a:srgbClr>
                </a:gs>
                <a:gs pos="100000">
                  <a:srgbClr val="D5B1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5971603">
              <a:off x="3257436" y="2076983"/>
              <a:ext cx="631190" cy="63672"/>
            </a:xfrm>
            <a:prstGeom prst="ellipse">
              <a:avLst/>
            </a:prstGeom>
            <a:gradFill>
              <a:gsLst>
                <a:gs pos="0">
                  <a:srgbClr val="FF6A52">
                    <a:alpha val="32968"/>
                  </a:srgbClr>
                </a:gs>
                <a:gs pos="14286">
                  <a:srgbClr val="FF6A52">
                    <a:alpha val="30764"/>
                  </a:srgbClr>
                </a:gs>
                <a:gs pos="28571">
                  <a:srgbClr val="FF6A52">
                    <a:alpha val="24833"/>
                  </a:srgbClr>
                </a:gs>
                <a:gs pos="42857">
                  <a:srgbClr val="FF6A52">
                    <a:alpha val="17075"/>
                  </a:srgbClr>
                </a:gs>
                <a:gs pos="57143">
                  <a:srgbClr val="FF6A52">
                    <a:alpha val="9855"/>
                  </a:srgbClr>
                </a:gs>
                <a:gs pos="71429">
                  <a:srgbClr val="FF6A52">
                    <a:alpha val="4740"/>
                  </a:srgbClr>
                </a:gs>
                <a:gs pos="85714">
                  <a:srgbClr val="FF6A52">
                    <a:alpha val="1902"/>
                  </a:srgbClr>
                </a:gs>
                <a:gs pos="100000">
                  <a:srgbClr val="FF6A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2811756">
              <a:off x="214249" y="2936792"/>
              <a:ext cx="587898" cy="83983"/>
            </a:xfrm>
            <a:prstGeom prst="ellipse">
              <a:avLst/>
            </a:prstGeom>
            <a:gradFill>
              <a:gsLst>
                <a:gs pos="0">
                  <a:srgbClr val="F06343">
                    <a:alpha val="32968"/>
                  </a:srgbClr>
                </a:gs>
                <a:gs pos="14286">
                  <a:srgbClr val="F06343">
                    <a:alpha val="30764"/>
                  </a:srgbClr>
                </a:gs>
                <a:gs pos="28571">
                  <a:srgbClr val="F06343">
                    <a:alpha val="24833"/>
                  </a:srgbClr>
                </a:gs>
                <a:gs pos="42857">
                  <a:srgbClr val="F06343">
                    <a:alpha val="17075"/>
                  </a:srgbClr>
                </a:gs>
                <a:gs pos="57143">
                  <a:srgbClr val="F06343">
                    <a:alpha val="9855"/>
                  </a:srgbClr>
                </a:gs>
                <a:gs pos="71429">
                  <a:srgbClr val="F06343">
                    <a:alpha val="4740"/>
                  </a:srgbClr>
                </a:gs>
                <a:gs pos="85714">
                  <a:srgbClr val="F06343">
                    <a:alpha val="1902"/>
                  </a:srgbClr>
                </a:gs>
                <a:gs pos="100000">
                  <a:srgbClr val="F063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9756440">
              <a:off x="1993847" y="3469784"/>
              <a:ext cx="583477" cy="85622"/>
            </a:xfrm>
            <a:prstGeom prst="ellipse">
              <a:avLst/>
            </a:prstGeom>
            <a:gradFill>
              <a:gsLst>
                <a:gs pos="0">
                  <a:srgbClr val="E24D3A">
                    <a:alpha val="32968"/>
                  </a:srgbClr>
                </a:gs>
                <a:gs pos="14286">
                  <a:srgbClr val="E24D3A">
                    <a:alpha val="30764"/>
                  </a:srgbClr>
                </a:gs>
                <a:gs pos="28571">
                  <a:srgbClr val="E24D3A">
                    <a:alpha val="24833"/>
                  </a:srgbClr>
                </a:gs>
                <a:gs pos="42857">
                  <a:srgbClr val="E24D3A">
                    <a:alpha val="17075"/>
                  </a:srgbClr>
                </a:gs>
                <a:gs pos="57143">
                  <a:srgbClr val="E24D3A">
                    <a:alpha val="9855"/>
                  </a:srgbClr>
                </a:gs>
                <a:gs pos="71429">
                  <a:srgbClr val="E24D3A">
                    <a:alpha val="4740"/>
                  </a:srgbClr>
                </a:gs>
                <a:gs pos="85714">
                  <a:srgbClr val="E24D3A">
                    <a:alpha val="1902"/>
                  </a:srgbClr>
                </a:gs>
                <a:gs pos="100000">
                  <a:srgbClr val="E24D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10601365">
              <a:off x="1634882" y="3540217"/>
              <a:ext cx="588830" cy="77667"/>
            </a:xfrm>
            <a:prstGeom prst="ellipse">
              <a:avLst/>
            </a:prstGeom>
            <a:gradFill>
              <a:gsLst>
                <a:gs pos="0">
                  <a:srgbClr val="DF4A37">
                    <a:alpha val="32968"/>
                  </a:srgbClr>
                </a:gs>
                <a:gs pos="14286">
                  <a:srgbClr val="DF4A37">
                    <a:alpha val="30764"/>
                  </a:srgbClr>
                </a:gs>
                <a:gs pos="28571">
                  <a:srgbClr val="DF4A37">
                    <a:alpha val="24833"/>
                  </a:srgbClr>
                </a:gs>
                <a:gs pos="42857">
                  <a:srgbClr val="DF4A37">
                    <a:alpha val="17075"/>
                  </a:srgbClr>
                </a:gs>
                <a:gs pos="57143">
                  <a:srgbClr val="DF4A37">
                    <a:alpha val="9855"/>
                  </a:srgbClr>
                </a:gs>
                <a:gs pos="71429">
                  <a:srgbClr val="DF4A37">
                    <a:alpha val="4740"/>
                  </a:srgbClr>
                </a:gs>
                <a:gs pos="85714">
                  <a:srgbClr val="DF4A37">
                    <a:alpha val="1902"/>
                  </a:srgbClr>
                </a:gs>
                <a:gs pos="100000">
                  <a:srgbClr val="DF4A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3201797">
              <a:off x="690153" y="2774536"/>
              <a:ext cx="241912" cy="63790"/>
            </a:xfrm>
            <a:prstGeom prst="ellipse">
              <a:avLst/>
            </a:prstGeom>
            <a:gradFill>
              <a:gsLst>
                <a:gs pos="0">
                  <a:srgbClr val="D9AA71">
                    <a:alpha val="32968"/>
                  </a:srgbClr>
                </a:gs>
                <a:gs pos="14286">
                  <a:srgbClr val="D9AA71">
                    <a:alpha val="30764"/>
                  </a:srgbClr>
                </a:gs>
                <a:gs pos="28571">
                  <a:srgbClr val="D9AA71">
                    <a:alpha val="24833"/>
                  </a:srgbClr>
                </a:gs>
                <a:gs pos="42857">
                  <a:srgbClr val="D9AA71">
                    <a:alpha val="17075"/>
                  </a:srgbClr>
                </a:gs>
                <a:gs pos="57143">
                  <a:srgbClr val="D9AA71">
                    <a:alpha val="9855"/>
                  </a:srgbClr>
                </a:gs>
                <a:gs pos="71429">
                  <a:srgbClr val="D9AA71">
                    <a:alpha val="4740"/>
                  </a:srgbClr>
                </a:gs>
                <a:gs pos="85714">
                  <a:srgbClr val="D9AA71">
                    <a:alpha val="1902"/>
                  </a:srgbClr>
                </a:gs>
                <a:gs pos="100000">
                  <a:srgbClr val="D9AA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7190033">
              <a:off x="648380" y="740752"/>
              <a:ext cx="541694" cy="32160"/>
            </a:xfrm>
            <a:prstGeom prst="ellipse">
              <a:avLst/>
            </a:prstGeom>
            <a:gradFill>
              <a:gsLst>
                <a:gs pos="0">
                  <a:srgbClr val="293A71">
                    <a:alpha val="32968"/>
                  </a:srgbClr>
                </a:gs>
                <a:gs pos="14286">
                  <a:srgbClr val="293A71">
                    <a:alpha val="30764"/>
                  </a:srgbClr>
                </a:gs>
                <a:gs pos="28571">
                  <a:srgbClr val="293A71">
                    <a:alpha val="24833"/>
                  </a:srgbClr>
                </a:gs>
                <a:gs pos="42857">
                  <a:srgbClr val="293A71">
                    <a:alpha val="17075"/>
                  </a:srgbClr>
                </a:gs>
                <a:gs pos="57143">
                  <a:srgbClr val="293A71">
                    <a:alpha val="9855"/>
                  </a:srgbClr>
                </a:gs>
                <a:gs pos="71429">
                  <a:srgbClr val="293A71">
                    <a:alpha val="4740"/>
                  </a:srgbClr>
                </a:gs>
                <a:gs pos="85714">
                  <a:srgbClr val="293A71">
                    <a:alpha val="1902"/>
                  </a:srgbClr>
                </a:gs>
                <a:gs pos="100000">
                  <a:srgbClr val="293A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6910370">
              <a:off x="685998" y="681255"/>
              <a:ext cx="424226" cy="77832"/>
            </a:xfrm>
            <a:prstGeom prst="ellipse">
              <a:avLst/>
            </a:prstGeom>
            <a:gradFill>
              <a:gsLst>
                <a:gs pos="0">
                  <a:srgbClr val="E7C387">
                    <a:alpha val="32968"/>
                  </a:srgbClr>
                </a:gs>
                <a:gs pos="14286">
                  <a:srgbClr val="E7C387">
                    <a:alpha val="30764"/>
                  </a:srgbClr>
                </a:gs>
                <a:gs pos="28571">
                  <a:srgbClr val="E7C387">
                    <a:alpha val="24833"/>
                  </a:srgbClr>
                </a:gs>
                <a:gs pos="42857">
                  <a:srgbClr val="E7C387">
                    <a:alpha val="17075"/>
                  </a:srgbClr>
                </a:gs>
                <a:gs pos="57143">
                  <a:srgbClr val="E7C387">
                    <a:alpha val="9855"/>
                  </a:srgbClr>
                </a:gs>
                <a:gs pos="71429">
                  <a:srgbClr val="E7C387">
                    <a:alpha val="4740"/>
                  </a:srgbClr>
                </a:gs>
                <a:gs pos="85714">
                  <a:srgbClr val="E7C387">
                    <a:alpha val="1902"/>
                  </a:srgbClr>
                </a:gs>
                <a:gs pos="100000">
                  <a:srgbClr val="E7C3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3404162">
              <a:off x="555777" y="2546687"/>
              <a:ext cx="390283" cy="84822"/>
            </a:xfrm>
            <a:prstGeom prst="ellipse">
              <a:avLst/>
            </a:prstGeom>
            <a:gradFill>
              <a:gsLst>
                <a:gs pos="0">
                  <a:srgbClr val="7F5202">
                    <a:alpha val="30439"/>
                  </a:srgbClr>
                </a:gs>
                <a:gs pos="14286">
                  <a:srgbClr val="7F5202">
                    <a:alpha val="28367"/>
                  </a:srgbClr>
                </a:gs>
                <a:gs pos="28571">
                  <a:srgbClr val="7F5202">
                    <a:alpha val="22820"/>
                  </a:srgbClr>
                </a:gs>
                <a:gs pos="42857">
                  <a:srgbClr val="7F5202">
                    <a:alpha val="15625"/>
                  </a:srgbClr>
                </a:gs>
                <a:gs pos="57143">
                  <a:srgbClr val="7F5202">
                    <a:alpha val="8985"/>
                  </a:srgbClr>
                </a:gs>
                <a:gs pos="71429">
                  <a:srgbClr val="7F5202">
                    <a:alpha val="4311"/>
                  </a:srgbClr>
                </a:gs>
                <a:gs pos="85714">
                  <a:srgbClr val="7F5202">
                    <a:alpha val="1728"/>
                  </a:srgbClr>
                </a:gs>
                <a:gs pos="100000">
                  <a:srgbClr val="7F5202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-9354169">
              <a:off x="2214026" y="172122"/>
              <a:ext cx="667002" cy="69687"/>
            </a:xfrm>
            <a:prstGeom prst="ellipse">
              <a:avLst/>
            </a:prstGeom>
            <a:gradFill>
              <a:gsLst>
                <a:gs pos="0">
                  <a:srgbClr val="E76350">
                    <a:alpha val="32968"/>
                  </a:srgbClr>
                </a:gs>
                <a:gs pos="14286">
                  <a:srgbClr val="E76350">
                    <a:alpha val="30764"/>
                  </a:srgbClr>
                </a:gs>
                <a:gs pos="28571">
                  <a:srgbClr val="E76350">
                    <a:alpha val="24833"/>
                  </a:srgbClr>
                </a:gs>
                <a:gs pos="42857">
                  <a:srgbClr val="E76350">
                    <a:alpha val="17075"/>
                  </a:srgbClr>
                </a:gs>
                <a:gs pos="57143">
                  <a:srgbClr val="E76350">
                    <a:alpha val="9855"/>
                  </a:srgbClr>
                </a:gs>
                <a:gs pos="71429">
                  <a:srgbClr val="E76350">
                    <a:alpha val="4740"/>
                  </a:srgbClr>
                </a:gs>
                <a:gs pos="85714">
                  <a:srgbClr val="E76350">
                    <a:alpha val="1902"/>
                  </a:srgbClr>
                </a:gs>
                <a:gs pos="100000">
                  <a:srgbClr val="E763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-8475817">
              <a:off x="472323" y="2389481"/>
              <a:ext cx="590306" cy="93755"/>
            </a:xfrm>
            <a:prstGeom prst="ellipse">
              <a:avLst/>
            </a:prstGeom>
            <a:gradFill>
              <a:gsLst>
                <a:gs pos="0">
                  <a:srgbClr val="E5E0AC">
                    <a:alpha val="29979"/>
                  </a:srgbClr>
                </a:gs>
                <a:gs pos="14286">
                  <a:srgbClr val="E5E0AC">
                    <a:alpha val="27931"/>
                  </a:srgbClr>
                </a:gs>
                <a:gs pos="28571">
                  <a:srgbClr val="E5E0AC">
                    <a:alpha val="22456"/>
                  </a:srgbClr>
                </a:gs>
                <a:gs pos="42857">
                  <a:srgbClr val="E5E0AC">
                    <a:alpha val="15365"/>
                  </a:srgbClr>
                </a:gs>
                <a:gs pos="57143">
                  <a:srgbClr val="E5E0AC">
                    <a:alpha val="8829"/>
                  </a:srgbClr>
                </a:gs>
                <a:gs pos="71429">
                  <a:srgbClr val="E5E0AC">
                    <a:alpha val="4235"/>
                  </a:srgbClr>
                </a:gs>
                <a:gs pos="85714">
                  <a:srgbClr val="E5E0AC">
                    <a:alpha val="1696"/>
                  </a:srgbClr>
                </a:gs>
                <a:gs pos="100000">
                  <a:srgbClr val="E5E0AC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6488898">
              <a:off x="547810" y="1698222"/>
              <a:ext cx="522594" cy="84219"/>
            </a:xfrm>
            <a:prstGeom prst="ellipse">
              <a:avLst/>
            </a:prstGeom>
            <a:gradFill>
              <a:gsLst>
                <a:gs pos="0">
                  <a:srgbClr val="EA1800">
                    <a:alpha val="32968"/>
                  </a:srgbClr>
                </a:gs>
                <a:gs pos="14286">
                  <a:srgbClr val="EA1800">
                    <a:alpha val="30764"/>
                  </a:srgbClr>
                </a:gs>
                <a:gs pos="28571">
                  <a:srgbClr val="EA1800">
                    <a:alpha val="24833"/>
                  </a:srgbClr>
                </a:gs>
                <a:gs pos="42857">
                  <a:srgbClr val="EA1800">
                    <a:alpha val="17075"/>
                  </a:srgbClr>
                </a:gs>
                <a:gs pos="57143">
                  <a:srgbClr val="EA1800">
                    <a:alpha val="9855"/>
                  </a:srgbClr>
                </a:gs>
                <a:gs pos="71429">
                  <a:srgbClr val="EA1800">
                    <a:alpha val="4740"/>
                  </a:srgbClr>
                </a:gs>
                <a:gs pos="85714">
                  <a:srgbClr val="EA1800">
                    <a:alpha val="1902"/>
                  </a:srgbClr>
                </a:gs>
                <a:gs pos="100000">
                  <a:srgbClr val="EA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-9480353">
              <a:off x="669638" y="2660561"/>
              <a:ext cx="488166" cy="155864"/>
            </a:xfrm>
            <a:prstGeom prst="ellipse">
              <a:avLst/>
            </a:prstGeom>
            <a:gradFill>
              <a:gsLst>
                <a:gs pos="0">
                  <a:srgbClr val="EAE19F">
                    <a:alpha val="32968"/>
                  </a:srgbClr>
                </a:gs>
                <a:gs pos="14286">
                  <a:srgbClr val="EAE19F">
                    <a:alpha val="30764"/>
                  </a:srgbClr>
                </a:gs>
                <a:gs pos="28571">
                  <a:srgbClr val="EAE19F">
                    <a:alpha val="24833"/>
                  </a:srgbClr>
                </a:gs>
                <a:gs pos="42857">
                  <a:srgbClr val="EAE19F">
                    <a:alpha val="17075"/>
                  </a:srgbClr>
                </a:gs>
                <a:gs pos="57143">
                  <a:srgbClr val="EAE19F">
                    <a:alpha val="9855"/>
                  </a:srgbClr>
                </a:gs>
                <a:gs pos="71429">
                  <a:srgbClr val="EAE19F">
                    <a:alpha val="4740"/>
                  </a:srgbClr>
                </a:gs>
                <a:gs pos="85714">
                  <a:srgbClr val="EAE19F">
                    <a:alpha val="1902"/>
                  </a:srgbClr>
                </a:gs>
                <a:gs pos="100000">
                  <a:srgbClr val="EAE1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-8796883">
              <a:off x="515552" y="2779907"/>
              <a:ext cx="773465" cy="47570"/>
            </a:xfrm>
            <a:prstGeom prst="ellipse">
              <a:avLst/>
            </a:prstGeom>
            <a:gradFill>
              <a:gsLst>
                <a:gs pos="0">
                  <a:srgbClr val="DFC800">
                    <a:alpha val="32968"/>
                  </a:srgbClr>
                </a:gs>
                <a:gs pos="14286">
                  <a:srgbClr val="DFC800">
                    <a:alpha val="30764"/>
                  </a:srgbClr>
                </a:gs>
                <a:gs pos="28571">
                  <a:srgbClr val="DFC800">
                    <a:alpha val="24833"/>
                  </a:srgbClr>
                </a:gs>
                <a:gs pos="42857">
                  <a:srgbClr val="DFC800">
                    <a:alpha val="17075"/>
                  </a:srgbClr>
                </a:gs>
                <a:gs pos="57143">
                  <a:srgbClr val="DFC800">
                    <a:alpha val="9855"/>
                  </a:srgbClr>
                </a:gs>
                <a:gs pos="71429">
                  <a:srgbClr val="DFC800">
                    <a:alpha val="4740"/>
                  </a:srgbClr>
                </a:gs>
                <a:gs pos="85714">
                  <a:srgbClr val="DFC800">
                    <a:alpha val="1902"/>
                  </a:srgbClr>
                </a:gs>
                <a:gs pos="100000">
                  <a:srgbClr val="DFC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-10525633">
              <a:off x="1040754" y="807957"/>
              <a:ext cx="399076" cy="60836"/>
            </a:xfrm>
            <a:prstGeom prst="ellipse">
              <a:avLst/>
            </a:prstGeom>
            <a:gradFill>
              <a:gsLst>
                <a:gs pos="0">
                  <a:srgbClr val="000049">
                    <a:alpha val="32968"/>
                  </a:srgbClr>
                </a:gs>
                <a:gs pos="14286">
                  <a:srgbClr val="000049">
                    <a:alpha val="30764"/>
                  </a:srgbClr>
                </a:gs>
                <a:gs pos="28571">
                  <a:srgbClr val="000049">
                    <a:alpha val="24833"/>
                  </a:srgbClr>
                </a:gs>
                <a:gs pos="42857">
                  <a:srgbClr val="000049">
                    <a:alpha val="17075"/>
                  </a:srgbClr>
                </a:gs>
                <a:gs pos="57143">
                  <a:srgbClr val="000049">
                    <a:alpha val="9855"/>
                  </a:srgbClr>
                </a:gs>
                <a:gs pos="71429">
                  <a:srgbClr val="000049">
                    <a:alpha val="4740"/>
                  </a:srgbClr>
                </a:gs>
                <a:gs pos="85714">
                  <a:srgbClr val="000049">
                    <a:alpha val="1902"/>
                  </a:srgbClr>
                </a:gs>
                <a:gs pos="100000">
                  <a:srgbClr val="00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-10795509">
              <a:off x="1588771" y="25855"/>
              <a:ext cx="533779" cy="33742"/>
            </a:xfrm>
            <a:prstGeom prst="ellipse">
              <a:avLst/>
            </a:prstGeom>
            <a:gradFill>
              <a:gsLst>
                <a:gs pos="0">
                  <a:srgbClr val="520B00">
                    <a:alpha val="27139"/>
                  </a:srgbClr>
                </a:gs>
                <a:gs pos="14286">
                  <a:srgbClr val="520B00">
                    <a:alpha val="25249"/>
                  </a:srgbClr>
                </a:gs>
                <a:gs pos="28571">
                  <a:srgbClr val="520B00">
                    <a:alpha val="20224"/>
                  </a:srgbClr>
                </a:gs>
                <a:gs pos="42857">
                  <a:srgbClr val="520B00">
                    <a:alpha val="13774"/>
                  </a:srgbClr>
                </a:gs>
                <a:gs pos="57143">
                  <a:srgbClr val="520B00">
                    <a:alpha val="7884"/>
                  </a:srgbClr>
                </a:gs>
                <a:gs pos="71429">
                  <a:srgbClr val="520B00">
                    <a:alpha val="3771"/>
                  </a:srgbClr>
                </a:gs>
                <a:gs pos="85714">
                  <a:srgbClr val="520B00">
                    <a:alpha val="1509"/>
                  </a:srgbClr>
                </a:gs>
                <a:gs pos="100000">
                  <a:srgbClr val="520B00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8384592">
              <a:off x="417814" y="397017"/>
              <a:ext cx="646613" cy="110680"/>
            </a:xfrm>
            <a:prstGeom prst="ellipse">
              <a:avLst/>
            </a:prstGeom>
            <a:gradFill>
              <a:gsLst>
                <a:gs pos="0">
                  <a:srgbClr val="ED5B43">
                    <a:alpha val="32968"/>
                  </a:srgbClr>
                </a:gs>
                <a:gs pos="14286">
                  <a:srgbClr val="ED5B43">
                    <a:alpha val="30764"/>
                  </a:srgbClr>
                </a:gs>
                <a:gs pos="28571">
                  <a:srgbClr val="ED5B43">
                    <a:alpha val="24833"/>
                  </a:srgbClr>
                </a:gs>
                <a:gs pos="42857">
                  <a:srgbClr val="ED5B43">
                    <a:alpha val="17075"/>
                  </a:srgbClr>
                </a:gs>
                <a:gs pos="57143">
                  <a:srgbClr val="ED5B43">
                    <a:alpha val="9855"/>
                  </a:srgbClr>
                </a:gs>
                <a:gs pos="71429">
                  <a:srgbClr val="ED5B43">
                    <a:alpha val="4740"/>
                  </a:srgbClr>
                </a:gs>
                <a:gs pos="85714">
                  <a:srgbClr val="ED5B43">
                    <a:alpha val="1902"/>
                  </a:srgbClr>
                </a:gs>
                <a:gs pos="100000">
                  <a:srgbClr val="ED5B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3929019">
              <a:off x="8766" y="1377240"/>
              <a:ext cx="675012" cy="91716"/>
            </a:xfrm>
            <a:prstGeom prst="ellipse">
              <a:avLst/>
            </a:prstGeom>
            <a:gradFill>
              <a:gsLst>
                <a:gs pos="0">
                  <a:srgbClr val="FFD399">
                    <a:alpha val="22896"/>
                  </a:srgbClr>
                </a:gs>
                <a:gs pos="14286">
                  <a:srgbClr val="FFD399">
                    <a:alpha val="21257"/>
                  </a:srgbClr>
                </a:gs>
                <a:gs pos="28571">
                  <a:srgbClr val="FFD399">
                    <a:alpha val="16936"/>
                  </a:srgbClr>
                </a:gs>
                <a:gs pos="42857">
                  <a:srgbClr val="FFD399">
                    <a:alpha val="11460"/>
                  </a:srgbClr>
                </a:gs>
                <a:gs pos="57143">
                  <a:srgbClr val="FFD399">
                    <a:alpha val="6522"/>
                  </a:srgbClr>
                </a:gs>
                <a:gs pos="71429">
                  <a:srgbClr val="FFD399">
                    <a:alpha val="3108"/>
                  </a:srgbClr>
                </a:gs>
                <a:gs pos="85714">
                  <a:srgbClr val="FFD399">
                    <a:alpha val="1241"/>
                  </a:srgbClr>
                </a:gs>
                <a:gs pos="100000">
                  <a:srgbClr val="FFD399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6256480">
              <a:off x="553878" y="1213242"/>
              <a:ext cx="403574" cy="222631"/>
            </a:xfrm>
            <a:prstGeom prst="ellipse">
              <a:avLst/>
            </a:prstGeom>
            <a:gradFill>
              <a:gsLst>
                <a:gs pos="0">
                  <a:srgbClr val="FFEAC9">
                    <a:alpha val="32968"/>
                  </a:srgbClr>
                </a:gs>
                <a:gs pos="14286">
                  <a:srgbClr val="FFEAC9">
                    <a:alpha val="30764"/>
                  </a:srgbClr>
                </a:gs>
                <a:gs pos="28571">
                  <a:srgbClr val="FFEAC9">
                    <a:alpha val="24833"/>
                  </a:srgbClr>
                </a:gs>
                <a:gs pos="42857">
                  <a:srgbClr val="FFEAC9">
                    <a:alpha val="17075"/>
                  </a:srgbClr>
                </a:gs>
                <a:gs pos="57143">
                  <a:srgbClr val="FFEAC9">
                    <a:alpha val="9855"/>
                  </a:srgbClr>
                </a:gs>
                <a:gs pos="71429">
                  <a:srgbClr val="FFEAC9">
                    <a:alpha val="4740"/>
                  </a:srgbClr>
                </a:gs>
                <a:gs pos="85714">
                  <a:srgbClr val="FFEAC9">
                    <a:alpha val="1902"/>
                  </a:srgbClr>
                </a:gs>
                <a:gs pos="100000">
                  <a:srgbClr val="FFEA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10247907">
              <a:off x="466676" y="1902409"/>
              <a:ext cx="429963" cy="180925"/>
            </a:xfrm>
            <a:prstGeom prst="ellipse">
              <a:avLst/>
            </a:prstGeom>
            <a:gradFill>
              <a:gsLst>
                <a:gs pos="0">
                  <a:srgbClr val="FFA86E">
                    <a:alpha val="32968"/>
                  </a:srgbClr>
                </a:gs>
                <a:gs pos="14286">
                  <a:srgbClr val="FFA86E">
                    <a:alpha val="30764"/>
                  </a:srgbClr>
                </a:gs>
                <a:gs pos="28571">
                  <a:srgbClr val="FFA86E">
                    <a:alpha val="24833"/>
                  </a:srgbClr>
                </a:gs>
                <a:gs pos="42857">
                  <a:srgbClr val="FFA86E">
                    <a:alpha val="17075"/>
                  </a:srgbClr>
                </a:gs>
                <a:gs pos="57143">
                  <a:srgbClr val="FFA86E">
                    <a:alpha val="9855"/>
                  </a:srgbClr>
                </a:gs>
                <a:gs pos="71429">
                  <a:srgbClr val="FFA86E">
                    <a:alpha val="4740"/>
                  </a:srgbClr>
                </a:gs>
                <a:gs pos="85714">
                  <a:srgbClr val="FFA86E">
                    <a:alpha val="1902"/>
                  </a:srgbClr>
                </a:gs>
                <a:gs pos="100000">
                  <a:srgbClr val="FFA8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3061875">
              <a:off x="545725" y="2631224"/>
              <a:ext cx="560298" cy="208259"/>
            </a:xfrm>
            <a:prstGeom prst="ellipse">
              <a:avLst/>
            </a:prstGeom>
            <a:gradFill>
              <a:gsLst>
                <a:gs pos="0">
                  <a:srgbClr val="FF635D">
                    <a:alpha val="21635"/>
                  </a:srgbClr>
                </a:gs>
                <a:gs pos="14286">
                  <a:srgbClr val="FF635D">
                    <a:alpha val="20074"/>
                  </a:srgbClr>
                </a:gs>
                <a:gs pos="28571">
                  <a:srgbClr val="FF635D">
                    <a:alpha val="15969"/>
                  </a:srgbClr>
                </a:gs>
                <a:gs pos="42857">
                  <a:srgbClr val="FF635D">
                    <a:alpha val="10785"/>
                  </a:srgbClr>
                </a:gs>
                <a:gs pos="57143">
                  <a:srgbClr val="FF635D">
                    <a:alpha val="6127"/>
                  </a:srgbClr>
                </a:gs>
                <a:gs pos="71429">
                  <a:srgbClr val="FF635D">
                    <a:alpha val="2916"/>
                  </a:srgbClr>
                </a:gs>
                <a:gs pos="85714">
                  <a:srgbClr val="FF635D">
                    <a:alpha val="1164"/>
                  </a:srgbClr>
                </a:gs>
                <a:gs pos="100000">
                  <a:srgbClr val="FF635D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9657125">
              <a:off x="1036926" y="116038"/>
              <a:ext cx="477040" cy="155988"/>
            </a:xfrm>
            <a:prstGeom prst="ellipse">
              <a:avLst/>
            </a:prstGeom>
            <a:gradFill>
              <a:gsLst>
                <a:gs pos="0">
                  <a:srgbClr val="FF654A">
                    <a:alpha val="32968"/>
                  </a:srgbClr>
                </a:gs>
                <a:gs pos="14286">
                  <a:srgbClr val="FF654A">
                    <a:alpha val="30764"/>
                  </a:srgbClr>
                </a:gs>
                <a:gs pos="28571">
                  <a:srgbClr val="FF654A">
                    <a:alpha val="24833"/>
                  </a:srgbClr>
                </a:gs>
                <a:gs pos="42857">
                  <a:srgbClr val="FF654A">
                    <a:alpha val="17075"/>
                  </a:srgbClr>
                </a:gs>
                <a:gs pos="57143">
                  <a:srgbClr val="FF654A">
                    <a:alpha val="9855"/>
                  </a:srgbClr>
                </a:gs>
                <a:gs pos="71429">
                  <a:srgbClr val="FF654A">
                    <a:alpha val="4740"/>
                  </a:srgbClr>
                </a:gs>
                <a:gs pos="85714">
                  <a:srgbClr val="FF654A">
                    <a:alpha val="1902"/>
                  </a:srgbClr>
                </a:gs>
                <a:gs pos="100000">
                  <a:srgbClr val="FF65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9185525">
              <a:off x="571760" y="2712954"/>
              <a:ext cx="507997" cy="57604"/>
            </a:xfrm>
            <a:prstGeom prst="ellipse">
              <a:avLst/>
            </a:prstGeom>
            <a:gradFill>
              <a:gsLst>
                <a:gs pos="0">
                  <a:srgbClr val="9F0046">
                    <a:alpha val="32968"/>
                  </a:srgbClr>
                </a:gs>
                <a:gs pos="14286">
                  <a:srgbClr val="9F0046">
                    <a:alpha val="30764"/>
                  </a:srgbClr>
                </a:gs>
                <a:gs pos="28571">
                  <a:srgbClr val="9F0046">
                    <a:alpha val="24833"/>
                  </a:srgbClr>
                </a:gs>
                <a:gs pos="42857">
                  <a:srgbClr val="9F0046">
                    <a:alpha val="17075"/>
                  </a:srgbClr>
                </a:gs>
                <a:gs pos="57143">
                  <a:srgbClr val="9F0046">
                    <a:alpha val="9855"/>
                  </a:srgbClr>
                </a:gs>
                <a:gs pos="71429">
                  <a:srgbClr val="9F0046">
                    <a:alpha val="4740"/>
                  </a:srgbClr>
                </a:gs>
                <a:gs pos="85714">
                  <a:srgbClr val="9F0046">
                    <a:alpha val="1902"/>
                  </a:srgbClr>
                </a:gs>
                <a:gs pos="100000">
                  <a:srgbClr val="9F00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-8712226">
              <a:off x="870317" y="977525"/>
              <a:ext cx="251895" cy="73502"/>
            </a:xfrm>
            <a:prstGeom prst="ellipse">
              <a:avLst/>
            </a:prstGeom>
            <a:gradFill>
              <a:gsLst>
                <a:gs pos="0">
                  <a:srgbClr val="8F0000">
                    <a:alpha val="32968"/>
                  </a:srgbClr>
                </a:gs>
                <a:gs pos="14286">
                  <a:srgbClr val="8F0000">
                    <a:alpha val="30764"/>
                  </a:srgbClr>
                </a:gs>
                <a:gs pos="28571">
                  <a:srgbClr val="8F0000">
                    <a:alpha val="24833"/>
                  </a:srgbClr>
                </a:gs>
                <a:gs pos="42857">
                  <a:srgbClr val="8F0000">
                    <a:alpha val="17075"/>
                  </a:srgbClr>
                </a:gs>
                <a:gs pos="57143">
                  <a:srgbClr val="8F0000">
                    <a:alpha val="9855"/>
                  </a:srgbClr>
                </a:gs>
                <a:gs pos="71429">
                  <a:srgbClr val="8F0000">
                    <a:alpha val="4740"/>
                  </a:srgbClr>
                </a:gs>
                <a:gs pos="85714">
                  <a:srgbClr val="8F0000">
                    <a:alpha val="1902"/>
                  </a:srgbClr>
                </a:gs>
                <a:gs pos="100000">
                  <a:srgbClr val="8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6627499">
              <a:off x="792106" y="675102"/>
              <a:ext cx="384359" cy="247095"/>
            </a:xfrm>
            <a:prstGeom prst="ellipse">
              <a:avLst/>
            </a:prstGeom>
            <a:gradFill>
              <a:gsLst>
                <a:gs pos="0">
                  <a:srgbClr val="E58E69">
                    <a:alpha val="30823"/>
                  </a:srgbClr>
                </a:gs>
                <a:gs pos="14286">
                  <a:srgbClr val="E58E69">
                    <a:alpha val="28730"/>
                  </a:srgbClr>
                </a:gs>
                <a:gs pos="28571">
                  <a:srgbClr val="E58E69">
                    <a:alpha val="23125"/>
                  </a:srgbClr>
                </a:gs>
                <a:gs pos="42857">
                  <a:srgbClr val="E58E69">
                    <a:alpha val="15844"/>
                  </a:srgbClr>
                </a:gs>
                <a:gs pos="57143">
                  <a:srgbClr val="E58E69">
                    <a:alpha val="9116"/>
                  </a:srgbClr>
                </a:gs>
                <a:gs pos="71429">
                  <a:srgbClr val="E58E69">
                    <a:alpha val="4375"/>
                  </a:srgbClr>
                </a:gs>
                <a:gs pos="85714">
                  <a:srgbClr val="E58E69">
                    <a:alpha val="1754"/>
                  </a:srgbClr>
                </a:gs>
                <a:gs pos="100000">
                  <a:srgbClr val="E58E69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3137703">
              <a:off x="579120" y="2468145"/>
              <a:ext cx="356149" cy="42088"/>
            </a:xfrm>
            <a:prstGeom prst="ellipse">
              <a:avLst/>
            </a:prstGeom>
            <a:gradFill>
              <a:gsLst>
                <a:gs pos="0">
                  <a:srgbClr val="1D0055">
                    <a:alpha val="32968"/>
                  </a:srgbClr>
                </a:gs>
                <a:gs pos="14286">
                  <a:srgbClr val="1D0055">
                    <a:alpha val="30764"/>
                  </a:srgbClr>
                </a:gs>
                <a:gs pos="28571">
                  <a:srgbClr val="1D0055">
                    <a:alpha val="24833"/>
                  </a:srgbClr>
                </a:gs>
                <a:gs pos="42857">
                  <a:srgbClr val="1D0055">
                    <a:alpha val="17075"/>
                  </a:srgbClr>
                </a:gs>
                <a:gs pos="57143">
                  <a:srgbClr val="1D0055">
                    <a:alpha val="9855"/>
                  </a:srgbClr>
                </a:gs>
                <a:gs pos="71429">
                  <a:srgbClr val="1D0055">
                    <a:alpha val="4740"/>
                  </a:srgbClr>
                </a:gs>
                <a:gs pos="85714">
                  <a:srgbClr val="1D0055">
                    <a:alpha val="1902"/>
                  </a:srgbClr>
                </a:gs>
                <a:gs pos="100000">
                  <a:srgbClr val="1D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-10490469">
              <a:off x="1255615" y="7486"/>
              <a:ext cx="363518" cy="223458"/>
            </a:xfrm>
            <a:prstGeom prst="ellipse">
              <a:avLst/>
            </a:prstGeom>
            <a:gradFill>
              <a:gsLst>
                <a:gs pos="0">
                  <a:srgbClr val="000000">
                    <a:alpha val="18131"/>
                  </a:srgbClr>
                </a:gs>
                <a:gs pos="14286">
                  <a:srgbClr val="000000">
                    <a:alpha val="16796"/>
                  </a:srgbClr>
                </a:gs>
                <a:gs pos="28571">
                  <a:srgbClr val="000000">
                    <a:alpha val="13304"/>
                  </a:srgbClr>
                </a:gs>
                <a:gs pos="42857">
                  <a:srgbClr val="000000">
                    <a:alpha val="8939"/>
                  </a:srgbClr>
                </a:gs>
                <a:gs pos="57143">
                  <a:srgbClr val="000000">
                    <a:alpha val="5056"/>
                  </a:srgbClr>
                </a:gs>
                <a:gs pos="71429">
                  <a:srgbClr val="000000">
                    <a:alpha val="2400"/>
                  </a:srgbClr>
                </a:gs>
                <a:gs pos="85714">
                  <a:srgbClr val="000000">
                    <a:alpha val="956"/>
                  </a:srgbClr>
                </a:gs>
                <a:gs pos="100000">
                  <a:srgbClr val="0000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-9822507">
              <a:off x="2385598" y="76637"/>
              <a:ext cx="285576" cy="271517"/>
            </a:xfrm>
            <a:prstGeom prst="ellipse">
              <a:avLst/>
            </a:prstGeom>
            <a:gradFill>
              <a:gsLst>
                <a:gs pos="0">
                  <a:srgbClr val="000000">
                    <a:alpha val="9614"/>
                  </a:srgbClr>
                </a:gs>
                <a:gs pos="14286">
                  <a:srgbClr val="000000">
                    <a:alpha val="8872"/>
                  </a:srgbClr>
                </a:gs>
                <a:gs pos="28571">
                  <a:srgbClr val="000000">
                    <a:alpha val="6960"/>
                  </a:srgbClr>
                </a:gs>
                <a:gs pos="42857">
                  <a:srgbClr val="000000">
                    <a:alpha val="4622"/>
                  </a:srgbClr>
                </a:gs>
                <a:gs pos="57143">
                  <a:srgbClr val="000000">
                    <a:alpha val="2588"/>
                  </a:srgbClr>
                </a:gs>
                <a:gs pos="71429">
                  <a:srgbClr val="000000">
                    <a:alpha val="1220"/>
                  </a:srgbClr>
                </a:gs>
                <a:gs pos="85714">
                  <a:srgbClr val="000000">
                    <a:alpha val="484"/>
                  </a:srgbClr>
                </a:gs>
                <a:gs pos="100000">
                  <a:srgbClr val="00000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4582473">
              <a:off x="713427" y="2587478"/>
              <a:ext cx="220068" cy="135360"/>
            </a:xfrm>
            <a:prstGeom prst="ellipse">
              <a:avLst/>
            </a:prstGeom>
            <a:gradFill>
              <a:gsLst>
                <a:gs pos="0">
                  <a:srgbClr val="4DFFBB">
                    <a:alpha val="4984"/>
                  </a:srgbClr>
                </a:gs>
                <a:gs pos="14286">
                  <a:srgbClr val="4DFFBB">
                    <a:alpha val="4590"/>
                  </a:srgbClr>
                </a:gs>
                <a:gs pos="28571">
                  <a:srgbClr val="4DFFBB">
                    <a:alpha val="3583"/>
                  </a:srgbClr>
                </a:gs>
                <a:gs pos="42857">
                  <a:srgbClr val="4DFFBB">
                    <a:alpha val="2365"/>
                  </a:srgbClr>
                </a:gs>
                <a:gs pos="57143">
                  <a:srgbClr val="4DFFBB">
                    <a:alpha val="1317"/>
                  </a:srgbClr>
                </a:gs>
                <a:gs pos="71429">
                  <a:srgbClr val="4DFFBB">
                    <a:alpha val="619"/>
                  </a:srgbClr>
                </a:gs>
                <a:gs pos="85714">
                  <a:srgbClr val="4DFFBB">
                    <a:alpha val="245"/>
                  </a:srgbClr>
                </a:gs>
                <a:gs pos="100000">
                  <a:srgbClr val="4DFFBB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3416360">
              <a:off x="3023250" y="824512"/>
              <a:ext cx="543381" cy="74905"/>
            </a:xfrm>
            <a:prstGeom prst="ellipse">
              <a:avLst/>
            </a:prstGeom>
            <a:gradFill>
              <a:gsLst>
                <a:gs pos="0">
                  <a:srgbClr val="D35345">
                    <a:alpha val="32968"/>
                  </a:srgbClr>
                </a:gs>
                <a:gs pos="14286">
                  <a:srgbClr val="D35345">
                    <a:alpha val="30764"/>
                  </a:srgbClr>
                </a:gs>
                <a:gs pos="28571">
                  <a:srgbClr val="D35345">
                    <a:alpha val="24833"/>
                  </a:srgbClr>
                </a:gs>
                <a:gs pos="42857">
                  <a:srgbClr val="D35345">
                    <a:alpha val="17075"/>
                  </a:srgbClr>
                </a:gs>
                <a:gs pos="57143">
                  <a:srgbClr val="D35345">
                    <a:alpha val="9855"/>
                  </a:srgbClr>
                </a:gs>
                <a:gs pos="71429">
                  <a:srgbClr val="D35345">
                    <a:alpha val="4740"/>
                  </a:srgbClr>
                </a:gs>
                <a:gs pos="85714">
                  <a:srgbClr val="D35345">
                    <a:alpha val="1902"/>
                  </a:srgbClr>
                </a:gs>
                <a:gs pos="100000">
                  <a:srgbClr val="D353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8875587">
              <a:off x="654585" y="272183"/>
              <a:ext cx="487186" cy="58529"/>
            </a:xfrm>
            <a:prstGeom prst="ellipse">
              <a:avLst/>
            </a:prstGeom>
            <a:gradFill>
              <a:gsLst>
                <a:gs pos="0">
                  <a:srgbClr val="E85A42">
                    <a:alpha val="32968"/>
                  </a:srgbClr>
                </a:gs>
                <a:gs pos="14286">
                  <a:srgbClr val="E85A42">
                    <a:alpha val="30764"/>
                  </a:srgbClr>
                </a:gs>
                <a:gs pos="28571">
                  <a:srgbClr val="E85A42">
                    <a:alpha val="24833"/>
                  </a:srgbClr>
                </a:gs>
                <a:gs pos="42857">
                  <a:srgbClr val="E85A42">
                    <a:alpha val="17075"/>
                  </a:srgbClr>
                </a:gs>
                <a:gs pos="57143">
                  <a:srgbClr val="E85A42">
                    <a:alpha val="9855"/>
                  </a:srgbClr>
                </a:gs>
                <a:gs pos="71429">
                  <a:srgbClr val="E85A42">
                    <a:alpha val="4740"/>
                  </a:srgbClr>
                </a:gs>
                <a:gs pos="85714">
                  <a:srgbClr val="E85A42">
                    <a:alpha val="1902"/>
                  </a:srgbClr>
                </a:gs>
                <a:gs pos="100000">
                  <a:srgbClr val="E85A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-8121213">
              <a:off x="416818" y="1901669"/>
              <a:ext cx="346312" cy="126538"/>
            </a:xfrm>
            <a:prstGeom prst="ellipse">
              <a:avLst/>
            </a:prstGeom>
            <a:gradFill>
              <a:gsLst>
                <a:gs pos="0">
                  <a:srgbClr val="FFFFA4">
                    <a:alpha val="16315"/>
                  </a:srgbClr>
                </a:gs>
                <a:gs pos="14286">
                  <a:srgbClr val="FFFFA4">
                    <a:alpha val="15100"/>
                  </a:srgbClr>
                </a:gs>
                <a:gs pos="28571">
                  <a:srgbClr val="FFFFA4">
                    <a:alpha val="11936"/>
                  </a:srgbClr>
                </a:gs>
                <a:gs pos="42857">
                  <a:srgbClr val="FFFFA4">
                    <a:alpha val="7999"/>
                  </a:srgbClr>
                </a:gs>
                <a:gs pos="57143">
                  <a:srgbClr val="FFFFA4">
                    <a:alpha val="4515"/>
                  </a:srgbClr>
                </a:gs>
                <a:gs pos="71429">
                  <a:srgbClr val="FFFFA4">
                    <a:alpha val="2139"/>
                  </a:srgbClr>
                </a:gs>
                <a:gs pos="85714">
                  <a:srgbClr val="FFFFA4">
                    <a:alpha val="851"/>
                  </a:srgbClr>
                </a:gs>
                <a:gs pos="100000">
                  <a:srgbClr val="FFFFA4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10217794">
              <a:off x="1202015" y="56173"/>
              <a:ext cx="638227" cy="141831"/>
            </a:xfrm>
            <a:prstGeom prst="ellipse">
              <a:avLst/>
            </a:prstGeom>
            <a:gradFill>
              <a:gsLst>
                <a:gs pos="0">
                  <a:srgbClr val="DA513F">
                    <a:alpha val="32968"/>
                  </a:srgbClr>
                </a:gs>
                <a:gs pos="14286">
                  <a:srgbClr val="DA513F">
                    <a:alpha val="30764"/>
                  </a:srgbClr>
                </a:gs>
                <a:gs pos="28571">
                  <a:srgbClr val="DA513F">
                    <a:alpha val="24833"/>
                  </a:srgbClr>
                </a:gs>
                <a:gs pos="42857">
                  <a:srgbClr val="DA513F">
                    <a:alpha val="17075"/>
                  </a:srgbClr>
                </a:gs>
                <a:gs pos="57143">
                  <a:srgbClr val="DA513F">
                    <a:alpha val="9855"/>
                  </a:srgbClr>
                </a:gs>
                <a:gs pos="71429">
                  <a:srgbClr val="DA513F">
                    <a:alpha val="4740"/>
                  </a:srgbClr>
                </a:gs>
                <a:gs pos="85714">
                  <a:srgbClr val="DA513F">
                    <a:alpha val="1902"/>
                  </a:srgbClr>
                </a:gs>
                <a:gs pos="100000">
                  <a:srgbClr val="DA51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10503426">
              <a:off x="132034" y="1452936"/>
              <a:ext cx="443389" cy="61746"/>
            </a:xfrm>
            <a:prstGeom prst="ellipse">
              <a:avLst/>
            </a:prstGeom>
            <a:gradFill>
              <a:gsLst>
                <a:gs pos="0">
                  <a:srgbClr val="740043">
                    <a:alpha val="32968"/>
                  </a:srgbClr>
                </a:gs>
                <a:gs pos="14286">
                  <a:srgbClr val="740043">
                    <a:alpha val="30764"/>
                  </a:srgbClr>
                </a:gs>
                <a:gs pos="28571">
                  <a:srgbClr val="740043">
                    <a:alpha val="24833"/>
                  </a:srgbClr>
                </a:gs>
                <a:gs pos="42857">
                  <a:srgbClr val="740043">
                    <a:alpha val="17075"/>
                  </a:srgbClr>
                </a:gs>
                <a:gs pos="57143">
                  <a:srgbClr val="740043">
                    <a:alpha val="9855"/>
                  </a:srgbClr>
                </a:gs>
                <a:gs pos="71429">
                  <a:srgbClr val="740043">
                    <a:alpha val="4740"/>
                  </a:srgbClr>
                </a:gs>
                <a:gs pos="85714">
                  <a:srgbClr val="740043">
                    <a:alpha val="1902"/>
                  </a:srgbClr>
                </a:gs>
                <a:gs pos="100000">
                  <a:srgbClr val="7400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8782426">
              <a:off x="669396" y="2220105"/>
              <a:ext cx="527352" cy="359258"/>
            </a:xfrm>
            <a:prstGeom prst="ellipse">
              <a:avLst/>
            </a:prstGeom>
            <a:gradFill>
              <a:gsLst>
                <a:gs pos="0">
                  <a:srgbClr val="CDFFC5">
                    <a:alpha val="32968"/>
                  </a:srgbClr>
                </a:gs>
                <a:gs pos="14286">
                  <a:srgbClr val="CDFFC5">
                    <a:alpha val="30764"/>
                  </a:srgbClr>
                </a:gs>
                <a:gs pos="28571">
                  <a:srgbClr val="CDFFC5">
                    <a:alpha val="24833"/>
                  </a:srgbClr>
                </a:gs>
                <a:gs pos="42857">
                  <a:srgbClr val="CDFFC5">
                    <a:alpha val="17075"/>
                  </a:srgbClr>
                </a:gs>
                <a:gs pos="57143">
                  <a:srgbClr val="CDFFC5">
                    <a:alpha val="9855"/>
                  </a:srgbClr>
                </a:gs>
                <a:gs pos="71429">
                  <a:srgbClr val="CDFFC5">
                    <a:alpha val="4740"/>
                  </a:srgbClr>
                </a:gs>
                <a:gs pos="85714">
                  <a:srgbClr val="CDFFC5">
                    <a:alpha val="1902"/>
                  </a:srgbClr>
                </a:gs>
                <a:gs pos="100000">
                  <a:srgbClr val="CDFF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7522195">
              <a:off x="689056" y="750095"/>
              <a:ext cx="565323" cy="97709"/>
            </a:xfrm>
            <a:prstGeom prst="ellipse">
              <a:avLst/>
            </a:prstGeom>
            <a:gradFill>
              <a:gsLst>
                <a:gs pos="0">
                  <a:srgbClr val="D7C791">
                    <a:alpha val="32968"/>
                  </a:srgbClr>
                </a:gs>
                <a:gs pos="14286">
                  <a:srgbClr val="D7C791">
                    <a:alpha val="30764"/>
                  </a:srgbClr>
                </a:gs>
                <a:gs pos="28571">
                  <a:srgbClr val="D7C791">
                    <a:alpha val="24833"/>
                  </a:srgbClr>
                </a:gs>
                <a:gs pos="42857">
                  <a:srgbClr val="D7C791">
                    <a:alpha val="17075"/>
                  </a:srgbClr>
                </a:gs>
                <a:gs pos="57143">
                  <a:srgbClr val="D7C791">
                    <a:alpha val="9855"/>
                  </a:srgbClr>
                </a:gs>
                <a:gs pos="71429">
                  <a:srgbClr val="D7C791">
                    <a:alpha val="4740"/>
                  </a:srgbClr>
                </a:gs>
                <a:gs pos="85714">
                  <a:srgbClr val="D7C791">
                    <a:alpha val="1902"/>
                  </a:srgbClr>
                </a:gs>
                <a:gs pos="100000">
                  <a:srgbClr val="D7C7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-10770674">
              <a:off x="2976324" y="544523"/>
              <a:ext cx="414621" cy="414336"/>
            </a:xfrm>
            <a:prstGeom prst="ellipse">
              <a:avLst/>
            </a:prstGeom>
            <a:gradFill>
              <a:gsLst>
                <a:gs pos="0">
                  <a:srgbClr val="000000">
                    <a:alpha val="4123"/>
                  </a:srgbClr>
                </a:gs>
                <a:gs pos="14286">
                  <a:srgbClr val="000000">
                    <a:alpha val="3796"/>
                  </a:srgbClr>
                </a:gs>
                <a:gs pos="28571">
                  <a:srgbClr val="000000">
                    <a:alpha val="2960"/>
                  </a:srgbClr>
                </a:gs>
                <a:gs pos="42857">
                  <a:srgbClr val="000000">
                    <a:alpha val="1952"/>
                  </a:srgbClr>
                </a:gs>
                <a:gs pos="57143">
                  <a:srgbClr val="000000">
                    <a:alpha val="1086"/>
                  </a:srgbClr>
                </a:gs>
                <a:gs pos="71429">
                  <a:srgbClr val="000000">
                    <a:alpha val="510"/>
                  </a:srgbClr>
                </a:gs>
                <a:gs pos="85714">
                  <a:srgbClr val="000000">
                    <a:alpha val="202"/>
                  </a:srgbClr>
                </a:gs>
                <a:gs pos="100000">
                  <a:srgbClr val="0000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-9809944">
              <a:off x="1149939" y="822814"/>
              <a:ext cx="480525" cy="43188"/>
            </a:xfrm>
            <a:prstGeom prst="ellipse">
              <a:avLst/>
            </a:prstGeom>
            <a:gradFill>
              <a:gsLst>
                <a:gs pos="0">
                  <a:srgbClr val="00003E">
                    <a:alpha val="32968"/>
                  </a:srgbClr>
                </a:gs>
                <a:gs pos="14286">
                  <a:srgbClr val="00003E">
                    <a:alpha val="30764"/>
                  </a:srgbClr>
                </a:gs>
                <a:gs pos="28571">
                  <a:srgbClr val="00003E">
                    <a:alpha val="24833"/>
                  </a:srgbClr>
                </a:gs>
                <a:gs pos="42857">
                  <a:srgbClr val="00003E">
                    <a:alpha val="17075"/>
                  </a:srgbClr>
                </a:gs>
                <a:gs pos="57143">
                  <a:srgbClr val="00003E">
                    <a:alpha val="9855"/>
                  </a:srgbClr>
                </a:gs>
                <a:gs pos="71429">
                  <a:srgbClr val="00003E">
                    <a:alpha val="4740"/>
                  </a:srgbClr>
                </a:gs>
                <a:gs pos="85714">
                  <a:srgbClr val="00003E">
                    <a:alpha val="1902"/>
                  </a:srgbClr>
                </a:gs>
                <a:gs pos="100000">
                  <a:srgbClr val="0000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6615574">
              <a:off x="466125" y="1883688"/>
              <a:ext cx="658879" cy="152550"/>
            </a:xfrm>
            <a:prstGeom prst="ellipse">
              <a:avLst/>
            </a:prstGeom>
            <a:gradFill>
              <a:gsLst>
                <a:gs pos="0">
                  <a:srgbClr val="FFC774">
                    <a:alpha val="32968"/>
                  </a:srgbClr>
                </a:gs>
                <a:gs pos="14286">
                  <a:srgbClr val="FFC774">
                    <a:alpha val="30764"/>
                  </a:srgbClr>
                </a:gs>
                <a:gs pos="28571">
                  <a:srgbClr val="FFC774">
                    <a:alpha val="24833"/>
                  </a:srgbClr>
                </a:gs>
                <a:gs pos="42857">
                  <a:srgbClr val="FFC774">
                    <a:alpha val="17075"/>
                  </a:srgbClr>
                </a:gs>
                <a:gs pos="57143">
                  <a:srgbClr val="FFC774">
                    <a:alpha val="9855"/>
                  </a:srgbClr>
                </a:gs>
                <a:gs pos="71429">
                  <a:srgbClr val="FFC774">
                    <a:alpha val="4740"/>
                  </a:srgbClr>
                </a:gs>
                <a:gs pos="85714">
                  <a:srgbClr val="FFC774">
                    <a:alpha val="1902"/>
                  </a:srgbClr>
                </a:gs>
                <a:gs pos="100000">
                  <a:srgbClr val="FFC7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-9190848">
              <a:off x="743296" y="3352376"/>
              <a:ext cx="541952" cy="68170"/>
            </a:xfrm>
            <a:prstGeom prst="ellipse">
              <a:avLst/>
            </a:prstGeom>
            <a:gradFill>
              <a:gsLst>
                <a:gs pos="0">
                  <a:srgbClr val="E95942">
                    <a:alpha val="32968"/>
                  </a:srgbClr>
                </a:gs>
                <a:gs pos="14286">
                  <a:srgbClr val="E95942">
                    <a:alpha val="30764"/>
                  </a:srgbClr>
                </a:gs>
                <a:gs pos="28571">
                  <a:srgbClr val="E95942">
                    <a:alpha val="24833"/>
                  </a:srgbClr>
                </a:gs>
                <a:gs pos="42857">
                  <a:srgbClr val="E95942">
                    <a:alpha val="17075"/>
                  </a:srgbClr>
                </a:gs>
                <a:gs pos="57143">
                  <a:srgbClr val="E95942">
                    <a:alpha val="9855"/>
                  </a:srgbClr>
                </a:gs>
                <a:gs pos="71429">
                  <a:srgbClr val="E95942">
                    <a:alpha val="4740"/>
                  </a:srgbClr>
                </a:gs>
                <a:gs pos="85714">
                  <a:srgbClr val="E95942">
                    <a:alpha val="1902"/>
                  </a:srgbClr>
                </a:gs>
                <a:gs pos="100000">
                  <a:srgbClr val="E959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5110502">
              <a:off x="1138109" y="-114349"/>
              <a:ext cx="524852" cy="315193"/>
            </a:xfrm>
            <a:prstGeom prst="ellipse">
              <a:avLst/>
            </a:prstGeom>
            <a:gradFill>
              <a:gsLst>
                <a:gs pos="0">
                  <a:srgbClr val="000200">
                    <a:alpha val="1379"/>
                  </a:srgbClr>
                </a:gs>
                <a:gs pos="14286">
                  <a:srgbClr val="000200">
                    <a:alpha val="1268"/>
                  </a:srgbClr>
                </a:gs>
                <a:gs pos="28571">
                  <a:srgbClr val="000200">
                    <a:alpha val="986"/>
                  </a:srgbClr>
                </a:gs>
                <a:gs pos="42857">
                  <a:srgbClr val="000200">
                    <a:alpha val="648"/>
                  </a:srgbClr>
                </a:gs>
                <a:gs pos="57143">
                  <a:srgbClr val="000200">
                    <a:alpha val="359"/>
                  </a:srgbClr>
                </a:gs>
                <a:gs pos="71429">
                  <a:srgbClr val="000200">
                    <a:alpha val="168"/>
                  </a:srgbClr>
                </a:gs>
                <a:gs pos="85714">
                  <a:srgbClr val="000200">
                    <a:alpha val="67"/>
                  </a:srgbClr>
                </a:gs>
                <a:gs pos="100000">
                  <a:srgbClr val="00020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-9961986">
              <a:off x="551797" y="2299290"/>
              <a:ext cx="449224" cy="104555"/>
            </a:xfrm>
            <a:prstGeom prst="ellipse">
              <a:avLst/>
            </a:prstGeom>
            <a:gradFill>
              <a:gsLst>
                <a:gs pos="0">
                  <a:srgbClr val="D6F3A8">
                    <a:alpha val="32968"/>
                  </a:srgbClr>
                </a:gs>
                <a:gs pos="14286">
                  <a:srgbClr val="D6F3A8">
                    <a:alpha val="30764"/>
                  </a:srgbClr>
                </a:gs>
                <a:gs pos="28571">
                  <a:srgbClr val="D6F3A8">
                    <a:alpha val="24833"/>
                  </a:srgbClr>
                </a:gs>
                <a:gs pos="42857">
                  <a:srgbClr val="D6F3A8">
                    <a:alpha val="17075"/>
                  </a:srgbClr>
                </a:gs>
                <a:gs pos="57143">
                  <a:srgbClr val="D6F3A8">
                    <a:alpha val="9855"/>
                  </a:srgbClr>
                </a:gs>
                <a:gs pos="71429">
                  <a:srgbClr val="D6F3A8">
                    <a:alpha val="4740"/>
                  </a:srgbClr>
                </a:gs>
                <a:gs pos="85714">
                  <a:srgbClr val="D6F3A8">
                    <a:alpha val="1902"/>
                  </a:srgbClr>
                </a:gs>
                <a:gs pos="100000">
                  <a:srgbClr val="D6F3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-8975514">
              <a:off x="752341" y="2900843"/>
              <a:ext cx="741613" cy="161668"/>
            </a:xfrm>
            <a:prstGeom prst="ellipse">
              <a:avLst/>
            </a:prstGeom>
            <a:gradFill>
              <a:gsLst>
                <a:gs pos="0">
                  <a:srgbClr val="EBDAA2">
                    <a:alpha val="32968"/>
                  </a:srgbClr>
                </a:gs>
                <a:gs pos="14286">
                  <a:srgbClr val="EBDAA2">
                    <a:alpha val="30764"/>
                  </a:srgbClr>
                </a:gs>
                <a:gs pos="28571">
                  <a:srgbClr val="EBDAA2">
                    <a:alpha val="24833"/>
                  </a:srgbClr>
                </a:gs>
                <a:gs pos="42857">
                  <a:srgbClr val="EBDAA2">
                    <a:alpha val="17075"/>
                  </a:srgbClr>
                </a:gs>
                <a:gs pos="57143">
                  <a:srgbClr val="EBDAA2">
                    <a:alpha val="9855"/>
                  </a:srgbClr>
                </a:gs>
                <a:gs pos="71429">
                  <a:srgbClr val="EBDAA2">
                    <a:alpha val="4740"/>
                  </a:srgbClr>
                </a:gs>
                <a:gs pos="85714">
                  <a:srgbClr val="EBDAA2">
                    <a:alpha val="1902"/>
                  </a:srgbClr>
                </a:gs>
                <a:gs pos="100000">
                  <a:srgbClr val="EBDA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-10678054">
              <a:off x="3268443" y="2214284"/>
              <a:ext cx="395761" cy="394325"/>
            </a:xfrm>
            <a:prstGeom prst="ellipse">
              <a:avLst/>
            </a:prstGeom>
            <a:gradFill>
              <a:gsLst>
                <a:gs pos="0">
                  <a:srgbClr val="000008">
                    <a:alpha val="1924"/>
                  </a:srgbClr>
                </a:gs>
                <a:gs pos="14286">
                  <a:srgbClr val="000008">
                    <a:alpha val="1769"/>
                  </a:srgbClr>
                </a:gs>
                <a:gs pos="28571">
                  <a:srgbClr val="000008">
                    <a:alpha val="1377"/>
                  </a:srgbClr>
                </a:gs>
                <a:gs pos="42857">
                  <a:srgbClr val="000008">
                    <a:alpha val="905"/>
                  </a:srgbClr>
                </a:gs>
                <a:gs pos="57143">
                  <a:srgbClr val="000008">
                    <a:alpha val="503"/>
                  </a:srgbClr>
                </a:gs>
                <a:gs pos="71429">
                  <a:srgbClr val="000008">
                    <a:alpha val="236"/>
                  </a:srgbClr>
                </a:gs>
                <a:gs pos="85714">
                  <a:srgbClr val="000008">
                    <a:alpha val="93"/>
                  </a:srgbClr>
                </a:gs>
                <a:gs pos="100000">
                  <a:srgbClr val="000008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4975830">
              <a:off x="486699" y="2566931"/>
              <a:ext cx="448411" cy="63141"/>
            </a:xfrm>
            <a:prstGeom prst="ellipse">
              <a:avLst/>
            </a:prstGeom>
            <a:gradFill>
              <a:gsLst>
                <a:gs pos="0">
                  <a:srgbClr val="F7FFC7">
                    <a:alpha val="7731"/>
                  </a:srgbClr>
                </a:gs>
                <a:gs pos="14286">
                  <a:srgbClr val="F7FFC7">
                    <a:alpha val="7129"/>
                  </a:srgbClr>
                </a:gs>
                <a:gs pos="28571">
                  <a:srgbClr val="F7FFC7">
                    <a:alpha val="5580"/>
                  </a:srgbClr>
                </a:gs>
                <a:gs pos="42857">
                  <a:srgbClr val="F7FFC7">
                    <a:alpha val="3696"/>
                  </a:srgbClr>
                </a:gs>
                <a:gs pos="57143">
                  <a:srgbClr val="F7FFC7">
                    <a:alpha val="2065"/>
                  </a:srgbClr>
                </a:gs>
                <a:gs pos="71429">
                  <a:srgbClr val="F7FFC7">
                    <a:alpha val="972"/>
                  </a:srgbClr>
                </a:gs>
                <a:gs pos="85714">
                  <a:srgbClr val="F7FFC7">
                    <a:alpha val="386"/>
                  </a:srgbClr>
                </a:gs>
                <a:gs pos="100000">
                  <a:srgbClr val="F7FFC7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6889739">
              <a:off x="562487" y="1247522"/>
              <a:ext cx="385228" cy="263529"/>
            </a:xfrm>
            <a:prstGeom prst="ellipse">
              <a:avLst/>
            </a:prstGeom>
            <a:gradFill>
              <a:gsLst>
                <a:gs pos="0">
                  <a:srgbClr val="FF7E00">
                    <a:alpha val="32968"/>
                  </a:srgbClr>
                </a:gs>
                <a:gs pos="14286">
                  <a:srgbClr val="FF7E00">
                    <a:alpha val="30764"/>
                  </a:srgbClr>
                </a:gs>
                <a:gs pos="28571">
                  <a:srgbClr val="FF7E00">
                    <a:alpha val="24833"/>
                  </a:srgbClr>
                </a:gs>
                <a:gs pos="42857">
                  <a:srgbClr val="FF7E00">
                    <a:alpha val="17075"/>
                  </a:srgbClr>
                </a:gs>
                <a:gs pos="57143">
                  <a:srgbClr val="FF7E00">
                    <a:alpha val="9855"/>
                  </a:srgbClr>
                </a:gs>
                <a:gs pos="71429">
                  <a:srgbClr val="FF7E00">
                    <a:alpha val="4740"/>
                  </a:srgbClr>
                </a:gs>
                <a:gs pos="85714">
                  <a:srgbClr val="FF7E00">
                    <a:alpha val="1902"/>
                  </a:srgbClr>
                </a:gs>
                <a:gs pos="100000">
                  <a:srgbClr val="FF7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7985819">
              <a:off x="845248" y="740965"/>
              <a:ext cx="509186" cy="72911"/>
            </a:xfrm>
            <a:prstGeom prst="ellipse">
              <a:avLst/>
            </a:prstGeom>
            <a:gradFill>
              <a:gsLst>
                <a:gs pos="0">
                  <a:srgbClr val="FFD38B">
                    <a:alpha val="20837"/>
                  </a:srgbClr>
                </a:gs>
                <a:gs pos="14286">
                  <a:srgbClr val="FFD38B">
                    <a:alpha val="19327"/>
                  </a:srgbClr>
                </a:gs>
                <a:gs pos="28571">
                  <a:srgbClr val="FFD38B">
                    <a:alpha val="15359"/>
                  </a:srgbClr>
                </a:gs>
                <a:gs pos="42857">
                  <a:srgbClr val="FFD38B">
                    <a:alpha val="10361"/>
                  </a:srgbClr>
                </a:gs>
                <a:gs pos="57143">
                  <a:srgbClr val="FFD38B">
                    <a:alpha val="5881"/>
                  </a:srgbClr>
                </a:gs>
                <a:gs pos="71429">
                  <a:srgbClr val="FFD38B">
                    <a:alpha val="2797"/>
                  </a:srgbClr>
                </a:gs>
                <a:gs pos="85714">
                  <a:srgbClr val="FFD38B">
                    <a:alpha val="1116"/>
                  </a:srgbClr>
                </a:gs>
                <a:gs pos="100000">
                  <a:srgbClr val="FFD38B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7926729">
              <a:off x="649755" y="1072384"/>
              <a:ext cx="386473" cy="170352"/>
            </a:xfrm>
            <a:prstGeom prst="ellipse">
              <a:avLst/>
            </a:prstGeom>
            <a:gradFill>
              <a:gsLst>
                <a:gs pos="0">
                  <a:srgbClr val="E0D5AD">
                    <a:alpha val="31076"/>
                  </a:srgbClr>
                </a:gs>
                <a:gs pos="14286">
                  <a:srgbClr val="E0D5AD">
                    <a:alpha val="28970"/>
                  </a:srgbClr>
                </a:gs>
                <a:gs pos="28571">
                  <a:srgbClr val="E0D5AD">
                    <a:alpha val="23325"/>
                  </a:srgbClr>
                </a:gs>
                <a:gs pos="42857">
                  <a:srgbClr val="E0D5AD">
                    <a:alpha val="15988"/>
                  </a:srgbClr>
                </a:gs>
                <a:gs pos="57143">
                  <a:srgbClr val="E0D5AD">
                    <a:alpha val="9202"/>
                  </a:srgbClr>
                </a:gs>
                <a:gs pos="71429">
                  <a:srgbClr val="E0D5AD">
                    <a:alpha val="4418"/>
                  </a:srgbClr>
                </a:gs>
                <a:gs pos="85714">
                  <a:srgbClr val="E0D5AD">
                    <a:alpha val="1771"/>
                  </a:srgbClr>
                </a:gs>
                <a:gs pos="100000">
                  <a:srgbClr val="E0D5AD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4448694">
              <a:off x="-149968" y="2263311"/>
              <a:ext cx="564247" cy="84081"/>
            </a:xfrm>
            <a:prstGeom prst="ellipse">
              <a:avLst/>
            </a:prstGeom>
            <a:gradFill>
              <a:gsLst>
                <a:gs pos="0">
                  <a:srgbClr val="F87157">
                    <a:alpha val="32968"/>
                  </a:srgbClr>
                </a:gs>
                <a:gs pos="14286">
                  <a:srgbClr val="F87157">
                    <a:alpha val="30764"/>
                  </a:srgbClr>
                </a:gs>
                <a:gs pos="28571">
                  <a:srgbClr val="F87157">
                    <a:alpha val="24833"/>
                  </a:srgbClr>
                </a:gs>
                <a:gs pos="42857">
                  <a:srgbClr val="F87157">
                    <a:alpha val="17075"/>
                  </a:srgbClr>
                </a:gs>
                <a:gs pos="57143">
                  <a:srgbClr val="F87157">
                    <a:alpha val="9855"/>
                  </a:srgbClr>
                </a:gs>
                <a:gs pos="71429">
                  <a:srgbClr val="F87157">
                    <a:alpha val="4740"/>
                  </a:srgbClr>
                </a:gs>
                <a:gs pos="85714">
                  <a:srgbClr val="F87157">
                    <a:alpha val="1902"/>
                  </a:srgbClr>
                </a:gs>
                <a:gs pos="100000">
                  <a:srgbClr val="F871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691154">
              <a:off x="620166" y="2370170"/>
              <a:ext cx="635554" cy="57423"/>
            </a:xfrm>
            <a:prstGeom prst="ellipse">
              <a:avLst/>
            </a:prstGeom>
            <a:gradFill>
              <a:gsLst>
                <a:gs pos="0">
                  <a:srgbClr val="590051">
                    <a:alpha val="32968"/>
                  </a:srgbClr>
                </a:gs>
                <a:gs pos="14286">
                  <a:srgbClr val="590051">
                    <a:alpha val="30764"/>
                  </a:srgbClr>
                </a:gs>
                <a:gs pos="28571">
                  <a:srgbClr val="590051">
                    <a:alpha val="24833"/>
                  </a:srgbClr>
                </a:gs>
                <a:gs pos="42857">
                  <a:srgbClr val="590051">
                    <a:alpha val="17075"/>
                  </a:srgbClr>
                </a:gs>
                <a:gs pos="57143">
                  <a:srgbClr val="590051">
                    <a:alpha val="9855"/>
                  </a:srgbClr>
                </a:gs>
                <a:gs pos="71429">
                  <a:srgbClr val="590051">
                    <a:alpha val="4740"/>
                  </a:srgbClr>
                </a:gs>
                <a:gs pos="85714">
                  <a:srgbClr val="590051">
                    <a:alpha val="1902"/>
                  </a:srgbClr>
                </a:gs>
                <a:gs pos="100000">
                  <a:srgbClr val="5900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-8419618">
              <a:off x="429721" y="3166978"/>
              <a:ext cx="563695" cy="55350"/>
            </a:xfrm>
            <a:prstGeom prst="ellipse">
              <a:avLst/>
            </a:prstGeom>
            <a:gradFill>
              <a:gsLst>
                <a:gs pos="0">
                  <a:srgbClr val="F56145">
                    <a:alpha val="32968"/>
                  </a:srgbClr>
                </a:gs>
                <a:gs pos="14286">
                  <a:srgbClr val="F56145">
                    <a:alpha val="30764"/>
                  </a:srgbClr>
                </a:gs>
                <a:gs pos="28571">
                  <a:srgbClr val="F56145">
                    <a:alpha val="24833"/>
                  </a:srgbClr>
                </a:gs>
                <a:gs pos="42857">
                  <a:srgbClr val="F56145">
                    <a:alpha val="17075"/>
                  </a:srgbClr>
                </a:gs>
                <a:gs pos="57143">
                  <a:srgbClr val="F56145">
                    <a:alpha val="9855"/>
                  </a:srgbClr>
                </a:gs>
                <a:gs pos="71429">
                  <a:srgbClr val="F56145">
                    <a:alpha val="4740"/>
                  </a:srgbClr>
                </a:gs>
                <a:gs pos="85714">
                  <a:srgbClr val="F56145">
                    <a:alpha val="1902"/>
                  </a:srgbClr>
                </a:gs>
                <a:gs pos="100000">
                  <a:srgbClr val="F561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5004624">
              <a:off x="738486" y="1059334"/>
              <a:ext cx="245003" cy="113636"/>
            </a:xfrm>
            <a:prstGeom prst="ellipse">
              <a:avLst/>
            </a:prstGeom>
            <a:gradFill>
              <a:gsLst>
                <a:gs pos="0">
                  <a:srgbClr val="970030">
                    <a:alpha val="28021"/>
                  </a:srgbClr>
                </a:gs>
                <a:gs pos="14286">
                  <a:srgbClr val="970030">
                    <a:alpha val="26081"/>
                  </a:srgbClr>
                </a:gs>
                <a:gs pos="28571">
                  <a:srgbClr val="970030">
                    <a:alpha val="20915"/>
                  </a:srgbClr>
                </a:gs>
                <a:gs pos="42857">
                  <a:srgbClr val="970030">
                    <a:alpha val="14265"/>
                  </a:srgbClr>
                </a:gs>
                <a:gs pos="57143">
                  <a:srgbClr val="970030">
                    <a:alpha val="8175"/>
                  </a:srgbClr>
                </a:gs>
                <a:gs pos="71429">
                  <a:srgbClr val="970030">
                    <a:alpha val="3913"/>
                  </a:srgbClr>
                </a:gs>
                <a:gs pos="85714">
                  <a:srgbClr val="970030">
                    <a:alpha val="1566"/>
                  </a:srgbClr>
                </a:gs>
                <a:gs pos="100000">
                  <a:srgbClr val="970030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-9170531">
              <a:off x="672618" y="1454125"/>
              <a:ext cx="409745" cy="126862"/>
            </a:xfrm>
            <a:prstGeom prst="ellipse">
              <a:avLst/>
            </a:prstGeom>
            <a:gradFill>
              <a:gsLst>
                <a:gs pos="0">
                  <a:srgbClr val="FA9C59">
                    <a:alpha val="32968"/>
                  </a:srgbClr>
                </a:gs>
                <a:gs pos="14286">
                  <a:srgbClr val="FA9C59">
                    <a:alpha val="30764"/>
                  </a:srgbClr>
                </a:gs>
                <a:gs pos="28571">
                  <a:srgbClr val="FA9C59">
                    <a:alpha val="24833"/>
                  </a:srgbClr>
                </a:gs>
                <a:gs pos="42857">
                  <a:srgbClr val="FA9C59">
                    <a:alpha val="17075"/>
                  </a:srgbClr>
                </a:gs>
                <a:gs pos="57143">
                  <a:srgbClr val="FA9C59">
                    <a:alpha val="9855"/>
                  </a:srgbClr>
                </a:gs>
                <a:gs pos="71429">
                  <a:srgbClr val="FA9C59">
                    <a:alpha val="4740"/>
                  </a:srgbClr>
                </a:gs>
                <a:gs pos="85714">
                  <a:srgbClr val="FA9C59">
                    <a:alpha val="1902"/>
                  </a:srgbClr>
                </a:gs>
                <a:gs pos="100000">
                  <a:srgbClr val="FA9C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-9332873">
              <a:off x="636558" y="2959394"/>
              <a:ext cx="600050" cy="635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3041550">
              <a:off x="527186" y="2589796"/>
              <a:ext cx="349966" cy="34934"/>
            </a:xfrm>
            <a:prstGeom prst="ellipse">
              <a:avLst/>
            </a:prstGeom>
            <a:gradFill>
              <a:gsLst>
                <a:gs pos="0">
                  <a:srgbClr val="85005C">
                    <a:alpha val="32968"/>
                  </a:srgbClr>
                </a:gs>
                <a:gs pos="14286">
                  <a:srgbClr val="85005C">
                    <a:alpha val="30764"/>
                  </a:srgbClr>
                </a:gs>
                <a:gs pos="28571">
                  <a:srgbClr val="85005C">
                    <a:alpha val="24833"/>
                  </a:srgbClr>
                </a:gs>
                <a:gs pos="42857">
                  <a:srgbClr val="85005C">
                    <a:alpha val="17075"/>
                  </a:srgbClr>
                </a:gs>
                <a:gs pos="57143">
                  <a:srgbClr val="85005C">
                    <a:alpha val="9855"/>
                  </a:srgbClr>
                </a:gs>
                <a:gs pos="71429">
                  <a:srgbClr val="85005C">
                    <a:alpha val="4740"/>
                  </a:srgbClr>
                </a:gs>
                <a:gs pos="85714">
                  <a:srgbClr val="85005C">
                    <a:alpha val="1902"/>
                  </a:srgbClr>
                </a:gs>
                <a:gs pos="100000">
                  <a:srgbClr val="8500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-8999411">
              <a:off x="1860319" y="-7382"/>
              <a:ext cx="615969" cy="105070"/>
            </a:xfrm>
            <a:prstGeom prst="ellipse">
              <a:avLst/>
            </a:prstGeom>
            <a:gradFill>
              <a:gsLst>
                <a:gs pos="0">
                  <a:srgbClr val="000000">
                    <a:alpha val="16957"/>
                  </a:srgbClr>
                </a:gs>
                <a:gs pos="14286">
                  <a:srgbClr val="000000">
                    <a:alpha val="15699"/>
                  </a:srgbClr>
                </a:gs>
                <a:gs pos="28571">
                  <a:srgbClr val="000000">
                    <a:alpha val="12419"/>
                  </a:srgbClr>
                </a:gs>
                <a:gs pos="42857">
                  <a:srgbClr val="000000">
                    <a:alpha val="8330"/>
                  </a:srgbClr>
                </a:gs>
                <a:gs pos="57143">
                  <a:srgbClr val="000000">
                    <a:alpha val="4705"/>
                  </a:srgbClr>
                </a:gs>
                <a:gs pos="71429">
                  <a:srgbClr val="000000">
                    <a:alpha val="2231"/>
                  </a:srgbClr>
                </a:gs>
                <a:gs pos="85714">
                  <a:srgbClr val="000000">
                    <a:alpha val="888"/>
                  </a:srgbClr>
                </a:gs>
                <a:gs pos="100000">
                  <a:srgbClr val="0000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-9021300">
              <a:off x="740360" y="3020249"/>
              <a:ext cx="640003" cy="31609"/>
            </a:xfrm>
            <a:prstGeom prst="ellipse">
              <a:avLst/>
            </a:prstGeom>
            <a:gradFill>
              <a:gsLst>
                <a:gs pos="0">
                  <a:srgbClr val="00005A">
                    <a:alpha val="32968"/>
                  </a:srgbClr>
                </a:gs>
                <a:gs pos="14286">
                  <a:srgbClr val="00005A">
                    <a:alpha val="30764"/>
                  </a:srgbClr>
                </a:gs>
                <a:gs pos="28571">
                  <a:srgbClr val="00005A">
                    <a:alpha val="24833"/>
                  </a:srgbClr>
                </a:gs>
                <a:gs pos="42857">
                  <a:srgbClr val="00005A">
                    <a:alpha val="17075"/>
                  </a:srgbClr>
                </a:gs>
                <a:gs pos="57143">
                  <a:srgbClr val="00005A">
                    <a:alpha val="9855"/>
                  </a:srgbClr>
                </a:gs>
                <a:gs pos="71429">
                  <a:srgbClr val="00005A">
                    <a:alpha val="4740"/>
                  </a:srgbClr>
                </a:gs>
                <a:gs pos="85714">
                  <a:srgbClr val="00005A">
                    <a:alpha val="1902"/>
                  </a:srgbClr>
                </a:gs>
                <a:gs pos="100000">
                  <a:srgbClr val="0000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7214994">
              <a:off x="52610" y="842403"/>
              <a:ext cx="576330" cy="100389"/>
            </a:xfrm>
            <a:prstGeom prst="ellipse">
              <a:avLst/>
            </a:prstGeom>
            <a:gradFill>
              <a:gsLst>
                <a:gs pos="0">
                  <a:srgbClr val="EC684F">
                    <a:alpha val="32968"/>
                  </a:srgbClr>
                </a:gs>
                <a:gs pos="14286">
                  <a:srgbClr val="EC684F">
                    <a:alpha val="30764"/>
                  </a:srgbClr>
                </a:gs>
                <a:gs pos="28571">
                  <a:srgbClr val="EC684F">
                    <a:alpha val="24833"/>
                  </a:srgbClr>
                </a:gs>
                <a:gs pos="42857">
                  <a:srgbClr val="EC684F">
                    <a:alpha val="17075"/>
                  </a:srgbClr>
                </a:gs>
                <a:gs pos="57143">
                  <a:srgbClr val="EC684F">
                    <a:alpha val="9855"/>
                  </a:srgbClr>
                </a:gs>
                <a:gs pos="71429">
                  <a:srgbClr val="EC684F">
                    <a:alpha val="4740"/>
                  </a:srgbClr>
                </a:gs>
                <a:gs pos="85714">
                  <a:srgbClr val="EC684F">
                    <a:alpha val="1902"/>
                  </a:srgbClr>
                </a:gs>
                <a:gs pos="100000">
                  <a:srgbClr val="EC68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-9749815">
              <a:off x="672036" y="1299116"/>
              <a:ext cx="428486" cy="307102"/>
            </a:xfrm>
            <a:prstGeom prst="ellipse">
              <a:avLst/>
            </a:prstGeom>
            <a:gradFill>
              <a:gsLst>
                <a:gs pos="0">
                  <a:srgbClr val="FF0063">
                    <a:alpha val="16579"/>
                  </a:srgbClr>
                </a:gs>
                <a:gs pos="14286">
                  <a:srgbClr val="FF0063">
                    <a:alpha val="15347"/>
                  </a:srgbClr>
                </a:gs>
                <a:gs pos="28571">
                  <a:srgbClr val="FF0063">
                    <a:alpha val="12135"/>
                  </a:srgbClr>
                </a:gs>
                <a:gs pos="42857">
                  <a:srgbClr val="FF0063">
                    <a:alpha val="8135"/>
                  </a:srgbClr>
                </a:gs>
                <a:gs pos="57143">
                  <a:srgbClr val="FF0063">
                    <a:alpha val="4593"/>
                  </a:srgbClr>
                </a:gs>
                <a:gs pos="71429">
                  <a:srgbClr val="FF0063">
                    <a:alpha val="2177"/>
                  </a:srgbClr>
                </a:gs>
                <a:gs pos="85714">
                  <a:srgbClr val="FF0063">
                    <a:alpha val="867"/>
                  </a:srgbClr>
                </a:gs>
                <a:gs pos="100000">
                  <a:srgbClr val="FF0063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5262335">
              <a:off x="645620" y="323321"/>
              <a:ext cx="541106" cy="50373"/>
            </a:xfrm>
            <a:prstGeom prst="ellipse">
              <a:avLst/>
            </a:prstGeom>
            <a:gradFill>
              <a:gsLst>
                <a:gs pos="0">
                  <a:srgbClr val="010002">
                    <a:alpha val="19107"/>
                  </a:srgbClr>
                </a:gs>
                <a:gs pos="14286">
                  <a:srgbClr val="010002">
                    <a:alpha val="17708"/>
                  </a:srgbClr>
                </a:gs>
                <a:gs pos="28571">
                  <a:srgbClr val="010002">
                    <a:alpha val="14043"/>
                  </a:srgbClr>
                </a:gs>
                <a:gs pos="42857">
                  <a:srgbClr val="010002">
                    <a:alpha val="9449"/>
                  </a:srgbClr>
                </a:gs>
                <a:gs pos="57143">
                  <a:srgbClr val="010002">
                    <a:alpha val="5351"/>
                  </a:srgbClr>
                </a:gs>
                <a:gs pos="71429">
                  <a:srgbClr val="010002">
                    <a:alpha val="2542"/>
                  </a:srgbClr>
                </a:gs>
                <a:gs pos="85714">
                  <a:srgbClr val="010002">
                    <a:alpha val="1013"/>
                  </a:srgbClr>
                </a:gs>
                <a:gs pos="100000">
                  <a:srgbClr val="010002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-10017582">
              <a:off x="2666320" y="62135"/>
              <a:ext cx="439914" cy="431261"/>
            </a:xfrm>
            <a:prstGeom prst="ellipse">
              <a:avLst/>
            </a:prstGeom>
            <a:gradFill>
              <a:gsLst>
                <a:gs pos="0">
                  <a:srgbClr val="130000">
                    <a:alpha val="1269"/>
                  </a:srgbClr>
                </a:gs>
                <a:gs pos="14286">
                  <a:srgbClr val="130000">
                    <a:alpha val="1167"/>
                  </a:srgbClr>
                </a:gs>
                <a:gs pos="28571">
                  <a:srgbClr val="130000">
                    <a:alpha val="907"/>
                  </a:srgbClr>
                </a:gs>
                <a:gs pos="42857">
                  <a:srgbClr val="130000">
                    <a:alpha val="596"/>
                  </a:srgbClr>
                </a:gs>
                <a:gs pos="57143">
                  <a:srgbClr val="130000">
                    <a:alpha val="331"/>
                  </a:srgbClr>
                </a:gs>
                <a:gs pos="71429">
                  <a:srgbClr val="130000">
                    <a:alpha val="155"/>
                  </a:srgbClr>
                </a:gs>
                <a:gs pos="85714">
                  <a:srgbClr val="130000">
                    <a:alpha val="61"/>
                  </a:srgbClr>
                </a:gs>
                <a:gs pos="100000">
                  <a:srgbClr val="130000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3231143">
              <a:off x="601620" y="2793302"/>
              <a:ext cx="398140" cy="58492"/>
            </a:xfrm>
            <a:prstGeom prst="ellipse">
              <a:avLst/>
            </a:prstGeom>
            <a:gradFill>
              <a:gsLst>
                <a:gs pos="0">
                  <a:srgbClr val="EE00FF">
                    <a:alpha val="3087"/>
                  </a:srgbClr>
                </a:gs>
                <a:gs pos="14286">
                  <a:srgbClr val="EE00FF">
                    <a:alpha val="2841"/>
                  </a:srgbClr>
                </a:gs>
                <a:gs pos="28571">
                  <a:srgbClr val="EE00FF">
                    <a:alpha val="2213"/>
                  </a:srgbClr>
                </a:gs>
                <a:gs pos="42857">
                  <a:srgbClr val="EE00FF">
                    <a:alpha val="1457"/>
                  </a:srgbClr>
                </a:gs>
                <a:gs pos="57143">
                  <a:srgbClr val="EE00FF">
                    <a:alpha val="810"/>
                  </a:srgbClr>
                </a:gs>
                <a:gs pos="71429">
                  <a:srgbClr val="EE00FF">
                    <a:alpha val="380"/>
                  </a:srgbClr>
                </a:gs>
                <a:gs pos="85714">
                  <a:srgbClr val="EE00FF">
                    <a:alpha val="150"/>
                  </a:srgbClr>
                </a:gs>
                <a:gs pos="100000">
                  <a:srgbClr val="EE00FF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-9266989">
              <a:off x="549656" y="2345413"/>
              <a:ext cx="516276" cy="123782"/>
            </a:xfrm>
            <a:prstGeom prst="ellipse">
              <a:avLst/>
            </a:prstGeom>
            <a:gradFill>
              <a:gsLst>
                <a:gs pos="0">
                  <a:srgbClr val="C2EEBB">
                    <a:alpha val="32968"/>
                  </a:srgbClr>
                </a:gs>
                <a:gs pos="14286">
                  <a:srgbClr val="C2EEBB">
                    <a:alpha val="30764"/>
                  </a:srgbClr>
                </a:gs>
                <a:gs pos="28571">
                  <a:srgbClr val="C2EEBB">
                    <a:alpha val="24833"/>
                  </a:srgbClr>
                </a:gs>
                <a:gs pos="42857">
                  <a:srgbClr val="C2EEBB">
                    <a:alpha val="17075"/>
                  </a:srgbClr>
                </a:gs>
                <a:gs pos="57143">
                  <a:srgbClr val="C2EEBB">
                    <a:alpha val="9855"/>
                  </a:srgbClr>
                </a:gs>
                <a:gs pos="71429">
                  <a:srgbClr val="C2EEBB">
                    <a:alpha val="4740"/>
                  </a:srgbClr>
                </a:gs>
                <a:gs pos="85714">
                  <a:srgbClr val="C2EEBB">
                    <a:alpha val="1902"/>
                  </a:srgbClr>
                </a:gs>
                <a:gs pos="100000">
                  <a:srgbClr val="C2EE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3722526">
              <a:off x="177558" y="1841085"/>
              <a:ext cx="364423" cy="179441"/>
            </a:xfrm>
            <a:prstGeom prst="ellipse">
              <a:avLst/>
            </a:prstGeom>
            <a:gradFill>
              <a:gsLst>
                <a:gs pos="0">
                  <a:srgbClr val="FE9456">
                    <a:alpha val="32968"/>
                  </a:srgbClr>
                </a:gs>
                <a:gs pos="14286">
                  <a:srgbClr val="FE9456">
                    <a:alpha val="30764"/>
                  </a:srgbClr>
                </a:gs>
                <a:gs pos="28571">
                  <a:srgbClr val="FE9456">
                    <a:alpha val="24833"/>
                  </a:srgbClr>
                </a:gs>
                <a:gs pos="42857">
                  <a:srgbClr val="FE9456">
                    <a:alpha val="17075"/>
                  </a:srgbClr>
                </a:gs>
                <a:gs pos="57143">
                  <a:srgbClr val="FE9456">
                    <a:alpha val="9855"/>
                  </a:srgbClr>
                </a:gs>
                <a:gs pos="71429">
                  <a:srgbClr val="FE9456">
                    <a:alpha val="4740"/>
                  </a:srgbClr>
                </a:gs>
                <a:gs pos="85714">
                  <a:srgbClr val="FE9456">
                    <a:alpha val="1902"/>
                  </a:srgbClr>
                </a:gs>
                <a:gs pos="100000">
                  <a:srgbClr val="FE94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-8613823">
              <a:off x="450902" y="3118311"/>
              <a:ext cx="561596" cy="100194"/>
            </a:xfrm>
            <a:prstGeom prst="ellipse">
              <a:avLst/>
            </a:prstGeom>
            <a:gradFill>
              <a:gsLst>
                <a:gs pos="0">
                  <a:srgbClr val="EC6040">
                    <a:alpha val="32968"/>
                  </a:srgbClr>
                </a:gs>
                <a:gs pos="14286">
                  <a:srgbClr val="EC6040">
                    <a:alpha val="30764"/>
                  </a:srgbClr>
                </a:gs>
                <a:gs pos="28571">
                  <a:srgbClr val="EC6040">
                    <a:alpha val="24833"/>
                  </a:srgbClr>
                </a:gs>
                <a:gs pos="42857">
                  <a:srgbClr val="EC6040">
                    <a:alpha val="17075"/>
                  </a:srgbClr>
                </a:gs>
                <a:gs pos="57143">
                  <a:srgbClr val="EC6040">
                    <a:alpha val="9855"/>
                  </a:srgbClr>
                </a:gs>
                <a:gs pos="71429">
                  <a:srgbClr val="EC6040">
                    <a:alpha val="4740"/>
                  </a:srgbClr>
                </a:gs>
                <a:gs pos="85714">
                  <a:srgbClr val="EC6040">
                    <a:alpha val="1902"/>
                  </a:srgbClr>
                </a:gs>
                <a:gs pos="100000">
                  <a:srgbClr val="EC60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4086532">
              <a:off x="684621" y="1535092"/>
              <a:ext cx="389540" cy="279463"/>
            </a:xfrm>
            <a:prstGeom prst="ellipse">
              <a:avLst/>
            </a:prstGeom>
            <a:gradFill>
              <a:gsLst>
                <a:gs pos="0">
                  <a:srgbClr val="FFBD7E">
                    <a:alpha val="29990"/>
                  </a:srgbClr>
                </a:gs>
                <a:gs pos="14286">
                  <a:srgbClr val="FFBD7E">
                    <a:alpha val="27942"/>
                  </a:srgbClr>
                </a:gs>
                <a:gs pos="28571">
                  <a:srgbClr val="FFBD7E">
                    <a:alpha val="22465"/>
                  </a:srgbClr>
                </a:gs>
                <a:gs pos="42857">
                  <a:srgbClr val="FFBD7E">
                    <a:alpha val="15371"/>
                  </a:srgbClr>
                </a:gs>
                <a:gs pos="57143">
                  <a:srgbClr val="FFBD7E">
                    <a:alpha val="8833"/>
                  </a:srgbClr>
                </a:gs>
                <a:gs pos="71429">
                  <a:srgbClr val="FFBD7E">
                    <a:alpha val="4236"/>
                  </a:srgbClr>
                </a:gs>
                <a:gs pos="85714">
                  <a:srgbClr val="FFBD7E">
                    <a:alpha val="1697"/>
                  </a:srgbClr>
                </a:gs>
                <a:gs pos="100000">
                  <a:srgbClr val="FFBD7E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3920948">
              <a:off x="113794" y="1194879"/>
              <a:ext cx="487326" cy="215970"/>
            </a:xfrm>
            <a:prstGeom prst="ellipse">
              <a:avLst/>
            </a:prstGeom>
            <a:gradFill>
              <a:gsLst>
                <a:gs pos="0">
                  <a:srgbClr val="F9FFB9">
                    <a:alpha val="30324"/>
                  </a:srgbClr>
                </a:gs>
                <a:gs pos="14286">
                  <a:srgbClr val="F9FFB9">
                    <a:alpha val="28257"/>
                  </a:srgbClr>
                </a:gs>
                <a:gs pos="28571">
                  <a:srgbClr val="F9FFB9">
                    <a:alpha val="22728"/>
                  </a:srgbClr>
                </a:gs>
                <a:gs pos="42857">
                  <a:srgbClr val="F9FFB9">
                    <a:alpha val="15560"/>
                  </a:srgbClr>
                </a:gs>
                <a:gs pos="57143">
                  <a:srgbClr val="F9FFB9">
                    <a:alpha val="8946"/>
                  </a:srgbClr>
                </a:gs>
                <a:gs pos="71429">
                  <a:srgbClr val="F9FFB9">
                    <a:alpha val="4292"/>
                  </a:srgbClr>
                </a:gs>
                <a:gs pos="85714">
                  <a:srgbClr val="F9FFB9">
                    <a:alpha val="1720"/>
                  </a:srgbClr>
                </a:gs>
                <a:gs pos="100000">
                  <a:srgbClr val="F9FFB9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4359410">
              <a:off x="3178719" y="1238944"/>
              <a:ext cx="588226" cy="120027"/>
            </a:xfrm>
            <a:prstGeom prst="ellipse">
              <a:avLst/>
            </a:prstGeom>
            <a:gradFill>
              <a:gsLst>
                <a:gs pos="0">
                  <a:srgbClr val="E55E52">
                    <a:alpha val="32968"/>
                  </a:srgbClr>
                </a:gs>
                <a:gs pos="14286">
                  <a:srgbClr val="E55E52">
                    <a:alpha val="30764"/>
                  </a:srgbClr>
                </a:gs>
                <a:gs pos="28571">
                  <a:srgbClr val="E55E52">
                    <a:alpha val="24833"/>
                  </a:srgbClr>
                </a:gs>
                <a:gs pos="42857">
                  <a:srgbClr val="E55E52">
                    <a:alpha val="17075"/>
                  </a:srgbClr>
                </a:gs>
                <a:gs pos="57143">
                  <a:srgbClr val="E55E52">
                    <a:alpha val="9855"/>
                  </a:srgbClr>
                </a:gs>
                <a:gs pos="71429">
                  <a:srgbClr val="E55E52">
                    <a:alpha val="4740"/>
                  </a:srgbClr>
                </a:gs>
                <a:gs pos="85714">
                  <a:srgbClr val="E55E52">
                    <a:alpha val="1902"/>
                  </a:srgbClr>
                </a:gs>
                <a:gs pos="100000">
                  <a:srgbClr val="E55E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-10180367">
              <a:off x="1839941" y="25750"/>
              <a:ext cx="506572" cy="97139"/>
            </a:xfrm>
            <a:prstGeom prst="ellipse">
              <a:avLst/>
            </a:prstGeom>
            <a:gradFill>
              <a:gsLst>
                <a:gs pos="0">
                  <a:srgbClr val="CA5244">
                    <a:alpha val="32968"/>
                  </a:srgbClr>
                </a:gs>
                <a:gs pos="14286">
                  <a:srgbClr val="CA5244">
                    <a:alpha val="30764"/>
                  </a:srgbClr>
                </a:gs>
                <a:gs pos="28571">
                  <a:srgbClr val="CA5244">
                    <a:alpha val="24833"/>
                  </a:srgbClr>
                </a:gs>
                <a:gs pos="42857">
                  <a:srgbClr val="CA5244">
                    <a:alpha val="17075"/>
                  </a:srgbClr>
                </a:gs>
                <a:gs pos="57143">
                  <a:srgbClr val="CA5244">
                    <a:alpha val="9855"/>
                  </a:srgbClr>
                </a:gs>
                <a:gs pos="71429">
                  <a:srgbClr val="CA5244">
                    <a:alpha val="4740"/>
                  </a:srgbClr>
                </a:gs>
                <a:gs pos="85714">
                  <a:srgbClr val="CA5244">
                    <a:alpha val="1902"/>
                  </a:srgbClr>
                </a:gs>
                <a:gs pos="100000">
                  <a:srgbClr val="CA52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-10782200">
              <a:off x="310294" y="2998655"/>
              <a:ext cx="590299" cy="578510"/>
            </a:xfrm>
            <a:prstGeom prst="ellipse">
              <a:avLst/>
            </a:prstGeom>
            <a:gradFill>
              <a:gsLst>
                <a:gs pos="0">
                  <a:srgbClr val="040001">
                    <a:alpha val="1701"/>
                  </a:srgbClr>
                </a:gs>
                <a:gs pos="14286">
                  <a:srgbClr val="040001">
                    <a:alpha val="1565"/>
                  </a:srgbClr>
                </a:gs>
                <a:gs pos="28571">
                  <a:srgbClr val="040001">
                    <a:alpha val="1217"/>
                  </a:srgbClr>
                </a:gs>
                <a:gs pos="42857">
                  <a:srgbClr val="040001">
                    <a:alpha val="800"/>
                  </a:srgbClr>
                </a:gs>
                <a:gs pos="57143">
                  <a:srgbClr val="040001">
                    <a:alpha val="444"/>
                  </a:srgbClr>
                </a:gs>
                <a:gs pos="71429">
                  <a:srgbClr val="040001">
                    <a:alpha val="208"/>
                  </a:srgbClr>
                </a:gs>
                <a:gs pos="85714">
                  <a:srgbClr val="040001">
                    <a:alpha val="82"/>
                  </a:srgbClr>
                </a:gs>
                <a:gs pos="100000">
                  <a:srgbClr val="040001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10259017">
              <a:off x="588202" y="1243912"/>
              <a:ext cx="385882" cy="211149"/>
            </a:xfrm>
            <a:prstGeom prst="ellipse">
              <a:avLst/>
            </a:prstGeom>
            <a:gradFill>
              <a:gsLst>
                <a:gs pos="0">
                  <a:srgbClr val="CB8B74">
                    <a:alpha val="32968"/>
                  </a:srgbClr>
                </a:gs>
                <a:gs pos="14286">
                  <a:srgbClr val="CB8B74">
                    <a:alpha val="30764"/>
                  </a:srgbClr>
                </a:gs>
                <a:gs pos="28571">
                  <a:srgbClr val="CB8B74">
                    <a:alpha val="24833"/>
                  </a:srgbClr>
                </a:gs>
                <a:gs pos="42857">
                  <a:srgbClr val="CB8B74">
                    <a:alpha val="17075"/>
                  </a:srgbClr>
                </a:gs>
                <a:gs pos="57143">
                  <a:srgbClr val="CB8B74">
                    <a:alpha val="9855"/>
                  </a:srgbClr>
                </a:gs>
                <a:gs pos="71429">
                  <a:srgbClr val="CB8B74">
                    <a:alpha val="4740"/>
                  </a:srgbClr>
                </a:gs>
                <a:gs pos="85714">
                  <a:srgbClr val="CB8B74">
                    <a:alpha val="1902"/>
                  </a:srgbClr>
                </a:gs>
                <a:gs pos="100000">
                  <a:srgbClr val="CB8B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4440110">
              <a:off x="3156961" y="1304339"/>
              <a:ext cx="637416" cy="139457"/>
            </a:xfrm>
            <a:prstGeom prst="ellipse">
              <a:avLst/>
            </a:prstGeom>
            <a:gradFill>
              <a:gsLst>
                <a:gs pos="0">
                  <a:srgbClr val="B13C2F">
                    <a:alpha val="32968"/>
                  </a:srgbClr>
                </a:gs>
                <a:gs pos="14286">
                  <a:srgbClr val="B13C2F">
                    <a:alpha val="30764"/>
                  </a:srgbClr>
                </a:gs>
                <a:gs pos="28571">
                  <a:srgbClr val="B13C2F">
                    <a:alpha val="24833"/>
                  </a:srgbClr>
                </a:gs>
                <a:gs pos="42857">
                  <a:srgbClr val="B13C2F">
                    <a:alpha val="17075"/>
                  </a:srgbClr>
                </a:gs>
                <a:gs pos="57143">
                  <a:srgbClr val="B13C2F">
                    <a:alpha val="9855"/>
                  </a:srgbClr>
                </a:gs>
                <a:gs pos="71429">
                  <a:srgbClr val="B13C2F">
                    <a:alpha val="4740"/>
                  </a:srgbClr>
                </a:gs>
                <a:gs pos="85714">
                  <a:srgbClr val="B13C2F">
                    <a:alpha val="1902"/>
                  </a:srgbClr>
                </a:gs>
                <a:gs pos="100000">
                  <a:srgbClr val="B13C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-8941445">
              <a:off x="1839046" y="1023216"/>
              <a:ext cx="304677" cy="142245"/>
            </a:xfrm>
            <a:prstGeom prst="ellipse">
              <a:avLst/>
            </a:prstGeom>
            <a:gradFill>
              <a:gsLst>
                <a:gs pos="0">
                  <a:srgbClr val="EA995C">
                    <a:alpha val="13218"/>
                  </a:srgbClr>
                </a:gs>
                <a:gs pos="14286">
                  <a:srgbClr val="EA995C">
                    <a:alpha val="12217"/>
                  </a:srgbClr>
                </a:gs>
                <a:gs pos="28571">
                  <a:srgbClr val="EA995C">
                    <a:alpha val="9622"/>
                  </a:srgbClr>
                </a:gs>
                <a:gs pos="42857">
                  <a:srgbClr val="EA995C">
                    <a:alpha val="6421"/>
                  </a:srgbClr>
                </a:gs>
                <a:gs pos="57143">
                  <a:srgbClr val="EA995C">
                    <a:alpha val="3610"/>
                  </a:srgbClr>
                </a:gs>
                <a:gs pos="71429">
                  <a:srgbClr val="EA995C">
                    <a:alpha val="1707"/>
                  </a:srgbClr>
                </a:gs>
                <a:gs pos="85714">
                  <a:srgbClr val="EA995C">
                    <a:alpha val="678"/>
                  </a:srgbClr>
                </a:gs>
                <a:gs pos="100000">
                  <a:srgbClr val="EA995C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5735837">
              <a:off x="-288307" y="1574237"/>
              <a:ext cx="745088" cy="81798"/>
            </a:xfrm>
            <a:prstGeom prst="ellipse">
              <a:avLst/>
            </a:prstGeom>
            <a:gradFill>
              <a:gsLst>
                <a:gs pos="0">
                  <a:srgbClr val="F35F45">
                    <a:alpha val="32968"/>
                  </a:srgbClr>
                </a:gs>
                <a:gs pos="14286">
                  <a:srgbClr val="F35F45">
                    <a:alpha val="30764"/>
                  </a:srgbClr>
                </a:gs>
                <a:gs pos="28571">
                  <a:srgbClr val="F35F45">
                    <a:alpha val="24833"/>
                  </a:srgbClr>
                </a:gs>
                <a:gs pos="42857">
                  <a:srgbClr val="F35F45">
                    <a:alpha val="17075"/>
                  </a:srgbClr>
                </a:gs>
                <a:gs pos="57143">
                  <a:srgbClr val="F35F45">
                    <a:alpha val="9855"/>
                  </a:srgbClr>
                </a:gs>
                <a:gs pos="71429">
                  <a:srgbClr val="F35F45">
                    <a:alpha val="4740"/>
                  </a:srgbClr>
                </a:gs>
                <a:gs pos="85714">
                  <a:srgbClr val="F35F45">
                    <a:alpha val="1902"/>
                  </a:srgbClr>
                </a:gs>
                <a:gs pos="100000">
                  <a:srgbClr val="F35F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3348895">
              <a:off x="315404" y="2363178"/>
              <a:ext cx="395948" cy="82620"/>
            </a:xfrm>
            <a:prstGeom prst="ellipse">
              <a:avLst/>
            </a:prstGeom>
            <a:gradFill>
              <a:gsLst>
                <a:gs pos="0">
                  <a:srgbClr val="FF7C00">
                    <a:alpha val="32968"/>
                  </a:srgbClr>
                </a:gs>
                <a:gs pos="14286">
                  <a:srgbClr val="FF7C00">
                    <a:alpha val="30764"/>
                  </a:srgbClr>
                </a:gs>
                <a:gs pos="28571">
                  <a:srgbClr val="FF7C00">
                    <a:alpha val="24833"/>
                  </a:srgbClr>
                </a:gs>
                <a:gs pos="42857">
                  <a:srgbClr val="FF7C00">
                    <a:alpha val="17075"/>
                  </a:srgbClr>
                </a:gs>
                <a:gs pos="57143">
                  <a:srgbClr val="FF7C00">
                    <a:alpha val="9855"/>
                  </a:srgbClr>
                </a:gs>
                <a:gs pos="71429">
                  <a:srgbClr val="FF7C00">
                    <a:alpha val="4740"/>
                  </a:srgbClr>
                </a:gs>
                <a:gs pos="85714">
                  <a:srgbClr val="FF7C00">
                    <a:alpha val="1902"/>
                  </a:srgbClr>
                </a:gs>
                <a:gs pos="100000">
                  <a:srgbClr val="FF7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-8993953">
              <a:off x="665316" y="3252266"/>
              <a:ext cx="571425" cy="120977"/>
            </a:xfrm>
            <a:prstGeom prst="ellipse">
              <a:avLst/>
            </a:prstGeom>
            <a:gradFill>
              <a:gsLst>
                <a:gs pos="0">
                  <a:srgbClr val="E3553A">
                    <a:alpha val="32968"/>
                  </a:srgbClr>
                </a:gs>
                <a:gs pos="14286">
                  <a:srgbClr val="E3553A">
                    <a:alpha val="30764"/>
                  </a:srgbClr>
                </a:gs>
                <a:gs pos="28571">
                  <a:srgbClr val="E3553A">
                    <a:alpha val="24833"/>
                  </a:srgbClr>
                </a:gs>
                <a:gs pos="42857">
                  <a:srgbClr val="E3553A">
                    <a:alpha val="17075"/>
                  </a:srgbClr>
                </a:gs>
                <a:gs pos="57143">
                  <a:srgbClr val="E3553A">
                    <a:alpha val="9855"/>
                  </a:srgbClr>
                </a:gs>
                <a:gs pos="71429">
                  <a:srgbClr val="E3553A">
                    <a:alpha val="4740"/>
                  </a:srgbClr>
                </a:gs>
                <a:gs pos="85714">
                  <a:srgbClr val="E3553A">
                    <a:alpha val="1902"/>
                  </a:srgbClr>
                </a:gs>
                <a:gs pos="100000">
                  <a:srgbClr val="E355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7988666">
              <a:off x="677638" y="1600064"/>
              <a:ext cx="518901" cy="253412"/>
            </a:xfrm>
            <a:prstGeom prst="ellipse">
              <a:avLst/>
            </a:prstGeom>
            <a:gradFill>
              <a:gsLst>
                <a:gs pos="0">
                  <a:srgbClr val="FF906B">
                    <a:alpha val="32968"/>
                  </a:srgbClr>
                </a:gs>
                <a:gs pos="14286">
                  <a:srgbClr val="FF906B">
                    <a:alpha val="30764"/>
                  </a:srgbClr>
                </a:gs>
                <a:gs pos="28571">
                  <a:srgbClr val="FF906B">
                    <a:alpha val="24833"/>
                  </a:srgbClr>
                </a:gs>
                <a:gs pos="42857">
                  <a:srgbClr val="FF906B">
                    <a:alpha val="17075"/>
                  </a:srgbClr>
                </a:gs>
                <a:gs pos="57143">
                  <a:srgbClr val="FF906B">
                    <a:alpha val="9855"/>
                  </a:srgbClr>
                </a:gs>
                <a:gs pos="71429">
                  <a:srgbClr val="FF906B">
                    <a:alpha val="4740"/>
                  </a:srgbClr>
                </a:gs>
                <a:gs pos="85714">
                  <a:srgbClr val="FF906B">
                    <a:alpha val="1902"/>
                  </a:srgbClr>
                </a:gs>
                <a:gs pos="100000">
                  <a:srgbClr val="FF90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8437528">
              <a:off x="771887" y="1377405"/>
              <a:ext cx="386545" cy="271340"/>
            </a:xfrm>
            <a:prstGeom prst="ellipse">
              <a:avLst/>
            </a:prstGeom>
            <a:gradFill>
              <a:gsLst>
                <a:gs pos="0">
                  <a:srgbClr val="D93E21">
                    <a:alpha val="27320"/>
                  </a:srgbClr>
                </a:gs>
                <a:gs pos="14286">
                  <a:srgbClr val="D93E21">
                    <a:alpha val="25420"/>
                  </a:srgbClr>
                </a:gs>
                <a:gs pos="28571">
                  <a:srgbClr val="D93E21">
                    <a:alpha val="20366"/>
                  </a:srgbClr>
                </a:gs>
                <a:gs pos="42857">
                  <a:srgbClr val="D93E21">
                    <a:alpha val="13875"/>
                  </a:srgbClr>
                </a:gs>
                <a:gs pos="57143">
                  <a:srgbClr val="D93E21">
                    <a:alpha val="7943"/>
                  </a:srgbClr>
                </a:gs>
                <a:gs pos="71429">
                  <a:srgbClr val="D93E21">
                    <a:alpha val="3800"/>
                  </a:srgbClr>
                </a:gs>
                <a:gs pos="85714">
                  <a:srgbClr val="D93E21">
                    <a:alpha val="1520"/>
                  </a:srgbClr>
                </a:gs>
                <a:gs pos="100000">
                  <a:srgbClr val="D93E21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6304983">
              <a:off x="591613" y="976830"/>
              <a:ext cx="398104" cy="29392"/>
            </a:xfrm>
            <a:prstGeom prst="ellipse">
              <a:avLst/>
            </a:prstGeom>
            <a:gradFill>
              <a:gsLst>
                <a:gs pos="0">
                  <a:srgbClr val="DCC374">
                    <a:alpha val="4654"/>
                  </a:srgbClr>
                </a:gs>
                <a:gs pos="14286">
                  <a:srgbClr val="DCC374">
                    <a:alpha val="4286"/>
                  </a:srgbClr>
                </a:gs>
                <a:gs pos="28571">
                  <a:srgbClr val="DCC374">
                    <a:alpha val="3344"/>
                  </a:srgbClr>
                </a:gs>
                <a:gs pos="42857">
                  <a:srgbClr val="DCC374">
                    <a:alpha val="2206"/>
                  </a:srgbClr>
                </a:gs>
                <a:gs pos="57143">
                  <a:srgbClr val="DCC374">
                    <a:alpha val="1228"/>
                  </a:srgbClr>
                </a:gs>
                <a:gs pos="71429">
                  <a:srgbClr val="DCC374">
                    <a:alpha val="577"/>
                  </a:srgbClr>
                </a:gs>
                <a:gs pos="85714">
                  <a:srgbClr val="DCC374">
                    <a:alpha val="229"/>
                  </a:srgbClr>
                </a:gs>
                <a:gs pos="100000">
                  <a:srgbClr val="DCC374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8153607">
              <a:off x="662059" y="1770556"/>
              <a:ext cx="464462" cy="259393"/>
            </a:xfrm>
            <a:prstGeom prst="ellipse">
              <a:avLst/>
            </a:prstGeom>
            <a:gradFill>
              <a:gsLst>
                <a:gs pos="0">
                  <a:srgbClr val="FFFFB4">
                    <a:alpha val="16990"/>
                  </a:srgbClr>
                </a:gs>
                <a:gs pos="14286">
                  <a:srgbClr val="FFFFB4">
                    <a:alpha val="15730"/>
                  </a:srgbClr>
                </a:gs>
                <a:gs pos="28571">
                  <a:srgbClr val="FFFFB4">
                    <a:alpha val="12443"/>
                  </a:srgbClr>
                </a:gs>
                <a:gs pos="42857">
                  <a:srgbClr val="FFFFB4">
                    <a:alpha val="8347"/>
                  </a:srgbClr>
                </a:gs>
                <a:gs pos="57143">
                  <a:srgbClr val="FFFFB4">
                    <a:alpha val="4715"/>
                  </a:srgbClr>
                </a:gs>
                <a:gs pos="71429">
                  <a:srgbClr val="FFFFB4">
                    <a:alpha val="2235"/>
                  </a:srgbClr>
                </a:gs>
                <a:gs pos="85714">
                  <a:srgbClr val="FFFFB4">
                    <a:alpha val="890"/>
                  </a:srgbClr>
                </a:gs>
                <a:gs pos="100000">
                  <a:srgbClr val="FFFFB4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10283004">
              <a:off x="926588" y="906297"/>
              <a:ext cx="412208" cy="198134"/>
            </a:xfrm>
            <a:prstGeom prst="ellipse">
              <a:avLst/>
            </a:prstGeom>
            <a:gradFill>
              <a:gsLst>
                <a:gs pos="0">
                  <a:srgbClr val="E4C193">
                    <a:alpha val="32968"/>
                  </a:srgbClr>
                </a:gs>
                <a:gs pos="14286">
                  <a:srgbClr val="E4C193">
                    <a:alpha val="30764"/>
                  </a:srgbClr>
                </a:gs>
                <a:gs pos="28571">
                  <a:srgbClr val="E4C193">
                    <a:alpha val="24833"/>
                  </a:srgbClr>
                </a:gs>
                <a:gs pos="42857">
                  <a:srgbClr val="E4C193">
                    <a:alpha val="17075"/>
                  </a:srgbClr>
                </a:gs>
                <a:gs pos="57143">
                  <a:srgbClr val="E4C193">
                    <a:alpha val="9855"/>
                  </a:srgbClr>
                </a:gs>
                <a:gs pos="71429">
                  <a:srgbClr val="E4C193">
                    <a:alpha val="4740"/>
                  </a:srgbClr>
                </a:gs>
                <a:gs pos="85714">
                  <a:srgbClr val="E4C193">
                    <a:alpha val="1902"/>
                  </a:srgbClr>
                </a:gs>
                <a:gs pos="100000">
                  <a:srgbClr val="E4C1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10582822">
              <a:off x="135743" y="1722502"/>
              <a:ext cx="373596" cy="86529"/>
            </a:xfrm>
            <a:prstGeom prst="ellipse">
              <a:avLst/>
            </a:prstGeom>
            <a:gradFill>
              <a:gsLst>
                <a:gs pos="0">
                  <a:srgbClr val="9E0049">
                    <a:alpha val="32968"/>
                  </a:srgbClr>
                </a:gs>
                <a:gs pos="14286">
                  <a:srgbClr val="9E0049">
                    <a:alpha val="30764"/>
                  </a:srgbClr>
                </a:gs>
                <a:gs pos="28571">
                  <a:srgbClr val="9E0049">
                    <a:alpha val="24833"/>
                  </a:srgbClr>
                </a:gs>
                <a:gs pos="42857">
                  <a:srgbClr val="9E0049">
                    <a:alpha val="17075"/>
                  </a:srgbClr>
                </a:gs>
                <a:gs pos="57143">
                  <a:srgbClr val="9E0049">
                    <a:alpha val="9855"/>
                  </a:srgbClr>
                </a:gs>
                <a:gs pos="71429">
                  <a:srgbClr val="9E0049">
                    <a:alpha val="4740"/>
                  </a:srgbClr>
                </a:gs>
                <a:gs pos="85714">
                  <a:srgbClr val="9E0049">
                    <a:alpha val="1902"/>
                  </a:srgbClr>
                </a:gs>
                <a:gs pos="100000">
                  <a:srgbClr val="9E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5848642">
              <a:off x="394487" y="826623"/>
              <a:ext cx="635047" cy="186131"/>
            </a:xfrm>
            <a:prstGeom prst="ellipse">
              <a:avLst/>
            </a:prstGeom>
            <a:gradFill>
              <a:gsLst>
                <a:gs pos="0">
                  <a:srgbClr val="E2AE8F">
                    <a:alpha val="18567"/>
                  </a:srgbClr>
                </a:gs>
                <a:gs pos="14286">
                  <a:srgbClr val="E2AE8F">
                    <a:alpha val="17203"/>
                  </a:srgbClr>
                </a:gs>
                <a:gs pos="28571">
                  <a:srgbClr val="E2AE8F">
                    <a:alpha val="13634"/>
                  </a:srgbClr>
                </a:gs>
                <a:gs pos="42857">
                  <a:srgbClr val="E2AE8F">
                    <a:alpha val="9166"/>
                  </a:srgbClr>
                </a:gs>
                <a:gs pos="57143">
                  <a:srgbClr val="E2AE8F">
                    <a:alpha val="5188"/>
                  </a:srgbClr>
                </a:gs>
                <a:gs pos="71429">
                  <a:srgbClr val="E2AE8F">
                    <a:alpha val="2463"/>
                  </a:srgbClr>
                </a:gs>
                <a:gs pos="85714">
                  <a:srgbClr val="E2AE8F">
                    <a:alpha val="981"/>
                  </a:srgbClr>
                </a:gs>
                <a:gs pos="100000">
                  <a:srgbClr val="E2AE8F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4781286">
              <a:off x="748544" y="-169803"/>
              <a:ext cx="561733" cy="551653"/>
            </a:xfrm>
            <a:prstGeom prst="ellipse">
              <a:avLst/>
            </a:prstGeom>
            <a:gradFill>
              <a:gsLst>
                <a:gs pos="0">
                  <a:srgbClr val="010001">
                    <a:alpha val="3337"/>
                  </a:srgbClr>
                </a:gs>
                <a:gs pos="14286">
                  <a:srgbClr val="010001">
                    <a:alpha val="3071"/>
                  </a:srgbClr>
                </a:gs>
                <a:gs pos="28571">
                  <a:srgbClr val="010001">
                    <a:alpha val="2393"/>
                  </a:srgbClr>
                </a:gs>
                <a:gs pos="42857">
                  <a:srgbClr val="010001">
                    <a:alpha val="1576"/>
                  </a:srgbClr>
                </a:gs>
                <a:gs pos="57143">
                  <a:srgbClr val="010001">
                    <a:alpha val="876"/>
                  </a:srgbClr>
                </a:gs>
                <a:gs pos="71429">
                  <a:srgbClr val="010001">
                    <a:alpha val="411"/>
                  </a:srgbClr>
                </a:gs>
                <a:gs pos="85714">
                  <a:srgbClr val="010001">
                    <a:alpha val="163"/>
                  </a:srgbClr>
                </a:gs>
                <a:gs pos="100000">
                  <a:srgbClr val="010001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6366164">
              <a:off x="264477" y="2087356"/>
              <a:ext cx="450009" cy="94069"/>
            </a:xfrm>
            <a:prstGeom prst="ellipse">
              <a:avLst/>
            </a:prstGeom>
            <a:gradFill>
              <a:gsLst>
                <a:gs pos="0">
                  <a:srgbClr val="7B0000">
                    <a:alpha val="32968"/>
                  </a:srgbClr>
                </a:gs>
                <a:gs pos="14286">
                  <a:srgbClr val="7B0000">
                    <a:alpha val="30764"/>
                  </a:srgbClr>
                </a:gs>
                <a:gs pos="28571">
                  <a:srgbClr val="7B0000">
                    <a:alpha val="24833"/>
                  </a:srgbClr>
                </a:gs>
                <a:gs pos="42857">
                  <a:srgbClr val="7B0000">
                    <a:alpha val="17075"/>
                  </a:srgbClr>
                </a:gs>
                <a:gs pos="57143">
                  <a:srgbClr val="7B0000">
                    <a:alpha val="9855"/>
                  </a:srgbClr>
                </a:gs>
                <a:gs pos="71429">
                  <a:srgbClr val="7B0000">
                    <a:alpha val="4740"/>
                  </a:srgbClr>
                </a:gs>
                <a:gs pos="85714">
                  <a:srgbClr val="7B0000">
                    <a:alpha val="1902"/>
                  </a:srgbClr>
                </a:gs>
                <a:gs pos="100000">
                  <a:srgbClr val="7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2781455">
              <a:off x="607771" y="2880383"/>
              <a:ext cx="405892" cy="51812"/>
            </a:xfrm>
            <a:prstGeom prst="ellipse">
              <a:avLst/>
            </a:prstGeom>
            <a:gradFill>
              <a:gsLst>
                <a:gs pos="0">
                  <a:srgbClr val="FFC500">
                    <a:alpha val="15044"/>
                  </a:srgbClr>
                </a:gs>
                <a:gs pos="14286">
                  <a:srgbClr val="FFC500">
                    <a:alpha val="13916"/>
                  </a:srgbClr>
                </a:gs>
                <a:gs pos="28571">
                  <a:srgbClr val="FFC500">
                    <a:alpha val="10984"/>
                  </a:srgbClr>
                </a:gs>
                <a:gs pos="42857">
                  <a:srgbClr val="FFC500">
                    <a:alpha val="7348"/>
                  </a:srgbClr>
                </a:gs>
                <a:gs pos="57143">
                  <a:srgbClr val="FFC500">
                    <a:alpha val="4141"/>
                  </a:srgbClr>
                </a:gs>
                <a:gs pos="71429">
                  <a:srgbClr val="FFC500">
                    <a:alpha val="1960"/>
                  </a:srgbClr>
                </a:gs>
                <a:gs pos="85714">
                  <a:srgbClr val="FFC500">
                    <a:alpha val="780"/>
                  </a:srgbClr>
                </a:gs>
                <a:gs pos="100000">
                  <a:srgbClr val="FFC500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-9381826">
              <a:off x="779351" y="3464556"/>
              <a:ext cx="662107" cy="40849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-9668867">
              <a:off x="765131" y="2418569"/>
              <a:ext cx="474264" cy="247315"/>
            </a:xfrm>
            <a:prstGeom prst="ellipse">
              <a:avLst/>
            </a:prstGeom>
            <a:gradFill>
              <a:gsLst>
                <a:gs pos="0">
                  <a:srgbClr val="F5FEBF">
                    <a:alpha val="31324"/>
                  </a:srgbClr>
                </a:gs>
                <a:gs pos="14286">
                  <a:srgbClr val="F5FEBF">
                    <a:alpha val="29205"/>
                  </a:srgbClr>
                </a:gs>
                <a:gs pos="28571">
                  <a:srgbClr val="F5FEBF">
                    <a:alpha val="23522"/>
                  </a:srgbClr>
                </a:gs>
                <a:gs pos="42857">
                  <a:srgbClr val="F5FEBF">
                    <a:alpha val="16129"/>
                  </a:srgbClr>
                </a:gs>
                <a:gs pos="57143">
                  <a:srgbClr val="F5FEBF">
                    <a:alpha val="9287"/>
                  </a:srgbClr>
                </a:gs>
                <a:gs pos="71429">
                  <a:srgbClr val="F5FEBF">
                    <a:alpha val="4460"/>
                  </a:srgbClr>
                </a:gs>
                <a:gs pos="85714">
                  <a:srgbClr val="F5FEBF">
                    <a:alpha val="1788"/>
                  </a:srgbClr>
                </a:gs>
                <a:gs pos="100000">
                  <a:srgbClr val="F5FEBF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7973649">
              <a:off x="591633" y="2745870"/>
              <a:ext cx="466726" cy="345726"/>
            </a:xfrm>
            <a:prstGeom prst="ellipse">
              <a:avLst/>
            </a:prstGeom>
            <a:gradFill>
              <a:gsLst>
                <a:gs pos="0">
                  <a:srgbClr val="EB0042">
                    <a:alpha val="12983"/>
                  </a:srgbClr>
                </a:gs>
                <a:gs pos="14286">
                  <a:srgbClr val="EB0042">
                    <a:alpha val="11998"/>
                  </a:srgbClr>
                </a:gs>
                <a:gs pos="28571">
                  <a:srgbClr val="EB0042">
                    <a:alpha val="9448"/>
                  </a:srgbClr>
                </a:gs>
                <a:gs pos="42857">
                  <a:srgbClr val="EB0042">
                    <a:alpha val="6302"/>
                  </a:srgbClr>
                </a:gs>
                <a:gs pos="57143">
                  <a:srgbClr val="EB0042">
                    <a:alpha val="3543"/>
                  </a:srgbClr>
                </a:gs>
                <a:gs pos="71429">
                  <a:srgbClr val="EB0042">
                    <a:alpha val="1674"/>
                  </a:srgbClr>
                </a:gs>
                <a:gs pos="85714">
                  <a:srgbClr val="EB0042">
                    <a:alpha val="665"/>
                  </a:srgbClr>
                </a:gs>
                <a:gs pos="100000">
                  <a:srgbClr val="EB0042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-8512751">
              <a:off x="496305" y="2990215"/>
              <a:ext cx="264786" cy="140235"/>
            </a:xfrm>
            <a:prstGeom prst="ellipse">
              <a:avLst/>
            </a:prstGeom>
            <a:gradFill>
              <a:gsLst>
                <a:gs pos="0">
                  <a:srgbClr val="F26248">
                    <a:alpha val="32964"/>
                  </a:srgbClr>
                </a:gs>
                <a:gs pos="14286">
                  <a:srgbClr val="F26248">
                    <a:alpha val="30760"/>
                  </a:srgbClr>
                </a:gs>
                <a:gs pos="28571">
                  <a:srgbClr val="F26248">
                    <a:alpha val="24830"/>
                  </a:srgbClr>
                </a:gs>
                <a:gs pos="42857">
                  <a:srgbClr val="F26248">
                    <a:alpha val="17073"/>
                  </a:srgbClr>
                </a:gs>
                <a:gs pos="57143">
                  <a:srgbClr val="F26248">
                    <a:alpha val="9854"/>
                  </a:srgbClr>
                </a:gs>
                <a:gs pos="71429">
                  <a:srgbClr val="F26248">
                    <a:alpha val="4740"/>
                  </a:srgbClr>
                </a:gs>
                <a:gs pos="85714">
                  <a:srgbClr val="F26248">
                    <a:alpha val="1902"/>
                  </a:srgbClr>
                </a:gs>
                <a:gs pos="100000">
                  <a:srgbClr val="F262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3281132">
              <a:off x="413919" y="2532372"/>
              <a:ext cx="402645" cy="41768"/>
            </a:xfrm>
            <a:prstGeom prst="ellipse">
              <a:avLst/>
            </a:prstGeom>
            <a:gradFill>
              <a:gsLst>
                <a:gs pos="0">
                  <a:srgbClr val="FFCD5B">
                    <a:alpha val="17979"/>
                  </a:srgbClr>
                </a:gs>
                <a:gs pos="14286">
                  <a:srgbClr val="FFCD5B">
                    <a:alpha val="16653"/>
                  </a:srgbClr>
                </a:gs>
                <a:gs pos="28571">
                  <a:srgbClr val="FFCD5B">
                    <a:alpha val="13189"/>
                  </a:srgbClr>
                </a:gs>
                <a:gs pos="42857">
                  <a:srgbClr val="FFCD5B">
                    <a:alpha val="8860"/>
                  </a:srgbClr>
                </a:gs>
                <a:gs pos="57143">
                  <a:srgbClr val="FFCD5B">
                    <a:alpha val="5011"/>
                  </a:srgbClr>
                </a:gs>
                <a:gs pos="71429">
                  <a:srgbClr val="FFCD5B">
                    <a:alpha val="2378"/>
                  </a:srgbClr>
                </a:gs>
                <a:gs pos="85714">
                  <a:srgbClr val="FFCD5B">
                    <a:alpha val="947"/>
                  </a:srgbClr>
                </a:gs>
                <a:gs pos="100000">
                  <a:srgbClr val="FFCD5B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4272416">
              <a:off x="168518" y="2104655"/>
              <a:ext cx="615945" cy="57049"/>
            </a:xfrm>
            <a:prstGeom prst="ellipse">
              <a:avLst/>
            </a:prstGeom>
            <a:gradFill>
              <a:gsLst>
                <a:gs pos="0">
                  <a:srgbClr val="FFB134">
                    <a:alpha val="11478"/>
                  </a:srgbClr>
                </a:gs>
                <a:gs pos="14286">
                  <a:srgbClr val="FFB134">
                    <a:alpha val="10601"/>
                  </a:srgbClr>
                </a:gs>
                <a:gs pos="28571">
                  <a:srgbClr val="FFB134">
                    <a:alpha val="8333"/>
                  </a:srgbClr>
                </a:gs>
                <a:gs pos="42857">
                  <a:srgbClr val="FFB134">
                    <a:alpha val="5547"/>
                  </a:srgbClr>
                </a:gs>
                <a:gs pos="57143">
                  <a:srgbClr val="FFB134">
                    <a:alpha val="3113"/>
                  </a:srgbClr>
                </a:gs>
                <a:gs pos="71429">
                  <a:srgbClr val="FFB134">
                    <a:alpha val="1469"/>
                  </a:srgbClr>
                </a:gs>
                <a:gs pos="85714">
                  <a:srgbClr val="FFB134">
                    <a:alpha val="584"/>
                  </a:srgbClr>
                </a:gs>
                <a:gs pos="100000">
                  <a:srgbClr val="FFB134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-8683040">
              <a:off x="516868" y="3104348"/>
              <a:ext cx="650028" cy="176765"/>
            </a:xfrm>
            <a:prstGeom prst="ellipse">
              <a:avLst/>
            </a:prstGeom>
            <a:gradFill>
              <a:gsLst>
                <a:gs pos="0">
                  <a:srgbClr val="F95E46">
                    <a:alpha val="32968"/>
                  </a:srgbClr>
                </a:gs>
                <a:gs pos="14286">
                  <a:srgbClr val="F95E46">
                    <a:alpha val="30764"/>
                  </a:srgbClr>
                </a:gs>
                <a:gs pos="28571">
                  <a:srgbClr val="F95E46">
                    <a:alpha val="24833"/>
                  </a:srgbClr>
                </a:gs>
                <a:gs pos="42857">
                  <a:srgbClr val="F95E46">
                    <a:alpha val="17075"/>
                  </a:srgbClr>
                </a:gs>
                <a:gs pos="57143">
                  <a:srgbClr val="F95E46">
                    <a:alpha val="9855"/>
                  </a:srgbClr>
                </a:gs>
                <a:gs pos="71429">
                  <a:srgbClr val="F95E46">
                    <a:alpha val="4740"/>
                  </a:srgbClr>
                </a:gs>
                <a:gs pos="85714">
                  <a:srgbClr val="F95E46">
                    <a:alpha val="1902"/>
                  </a:srgbClr>
                </a:gs>
                <a:gs pos="100000">
                  <a:srgbClr val="F95E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4397097">
              <a:off x="165342" y="1572193"/>
              <a:ext cx="352855" cy="164257"/>
            </a:xfrm>
            <a:prstGeom prst="ellipse">
              <a:avLst/>
            </a:prstGeom>
            <a:gradFill>
              <a:gsLst>
                <a:gs pos="0">
                  <a:srgbClr val="FFFDA6">
                    <a:alpha val="32944"/>
                  </a:srgbClr>
                </a:gs>
                <a:gs pos="14286">
                  <a:srgbClr val="FFFDA6">
                    <a:alpha val="30741"/>
                  </a:srgbClr>
                </a:gs>
                <a:gs pos="28571">
                  <a:srgbClr val="FFFDA6">
                    <a:alpha val="24813"/>
                  </a:srgbClr>
                </a:gs>
                <a:gs pos="42857">
                  <a:srgbClr val="FFFDA6">
                    <a:alpha val="17061"/>
                  </a:srgbClr>
                </a:gs>
                <a:gs pos="57143">
                  <a:srgbClr val="FFFDA6">
                    <a:alpha val="9846"/>
                  </a:srgbClr>
                </a:gs>
                <a:gs pos="71429">
                  <a:srgbClr val="FFFDA6">
                    <a:alpha val="4736"/>
                  </a:srgbClr>
                </a:gs>
                <a:gs pos="85714">
                  <a:srgbClr val="FFFDA6">
                    <a:alpha val="1900"/>
                  </a:srgbClr>
                </a:gs>
                <a:gs pos="100000">
                  <a:srgbClr val="FFFD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-9693026">
              <a:off x="848134" y="2592891"/>
              <a:ext cx="551939" cy="175060"/>
            </a:xfrm>
            <a:prstGeom prst="ellipse">
              <a:avLst/>
            </a:prstGeom>
            <a:gradFill>
              <a:gsLst>
                <a:gs pos="0">
                  <a:srgbClr val="FFEE9F">
                    <a:alpha val="27878"/>
                  </a:srgbClr>
                </a:gs>
                <a:gs pos="14286">
                  <a:srgbClr val="FFEE9F">
                    <a:alpha val="25946"/>
                  </a:srgbClr>
                </a:gs>
                <a:gs pos="28571">
                  <a:srgbClr val="FFEE9F">
                    <a:alpha val="20802"/>
                  </a:srgbClr>
                </a:gs>
                <a:gs pos="42857">
                  <a:srgbClr val="FFEE9F">
                    <a:alpha val="14185"/>
                  </a:srgbClr>
                </a:gs>
                <a:gs pos="57143">
                  <a:srgbClr val="FFEE9F">
                    <a:alpha val="8127"/>
                  </a:srgbClr>
                </a:gs>
                <a:gs pos="71429">
                  <a:srgbClr val="FFEE9F">
                    <a:alpha val="3890"/>
                  </a:srgbClr>
                </a:gs>
                <a:gs pos="85714">
                  <a:srgbClr val="FFEE9F">
                    <a:alpha val="1557"/>
                  </a:srgbClr>
                </a:gs>
                <a:gs pos="100000">
                  <a:srgbClr val="FFEE9F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10649247">
              <a:off x="1434611" y="19435"/>
              <a:ext cx="682176" cy="109558"/>
            </a:xfrm>
            <a:prstGeom prst="ellipse">
              <a:avLst/>
            </a:prstGeom>
            <a:gradFill>
              <a:gsLst>
                <a:gs pos="0">
                  <a:srgbClr val="ED5D4B">
                    <a:alpha val="32968"/>
                  </a:srgbClr>
                </a:gs>
                <a:gs pos="14286">
                  <a:srgbClr val="ED5D4B">
                    <a:alpha val="30764"/>
                  </a:srgbClr>
                </a:gs>
                <a:gs pos="28571">
                  <a:srgbClr val="ED5D4B">
                    <a:alpha val="24833"/>
                  </a:srgbClr>
                </a:gs>
                <a:gs pos="42857">
                  <a:srgbClr val="ED5D4B">
                    <a:alpha val="17075"/>
                  </a:srgbClr>
                </a:gs>
                <a:gs pos="57143">
                  <a:srgbClr val="ED5D4B">
                    <a:alpha val="9855"/>
                  </a:srgbClr>
                </a:gs>
                <a:gs pos="71429">
                  <a:srgbClr val="ED5D4B">
                    <a:alpha val="4740"/>
                  </a:srgbClr>
                </a:gs>
                <a:gs pos="85714">
                  <a:srgbClr val="ED5D4B">
                    <a:alpha val="1902"/>
                  </a:srgbClr>
                </a:gs>
                <a:gs pos="100000">
                  <a:srgbClr val="ED5D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-10467524">
              <a:off x="1303892" y="874252"/>
              <a:ext cx="572218" cy="56088"/>
            </a:xfrm>
            <a:prstGeom prst="ellipse">
              <a:avLst/>
            </a:prstGeom>
            <a:gradFill>
              <a:gsLst>
                <a:gs pos="0">
                  <a:srgbClr val="F7BA93">
                    <a:alpha val="31328"/>
                  </a:srgbClr>
                </a:gs>
                <a:gs pos="14286">
                  <a:srgbClr val="F7BA93">
                    <a:alpha val="29209"/>
                  </a:srgbClr>
                </a:gs>
                <a:gs pos="28571">
                  <a:srgbClr val="F7BA93">
                    <a:alpha val="23525"/>
                  </a:srgbClr>
                </a:gs>
                <a:gs pos="42857">
                  <a:srgbClr val="F7BA93">
                    <a:alpha val="16132"/>
                  </a:srgbClr>
                </a:gs>
                <a:gs pos="57143">
                  <a:srgbClr val="F7BA93">
                    <a:alpha val="9288"/>
                  </a:srgbClr>
                </a:gs>
                <a:gs pos="71429">
                  <a:srgbClr val="F7BA93">
                    <a:alpha val="4460"/>
                  </a:srgbClr>
                </a:gs>
                <a:gs pos="85714">
                  <a:srgbClr val="F7BA93">
                    <a:alpha val="1788"/>
                  </a:srgbClr>
                </a:gs>
                <a:gs pos="100000">
                  <a:srgbClr val="F7BA93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3945849">
              <a:off x="312618" y="2119886"/>
              <a:ext cx="519241" cy="98889"/>
            </a:xfrm>
            <a:prstGeom prst="ellipse">
              <a:avLst/>
            </a:prstGeom>
            <a:gradFill>
              <a:gsLst>
                <a:gs pos="0">
                  <a:srgbClr val="FFCDAA">
                    <a:alpha val="13091"/>
                  </a:srgbClr>
                </a:gs>
                <a:gs pos="14286">
                  <a:srgbClr val="FFCDAA">
                    <a:alpha val="12099"/>
                  </a:srgbClr>
                </a:gs>
                <a:gs pos="28571">
                  <a:srgbClr val="FFCDAA">
                    <a:alpha val="9528"/>
                  </a:srgbClr>
                </a:gs>
                <a:gs pos="42857">
                  <a:srgbClr val="FFCDAA">
                    <a:alpha val="6357"/>
                  </a:srgbClr>
                </a:gs>
                <a:gs pos="57143">
                  <a:srgbClr val="FFCDAA">
                    <a:alpha val="3574"/>
                  </a:srgbClr>
                </a:gs>
                <a:gs pos="71429">
                  <a:srgbClr val="FFCDAA">
                    <a:alpha val="1689"/>
                  </a:srgbClr>
                </a:gs>
                <a:gs pos="85714">
                  <a:srgbClr val="FFCDAA">
                    <a:alpha val="671"/>
                  </a:srgbClr>
                </a:gs>
                <a:gs pos="100000">
                  <a:srgbClr val="FFCDAA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6550162">
              <a:off x="838315" y="573731"/>
              <a:ext cx="306053" cy="44688"/>
            </a:xfrm>
            <a:prstGeom prst="ellipse">
              <a:avLst/>
            </a:prstGeom>
            <a:gradFill>
              <a:gsLst>
                <a:gs pos="0">
                  <a:srgbClr val="000064">
                    <a:alpha val="32968"/>
                  </a:srgbClr>
                </a:gs>
                <a:gs pos="14286">
                  <a:srgbClr val="000064">
                    <a:alpha val="30764"/>
                  </a:srgbClr>
                </a:gs>
                <a:gs pos="28571">
                  <a:srgbClr val="000064">
                    <a:alpha val="24833"/>
                  </a:srgbClr>
                </a:gs>
                <a:gs pos="42857">
                  <a:srgbClr val="000064">
                    <a:alpha val="17075"/>
                  </a:srgbClr>
                </a:gs>
                <a:gs pos="57143">
                  <a:srgbClr val="000064">
                    <a:alpha val="9855"/>
                  </a:srgbClr>
                </a:gs>
                <a:gs pos="71429">
                  <a:srgbClr val="000064">
                    <a:alpha val="4740"/>
                  </a:srgbClr>
                </a:gs>
                <a:gs pos="85714">
                  <a:srgbClr val="000064">
                    <a:alpha val="1902"/>
                  </a:srgbClr>
                </a:gs>
                <a:gs pos="100000">
                  <a:srgbClr val="0000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-10472739">
              <a:off x="1425162" y="3554588"/>
              <a:ext cx="455931" cy="63536"/>
            </a:xfrm>
            <a:prstGeom prst="ellipse">
              <a:avLst/>
            </a:prstGeom>
            <a:gradFill>
              <a:gsLst>
                <a:gs pos="0">
                  <a:srgbClr val="E25039">
                    <a:alpha val="32968"/>
                  </a:srgbClr>
                </a:gs>
                <a:gs pos="14286">
                  <a:srgbClr val="E25039">
                    <a:alpha val="30764"/>
                  </a:srgbClr>
                </a:gs>
                <a:gs pos="28571">
                  <a:srgbClr val="E25039">
                    <a:alpha val="24833"/>
                  </a:srgbClr>
                </a:gs>
                <a:gs pos="42857">
                  <a:srgbClr val="E25039">
                    <a:alpha val="17075"/>
                  </a:srgbClr>
                </a:gs>
                <a:gs pos="57143">
                  <a:srgbClr val="E25039">
                    <a:alpha val="9855"/>
                  </a:srgbClr>
                </a:gs>
                <a:gs pos="71429">
                  <a:srgbClr val="E25039">
                    <a:alpha val="4740"/>
                  </a:srgbClr>
                </a:gs>
                <a:gs pos="85714">
                  <a:srgbClr val="E25039">
                    <a:alpha val="1902"/>
                  </a:srgbClr>
                </a:gs>
                <a:gs pos="100000">
                  <a:srgbClr val="E250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-9412115">
              <a:off x="718487" y="2890240"/>
              <a:ext cx="565443" cy="97719"/>
            </a:xfrm>
            <a:prstGeom prst="ellipse">
              <a:avLst/>
            </a:prstGeom>
            <a:gradFill>
              <a:gsLst>
                <a:gs pos="0">
                  <a:srgbClr val="A68051">
                    <a:alpha val="32968"/>
                  </a:srgbClr>
                </a:gs>
                <a:gs pos="14286">
                  <a:srgbClr val="A68051">
                    <a:alpha val="30764"/>
                  </a:srgbClr>
                </a:gs>
                <a:gs pos="28571">
                  <a:srgbClr val="A68051">
                    <a:alpha val="24833"/>
                  </a:srgbClr>
                </a:gs>
                <a:gs pos="42857">
                  <a:srgbClr val="A68051">
                    <a:alpha val="17075"/>
                  </a:srgbClr>
                </a:gs>
                <a:gs pos="57143">
                  <a:srgbClr val="A68051">
                    <a:alpha val="9855"/>
                  </a:srgbClr>
                </a:gs>
                <a:gs pos="71429">
                  <a:srgbClr val="A68051">
                    <a:alpha val="4740"/>
                  </a:srgbClr>
                </a:gs>
                <a:gs pos="85714">
                  <a:srgbClr val="A68051">
                    <a:alpha val="1902"/>
                  </a:srgbClr>
                </a:gs>
                <a:gs pos="100000">
                  <a:srgbClr val="A680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9094796">
              <a:off x="1555910" y="902581"/>
              <a:ext cx="415334" cy="59867"/>
            </a:xfrm>
            <a:prstGeom prst="ellipse">
              <a:avLst/>
            </a:prstGeom>
            <a:gradFill>
              <a:gsLst>
                <a:gs pos="0">
                  <a:srgbClr val="FFAC83">
                    <a:alpha val="13027"/>
                  </a:srgbClr>
                </a:gs>
                <a:gs pos="14286">
                  <a:srgbClr val="FFAC83">
                    <a:alpha val="12040"/>
                  </a:srgbClr>
                </a:gs>
                <a:gs pos="28571">
                  <a:srgbClr val="FFAC83">
                    <a:alpha val="9481"/>
                  </a:srgbClr>
                </a:gs>
                <a:gs pos="42857">
                  <a:srgbClr val="FFAC83">
                    <a:alpha val="6325"/>
                  </a:srgbClr>
                </a:gs>
                <a:gs pos="57143">
                  <a:srgbClr val="FFAC83">
                    <a:alpha val="3555"/>
                  </a:srgbClr>
                </a:gs>
                <a:gs pos="71429">
                  <a:srgbClr val="FFAC83">
                    <a:alpha val="1680"/>
                  </a:srgbClr>
                </a:gs>
                <a:gs pos="85714">
                  <a:srgbClr val="FFAC83">
                    <a:alpha val="668"/>
                  </a:srgbClr>
                </a:gs>
                <a:gs pos="100000">
                  <a:srgbClr val="FFAC83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5666684">
              <a:off x="-286273" y="2113761"/>
              <a:ext cx="572547" cy="560730"/>
            </a:xfrm>
            <a:prstGeom prst="ellipse">
              <a:avLst/>
            </a:prstGeom>
            <a:gradFill>
              <a:gsLst>
                <a:gs pos="0">
                  <a:srgbClr val="090008">
                    <a:alpha val="1202"/>
                  </a:srgbClr>
                </a:gs>
                <a:gs pos="14286">
                  <a:srgbClr val="090008">
                    <a:alpha val="1105"/>
                  </a:srgbClr>
                </a:gs>
                <a:gs pos="28571">
                  <a:srgbClr val="090008">
                    <a:alpha val="859"/>
                  </a:srgbClr>
                </a:gs>
                <a:gs pos="42857">
                  <a:srgbClr val="090008">
                    <a:alpha val="564"/>
                  </a:srgbClr>
                </a:gs>
                <a:gs pos="57143">
                  <a:srgbClr val="090008">
                    <a:alpha val="313"/>
                  </a:srgbClr>
                </a:gs>
                <a:gs pos="71429">
                  <a:srgbClr val="090008">
                    <a:alpha val="147"/>
                  </a:srgbClr>
                </a:gs>
                <a:gs pos="85714">
                  <a:srgbClr val="090008">
                    <a:alpha val="58"/>
                  </a:srgbClr>
                </a:gs>
                <a:gs pos="100000">
                  <a:srgbClr val="090008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3901865">
              <a:off x="1088178" y="1239880"/>
              <a:ext cx="336002" cy="316928"/>
            </a:xfrm>
            <a:prstGeom prst="ellipse">
              <a:avLst/>
            </a:prstGeom>
            <a:gradFill>
              <a:gsLst>
                <a:gs pos="0">
                  <a:srgbClr val="D1FAA0">
                    <a:alpha val="32173"/>
                  </a:srgbClr>
                </a:gs>
                <a:gs pos="14286">
                  <a:srgbClr val="D1FAA0">
                    <a:alpha val="30009"/>
                  </a:srgbClr>
                </a:gs>
                <a:gs pos="28571">
                  <a:srgbClr val="D1FAA0">
                    <a:alpha val="24198"/>
                  </a:srgbClr>
                </a:gs>
                <a:gs pos="42857">
                  <a:srgbClr val="D1FAA0">
                    <a:alpha val="16616"/>
                  </a:srgbClr>
                </a:gs>
                <a:gs pos="57143">
                  <a:srgbClr val="D1FAA0">
                    <a:alpha val="9579"/>
                  </a:srgbClr>
                </a:gs>
                <a:gs pos="71429">
                  <a:srgbClr val="D1FAA0">
                    <a:alpha val="4604"/>
                  </a:srgbClr>
                </a:gs>
                <a:gs pos="85714">
                  <a:srgbClr val="D1FAA0">
                    <a:alpha val="1847"/>
                  </a:srgbClr>
                </a:gs>
                <a:gs pos="100000">
                  <a:srgbClr val="D1FAA0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3197636">
              <a:off x="405856" y="1981301"/>
              <a:ext cx="505577" cy="318719"/>
            </a:xfrm>
            <a:prstGeom prst="ellipse">
              <a:avLst/>
            </a:prstGeom>
            <a:gradFill>
              <a:gsLst>
                <a:gs pos="0">
                  <a:srgbClr val="E0B47F">
                    <a:alpha val="32968"/>
                  </a:srgbClr>
                </a:gs>
                <a:gs pos="14286">
                  <a:srgbClr val="E0B47F">
                    <a:alpha val="30764"/>
                  </a:srgbClr>
                </a:gs>
                <a:gs pos="28571">
                  <a:srgbClr val="E0B47F">
                    <a:alpha val="24833"/>
                  </a:srgbClr>
                </a:gs>
                <a:gs pos="42857">
                  <a:srgbClr val="E0B47F">
                    <a:alpha val="17075"/>
                  </a:srgbClr>
                </a:gs>
                <a:gs pos="57143">
                  <a:srgbClr val="E0B47F">
                    <a:alpha val="9855"/>
                  </a:srgbClr>
                </a:gs>
                <a:gs pos="71429">
                  <a:srgbClr val="E0B47F">
                    <a:alpha val="4740"/>
                  </a:srgbClr>
                </a:gs>
                <a:gs pos="85714">
                  <a:srgbClr val="E0B47F">
                    <a:alpha val="1902"/>
                  </a:srgbClr>
                </a:gs>
                <a:gs pos="100000">
                  <a:srgbClr val="E0B4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8329244">
              <a:off x="885480" y="1757081"/>
              <a:ext cx="454597" cy="102719"/>
            </a:xfrm>
            <a:prstGeom prst="ellipse">
              <a:avLst/>
            </a:prstGeom>
            <a:gradFill>
              <a:gsLst>
                <a:gs pos="0">
                  <a:srgbClr val="C9AE75">
                    <a:alpha val="32951"/>
                  </a:srgbClr>
                </a:gs>
                <a:gs pos="14286">
                  <a:srgbClr val="C9AE75">
                    <a:alpha val="30748"/>
                  </a:srgbClr>
                </a:gs>
                <a:gs pos="28571">
                  <a:srgbClr val="C9AE75">
                    <a:alpha val="24820"/>
                  </a:srgbClr>
                </a:gs>
                <a:gs pos="42857">
                  <a:srgbClr val="C9AE75">
                    <a:alpha val="17066"/>
                  </a:srgbClr>
                </a:gs>
                <a:gs pos="57143">
                  <a:srgbClr val="C9AE75">
                    <a:alpha val="9849"/>
                  </a:srgbClr>
                </a:gs>
                <a:gs pos="71429">
                  <a:srgbClr val="C9AE75">
                    <a:alpha val="4738"/>
                  </a:srgbClr>
                </a:gs>
                <a:gs pos="85714">
                  <a:srgbClr val="C9AE75">
                    <a:alpha val="1901"/>
                  </a:srgbClr>
                </a:gs>
                <a:gs pos="100000">
                  <a:srgbClr val="C9AE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-9049231">
              <a:off x="1076771" y="1732140"/>
              <a:ext cx="377784" cy="318252"/>
            </a:xfrm>
            <a:prstGeom prst="ellipse">
              <a:avLst/>
            </a:prstGeom>
            <a:gradFill>
              <a:gsLst>
                <a:gs pos="0">
                  <a:srgbClr val="D2A67F">
                    <a:alpha val="32968"/>
                  </a:srgbClr>
                </a:gs>
                <a:gs pos="14286">
                  <a:srgbClr val="D2A67F">
                    <a:alpha val="30764"/>
                  </a:srgbClr>
                </a:gs>
                <a:gs pos="28571">
                  <a:srgbClr val="D2A67F">
                    <a:alpha val="24833"/>
                  </a:srgbClr>
                </a:gs>
                <a:gs pos="42857">
                  <a:srgbClr val="D2A67F">
                    <a:alpha val="17075"/>
                  </a:srgbClr>
                </a:gs>
                <a:gs pos="57143">
                  <a:srgbClr val="D2A67F">
                    <a:alpha val="9855"/>
                  </a:srgbClr>
                </a:gs>
                <a:gs pos="71429">
                  <a:srgbClr val="D2A67F">
                    <a:alpha val="4740"/>
                  </a:srgbClr>
                </a:gs>
                <a:gs pos="85714">
                  <a:srgbClr val="D2A67F">
                    <a:alpha val="1902"/>
                  </a:srgbClr>
                </a:gs>
                <a:gs pos="100000">
                  <a:srgbClr val="D2A6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10539474">
              <a:off x="1313174" y="859634"/>
              <a:ext cx="520824" cy="38313"/>
            </a:xfrm>
            <a:prstGeom prst="ellipse">
              <a:avLst/>
            </a:prstGeom>
            <a:gradFill>
              <a:gsLst>
                <a:gs pos="0">
                  <a:srgbClr val="000052">
                    <a:alpha val="32968"/>
                  </a:srgbClr>
                </a:gs>
                <a:gs pos="14286">
                  <a:srgbClr val="000052">
                    <a:alpha val="30764"/>
                  </a:srgbClr>
                </a:gs>
                <a:gs pos="28571">
                  <a:srgbClr val="000052">
                    <a:alpha val="24833"/>
                  </a:srgbClr>
                </a:gs>
                <a:gs pos="42857">
                  <a:srgbClr val="000052">
                    <a:alpha val="17075"/>
                  </a:srgbClr>
                </a:gs>
                <a:gs pos="57143">
                  <a:srgbClr val="000052">
                    <a:alpha val="9855"/>
                  </a:srgbClr>
                </a:gs>
                <a:gs pos="71429">
                  <a:srgbClr val="000052">
                    <a:alpha val="4740"/>
                  </a:srgbClr>
                </a:gs>
                <a:gs pos="85714">
                  <a:srgbClr val="000052">
                    <a:alpha val="1902"/>
                  </a:srgbClr>
                </a:gs>
                <a:gs pos="100000">
                  <a:srgbClr val="0000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8948700">
              <a:off x="1043455" y="634885"/>
              <a:ext cx="393067" cy="161846"/>
            </a:xfrm>
            <a:prstGeom prst="ellipse">
              <a:avLst/>
            </a:prstGeom>
            <a:gradFill>
              <a:gsLst>
                <a:gs pos="0">
                  <a:srgbClr val="B7D69F">
                    <a:alpha val="32968"/>
                  </a:srgbClr>
                </a:gs>
                <a:gs pos="14286">
                  <a:srgbClr val="B7D69F">
                    <a:alpha val="30764"/>
                  </a:srgbClr>
                </a:gs>
                <a:gs pos="28571">
                  <a:srgbClr val="B7D69F">
                    <a:alpha val="24833"/>
                  </a:srgbClr>
                </a:gs>
                <a:gs pos="42857">
                  <a:srgbClr val="B7D69F">
                    <a:alpha val="17075"/>
                  </a:srgbClr>
                </a:gs>
                <a:gs pos="57143">
                  <a:srgbClr val="B7D69F">
                    <a:alpha val="9855"/>
                  </a:srgbClr>
                </a:gs>
                <a:gs pos="71429">
                  <a:srgbClr val="B7D69F">
                    <a:alpha val="4740"/>
                  </a:srgbClr>
                </a:gs>
                <a:gs pos="85714">
                  <a:srgbClr val="B7D69F">
                    <a:alpha val="1902"/>
                  </a:srgbClr>
                </a:gs>
                <a:gs pos="100000">
                  <a:srgbClr val="B7D6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10609703">
              <a:off x="902746" y="2089957"/>
              <a:ext cx="398784" cy="243967"/>
            </a:xfrm>
            <a:prstGeom prst="ellipse">
              <a:avLst/>
            </a:prstGeom>
            <a:gradFill>
              <a:gsLst>
                <a:gs pos="0">
                  <a:srgbClr val="FF0052">
                    <a:alpha val="11053"/>
                  </a:srgbClr>
                </a:gs>
                <a:gs pos="14286">
                  <a:srgbClr val="FF0052">
                    <a:alpha val="10207"/>
                  </a:srgbClr>
                </a:gs>
                <a:gs pos="28571">
                  <a:srgbClr val="FF0052">
                    <a:alpha val="8019"/>
                  </a:srgbClr>
                </a:gs>
                <a:gs pos="42857">
                  <a:srgbClr val="FF0052">
                    <a:alpha val="5335"/>
                  </a:srgbClr>
                </a:gs>
                <a:gs pos="57143">
                  <a:srgbClr val="FF0052">
                    <a:alpha val="2992"/>
                  </a:srgbClr>
                </a:gs>
                <a:gs pos="71429">
                  <a:srgbClr val="FF0052">
                    <a:alpha val="1412"/>
                  </a:srgbClr>
                </a:gs>
                <a:gs pos="85714">
                  <a:srgbClr val="FF0052">
                    <a:alpha val="561"/>
                  </a:srgbClr>
                </a:gs>
                <a:gs pos="100000">
                  <a:srgbClr val="FF0052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-10263417">
              <a:off x="1262951" y="795713"/>
              <a:ext cx="573086" cy="73747"/>
            </a:xfrm>
            <a:prstGeom prst="ellipse">
              <a:avLst/>
            </a:prstGeom>
            <a:gradFill>
              <a:gsLst>
                <a:gs pos="0">
                  <a:srgbClr val="F7B066">
                    <a:alpha val="32968"/>
                  </a:srgbClr>
                </a:gs>
                <a:gs pos="14286">
                  <a:srgbClr val="F7B066">
                    <a:alpha val="30764"/>
                  </a:srgbClr>
                </a:gs>
                <a:gs pos="28571">
                  <a:srgbClr val="F7B066">
                    <a:alpha val="24833"/>
                  </a:srgbClr>
                </a:gs>
                <a:gs pos="42857">
                  <a:srgbClr val="F7B066">
                    <a:alpha val="17075"/>
                  </a:srgbClr>
                </a:gs>
                <a:gs pos="57143">
                  <a:srgbClr val="F7B066">
                    <a:alpha val="9855"/>
                  </a:srgbClr>
                </a:gs>
                <a:gs pos="71429">
                  <a:srgbClr val="F7B066">
                    <a:alpha val="4740"/>
                  </a:srgbClr>
                </a:gs>
                <a:gs pos="85714">
                  <a:srgbClr val="F7B066">
                    <a:alpha val="1902"/>
                  </a:srgbClr>
                </a:gs>
                <a:gs pos="100000">
                  <a:srgbClr val="F7B0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10581058">
              <a:off x="899267" y="2883326"/>
              <a:ext cx="426093" cy="130126"/>
            </a:xfrm>
            <a:prstGeom prst="ellipse">
              <a:avLst/>
            </a:prstGeom>
            <a:gradFill>
              <a:gsLst>
                <a:gs pos="0">
                  <a:srgbClr val="D6AA80">
                    <a:alpha val="32968"/>
                  </a:srgbClr>
                </a:gs>
                <a:gs pos="14286">
                  <a:srgbClr val="D6AA80">
                    <a:alpha val="30764"/>
                  </a:srgbClr>
                </a:gs>
                <a:gs pos="28571">
                  <a:srgbClr val="D6AA80">
                    <a:alpha val="24833"/>
                  </a:srgbClr>
                </a:gs>
                <a:gs pos="42857">
                  <a:srgbClr val="D6AA80">
                    <a:alpha val="17075"/>
                  </a:srgbClr>
                </a:gs>
                <a:gs pos="57143">
                  <a:srgbClr val="D6AA80">
                    <a:alpha val="9855"/>
                  </a:srgbClr>
                </a:gs>
                <a:gs pos="71429">
                  <a:srgbClr val="D6AA80">
                    <a:alpha val="4740"/>
                  </a:srgbClr>
                </a:gs>
                <a:gs pos="85714">
                  <a:srgbClr val="D6AA80">
                    <a:alpha val="1902"/>
                  </a:srgbClr>
                </a:gs>
                <a:gs pos="100000">
                  <a:srgbClr val="D6AA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10420722">
              <a:off x="782956" y="1677806"/>
              <a:ext cx="464966" cy="175694"/>
            </a:xfrm>
            <a:prstGeom prst="ellipse">
              <a:avLst/>
            </a:prstGeom>
            <a:gradFill>
              <a:gsLst>
                <a:gs pos="0">
                  <a:srgbClr val="B5C998">
                    <a:alpha val="32247"/>
                  </a:srgbClr>
                </a:gs>
                <a:gs pos="14286">
                  <a:srgbClr val="B5C998">
                    <a:alpha val="30080"/>
                  </a:srgbClr>
                </a:gs>
                <a:gs pos="28571">
                  <a:srgbClr val="B5C998">
                    <a:alpha val="24257"/>
                  </a:srgbClr>
                </a:gs>
                <a:gs pos="42857">
                  <a:srgbClr val="B5C998">
                    <a:alpha val="16659"/>
                  </a:srgbClr>
                </a:gs>
                <a:gs pos="57143">
                  <a:srgbClr val="B5C998">
                    <a:alpha val="9605"/>
                  </a:srgbClr>
                </a:gs>
                <a:gs pos="71429">
                  <a:srgbClr val="B5C998">
                    <a:alpha val="4617"/>
                  </a:srgbClr>
                </a:gs>
                <a:gs pos="85714">
                  <a:srgbClr val="B5C998">
                    <a:alpha val="1852"/>
                  </a:srgbClr>
                </a:gs>
                <a:gs pos="100000">
                  <a:srgbClr val="B5C998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3110448">
              <a:off x="2837433" y="607416"/>
              <a:ext cx="578237" cy="104134"/>
            </a:xfrm>
            <a:prstGeom prst="ellipse">
              <a:avLst/>
            </a:prstGeom>
            <a:gradFill>
              <a:gsLst>
                <a:gs pos="0">
                  <a:srgbClr val="DE5C49">
                    <a:alpha val="32968"/>
                  </a:srgbClr>
                </a:gs>
                <a:gs pos="14286">
                  <a:srgbClr val="DE5C49">
                    <a:alpha val="30764"/>
                  </a:srgbClr>
                </a:gs>
                <a:gs pos="28571">
                  <a:srgbClr val="DE5C49">
                    <a:alpha val="24833"/>
                  </a:srgbClr>
                </a:gs>
                <a:gs pos="42857">
                  <a:srgbClr val="DE5C49">
                    <a:alpha val="17075"/>
                  </a:srgbClr>
                </a:gs>
                <a:gs pos="57143">
                  <a:srgbClr val="DE5C49">
                    <a:alpha val="9855"/>
                  </a:srgbClr>
                </a:gs>
                <a:gs pos="71429">
                  <a:srgbClr val="DE5C49">
                    <a:alpha val="4740"/>
                  </a:srgbClr>
                </a:gs>
                <a:gs pos="85714">
                  <a:srgbClr val="DE5C49">
                    <a:alpha val="1902"/>
                  </a:srgbClr>
                </a:gs>
                <a:gs pos="100000">
                  <a:srgbClr val="DE5C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9324499">
              <a:off x="946069" y="2036942"/>
              <a:ext cx="460790" cy="186702"/>
            </a:xfrm>
            <a:prstGeom prst="ellipse">
              <a:avLst/>
            </a:prstGeom>
            <a:gradFill>
              <a:gsLst>
                <a:gs pos="0">
                  <a:srgbClr val="DFA281">
                    <a:alpha val="32560"/>
                  </a:srgbClr>
                </a:gs>
                <a:gs pos="14286">
                  <a:srgbClr val="DFA281">
                    <a:alpha val="30377"/>
                  </a:srgbClr>
                </a:gs>
                <a:gs pos="28571">
                  <a:srgbClr val="DFA281">
                    <a:alpha val="24507"/>
                  </a:srgbClr>
                </a:gs>
                <a:gs pos="42857">
                  <a:srgbClr val="DFA281">
                    <a:alpha val="16840"/>
                  </a:srgbClr>
                </a:gs>
                <a:gs pos="57143">
                  <a:srgbClr val="DFA281">
                    <a:alpha val="9713"/>
                  </a:srgbClr>
                </a:gs>
                <a:gs pos="71429">
                  <a:srgbClr val="DFA281">
                    <a:alpha val="4670"/>
                  </a:srgbClr>
                </a:gs>
                <a:gs pos="85714">
                  <a:srgbClr val="DFA281">
                    <a:alpha val="1873"/>
                  </a:srgbClr>
                </a:gs>
                <a:gs pos="100000">
                  <a:srgbClr val="DFA281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3875597">
              <a:off x="14730" y="1315205"/>
              <a:ext cx="523510" cy="51869"/>
            </a:xfrm>
            <a:prstGeom prst="ellipse">
              <a:avLst/>
            </a:prstGeom>
            <a:gradFill>
              <a:gsLst>
                <a:gs pos="0">
                  <a:srgbClr val="0000FF">
                    <a:alpha val="3349"/>
                  </a:srgbClr>
                </a:gs>
                <a:gs pos="14286">
                  <a:srgbClr val="0000FF">
                    <a:alpha val="3082"/>
                  </a:srgbClr>
                </a:gs>
                <a:gs pos="28571">
                  <a:srgbClr val="0000FF">
                    <a:alpha val="2401"/>
                  </a:srgbClr>
                </a:gs>
                <a:gs pos="42857">
                  <a:srgbClr val="0000FF">
                    <a:alpha val="1582"/>
                  </a:srgbClr>
                </a:gs>
                <a:gs pos="57143">
                  <a:srgbClr val="0000FF">
                    <a:alpha val="880"/>
                  </a:srgbClr>
                </a:gs>
                <a:gs pos="71429">
                  <a:srgbClr val="0000FF">
                    <a:alpha val="413"/>
                  </a:srgbClr>
                </a:gs>
                <a:gs pos="85714">
                  <a:srgbClr val="0000FF">
                    <a:alpha val="163"/>
                  </a:srgbClr>
                </a:gs>
                <a:gs pos="100000">
                  <a:srgbClr val="0000FF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-9027775">
              <a:off x="1854690" y="1012129"/>
              <a:ext cx="369552" cy="48298"/>
            </a:xfrm>
            <a:prstGeom prst="ellipse">
              <a:avLst/>
            </a:prstGeom>
            <a:gradFill>
              <a:gsLst>
                <a:gs pos="0">
                  <a:srgbClr val="DE9655">
                    <a:alpha val="32968"/>
                  </a:srgbClr>
                </a:gs>
                <a:gs pos="14286">
                  <a:srgbClr val="DE9655">
                    <a:alpha val="30764"/>
                  </a:srgbClr>
                </a:gs>
                <a:gs pos="28571">
                  <a:srgbClr val="DE9655">
                    <a:alpha val="24833"/>
                  </a:srgbClr>
                </a:gs>
                <a:gs pos="42857">
                  <a:srgbClr val="DE9655">
                    <a:alpha val="17075"/>
                  </a:srgbClr>
                </a:gs>
                <a:gs pos="57143">
                  <a:srgbClr val="DE9655">
                    <a:alpha val="9855"/>
                  </a:srgbClr>
                </a:gs>
                <a:gs pos="71429">
                  <a:srgbClr val="DE9655">
                    <a:alpha val="4740"/>
                  </a:srgbClr>
                </a:gs>
                <a:gs pos="85714">
                  <a:srgbClr val="DE9655">
                    <a:alpha val="1902"/>
                  </a:srgbClr>
                </a:gs>
                <a:gs pos="100000">
                  <a:srgbClr val="DE96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9061606">
              <a:off x="892687" y="1537867"/>
              <a:ext cx="411586" cy="285608"/>
            </a:xfrm>
            <a:prstGeom prst="ellipse">
              <a:avLst/>
            </a:prstGeom>
            <a:gradFill>
              <a:gsLst>
                <a:gs pos="0">
                  <a:srgbClr val="FF6F2D">
                    <a:alpha val="22466"/>
                  </a:srgbClr>
                </a:gs>
                <a:gs pos="14286">
                  <a:srgbClr val="FF6F2D">
                    <a:alpha val="20854"/>
                  </a:srgbClr>
                </a:gs>
                <a:gs pos="28571">
                  <a:srgbClr val="FF6F2D">
                    <a:alpha val="16606"/>
                  </a:srgbClr>
                </a:gs>
                <a:gs pos="42857">
                  <a:srgbClr val="FF6F2D">
                    <a:alpha val="11229"/>
                  </a:srgbClr>
                </a:gs>
                <a:gs pos="57143">
                  <a:srgbClr val="FF6F2D">
                    <a:alpha val="6387"/>
                  </a:srgbClr>
                </a:gs>
                <a:gs pos="71429">
                  <a:srgbClr val="FF6F2D">
                    <a:alpha val="3042"/>
                  </a:srgbClr>
                </a:gs>
                <a:gs pos="85714">
                  <a:srgbClr val="FF6F2D">
                    <a:alpha val="1214"/>
                  </a:srgbClr>
                </a:gs>
                <a:gs pos="100000">
                  <a:srgbClr val="FF6F2D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8394804">
              <a:off x="1093352" y="1161729"/>
              <a:ext cx="503602" cy="103306"/>
            </a:xfrm>
            <a:prstGeom prst="ellipse">
              <a:avLst/>
            </a:prstGeom>
            <a:gradFill>
              <a:gsLst>
                <a:gs pos="0">
                  <a:srgbClr val="B3B66D">
                    <a:alpha val="32968"/>
                  </a:srgbClr>
                </a:gs>
                <a:gs pos="14286">
                  <a:srgbClr val="B3B66D">
                    <a:alpha val="30764"/>
                  </a:srgbClr>
                </a:gs>
                <a:gs pos="28571">
                  <a:srgbClr val="B3B66D">
                    <a:alpha val="24833"/>
                  </a:srgbClr>
                </a:gs>
                <a:gs pos="42857">
                  <a:srgbClr val="B3B66D">
                    <a:alpha val="17075"/>
                  </a:srgbClr>
                </a:gs>
                <a:gs pos="57143">
                  <a:srgbClr val="B3B66D">
                    <a:alpha val="9855"/>
                  </a:srgbClr>
                </a:gs>
                <a:gs pos="71429">
                  <a:srgbClr val="B3B66D">
                    <a:alpha val="4740"/>
                  </a:srgbClr>
                </a:gs>
                <a:gs pos="85714">
                  <a:srgbClr val="B3B66D">
                    <a:alpha val="1902"/>
                  </a:srgbClr>
                </a:gs>
                <a:gs pos="100000">
                  <a:srgbClr val="B3B66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4623583">
              <a:off x="1018137" y="2183085"/>
              <a:ext cx="382187" cy="253931"/>
            </a:xfrm>
            <a:prstGeom prst="ellipse">
              <a:avLst/>
            </a:prstGeom>
            <a:gradFill>
              <a:gsLst>
                <a:gs pos="0">
                  <a:srgbClr val="DC8E72">
                    <a:alpha val="32968"/>
                  </a:srgbClr>
                </a:gs>
                <a:gs pos="14286">
                  <a:srgbClr val="DC8E72">
                    <a:alpha val="30764"/>
                  </a:srgbClr>
                </a:gs>
                <a:gs pos="28571">
                  <a:srgbClr val="DC8E72">
                    <a:alpha val="24833"/>
                  </a:srgbClr>
                </a:gs>
                <a:gs pos="42857">
                  <a:srgbClr val="DC8E72">
                    <a:alpha val="17075"/>
                  </a:srgbClr>
                </a:gs>
                <a:gs pos="57143">
                  <a:srgbClr val="DC8E72">
                    <a:alpha val="9855"/>
                  </a:srgbClr>
                </a:gs>
                <a:gs pos="71429">
                  <a:srgbClr val="DC8E72">
                    <a:alpha val="4740"/>
                  </a:srgbClr>
                </a:gs>
                <a:gs pos="85714">
                  <a:srgbClr val="DC8E72">
                    <a:alpha val="1902"/>
                  </a:srgbClr>
                </a:gs>
                <a:gs pos="100000">
                  <a:srgbClr val="DC8E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9542666">
              <a:off x="315609" y="2077804"/>
              <a:ext cx="297282" cy="250402"/>
            </a:xfrm>
            <a:prstGeom prst="ellipse">
              <a:avLst/>
            </a:prstGeom>
            <a:gradFill>
              <a:gsLst>
                <a:gs pos="0">
                  <a:srgbClr val="A7AD15">
                    <a:alpha val="2203"/>
                  </a:srgbClr>
                </a:gs>
                <a:gs pos="14286">
                  <a:srgbClr val="A7AD15">
                    <a:alpha val="2026"/>
                  </a:srgbClr>
                </a:gs>
                <a:gs pos="28571">
                  <a:srgbClr val="A7AD15">
                    <a:alpha val="1577"/>
                  </a:srgbClr>
                </a:gs>
                <a:gs pos="42857">
                  <a:srgbClr val="A7AD15">
                    <a:alpha val="1037"/>
                  </a:srgbClr>
                </a:gs>
                <a:gs pos="57143">
                  <a:srgbClr val="A7AD15">
                    <a:alpha val="576"/>
                  </a:srgbClr>
                </a:gs>
                <a:gs pos="71429">
                  <a:srgbClr val="A7AD15">
                    <a:alpha val="270"/>
                  </a:srgbClr>
                </a:gs>
                <a:gs pos="85714">
                  <a:srgbClr val="A7AD15">
                    <a:alpha val="107"/>
                  </a:srgbClr>
                </a:gs>
                <a:gs pos="100000">
                  <a:srgbClr val="A7AD15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-9013767">
              <a:off x="613808" y="2550633"/>
              <a:ext cx="491817" cy="173617"/>
            </a:xfrm>
            <a:prstGeom prst="ellipse">
              <a:avLst/>
            </a:prstGeom>
            <a:gradFill>
              <a:gsLst>
                <a:gs pos="0">
                  <a:srgbClr val="FFD79D">
                    <a:alpha val="26712"/>
                  </a:srgbClr>
                </a:gs>
                <a:gs pos="14286">
                  <a:srgbClr val="FFD79D">
                    <a:alpha val="24846"/>
                  </a:srgbClr>
                </a:gs>
                <a:gs pos="28571">
                  <a:srgbClr val="FFD79D">
                    <a:alpha val="19891"/>
                  </a:srgbClr>
                </a:gs>
                <a:gs pos="42857">
                  <a:srgbClr val="FFD79D">
                    <a:alpha val="13538"/>
                  </a:srgbClr>
                </a:gs>
                <a:gs pos="57143">
                  <a:srgbClr val="FFD79D">
                    <a:alpha val="7744"/>
                  </a:srgbClr>
                </a:gs>
                <a:gs pos="71429">
                  <a:srgbClr val="FFD79D">
                    <a:alpha val="3703"/>
                  </a:srgbClr>
                </a:gs>
                <a:gs pos="85714">
                  <a:srgbClr val="FFD79D">
                    <a:alpha val="1481"/>
                  </a:srgbClr>
                </a:gs>
                <a:gs pos="100000">
                  <a:srgbClr val="FFD79D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-10286633">
              <a:off x="528013" y="2556320"/>
              <a:ext cx="340444" cy="267164"/>
            </a:xfrm>
            <a:prstGeom prst="ellipse">
              <a:avLst/>
            </a:prstGeom>
            <a:gradFill>
              <a:gsLst>
                <a:gs pos="0">
                  <a:srgbClr val="090028">
                    <a:alpha val="7990"/>
                  </a:srgbClr>
                </a:gs>
                <a:gs pos="14286">
                  <a:srgbClr val="090028">
                    <a:alpha val="7368"/>
                  </a:srgbClr>
                </a:gs>
                <a:gs pos="28571">
                  <a:srgbClr val="090028">
                    <a:alpha val="5769"/>
                  </a:srgbClr>
                </a:gs>
                <a:gs pos="42857">
                  <a:srgbClr val="090028">
                    <a:alpha val="3823"/>
                  </a:srgbClr>
                </a:gs>
                <a:gs pos="57143">
                  <a:srgbClr val="090028">
                    <a:alpha val="2137"/>
                  </a:srgbClr>
                </a:gs>
                <a:gs pos="71429">
                  <a:srgbClr val="090028">
                    <a:alpha val="1006"/>
                  </a:srgbClr>
                </a:gs>
                <a:gs pos="85714">
                  <a:srgbClr val="090028">
                    <a:alpha val="399"/>
                  </a:srgbClr>
                </a:gs>
                <a:gs pos="100000">
                  <a:srgbClr val="090028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-8204260">
              <a:off x="1127120" y="1135663"/>
              <a:ext cx="368547" cy="103712"/>
            </a:xfrm>
            <a:prstGeom prst="ellipse">
              <a:avLst/>
            </a:prstGeom>
            <a:gradFill>
              <a:gsLst>
                <a:gs pos="0">
                  <a:srgbClr val="FFCF8B">
                    <a:alpha val="13949"/>
                  </a:srgbClr>
                </a:gs>
                <a:gs pos="14286">
                  <a:srgbClr val="FFCF8B">
                    <a:alpha val="12897"/>
                  </a:srgbClr>
                </a:gs>
                <a:gs pos="28571">
                  <a:srgbClr val="FFCF8B">
                    <a:alpha val="10166"/>
                  </a:srgbClr>
                </a:gs>
                <a:gs pos="42857">
                  <a:srgbClr val="FFCF8B">
                    <a:alpha val="6790"/>
                  </a:srgbClr>
                </a:gs>
                <a:gs pos="57143">
                  <a:srgbClr val="FFCF8B">
                    <a:alpha val="3821"/>
                  </a:srgbClr>
                </a:gs>
                <a:gs pos="71429">
                  <a:srgbClr val="FFCF8B">
                    <a:alpha val="1807"/>
                  </a:srgbClr>
                </a:gs>
                <a:gs pos="85714">
                  <a:srgbClr val="FFCF8B">
                    <a:alpha val="719"/>
                  </a:srgbClr>
                </a:gs>
                <a:gs pos="100000">
                  <a:srgbClr val="FFCF8B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10474297">
              <a:off x="1136454" y="1921058"/>
              <a:ext cx="274908" cy="129512"/>
            </a:xfrm>
            <a:prstGeom prst="ellipse">
              <a:avLst/>
            </a:prstGeom>
            <a:gradFill>
              <a:gsLst>
                <a:gs pos="0">
                  <a:srgbClr val="CEB387">
                    <a:alpha val="30920"/>
                  </a:srgbClr>
                </a:gs>
                <a:gs pos="14286">
                  <a:srgbClr val="CEB387">
                    <a:alpha val="28822"/>
                  </a:srgbClr>
                </a:gs>
                <a:gs pos="28571">
                  <a:srgbClr val="CEB387">
                    <a:alpha val="23201"/>
                  </a:srgbClr>
                </a:gs>
                <a:gs pos="42857">
                  <a:srgbClr val="CEB387">
                    <a:alpha val="15899"/>
                  </a:srgbClr>
                </a:gs>
                <a:gs pos="57143">
                  <a:srgbClr val="CEB387">
                    <a:alpha val="9148"/>
                  </a:srgbClr>
                </a:gs>
                <a:gs pos="71429">
                  <a:srgbClr val="CEB387">
                    <a:alpha val="4392"/>
                  </a:srgbClr>
                </a:gs>
                <a:gs pos="85714">
                  <a:srgbClr val="CEB387">
                    <a:alpha val="1760"/>
                  </a:srgbClr>
                </a:gs>
                <a:gs pos="100000">
                  <a:srgbClr val="CEB387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3802182">
              <a:off x="-155042" y="2480597"/>
              <a:ext cx="605127" cy="539605"/>
            </a:xfrm>
            <a:prstGeom prst="ellipse">
              <a:avLst/>
            </a:prstGeom>
            <a:gradFill>
              <a:gsLst>
                <a:gs pos="0">
                  <a:srgbClr val="0A0001">
                    <a:alpha val="1702"/>
                  </a:srgbClr>
                </a:gs>
                <a:gs pos="14286">
                  <a:srgbClr val="0A0001">
                    <a:alpha val="1565"/>
                  </a:srgbClr>
                </a:gs>
                <a:gs pos="28571">
                  <a:srgbClr val="0A0001">
                    <a:alpha val="1217"/>
                  </a:srgbClr>
                </a:gs>
                <a:gs pos="42857">
                  <a:srgbClr val="0A0001">
                    <a:alpha val="800"/>
                  </a:srgbClr>
                </a:gs>
                <a:gs pos="57143">
                  <a:srgbClr val="0A0001">
                    <a:alpha val="444"/>
                  </a:srgbClr>
                </a:gs>
                <a:gs pos="71429">
                  <a:srgbClr val="0A0001">
                    <a:alpha val="208"/>
                  </a:srgbClr>
                </a:gs>
                <a:gs pos="85714">
                  <a:srgbClr val="0A0001">
                    <a:alpha val="82"/>
                  </a:srgbClr>
                </a:gs>
                <a:gs pos="100000">
                  <a:srgbClr val="0A0001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-9136696">
              <a:off x="1067603" y="1267176"/>
              <a:ext cx="392095" cy="244371"/>
            </a:xfrm>
            <a:prstGeom prst="ellipse">
              <a:avLst/>
            </a:prstGeom>
            <a:gradFill>
              <a:gsLst>
                <a:gs pos="0">
                  <a:srgbClr val="DE876E">
                    <a:alpha val="29987"/>
                  </a:srgbClr>
                </a:gs>
                <a:gs pos="14286">
                  <a:srgbClr val="DE876E">
                    <a:alpha val="27939"/>
                  </a:srgbClr>
                </a:gs>
                <a:gs pos="28571">
                  <a:srgbClr val="DE876E">
                    <a:alpha val="22462"/>
                  </a:srgbClr>
                </a:gs>
                <a:gs pos="42857">
                  <a:srgbClr val="DE876E">
                    <a:alpha val="15369"/>
                  </a:srgbClr>
                </a:gs>
                <a:gs pos="57143">
                  <a:srgbClr val="DE876E">
                    <a:alpha val="8832"/>
                  </a:srgbClr>
                </a:gs>
                <a:gs pos="71429">
                  <a:srgbClr val="DE876E">
                    <a:alpha val="4236"/>
                  </a:srgbClr>
                </a:gs>
                <a:gs pos="85714">
                  <a:srgbClr val="DE876E">
                    <a:alpha val="1697"/>
                  </a:srgbClr>
                </a:gs>
                <a:gs pos="100000">
                  <a:srgbClr val="DE876E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3453401">
              <a:off x="83993" y="2575935"/>
              <a:ext cx="545971" cy="191479"/>
            </a:xfrm>
            <a:prstGeom prst="ellipse">
              <a:avLst/>
            </a:prstGeom>
            <a:gradFill>
              <a:gsLst>
                <a:gs pos="0">
                  <a:srgbClr val="FC6548">
                    <a:alpha val="32968"/>
                  </a:srgbClr>
                </a:gs>
                <a:gs pos="14286">
                  <a:srgbClr val="FC6548">
                    <a:alpha val="30764"/>
                  </a:srgbClr>
                </a:gs>
                <a:gs pos="28571">
                  <a:srgbClr val="FC6548">
                    <a:alpha val="24833"/>
                  </a:srgbClr>
                </a:gs>
                <a:gs pos="42857">
                  <a:srgbClr val="FC6548">
                    <a:alpha val="17075"/>
                  </a:srgbClr>
                </a:gs>
                <a:gs pos="57143">
                  <a:srgbClr val="FC6548">
                    <a:alpha val="9855"/>
                  </a:srgbClr>
                </a:gs>
                <a:gs pos="71429">
                  <a:srgbClr val="FC6548">
                    <a:alpha val="4740"/>
                  </a:srgbClr>
                </a:gs>
                <a:gs pos="85714">
                  <a:srgbClr val="FC6548">
                    <a:alpha val="1902"/>
                  </a:srgbClr>
                </a:gs>
                <a:gs pos="100000">
                  <a:srgbClr val="FC65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-10325303">
              <a:off x="766907" y="2611960"/>
              <a:ext cx="484599" cy="34124"/>
            </a:xfrm>
            <a:prstGeom prst="ellipse">
              <a:avLst/>
            </a:prstGeom>
            <a:gradFill>
              <a:gsLst>
                <a:gs pos="0">
                  <a:srgbClr val="AB9600">
                    <a:alpha val="32968"/>
                  </a:srgbClr>
                </a:gs>
                <a:gs pos="14286">
                  <a:srgbClr val="AB9600">
                    <a:alpha val="30764"/>
                  </a:srgbClr>
                </a:gs>
                <a:gs pos="28571">
                  <a:srgbClr val="AB9600">
                    <a:alpha val="24833"/>
                  </a:srgbClr>
                </a:gs>
                <a:gs pos="42857">
                  <a:srgbClr val="AB9600">
                    <a:alpha val="17075"/>
                  </a:srgbClr>
                </a:gs>
                <a:gs pos="57143">
                  <a:srgbClr val="AB9600">
                    <a:alpha val="9855"/>
                  </a:srgbClr>
                </a:gs>
                <a:gs pos="71429">
                  <a:srgbClr val="AB9600">
                    <a:alpha val="4740"/>
                  </a:srgbClr>
                </a:gs>
                <a:gs pos="85714">
                  <a:srgbClr val="AB9600">
                    <a:alpha val="1902"/>
                  </a:srgbClr>
                </a:gs>
                <a:gs pos="100000">
                  <a:srgbClr val="AB9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2984102">
              <a:off x="937769" y="1672319"/>
              <a:ext cx="423880" cy="293464"/>
            </a:xfrm>
            <a:prstGeom prst="ellipse">
              <a:avLst/>
            </a:prstGeom>
            <a:gradFill>
              <a:gsLst>
                <a:gs pos="0">
                  <a:srgbClr val="F5D48D">
                    <a:alpha val="23215"/>
                  </a:srgbClr>
                </a:gs>
                <a:gs pos="14286">
                  <a:srgbClr val="F5D48D">
                    <a:alpha val="21557"/>
                  </a:srgbClr>
                </a:gs>
                <a:gs pos="28571">
                  <a:srgbClr val="F5D48D">
                    <a:alpha val="17181"/>
                  </a:srgbClr>
                </a:gs>
                <a:gs pos="42857">
                  <a:srgbClr val="F5D48D">
                    <a:alpha val="11631"/>
                  </a:srgbClr>
                </a:gs>
                <a:gs pos="57143">
                  <a:srgbClr val="F5D48D">
                    <a:alpha val="6622"/>
                  </a:srgbClr>
                </a:gs>
                <a:gs pos="71429">
                  <a:srgbClr val="F5D48D">
                    <a:alpha val="3156"/>
                  </a:srgbClr>
                </a:gs>
                <a:gs pos="85714">
                  <a:srgbClr val="F5D48D">
                    <a:alpha val="1260"/>
                  </a:srgbClr>
                </a:gs>
                <a:gs pos="100000">
                  <a:srgbClr val="F5D48D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-9033165">
              <a:off x="939216" y="1491855"/>
              <a:ext cx="430623" cy="161309"/>
            </a:xfrm>
            <a:prstGeom prst="ellipse">
              <a:avLst/>
            </a:prstGeom>
            <a:gradFill>
              <a:gsLst>
                <a:gs pos="0">
                  <a:srgbClr val="BD1502">
                    <a:alpha val="31883"/>
                  </a:srgbClr>
                </a:gs>
                <a:gs pos="14286">
                  <a:srgbClr val="BD1502">
                    <a:alpha val="29734"/>
                  </a:srgbClr>
                </a:gs>
                <a:gs pos="28571">
                  <a:srgbClr val="BD1502">
                    <a:alpha val="23967"/>
                  </a:srgbClr>
                </a:gs>
                <a:gs pos="42857">
                  <a:srgbClr val="BD1502">
                    <a:alpha val="16450"/>
                  </a:srgbClr>
                </a:gs>
                <a:gs pos="57143">
                  <a:srgbClr val="BD1502">
                    <a:alpha val="9479"/>
                  </a:srgbClr>
                </a:gs>
                <a:gs pos="71429">
                  <a:srgbClr val="BD1502">
                    <a:alpha val="4554"/>
                  </a:srgbClr>
                </a:gs>
                <a:gs pos="85714">
                  <a:srgbClr val="BD1502">
                    <a:alpha val="1826"/>
                  </a:srgbClr>
                </a:gs>
                <a:gs pos="100000">
                  <a:srgbClr val="BD1502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7477203">
              <a:off x="3029328" y="2798195"/>
              <a:ext cx="509255" cy="58229"/>
            </a:xfrm>
            <a:prstGeom prst="ellipse">
              <a:avLst/>
            </a:prstGeom>
            <a:gradFill>
              <a:gsLst>
                <a:gs pos="0">
                  <a:srgbClr val="FC5F4C">
                    <a:alpha val="32968"/>
                  </a:srgbClr>
                </a:gs>
                <a:gs pos="14286">
                  <a:srgbClr val="FC5F4C">
                    <a:alpha val="30764"/>
                  </a:srgbClr>
                </a:gs>
                <a:gs pos="28571">
                  <a:srgbClr val="FC5F4C">
                    <a:alpha val="24833"/>
                  </a:srgbClr>
                </a:gs>
                <a:gs pos="42857">
                  <a:srgbClr val="FC5F4C">
                    <a:alpha val="17075"/>
                  </a:srgbClr>
                </a:gs>
                <a:gs pos="57143">
                  <a:srgbClr val="FC5F4C">
                    <a:alpha val="9855"/>
                  </a:srgbClr>
                </a:gs>
                <a:gs pos="71429">
                  <a:srgbClr val="FC5F4C">
                    <a:alpha val="4740"/>
                  </a:srgbClr>
                </a:gs>
                <a:gs pos="85714">
                  <a:srgbClr val="FC5F4C">
                    <a:alpha val="1902"/>
                  </a:srgbClr>
                </a:gs>
                <a:gs pos="100000">
                  <a:srgbClr val="FC5F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3413082">
              <a:off x="2950700" y="795255"/>
              <a:ext cx="594428" cy="139018"/>
            </a:xfrm>
            <a:prstGeom prst="ellipse">
              <a:avLst/>
            </a:prstGeom>
            <a:gradFill>
              <a:gsLst>
                <a:gs pos="0">
                  <a:srgbClr val="CE4E43">
                    <a:alpha val="32968"/>
                  </a:srgbClr>
                </a:gs>
                <a:gs pos="14286">
                  <a:srgbClr val="CE4E43">
                    <a:alpha val="30764"/>
                  </a:srgbClr>
                </a:gs>
                <a:gs pos="28571">
                  <a:srgbClr val="CE4E43">
                    <a:alpha val="24833"/>
                  </a:srgbClr>
                </a:gs>
                <a:gs pos="42857">
                  <a:srgbClr val="CE4E43">
                    <a:alpha val="17075"/>
                  </a:srgbClr>
                </a:gs>
                <a:gs pos="57143">
                  <a:srgbClr val="CE4E43">
                    <a:alpha val="9855"/>
                  </a:srgbClr>
                </a:gs>
                <a:gs pos="71429">
                  <a:srgbClr val="CE4E43">
                    <a:alpha val="4740"/>
                  </a:srgbClr>
                </a:gs>
                <a:gs pos="85714">
                  <a:srgbClr val="CE4E43">
                    <a:alpha val="1902"/>
                  </a:srgbClr>
                </a:gs>
                <a:gs pos="100000">
                  <a:srgbClr val="CE4E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-8909320">
              <a:off x="1695127" y="924274"/>
              <a:ext cx="584432" cy="102457"/>
            </a:xfrm>
            <a:prstGeom prst="ellipse">
              <a:avLst/>
            </a:prstGeom>
            <a:gradFill>
              <a:gsLst>
                <a:gs pos="0">
                  <a:srgbClr val="B6855F">
                    <a:alpha val="32968"/>
                  </a:srgbClr>
                </a:gs>
                <a:gs pos="14286">
                  <a:srgbClr val="B6855F">
                    <a:alpha val="30764"/>
                  </a:srgbClr>
                </a:gs>
                <a:gs pos="28571">
                  <a:srgbClr val="B6855F">
                    <a:alpha val="24833"/>
                  </a:srgbClr>
                </a:gs>
                <a:gs pos="42857">
                  <a:srgbClr val="B6855F">
                    <a:alpha val="17075"/>
                  </a:srgbClr>
                </a:gs>
                <a:gs pos="57143">
                  <a:srgbClr val="B6855F">
                    <a:alpha val="9855"/>
                  </a:srgbClr>
                </a:gs>
                <a:gs pos="71429">
                  <a:srgbClr val="B6855F">
                    <a:alpha val="4740"/>
                  </a:srgbClr>
                </a:gs>
                <a:gs pos="85714">
                  <a:srgbClr val="B6855F">
                    <a:alpha val="1902"/>
                  </a:srgbClr>
                </a:gs>
                <a:gs pos="100000">
                  <a:srgbClr val="B685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2877451">
              <a:off x="820532" y="2613438"/>
              <a:ext cx="579674" cy="81369"/>
            </a:xfrm>
            <a:prstGeom prst="ellipse">
              <a:avLst/>
            </a:prstGeom>
            <a:gradFill>
              <a:gsLst>
                <a:gs pos="0">
                  <a:srgbClr val="3F0051">
                    <a:alpha val="15013"/>
                  </a:srgbClr>
                </a:gs>
                <a:gs pos="14286">
                  <a:srgbClr val="3F0051">
                    <a:alpha val="13887"/>
                  </a:srgbClr>
                </a:gs>
                <a:gs pos="28571">
                  <a:srgbClr val="3F0051">
                    <a:alpha val="10960"/>
                  </a:srgbClr>
                </a:gs>
                <a:gs pos="42857">
                  <a:srgbClr val="3F0051">
                    <a:alpha val="7332"/>
                  </a:srgbClr>
                </a:gs>
                <a:gs pos="57143">
                  <a:srgbClr val="3F0051">
                    <a:alpha val="4131"/>
                  </a:srgbClr>
                </a:gs>
                <a:gs pos="71429">
                  <a:srgbClr val="3F0051">
                    <a:alpha val="1956"/>
                  </a:srgbClr>
                </a:gs>
                <a:gs pos="85714">
                  <a:srgbClr val="3F0051">
                    <a:alpha val="778"/>
                  </a:srgbClr>
                </a:gs>
                <a:gs pos="100000">
                  <a:srgbClr val="3F0051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-9047974">
              <a:off x="837565" y="3016689"/>
              <a:ext cx="315442" cy="42240"/>
            </a:xfrm>
            <a:prstGeom prst="ellipse">
              <a:avLst/>
            </a:prstGeom>
            <a:gradFill>
              <a:gsLst>
                <a:gs pos="0">
                  <a:srgbClr val="EB3300">
                    <a:alpha val="6015"/>
                  </a:srgbClr>
                </a:gs>
                <a:gs pos="14286">
                  <a:srgbClr val="EB3300">
                    <a:alpha val="5543"/>
                  </a:srgbClr>
                </a:gs>
                <a:gs pos="28571">
                  <a:srgbClr val="EB3300">
                    <a:alpha val="4331"/>
                  </a:srgbClr>
                </a:gs>
                <a:gs pos="42857">
                  <a:srgbClr val="EB3300">
                    <a:alpha val="2862"/>
                  </a:srgbClr>
                </a:gs>
                <a:gs pos="57143">
                  <a:srgbClr val="EB3300">
                    <a:alpha val="1596"/>
                  </a:srgbClr>
                </a:gs>
                <a:gs pos="71429">
                  <a:srgbClr val="EB3300">
                    <a:alpha val="750"/>
                  </a:srgbClr>
                </a:gs>
                <a:gs pos="85714">
                  <a:srgbClr val="EB3300">
                    <a:alpha val="297"/>
                  </a:srgbClr>
                </a:gs>
                <a:gs pos="100000">
                  <a:srgbClr val="EB330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4653492">
              <a:off x="518170" y="2593715"/>
              <a:ext cx="289818" cy="37079"/>
            </a:xfrm>
            <a:prstGeom prst="ellipse">
              <a:avLst/>
            </a:prstGeom>
            <a:gradFill>
              <a:gsLst>
                <a:gs pos="0">
                  <a:srgbClr val="FFD800">
                    <a:alpha val="5295"/>
                  </a:srgbClr>
                </a:gs>
                <a:gs pos="14286">
                  <a:srgbClr val="FFD800">
                    <a:alpha val="4877"/>
                  </a:srgbClr>
                </a:gs>
                <a:gs pos="28571">
                  <a:srgbClr val="FFD800">
                    <a:alpha val="3808"/>
                  </a:srgbClr>
                </a:gs>
                <a:gs pos="42857">
                  <a:srgbClr val="FFD800">
                    <a:alpha val="2514"/>
                  </a:srgbClr>
                </a:gs>
                <a:gs pos="57143">
                  <a:srgbClr val="FFD800">
                    <a:alpha val="1401"/>
                  </a:srgbClr>
                </a:gs>
                <a:gs pos="71429">
                  <a:srgbClr val="FFD800">
                    <a:alpha val="658"/>
                  </a:srgbClr>
                </a:gs>
                <a:gs pos="85714">
                  <a:srgbClr val="FFD800">
                    <a:alpha val="261"/>
                  </a:srgbClr>
                </a:gs>
                <a:gs pos="100000">
                  <a:srgbClr val="FFD800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-9157697">
              <a:off x="2386716" y="286459"/>
              <a:ext cx="523671" cy="276197"/>
            </a:xfrm>
            <a:prstGeom prst="ellipse">
              <a:avLst/>
            </a:prstGeom>
            <a:gradFill>
              <a:gsLst>
                <a:gs pos="0">
                  <a:srgbClr val="FF704E">
                    <a:alpha val="32968"/>
                  </a:srgbClr>
                </a:gs>
                <a:gs pos="14286">
                  <a:srgbClr val="FF704E">
                    <a:alpha val="30764"/>
                  </a:srgbClr>
                </a:gs>
                <a:gs pos="28571">
                  <a:srgbClr val="FF704E">
                    <a:alpha val="24833"/>
                  </a:srgbClr>
                </a:gs>
                <a:gs pos="42857">
                  <a:srgbClr val="FF704E">
                    <a:alpha val="17075"/>
                  </a:srgbClr>
                </a:gs>
                <a:gs pos="57143">
                  <a:srgbClr val="FF704E">
                    <a:alpha val="9855"/>
                  </a:srgbClr>
                </a:gs>
                <a:gs pos="71429">
                  <a:srgbClr val="FF704E">
                    <a:alpha val="4740"/>
                  </a:srgbClr>
                </a:gs>
                <a:gs pos="85714">
                  <a:srgbClr val="FF704E">
                    <a:alpha val="1902"/>
                  </a:srgbClr>
                </a:gs>
                <a:gs pos="100000">
                  <a:srgbClr val="FF70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-9131573">
              <a:off x="2467197" y="270256"/>
              <a:ext cx="446238" cy="207817"/>
            </a:xfrm>
            <a:prstGeom prst="ellipse">
              <a:avLst/>
            </a:prstGeom>
            <a:gradFill>
              <a:gsLst>
                <a:gs pos="0">
                  <a:srgbClr val="FF8D67">
                    <a:alpha val="32968"/>
                  </a:srgbClr>
                </a:gs>
                <a:gs pos="14286">
                  <a:srgbClr val="FF8D67">
                    <a:alpha val="30764"/>
                  </a:srgbClr>
                </a:gs>
                <a:gs pos="28571">
                  <a:srgbClr val="FF8D67">
                    <a:alpha val="24833"/>
                  </a:srgbClr>
                </a:gs>
                <a:gs pos="42857">
                  <a:srgbClr val="FF8D67">
                    <a:alpha val="17075"/>
                  </a:srgbClr>
                </a:gs>
                <a:gs pos="57143">
                  <a:srgbClr val="FF8D67">
                    <a:alpha val="9855"/>
                  </a:srgbClr>
                </a:gs>
                <a:gs pos="71429">
                  <a:srgbClr val="FF8D67">
                    <a:alpha val="4740"/>
                  </a:srgbClr>
                </a:gs>
                <a:gs pos="85714">
                  <a:srgbClr val="FF8D67">
                    <a:alpha val="1902"/>
                  </a:srgbClr>
                </a:gs>
                <a:gs pos="100000">
                  <a:srgbClr val="FF8D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10027868">
              <a:off x="925219" y="2039810"/>
              <a:ext cx="355260" cy="73946"/>
            </a:xfrm>
            <a:prstGeom prst="ellipse">
              <a:avLst/>
            </a:prstGeom>
            <a:gradFill>
              <a:gsLst>
                <a:gs pos="0">
                  <a:srgbClr val="E3D89E">
                    <a:alpha val="32968"/>
                  </a:srgbClr>
                </a:gs>
                <a:gs pos="14286">
                  <a:srgbClr val="E3D89E">
                    <a:alpha val="30764"/>
                  </a:srgbClr>
                </a:gs>
                <a:gs pos="28571">
                  <a:srgbClr val="E3D89E">
                    <a:alpha val="24833"/>
                  </a:srgbClr>
                </a:gs>
                <a:gs pos="42857">
                  <a:srgbClr val="E3D89E">
                    <a:alpha val="17075"/>
                  </a:srgbClr>
                </a:gs>
                <a:gs pos="57143">
                  <a:srgbClr val="E3D89E">
                    <a:alpha val="9855"/>
                  </a:srgbClr>
                </a:gs>
                <a:gs pos="71429">
                  <a:srgbClr val="E3D89E">
                    <a:alpha val="4740"/>
                  </a:srgbClr>
                </a:gs>
                <a:gs pos="85714">
                  <a:srgbClr val="E3D89E">
                    <a:alpha val="1902"/>
                  </a:srgbClr>
                </a:gs>
                <a:gs pos="100000">
                  <a:srgbClr val="E3D8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8502778">
              <a:off x="769369" y="2051052"/>
              <a:ext cx="491122" cy="292569"/>
            </a:xfrm>
            <a:prstGeom prst="ellipse">
              <a:avLst/>
            </a:prstGeom>
            <a:gradFill>
              <a:gsLst>
                <a:gs pos="0">
                  <a:srgbClr val="FFC58C">
                    <a:alpha val="29486"/>
                  </a:srgbClr>
                </a:gs>
                <a:gs pos="14286">
                  <a:srgbClr val="FFC58C">
                    <a:alpha val="27465"/>
                  </a:srgbClr>
                </a:gs>
                <a:gs pos="28571">
                  <a:srgbClr val="FFC58C">
                    <a:alpha val="22067"/>
                  </a:srgbClr>
                </a:gs>
                <a:gs pos="42857">
                  <a:srgbClr val="FFC58C">
                    <a:alpha val="15086"/>
                  </a:srgbClr>
                </a:gs>
                <a:gs pos="57143">
                  <a:srgbClr val="FFC58C">
                    <a:alpha val="8663"/>
                  </a:srgbClr>
                </a:gs>
                <a:gs pos="71429">
                  <a:srgbClr val="FFC58C">
                    <a:alpha val="4153"/>
                  </a:srgbClr>
                </a:gs>
                <a:gs pos="85714">
                  <a:srgbClr val="FFC58C">
                    <a:alpha val="1663"/>
                  </a:srgbClr>
                </a:gs>
                <a:gs pos="100000">
                  <a:srgbClr val="FFC58C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3928010">
              <a:off x="3078746" y="1009733"/>
              <a:ext cx="533562" cy="193591"/>
            </a:xfrm>
            <a:prstGeom prst="ellipse">
              <a:avLst/>
            </a:prstGeom>
            <a:gradFill>
              <a:gsLst>
                <a:gs pos="0">
                  <a:srgbClr val="F7664E">
                    <a:alpha val="32968"/>
                  </a:srgbClr>
                </a:gs>
                <a:gs pos="14286">
                  <a:srgbClr val="F7664E">
                    <a:alpha val="30764"/>
                  </a:srgbClr>
                </a:gs>
                <a:gs pos="28571">
                  <a:srgbClr val="F7664E">
                    <a:alpha val="24833"/>
                  </a:srgbClr>
                </a:gs>
                <a:gs pos="42857">
                  <a:srgbClr val="F7664E">
                    <a:alpha val="17075"/>
                  </a:srgbClr>
                </a:gs>
                <a:gs pos="57143">
                  <a:srgbClr val="F7664E">
                    <a:alpha val="9855"/>
                  </a:srgbClr>
                </a:gs>
                <a:gs pos="71429">
                  <a:srgbClr val="F7664E">
                    <a:alpha val="4740"/>
                  </a:srgbClr>
                </a:gs>
                <a:gs pos="85714">
                  <a:srgbClr val="F7664E">
                    <a:alpha val="1902"/>
                  </a:srgbClr>
                </a:gs>
                <a:gs pos="100000">
                  <a:srgbClr val="F766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9945942">
              <a:off x="896027" y="2199419"/>
              <a:ext cx="397192" cy="236436"/>
            </a:xfrm>
            <a:prstGeom prst="ellipse">
              <a:avLst/>
            </a:prstGeom>
            <a:gradFill>
              <a:gsLst>
                <a:gs pos="0">
                  <a:srgbClr val="EBAF8D">
                    <a:alpha val="32968"/>
                  </a:srgbClr>
                </a:gs>
                <a:gs pos="14286">
                  <a:srgbClr val="EBAF8D">
                    <a:alpha val="30764"/>
                  </a:srgbClr>
                </a:gs>
                <a:gs pos="28571">
                  <a:srgbClr val="EBAF8D">
                    <a:alpha val="24833"/>
                  </a:srgbClr>
                </a:gs>
                <a:gs pos="42857">
                  <a:srgbClr val="EBAF8D">
                    <a:alpha val="17075"/>
                  </a:srgbClr>
                </a:gs>
                <a:gs pos="57143">
                  <a:srgbClr val="EBAF8D">
                    <a:alpha val="9855"/>
                  </a:srgbClr>
                </a:gs>
                <a:gs pos="71429">
                  <a:srgbClr val="EBAF8D">
                    <a:alpha val="4740"/>
                  </a:srgbClr>
                </a:gs>
                <a:gs pos="85714">
                  <a:srgbClr val="EBAF8D">
                    <a:alpha val="1902"/>
                  </a:srgbClr>
                </a:gs>
                <a:gs pos="100000">
                  <a:srgbClr val="EBAF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7507787">
              <a:off x="733488" y="1512132"/>
              <a:ext cx="590771" cy="211853"/>
            </a:xfrm>
            <a:prstGeom prst="ellipse">
              <a:avLst/>
            </a:prstGeom>
            <a:gradFill>
              <a:gsLst>
                <a:gs pos="0">
                  <a:srgbClr val="D28864">
                    <a:alpha val="32968"/>
                  </a:srgbClr>
                </a:gs>
                <a:gs pos="14286">
                  <a:srgbClr val="D28864">
                    <a:alpha val="30764"/>
                  </a:srgbClr>
                </a:gs>
                <a:gs pos="28571">
                  <a:srgbClr val="D28864">
                    <a:alpha val="24833"/>
                  </a:srgbClr>
                </a:gs>
                <a:gs pos="42857">
                  <a:srgbClr val="D28864">
                    <a:alpha val="17075"/>
                  </a:srgbClr>
                </a:gs>
                <a:gs pos="57143">
                  <a:srgbClr val="D28864">
                    <a:alpha val="9855"/>
                  </a:srgbClr>
                </a:gs>
                <a:gs pos="71429">
                  <a:srgbClr val="D28864">
                    <a:alpha val="4740"/>
                  </a:srgbClr>
                </a:gs>
                <a:gs pos="85714">
                  <a:srgbClr val="D28864">
                    <a:alpha val="1902"/>
                  </a:srgbClr>
                </a:gs>
                <a:gs pos="100000">
                  <a:srgbClr val="D288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5046246">
              <a:off x="194363" y="1345622"/>
              <a:ext cx="447576" cy="53994"/>
            </a:xfrm>
            <a:prstGeom prst="ellipse">
              <a:avLst/>
            </a:prstGeom>
            <a:gradFill>
              <a:gsLst>
                <a:gs pos="0">
                  <a:srgbClr val="AE002E">
                    <a:alpha val="32957"/>
                  </a:srgbClr>
                </a:gs>
                <a:gs pos="14286">
                  <a:srgbClr val="AE002E">
                    <a:alpha val="30753"/>
                  </a:srgbClr>
                </a:gs>
                <a:gs pos="28571">
                  <a:srgbClr val="AE002E">
                    <a:alpha val="24824"/>
                  </a:srgbClr>
                </a:gs>
                <a:gs pos="42857">
                  <a:srgbClr val="AE002E">
                    <a:alpha val="17069"/>
                  </a:srgbClr>
                </a:gs>
                <a:gs pos="57143">
                  <a:srgbClr val="AE002E">
                    <a:alpha val="9851"/>
                  </a:srgbClr>
                </a:gs>
                <a:gs pos="71429">
                  <a:srgbClr val="AE002E">
                    <a:alpha val="4738"/>
                  </a:srgbClr>
                </a:gs>
                <a:gs pos="85714">
                  <a:srgbClr val="AE002E">
                    <a:alpha val="1901"/>
                  </a:srgbClr>
                </a:gs>
                <a:gs pos="100000">
                  <a:srgbClr val="AE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10775049">
              <a:off x="472539" y="2125419"/>
              <a:ext cx="453135" cy="79006"/>
            </a:xfrm>
            <a:prstGeom prst="ellipse">
              <a:avLst/>
            </a:prstGeom>
            <a:gradFill>
              <a:gsLst>
                <a:gs pos="0">
                  <a:srgbClr val="630000">
                    <a:alpha val="32968"/>
                  </a:srgbClr>
                </a:gs>
                <a:gs pos="14286">
                  <a:srgbClr val="630000">
                    <a:alpha val="30764"/>
                  </a:srgbClr>
                </a:gs>
                <a:gs pos="28571">
                  <a:srgbClr val="630000">
                    <a:alpha val="24833"/>
                  </a:srgbClr>
                </a:gs>
                <a:gs pos="42857">
                  <a:srgbClr val="630000">
                    <a:alpha val="17075"/>
                  </a:srgbClr>
                </a:gs>
                <a:gs pos="57143">
                  <a:srgbClr val="630000">
                    <a:alpha val="9855"/>
                  </a:srgbClr>
                </a:gs>
                <a:gs pos="71429">
                  <a:srgbClr val="630000">
                    <a:alpha val="4740"/>
                  </a:srgbClr>
                </a:gs>
                <a:gs pos="85714">
                  <a:srgbClr val="630000">
                    <a:alpha val="1902"/>
                  </a:srgbClr>
                </a:gs>
                <a:gs pos="100000">
                  <a:srgbClr val="6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9622281">
              <a:off x="886366" y="1196671"/>
              <a:ext cx="474040" cy="285920"/>
            </a:xfrm>
            <a:prstGeom prst="ellipse">
              <a:avLst/>
            </a:prstGeom>
            <a:gradFill>
              <a:gsLst>
                <a:gs pos="0">
                  <a:srgbClr val="FFCA98">
                    <a:alpha val="32968"/>
                  </a:srgbClr>
                </a:gs>
                <a:gs pos="14286">
                  <a:srgbClr val="FFCA98">
                    <a:alpha val="30764"/>
                  </a:srgbClr>
                </a:gs>
                <a:gs pos="28571">
                  <a:srgbClr val="FFCA98">
                    <a:alpha val="24833"/>
                  </a:srgbClr>
                </a:gs>
                <a:gs pos="42857">
                  <a:srgbClr val="FFCA98">
                    <a:alpha val="17075"/>
                  </a:srgbClr>
                </a:gs>
                <a:gs pos="57143">
                  <a:srgbClr val="FFCA98">
                    <a:alpha val="9855"/>
                  </a:srgbClr>
                </a:gs>
                <a:gs pos="71429">
                  <a:srgbClr val="FFCA98">
                    <a:alpha val="4740"/>
                  </a:srgbClr>
                </a:gs>
                <a:gs pos="85714">
                  <a:srgbClr val="FFCA98">
                    <a:alpha val="1902"/>
                  </a:srgbClr>
                </a:gs>
                <a:gs pos="100000">
                  <a:srgbClr val="FFCA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-9717371">
              <a:off x="1097423" y="2172909"/>
              <a:ext cx="439516" cy="146438"/>
            </a:xfrm>
            <a:prstGeom prst="ellipse">
              <a:avLst/>
            </a:prstGeom>
            <a:gradFill>
              <a:gsLst>
                <a:gs pos="0">
                  <a:srgbClr val="516B50">
                    <a:alpha val="32918"/>
                  </a:srgbClr>
                </a:gs>
                <a:gs pos="14286">
                  <a:srgbClr val="516B50">
                    <a:alpha val="30716"/>
                  </a:srgbClr>
                </a:gs>
                <a:gs pos="28571">
                  <a:srgbClr val="516B50">
                    <a:alpha val="24793"/>
                  </a:srgbClr>
                </a:gs>
                <a:gs pos="42857">
                  <a:srgbClr val="516B50">
                    <a:alpha val="17046"/>
                  </a:srgbClr>
                </a:gs>
                <a:gs pos="57143">
                  <a:srgbClr val="516B50">
                    <a:alpha val="9837"/>
                  </a:srgbClr>
                </a:gs>
                <a:gs pos="71429">
                  <a:srgbClr val="516B50">
                    <a:alpha val="4732"/>
                  </a:srgbClr>
                </a:gs>
                <a:gs pos="85714">
                  <a:srgbClr val="516B50">
                    <a:alpha val="1899"/>
                  </a:srgbClr>
                </a:gs>
                <a:gs pos="100000">
                  <a:srgbClr val="516B5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8917978">
              <a:off x="594786" y="1337430"/>
              <a:ext cx="598957" cy="73435"/>
            </a:xfrm>
            <a:prstGeom prst="ellipse">
              <a:avLst/>
            </a:prstGeom>
            <a:gradFill>
              <a:gsLst>
                <a:gs pos="0">
                  <a:srgbClr val="FFB97B">
                    <a:alpha val="24477"/>
                  </a:srgbClr>
                </a:gs>
                <a:gs pos="14286">
                  <a:srgbClr val="FFB97B">
                    <a:alpha val="22743"/>
                  </a:srgbClr>
                </a:gs>
                <a:gs pos="28571">
                  <a:srgbClr val="FFB97B">
                    <a:alpha val="18155"/>
                  </a:srgbClr>
                </a:gs>
                <a:gs pos="42857">
                  <a:srgbClr val="FFB97B">
                    <a:alpha val="12314"/>
                  </a:srgbClr>
                </a:gs>
                <a:gs pos="57143">
                  <a:srgbClr val="FFB97B">
                    <a:alpha val="7023"/>
                  </a:srgbClr>
                </a:gs>
                <a:gs pos="71429">
                  <a:srgbClr val="FFB97B">
                    <a:alpha val="3351"/>
                  </a:srgbClr>
                </a:gs>
                <a:gs pos="85714">
                  <a:srgbClr val="FFB97B">
                    <a:alpha val="1339"/>
                  </a:srgbClr>
                </a:gs>
                <a:gs pos="100000">
                  <a:srgbClr val="FFB97B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8777847">
              <a:off x="2496740" y="3227203"/>
              <a:ext cx="549025" cy="112796"/>
            </a:xfrm>
            <a:prstGeom prst="ellipse">
              <a:avLst/>
            </a:prstGeom>
            <a:gradFill>
              <a:gsLst>
                <a:gs pos="0">
                  <a:srgbClr val="EE5A45">
                    <a:alpha val="32968"/>
                  </a:srgbClr>
                </a:gs>
                <a:gs pos="14286">
                  <a:srgbClr val="EE5A45">
                    <a:alpha val="30764"/>
                  </a:srgbClr>
                </a:gs>
                <a:gs pos="28571">
                  <a:srgbClr val="EE5A45">
                    <a:alpha val="24833"/>
                  </a:srgbClr>
                </a:gs>
                <a:gs pos="42857">
                  <a:srgbClr val="EE5A45">
                    <a:alpha val="17075"/>
                  </a:srgbClr>
                </a:gs>
                <a:gs pos="57143">
                  <a:srgbClr val="EE5A45">
                    <a:alpha val="9855"/>
                  </a:srgbClr>
                </a:gs>
                <a:gs pos="71429">
                  <a:srgbClr val="EE5A45">
                    <a:alpha val="4740"/>
                  </a:srgbClr>
                </a:gs>
                <a:gs pos="85714">
                  <a:srgbClr val="EE5A45">
                    <a:alpha val="1902"/>
                  </a:srgbClr>
                </a:gs>
                <a:gs pos="100000">
                  <a:srgbClr val="EE5A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10084281">
              <a:off x="933540" y="2322450"/>
              <a:ext cx="396219" cy="197538"/>
            </a:xfrm>
            <a:prstGeom prst="ellipse">
              <a:avLst/>
            </a:prstGeom>
            <a:gradFill>
              <a:gsLst>
                <a:gs pos="0">
                  <a:srgbClr val="FFD6AA">
                    <a:alpha val="32466"/>
                  </a:srgbClr>
                </a:gs>
                <a:gs pos="14286">
                  <a:srgbClr val="FFD6AA">
                    <a:alpha val="30287"/>
                  </a:srgbClr>
                </a:gs>
                <a:gs pos="28571">
                  <a:srgbClr val="FFD6AA">
                    <a:alpha val="24431"/>
                  </a:srgbClr>
                </a:gs>
                <a:gs pos="42857">
                  <a:srgbClr val="FFD6AA">
                    <a:alpha val="16785"/>
                  </a:srgbClr>
                </a:gs>
                <a:gs pos="57143">
                  <a:srgbClr val="FFD6AA">
                    <a:alpha val="9680"/>
                  </a:srgbClr>
                </a:gs>
                <a:gs pos="71429">
                  <a:srgbClr val="FFD6AA">
                    <a:alpha val="4654"/>
                  </a:srgbClr>
                </a:gs>
                <a:gs pos="85714">
                  <a:srgbClr val="FFD6AA">
                    <a:alpha val="1867"/>
                  </a:srgbClr>
                </a:gs>
                <a:gs pos="100000">
                  <a:srgbClr val="FFD6AA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3926569">
              <a:off x="499394" y="2631771"/>
              <a:ext cx="333626" cy="60027"/>
            </a:xfrm>
            <a:prstGeom prst="ellipse">
              <a:avLst/>
            </a:prstGeom>
            <a:gradFill>
              <a:gsLst>
                <a:gs pos="0">
                  <a:srgbClr val="F8C290">
                    <a:alpha val="19451"/>
                  </a:srgbClr>
                </a:gs>
                <a:gs pos="14286">
                  <a:srgbClr val="F8C290">
                    <a:alpha val="18030"/>
                  </a:srgbClr>
                </a:gs>
                <a:gs pos="28571">
                  <a:srgbClr val="F8C290">
                    <a:alpha val="14304"/>
                  </a:srgbClr>
                </a:gs>
                <a:gs pos="42857">
                  <a:srgbClr val="F8C290">
                    <a:alpha val="9630"/>
                  </a:srgbClr>
                </a:gs>
                <a:gs pos="57143">
                  <a:srgbClr val="F8C290">
                    <a:alpha val="5456"/>
                  </a:srgbClr>
                </a:gs>
                <a:gs pos="71429">
                  <a:srgbClr val="F8C290">
                    <a:alpha val="2592"/>
                  </a:srgbClr>
                </a:gs>
                <a:gs pos="85714">
                  <a:srgbClr val="F8C290">
                    <a:alpha val="1033"/>
                  </a:srgbClr>
                </a:gs>
                <a:gs pos="100000">
                  <a:srgbClr val="F8C29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8304272">
              <a:off x="1193599" y="2512405"/>
              <a:ext cx="297247" cy="131563"/>
            </a:xfrm>
            <a:prstGeom prst="ellipse">
              <a:avLst/>
            </a:prstGeom>
            <a:gradFill>
              <a:gsLst>
                <a:gs pos="0">
                  <a:srgbClr val="C3B176">
                    <a:alpha val="32968"/>
                  </a:srgbClr>
                </a:gs>
                <a:gs pos="14286">
                  <a:srgbClr val="C3B176">
                    <a:alpha val="30764"/>
                  </a:srgbClr>
                </a:gs>
                <a:gs pos="28571">
                  <a:srgbClr val="C3B176">
                    <a:alpha val="24833"/>
                  </a:srgbClr>
                </a:gs>
                <a:gs pos="42857">
                  <a:srgbClr val="C3B176">
                    <a:alpha val="17075"/>
                  </a:srgbClr>
                </a:gs>
                <a:gs pos="57143">
                  <a:srgbClr val="C3B176">
                    <a:alpha val="9855"/>
                  </a:srgbClr>
                </a:gs>
                <a:gs pos="71429">
                  <a:srgbClr val="C3B176">
                    <a:alpha val="4740"/>
                  </a:srgbClr>
                </a:gs>
                <a:gs pos="85714">
                  <a:srgbClr val="C3B176">
                    <a:alpha val="1902"/>
                  </a:srgbClr>
                </a:gs>
                <a:gs pos="100000">
                  <a:srgbClr val="C3B1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-10281665">
              <a:off x="780294" y="2597795"/>
              <a:ext cx="533119" cy="47708"/>
            </a:xfrm>
            <a:prstGeom prst="ellipse">
              <a:avLst/>
            </a:prstGeom>
            <a:gradFill>
              <a:gsLst>
                <a:gs pos="0">
                  <a:srgbClr val="04003B">
                    <a:alpha val="32968"/>
                  </a:srgbClr>
                </a:gs>
                <a:gs pos="14286">
                  <a:srgbClr val="04003B">
                    <a:alpha val="30764"/>
                  </a:srgbClr>
                </a:gs>
                <a:gs pos="28571">
                  <a:srgbClr val="04003B">
                    <a:alpha val="24833"/>
                  </a:srgbClr>
                </a:gs>
                <a:gs pos="42857">
                  <a:srgbClr val="04003B">
                    <a:alpha val="17075"/>
                  </a:srgbClr>
                </a:gs>
                <a:gs pos="57143">
                  <a:srgbClr val="04003B">
                    <a:alpha val="9855"/>
                  </a:srgbClr>
                </a:gs>
                <a:gs pos="71429">
                  <a:srgbClr val="04003B">
                    <a:alpha val="4740"/>
                  </a:srgbClr>
                </a:gs>
                <a:gs pos="85714">
                  <a:srgbClr val="04003B">
                    <a:alpha val="1902"/>
                  </a:srgbClr>
                </a:gs>
                <a:gs pos="100000">
                  <a:srgbClr val="0400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-9705689">
              <a:off x="1032706" y="2710363"/>
              <a:ext cx="396492" cy="223370"/>
            </a:xfrm>
            <a:prstGeom prst="ellipse">
              <a:avLst/>
            </a:prstGeom>
            <a:gradFill>
              <a:gsLst>
                <a:gs pos="0">
                  <a:srgbClr val="DE000E">
                    <a:alpha val="23026"/>
                  </a:srgbClr>
                </a:gs>
                <a:gs pos="14286">
                  <a:srgbClr val="DE000E">
                    <a:alpha val="21379"/>
                  </a:srgbClr>
                </a:gs>
                <a:gs pos="28571">
                  <a:srgbClr val="DE000E">
                    <a:alpha val="17036"/>
                  </a:srgbClr>
                </a:gs>
                <a:gs pos="42857">
                  <a:srgbClr val="DE000E">
                    <a:alpha val="11529"/>
                  </a:srgbClr>
                </a:gs>
                <a:gs pos="57143">
                  <a:srgbClr val="DE000E">
                    <a:alpha val="6563"/>
                  </a:srgbClr>
                </a:gs>
                <a:gs pos="71429">
                  <a:srgbClr val="DE000E">
                    <a:alpha val="3127"/>
                  </a:srgbClr>
                </a:gs>
                <a:gs pos="85714">
                  <a:srgbClr val="DE000E">
                    <a:alpha val="1249"/>
                  </a:srgbClr>
                </a:gs>
                <a:gs pos="100000">
                  <a:srgbClr val="DE000E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-10448498">
              <a:off x="990597" y="3109355"/>
              <a:ext cx="620616" cy="36049"/>
            </a:xfrm>
            <a:prstGeom prst="ellipse">
              <a:avLst/>
            </a:prstGeom>
            <a:gradFill>
              <a:gsLst>
                <a:gs pos="0">
                  <a:srgbClr val="000038">
                    <a:alpha val="32968"/>
                  </a:srgbClr>
                </a:gs>
                <a:gs pos="14286">
                  <a:srgbClr val="000038">
                    <a:alpha val="30764"/>
                  </a:srgbClr>
                </a:gs>
                <a:gs pos="28571">
                  <a:srgbClr val="000038">
                    <a:alpha val="24833"/>
                  </a:srgbClr>
                </a:gs>
                <a:gs pos="42857">
                  <a:srgbClr val="000038">
                    <a:alpha val="17075"/>
                  </a:srgbClr>
                </a:gs>
                <a:gs pos="57143">
                  <a:srgbClr val="000038">
                    <a:alpha val="9855"/>
                  </a:srgbClr>
                </a:gs>
                <a:gs pos="71429">
                  <a:srgbClr val="000038">
                    <a:alpha val="4740"/>
                  </a:srgbClr>
                </a:gs>
                <a:gs pos="85714">
                  <a:srgbClr val="000038">
                    <a:alpha val="1902"/>
                  </a:srgbClr>
                </a:gs>
                <a:gs pos="100000">
                  <a:srgbClr val="0000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4957915">
              <a:off x="-218718" y="2018475"/>
              <a:ext cx="582931" cy="64201"/>
            </a:xfrm>
            <a:prstGeom prst="ellipse">
              <a:avLst/>
            </a:prstGeom>
            <a:gradFill>
              <a:gsLst>
                <a:gs pos="0">
                  <a:srgbClr val="F1654A">
                    <a:alpha val="32968"/>
                  </a:srgbClr>
                </a:gs>
                <a:gs pos="14286">
                  <a:srgbClr val="F1654A">
                    <a:alpha val="30764"/>
                  </a:srgbClr>
                </a:gs>
                <a:gs pos="28571">
                  <a:srgbClr val="F1654A">
                    <a:alpha val="24833"/>
                  </a:srgbClr>
                </a:gs>
                <a:gs pos="42857">
                  <a:srgbClr val="F1654A">
                    <a:alpha val="17075"/>
                  </a:srgbClr>
                </a:gs>
                <a:gs pos="57143">
                  <a:srgbClr val="F1654A">
                    <a:alpha val="9855"/>
                  </a:srgbClr>
                </a:gs>
                <a:gs pos="71429">
                  <a:srgbClr val="F1654A">
                    <a:alpha val="4740"/>
                  </a:srgbClr>
                </a:gs>
                <a:gs pos="85714">
                  <a:srgbClr val="F1654A">
                    <a:alpha val="1902"/>
                  </a:srgbClr>
                </a:gs>
                <a:gs pos="100000">
                  <a:srgbClr val="F165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10499323">
              <a:off x="1024666" y="1248653"/>
              <a:ext cx="376935" cy="67897"/>
            </a:xfrm>
            <a:prstGeom prst="ellipse">
              <a:avLst/>
            </a:prstGeom>
            <a:gradFill>
              <a:gsLst>
                <a:gs pos="0">
                  <a:srgbClr val="FFE8A6">
                    <a:alpha val="23019"/>
                  </a:srgbClr>
                </a:gs>
                <a:gs pos="14286">
                  <a:srgbClr val="FFE8A6">
                    <a:alpha val="21372"/>
                  </a:srgbClr>
                </a:gs>
                <a:gs pos="28571">
                  <a:srgbClr val="FFE8A6">
                    <a:alpha val="17030"/>
                  </a:srgbClr>
                </a:gs>
                <a:gs pos="42857">
                  <a:srgbClr val="FFE8A6">
                    <a:alpha val="11526"/>
                  </a:srgbClr>
                </a:gs>
                <a:gs pos="57143">
                  <a:srgbClr val="FFE8A6">
                    <a:alpha val="6560"/>
                  </a:srgbClr>
                </a:gs>
                <a:gs pos="71429">
                  <a:srgbClr val="FFE8A6">
                    <a:alpha val="3126"/>
                  </a:srgbClr>
                </a:gs>
                <a:gs pos="85714">
                  <a:srgbClr val="FFE8A6">
                    <a:alpha val="1248"/>
                  </a:srgbClr>
                </a:gs>
                <a:gs pos="100000">
                  <a:srgbClr val="FFE8A6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10410583">
              <a:off x="1041117" y="1153802"/>
              <a:ext cx="347912" cy="176306"/>
            </a:xfrm>
            <a:prstGeom prst="ellipse">
              <a:avLst/>
            </a:prstGeom>
            <a:gradFill>
              <a:gsLst>
                <a:gs pos="0">
                  <a:srgbClr val="CBD69A">
                    <a:alpha val="32968"/>
                  </a:srgbClr>
                </a:gs>
                <a:gs pos="14286">
                  <a:srgbClr val="CBD69A">
                    <a:alpha val="30764"/>
                  </a:srgbClr>
                </a:gs>
                <a:gs pos="28571">
                  <a:srgbClr val="CBD69A">
                    <a:alpha val="24833"/>
                  </a:srgbClr>
                </a:gs>
                <a:gs pos="42857">
                  <a:srgbClr val="CBD69A">
                    <a:alpha val="17075"/>
                  </a:srgbClr>
                </a:gs>
                <a:gs pos="57143">
                  <a:srgbClr val="CBD69A">
                    <a:alpha val="9855"/>
                  </a:srgbClr>
                </a:gs>
                <a:gs pos="71429">
                  <a:srgbClr val="CBD69A">
                    <a:alpha val="4740"/>
                  </a:srgbClr>
                </a:gs>
                <a:gs pos="85714">
                  <a:srgbClr val="CBD69A">
                    <a:alpha val="1902"/>
                  </a:srgbClr>
                </a:gs>
                <a:gs pos="100000">
                  <a:srgbClr val="CBD6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4059185">
              <a:off x="-214073" y="2486478"/>
              <a:ext cx="721070" cy="45022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-8674292">
              <a:off x="377135" y="2153429"/>
              <a:ext cx="250795" cy="114712"/>
            </a:xfrm>
            <a:prstGeom prst="ellipse">
              <a:avLst/>
            </a:prstGeom>
            <a:gradFill>
              <a:gsLst>
                <a:gs pos="0">
                  <a:srgbClr val="A20000">
                    <a:alpha val="22849"/>
                  </a:srgbClr>
                </a:gs>
                <a:gs pos="14286">
                  <a:srgbClr val="A20000">
                    <a:alpha val="21213"/>
                  </a:srgbClr>
                </a:gs>
                <a:gs pos="28571">
                  <a:srgbClr val="A20000">
                    <a:alpha val="16900"/>
                  </a:srgbClr>
                </a:gs>
                <a:gs pos="42857">
                  <a:srgbClr val="A20000">
                    <a:alpha val="11435"/>
                  </a:srgbClr>
                </a:gs>
                <a:gs pos="57143">
                  <a:srgbClr val="A20000">
                    <a:alpha val="6507"/>
                  </a:srgbClr>
                </a:gs>
                <a:gs pos="71429">
                  <a:srgbClr val="A20000">
                    <a:alpha val="3100"/>
                  </a:srgbClr>
                </a:gs>
                <a:gs pos="85714">
                  <a:srgbClr val="A20000">
                    <a:alpha val="1238"/>
                  </a:srgbClr>
                </a:gs>
                <a:gs pos="100000">
                  <a:srgbClr val="A20000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3554110">
              <a:off x="684052" y="1175439"/>
              <a:ext cx="339431" cy="206296"/>
            </a:xfrm>
            <a:prstGeom prst="ellipse">
              <a:avLst/>
            </a:prstGeom>
            <a:gradFill>
              <a:gsLst>
                <a:gs pos="0">
                  <a:srgbClr val="F8BC86">
                    <a:alpha val="32968"/>
                  </a:srgbClr>
                </a:gs>
                <a:gs pos="14286">
                  <a:srgbClr val="F8BC86">
                    <a:alpha val="30764"/>
                  </a:srgbClr>
                </a:gs>
                <a:gs pos="28571">
                  <a:srgbClr val="F8BC86">
                    <a:alpha val="24833"/>
                  </a:srgbClr>
                </a:gs>
                <a:gs pos="42857">
                  <a:srgbClr val="F8BC86">
                    <a:alpha val="17075"/>
                  </a:srgbClr>
                </a:gs>
                <a:gs pos="57143">
                  <a:srgbClr val="F8BC86">
                    <a:alpha val="9855"/>
                  </a:srgbClr>
                </a:gs>
                <a:gs pos="71429">
                  <a:srgbClr val="F8BC86">
                    <a:alpha val="4740"/>
                  </a:srgbClr>
                </a:gs>
                <a:gs pos="85714">
                  <a:srgbClr val="F8BC86">
                    <a:alpha val="1902"/>
                  </a:srgbClr>
                </a:gs>
                <a:gs pos="100000">
                  <a:srgbClr val="F8BC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-8329111">
              <a:off x="493555" y="2897935"/>
              <a:ext cx="682065" cy="217262"/>
            </a:xfrm>
            <a:prstGeom prst="ellipse">
              <a:avLst/>
            </a:prstGeom>
            <a:gradFill>
              <a:gsLst>
                <a:gs pos="0">
                  <a:srgbClr val="EA7854">
                    <a:alpha val="32968"/>
                  </a:srgbClr>
                </a:gs>
                <a:gs pos="14286">
                  <a:srgbClr val="EA7854">
                    <a:alpha val="30764"/>
                  </a:srgbClr>
                </a:gs>
                <a:gs pos="28571">
                  <a:srgbClr val="EA7854">
                    <a:alpha val="24833"/>
                  </a:srgbClr>
                </a:gs>
                <a:gs pos="42857">
                  <a:srgbClr val="EA7854">
                    <a:alpha val="17075"/>
                  </a:srgbClr>
                </a:gs>
                <a:gs pos="57143">
                  <a:srgbClr val="EA7854">
                    <a:alpha val="9855"/>
                  </a:srgbClr>
                </a:gs>
                <a:gs pos="71429">
                  <a:srgbClr val="EA7854">
                    <a:alpha val="4740"/>
                  </a:srgbClr>
                </a:gs>
                <a:gs pos="85714">
                  <a:srgbClr val="EA7854">
                    <a:alpha val="1902"/>
                  </a:srgbClr>
                </a:gs>
                <a:gs pos="100000">
                  <a:srgbClr val="EA78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8276997">
              <a:off x="1109441" y="2287951"/>
              <a:ext cx="386931" cy="176678"/>
            </a:xfrm>
            <a:prstGeom prst="ellipse">
              <a:avLst/>
            </a:prstGeom>
            <a:gradFill>
              <a:gsLst>
                <a:gs pos="0">
                  <a:srgbClr val="CED99B">
                    <a:alpha val="32968"/>
                  </a:srgbClr>
                </a:gs>
                <a:gs pos="14286">
                  <a:srgbClr val="CED99B">
                    <a:alpha val="30764"/>
                  </a:srgbClr>
                </a:gs>
                <a:gs pos="28571">
                  <a:srgbClr val="CED99B">
                    <a:alpha val="24833"/>
                  </a:srgbClr>
                </a:gs>
                <a:gs pos="42857">
                  <a:srgbClr val="CED99B">
                    <a:alpha val="17075"/>
                  </a:srgbClr>
                </a:gs>
                <a:gs pos="57143">
                  <a:srgbClr val="CED99B">
                    <a:alpha val="9855"/>
                  </a:srgbClr>
                </a:gs>
                <a:gs pos="71429">
                  <a:srgbClr val="CED99B">
                    <a:alpha val="4740"/>
                  </a:srgbClr>
                </a:gs>
                <a:gs pos="85714">
                  <a:srgbClr val="CED99B">
                    <a:alpha val="1902"/>
                  </a:srgbClr>
                </a:gs>
                <a:gs pos="100000">
                  <a:srgbClr val="CED9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-8440674">
              <a:off x="1284358" y="1264377"/>
              <a:ext cx="413644" cy="69416"/>
            </a:xfrm>
            <a:prstGeom prst="ellipse">
              <a:avLst/>
            </a:prstGeom>
            <a:gradFill>
              <a:gsLst>
                <a:gs pos="0">
                  <a:srgbClr val="C29362">
                    <a:alpha val="27296"/>
                  </a:srgbClr>
                </a:gs>
                <a:gs pos="14286">
                  <a:srgbClr val="C29362">
                    <a:alpha val="25397"/>
                  </a:srgbClr>
                </a:gs>
                <a:gs pos="28571">
                  <a:srgbClr val="C29362">
                    <a:alpha val="20347"/>
                  </a:srgbClr>
                </a:gs>
                <a:gs pos="42857">
                  <a:srgbClr val="C29362">
                    <a:alpha val="13862"/>
                  </a:srgbClr>
                </a:gs>
                <a:gs pos="57143">
                  <a:srgbClr val="C29362">
                    <a:alpha val="7936"/>
                  </a:srgbClr>
                </a:gs>
                <a:gs pos="71429">
                  <a:srgbClr val="C29362">
                    <a:alpha val="3796"/>
                  </a:srgbClr>
                </a:gs>
                <a:gs pos="85714">
                  <a:srgbClr val="C29362">
                    <a:alpha val="1519"/>
                  </a:srgbClr>
                </a:gs>
                <a:gs pos="100000">
                  <a:srgbClr val="C29362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5636089">
              <a:off x="1352223" y="1052185"/>
              <a:ext cx="439347" cy="288850"/>
            </a:xfrm>
            <a:prstGeom prst="ellipse">
              <a:avLst/>
            </a:prstGeom>
            <a:gradFill>
              <a:gsLst>
                <a:gs pos="0">
                  <a:srgbClr val="EDFFC5">
                    <a:alpha val="32968"/>
                  </a:srgbClr>
                </a:gs>
                <a:gs pos="14286">
                  <a:srgbClr val="EDFFC5">
                    <a:alpha val="30764"/>
                  </a:srgbClr>
                </a:gs>
                <a:gs pos="28571">
                  <a:srgbClr val="EDFFC5">
                    <a:alpha val="24833"/>
                  </a:srgbClr>
                </a:gs>
                <a:gs pos="42857">
                  <a:srgbClr val="EDFFC5">
                    <a:alpha val="17075"/>
                  </a:srgbClr>
                </a:gs>
                <a:gs pos="57143">
                  <a:srgbClr val="EDFFC5">
                    <a:alpha val="9855"/>
                  </a:srgbClr>
                </a:gs>
                <a:gs pos="71429">
                  <a:srgbClr val="EDFFC5">
                    <a:alpha val="4740"/>
                  </a:srgbClr>
                </a:gs>
                <a:gs pos="85714">
                  <a:srgbClr val="EDFFC5">
                    <a:alpha val="1902"/>
                  </a:srgbClr>
                </a:gs>
                <a:gs pos="100000">
                  <a:srgbClr val="EDFF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9961738">
              <a:off x="1624203" y="3006513"/>
              <a:ext cx="378979" cy="369596"/>
            </a:xfrm>
            <a:prstGeom prst="ellipse">
              <a:avLst/>
            </a:prstGeom>
            <a:gradFill>
              <a:gsLst>
                <a:gs pos="0">
                  <a:srgbClr val="99004A">
                    <a:alpha val="6703"/>
                  </a:srgbClr>
                </a:gs>
                <a:gs pos="14286">
                  <a:srgbClr val="99004A">
                    <a:alpha val="6178"/>
                  </a:srgbClr>
                </a:gs>
                <a:gs pos="28571">
                  <a:srgbClr val="99004A">
                    <a:alpha val="4831"/>
                  </a:srgbClr>
                </a:gs>
                <a:gs pos="42857">
                  <a:srgbClr val="99004A">
                    <a:alpha val="3196"/>
                  </a:srgbClr>
                </a:gs>
                <a:gs pos="57143">
                  <a:srgbClr val="99004A">
                    <a:alpha val="1784"/>
                  </a:srgbClr>
                </a:gs>
                <a:gs pos="71429">
                  <a:srgbClr val="99004A">
                    <a:alpha val="839"/>
                  </a:srgbClr>
                </a:gs>
                <a:gs pos="85714">
                  <a:srgbClr val="99004A">
                    <a:alpha val="333"/>
                  </a:srgbClr>
                </a:gs>
                <a:gs pos="100000">
                  <a:srgbClr val="99004A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-10430670">
              <a:off x="1104936" y="3098554"/>
              <a:ext cx="379420" cy="31323"/>
            </a:xfrm>
            <a:prstGeom prst="ellipse">
              <a:avLst/>
            </a:prstGeom>
            <a:gradFill>
              <a:gsLst>
                <a:gs pos="0">
                  <a:srgbClr val="F08BE2">
                    <a:alpha val="5581"/>
                  </a:srgbClr>
                </a:gs>
                <a:gs pos="14286">
                  <a:srgbClr val="F08BE2">
                    <a:alpha val="5141"/>
                  </a:srgbClr>
                </a:gs>
                <a:gs pos="28571">
                  <a:srgbClr val="F08BE2">
                    <a:alpha val="4015"/>
                  </a:srgbClr>
                </a:gs>
                <a:gs pos="42857">
                  <a:srgbClr val="F08BE2">
                    <a:alpha val="2652"/>
                  </a:srgbClr>
                </a:gs>
                <a:gs pos="57143">
                  <a:srgbClr val="F08BE2">
                    <a:alpha val="1478"/>
                  </a:srgbClr>
                </a:gs>
                <a:gs pos="71429">
                  <a:srgbClr val="F08BE2">
                    <a:alpha val="695"/>
                  </a:srgbClr>
                </a:gs>
                <a:gs pos="85714">
                  <a:srgbClr val="F08BE2">
                    <a:alpha val="275"/>
                  </a:srgbClr>
                </a:gs>
                <a:gs pos="100000">
                  <a:srgbClr val="F08BE2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-10679603">
              <a:off x="1001268" y="2415701"/>
              <a:ext cx="499851" cy="84878"/>
            </a:xfrm>
            <a:prstGeom prst="ellipse">
              <a:avLst/>
            </a:prstGeom>
            <a:gradFill>
              <a:gsLst>
                <a:gs pos="0">
                  <a:srgbClr val="C3DA97">
                    <a:alpha val="27502"/>
                  </a:srgbClr>
                </a:gs>
                <a:gs pos="14286">
                  <a:srgbClr val="C3DA97">
                    <a:alpha val="25591"/>
                  </a:srgbClr>
                </a:gs>
                <a:gs pos="28571">
                  <a:srgbClr val="C3DA97">
                    <a:alpha val="20508"/>
                  </a:srgbClr>
                </a:gs>
                <a:gs pos="42857">
                  <a:srgbClr val="C3DA97">
                    <a:alpha val="13976"/>
                  </a:srgbClr>
                </a:gs>
                <a:gs pos="57143">
                  <a:srgbClr val="C3DA97">
                    <a:alpha val="8003"/>
                  </a:srgbClr>
                </a:gs>
                <a:gs pos="71429">
                  <a:srgbClr val="C3DA97">
                    <a:alpha val="3829"/>
                  </a:srgbClr>
                </a:gs>
                <a:gs pos="85714">
                  <a:srgbClr val="C3DA97">
                    <a:alpha val="1532"/>
                  </a:srgbClr>
                </a:gs>
                <a:gs pos="100000">
                  <a:srgbClr val="C3DA97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10619788">
              <a:off x="855975" y="1291534"/>
              <a:ext cx="560276" cy="57864"/>
            </a:xfrm>
            <a:prstGeom prst="ellipse">
              <a:avLst/>
            </a:prstGeom>
            <a:gradFill>
              <a:gsLst>
                <a:gs pos="0">
                  <a:srgbClr val="8F001F">
                    <a:alpha val="32968"/>
                  </a:srgbClr>
                </a:gs>
                <a:gs pos="14286">
                  <a:srgbClr val="8F001F">
                    <a:alpha val="30764"/>
                  </a:srgbClr>
                </a:gs>
                <a:gs pos="28571">
                  <a:srgbClr val="8F001F">
                    <a:alpha val="24833"/>
                  </a:srgbClr>
                </a:gs>
                <a:gs pos="42857">
                  <a:srgbClr val="8F001F">
                    <a:alpha val="17075"/>
                  </a:srgbClr>
                </a:gs>
                <a:gs pos="57143">
                  <a:srgbClr val="8F001F">
                    <a:alpha val="9855"/>
                  </a:srgbClr>
                </a:gs>
                <a:gs pos="71429">
                  <a:srgbClr val="8F001F">
                    <a:alpha val="4740"/>
                  </a:srgbClr>
                </a:gs>
                <a:gs pos="85714">
                  <a:srgbClr val="8F001F">
                    <a:alpha val="1902"/>
                  </a:srgbClr>
                </a:gs>
                <a:gs pos="100000">
                  <a:srgbClr val="8F00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4130587">
              <a:off x="962048" y="1814407"/>
              <a:ext cx="361289" cy="271777"/>
            </a:xfrm>
            <a:prstGeom prst="ellipse">
              <a:avLst/>
            </a:prstGeom>
            <a:gradFill>
              <a:gsLst>
                <a:gs pos="0">
                  <a:srgbClr val="FF9069">
                    <a:alpha val="32772"/>
                  </a:srgbClr>
                </a:gs>
                <a:gs pos="14286">
                  <a:srgbClr val="FF9069">
                    <a:alpha val="30577"/>
                  </a:srgbClr>
                </a:gs>
                <a:gs pos="28571">
                  <a:srgbClr val="FF9069">
                    <a:alpha val="24676"/>
                  </a:srgbClr>
                </a:gs>
                <a:gs pos="42857">
                  <a:srgbClr val="FF9069">
                    <a:alpha val="16962"/>
                  </a:srgbClr>
                </a:gs>
                <a:gs pos="57143">
                  <a:srgbClr val="FF9069">
                    <a:alpha val="9786"/>
                  </a:srgbClr>
                </a:gs>
                <a:gs pos="71429">
                  <a:srgbClr val="FF9069">
                    <a:alpha val="4707"/>
                  </a:srgbClr>
                </a:gs>
                <a:gs pos="85714">
                  <a:srgbClr val="FF9069">
                    <a:alpha val="1888"/>
                  </a:srgbClr>
                </a:gs>
                <a:gs pos="100000">
                  <a:srgbClr val="FF9069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5624329">
              <a:off x="219178" y="1246746"/>
              <a:ext cx="466420" cy="144160"/>
            </a:xfrm>
            <a:prstGeom prst="ellipse">
              <a:avLst/>
            </a:prstGeom>
            <a:gradFill>
              <a:gsLst>
                <a:gs pos="0">
                  <a:srgbClr val="FFC071">
                    <a:alpha val="11118"/>
                  </a:srgbClr>
                </a:gs>
                <a:gs pos="14286">
                  <a:srgbClr val="FFC071">
                    <a:alpha val="10267"/>
                  </a:srgbClr>
                </a:gs>
                <a:gs pos="28571">
                  <a:srgbClr val="FFC071">
                    <a:alpha val="8067"/>
                  </a:srgbClr>
                </a:gs>
                <a:gs pos="42857">
                  <a:srgbClr val="FFC071">
                    <a:alpha val="5368"/>
                  </a:srgbClr>
                </a:gs>
                <a:gs pos="57143">
                  <a:srgbClr val="FFC071">
                    <a:alpha val="3011"/>
                  </a:srgbClr>
                </a:gs>
                <a:gs pos="71429">
                  <a:srgbClr val="FFC071">
                    <a:alpha val="1421"/>
                  </a:srgbClr>
                </a:gs>
                <a:gs pos="85714">
                  <a:srgbClr val="FFC071">
                    <a:alpha val="564"/>
                  </a:srgbClr>
                </a:gs>
                <a:gs pos="100000">
                  <a:srgbClr val="FFC071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3476674">
              <a:off x="437951" y="2781937"/>
              <a:ext cx="601121" cy="93700"/>
            </a:xfrm>
            <a:prstGeom prst="ellipse">
              <a:avLst/>
            </a:prstGeom>
            <a:gradFill>
              <a:gsLst>
                <a:gs pos="0">
                  <a:srgbClr val="C88B68">
                    <a:alpha val="24371"/>
                  </a:srgbClr>
                </a:gs>
                <a:gs pos="14286">
                  <a:srgbClr val="C88B68">
                    <a:alpha val="22643"/>
                  </a:srgbClr>
                </a:gs>
                <a:gs pos="28571">
                  <a:srgbClr val="C88B68">
                    <a:alpha val="18073"/>
                  </a:srgbClr>
                </a:gs>
                <a:gs pos="42857">
                  <a:srgbClr val="C88B68">
                    <a:alpha val="12256"/>
                  </a:srgbClr>
                </a:gs>
                <a:gs pos="57143">
                  <a:srgbClr val="C88B68">
                    <a:alpha val="6989"/>
                  </a:srgbClr>
                </a:gs>
                <a:gs pos="71429">
                  <a:srgbClr val="C88B68">
                    <a:alpha val="3334"/>
                  </a:srgbClr>
                </a:gs>
                <a:gs pos="85714">
                  <a:srgbClr val="C88B68">
                    <a:alpha val="1332"/>
                  </a:srgbClr>
                </a:gs>
                <a:gs pos="100000">
                  <a:srgbClr val="C88B68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-8987437">
              <a:off x="2420373" y="246399"/>
              <a:ext cx="655730" cy="31376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7912010">
              <a:off x="1243038" y="1185615"/>
              <a:ext cx="409858" cy="357823"/>
            </a:xfrm>
            <a:prstGeom prst="ellipse">
              <a:avLst/>
            </a:prstGeom>
            <a:gradFill>
              <a:gsLst>
                <a:gs pos="0">
                  <a:srgbClr val="EFBF82">
                    <a:alpha val="31903"/>
                  </a:srgbClr>
                </a:gs>
                <a:gs pos="14286">
                  <a:srgbClr val="EFBF82">
                    <a:alpha val="29754"/>
                  </a:srgbClr>
                </a:gs>
                <a:gs pos="28571">
                  <a:srgbClr val="EFBF82">
                    <a:alpha val="23983"/>
                  </a:srgbClr>
                </a:gs>
                <a:gs pos="42857">
                  <a:srgbClr val="EFBF82">
                    <a:alpha val="16461"/>
                  </a:srgbClr>
                </a:gs>
                <a:gs pos="57143">
                  <a:srgbClr val="EFBF82">
                    <a:alpha val="9486"/>
                  </a:srgbClr>
                </a:gs>
                <a:gs pos="71429">
                  <a:srgbClr val="EFBF82">
                    <a:alpha val="4558"/>
                  </a:srgbClr>
                </a:gs>
                <a:gs pos="85714">
                  <a:srgbClr val="EFBF82">
                    <a:alpha val="1828"/>
                  </a:srgbClr>
                </a:gs>
                <a:gs pos="100000">
                  <a:srgbClr val="EFBF82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-9124378">
              <a:off x="1242487" y="1221090"/>
              <a:ext cx="297136" cy="91233"/>
            </a:xfrm>
            <a:prstGeom prst="ellipse">
              <a:avLst/>
            </a:prstGeom>
            <a:gradFill>
              <a:gsLst>
                <a:gs pos="0">
                  <a:srgbClr val="340014">
                    <a:alpha val="27207"/>
                  </a:srgbClr>
                </a:gs>
                <a:gs pos="14286">
                  <a:srgbClr val="340014">
                    <a:alpha val="25313"/>
                  </a:srgbClr>
                </a:gs>
                <a:gs pos="28571">
                  <a:srgbClr val="340014">
                    <a:alpha val="20278"/>
                  </a:srgbClr>
                </a:gs>
                <a:gs pos="42857">
                  <a:srgbClr val="340014">
                    <a:alpha val="13812"/>
                  </a:srgbClr>
                </a:gs>
                <a:gs pos="57143">
                  <a:srgbClr val="340014">
                    <a:alpha val="7906"/>
                  </a:srgbClr>
                </a:gs>
                <a:gs pos="71429">
                  <a:srgbClr val="340014">
                    <a:alpha val="3782"/>
                  </a:srgbClr>
                </a:gs>
                <a:gs pos="85714">
                  <a:srgbClr val="340014">
                    <a:alpha val="1513"/>
                  </a:srgbClr>
                </a:gs>
                <a:gs pos="100000">
                  <a:srgbClr val="340014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-9147961">
              <a:off x="853452" y="2769924"/>
              <a:ext cx="662264" cy="260226"/>
            </a:xfrm>
            <a:prstGeom prst="ellipse">
              <a:avLst/>
            </a:prstGeom>
            <a:gradFill>
              <a:gsLst>
                <a:gs pos="0">
                  <a:srgbClr val="FF8E62">
                    <a:alpha val="25094"/>
                  </a:srgbClr>
                </a:gs>
                <a:gs pos="14286">
                  <a:srgbClr val="FF8E62">
                    <a:alpha val="23323"/>
                  </a:srgbClr>
                </a:gs>
                <a:gs pos="28571">
                  <a:srgbClr val="FF8E62">
                    <a:alpha val="18633"/>
                  </a:srgbClr>
                </a:gs>
                <a:gs pos="42857">
                  <a:srgbClr val="FF8E62">
                    <a:alpha val="12650"/>
                  </a:srgbClr>
                </a:gs>
                <a:gs pos="57143">
                  <a:srgbClr val="FF8E62">
                    <a:alpha val="7220"/>
                  </a:srgbClr>
                </a:gs>
                <a:gs pos="71429">
                  <a:srgbClr val="FF8E62">
                    <a:alpha val="3447"/>
                  </a:srgbClr>
                </a:gs>
                <a:gs pos="85714">
                  <a:srgbClr val="FF8E62">
                    <a:alpha val="1378"/>
                  </a:srgbClr>
                </a:gs>
                <a:gs pos="100000">
                  <a:srgbClr val="FF8E62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5829301">
              <a:off x="1103990" y="1838037"/>
              <a:ext cx="282373" cy="178746"/>
            </a:xfrm>
            <a:prstGeom prst="ellipse">
              <a:avLst/>
            </a:prstGeom>
            <a:gradFill>
              <a:gsLst>
                <a:gs pos="0">
                  <a:srgbClr val="F96F5C">
                    <a:alpha val="18123"/>
                  </a:srgbClr>
                </a:gs>
                <a:gs pos="14286">
                  <a:srgbClr val="F96F5C">
                    <a:alpha val="16788"/>
                  </a:srgbClr>
                </a:gs>
                <a:gs pos="28571">
                  <a:srgbClr val="F96F5C">
                    <a:alpha val="13298"/>
                  </a:srgbClr>
                </a:gs>
                <a:gs pos="42857">
                  <a:srgbClr val="F96F5C">
                    <a:alpha val="8935"/>
                  </a:srgbClr>
                </a:gs>
                <a:gs pos="57143">
                  <a:srgbClr val="F96F5C">
                    <a:alpha val="5054"/>
                  </a:srgbClr>
                </a:gs>
                <a:gs pos="71429">
                  <a:srgbClr val="F96F5C">
                    <a:alpha val="2398"/>
                  </a:srgbClr>
                </a:gs>
                <a:gs pos="85714">
                  <a:srgbClr val="F96F5C">
                    <a:alpha val="955"/>
                  </a:srgbClr>
                </a:gs>
                <a:gs pos="100000">
                  <a:srgbClr val="F96F5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-10424795">
              <a:off x="1291206" y="881546"/>
              <a:ext cx="656305" cy="107096"/>
            </a:xfrm>
            <a:prstGeom prst="ellipse">
              <a:avLst/>
            </a:prstGeom>
            <a:gradFill>
              <a:gsLst>
                <a:gs pos="0">
                  <a:srgbClr val="E3B07E">
                    <a:alpha val="32968"/>
                  </a:srgbClr>
                </a:gs>
                <a:gs pos="14286">
                  <a:srgbClr val="E3B07E">
                    <a:alpha val="30764"/>
                  </a:srgbClr>
                </a:gs>
                <a:gs pos="28571">
                  <a:srgbClr val="E3B07E">
                    <a:alpha val="24833"/>
                  </a:srgbClr>
                </a:gs>
                <a:gs pos="42857">
                  <a:srgbClr val="E3B07E">
                    <a:alpha val="17075"/>
                  </a:srgbClr>
                </a:gs>
                <a:gs pos="57143">
                  <a:srgbClr val="E3B07E">
                    <a:alpha val="9855"/>
                  </a:srgbClr>
                </a:gs>
                <a:gs pos="71429">
                  <a:srgbClr val="E3B07E">
                    <a:alpha val="4740"/>
                  </a:srgbClr>
                </a:gs>
                <a:gs pos="85714">
                  <a:srgbClr val="E3B07E">
                    <a:alpha val="1902"/>
                  </a:srgbClr>
                </a:gs>
                <a:gs pos="100000">
                  <a:srgbClr val="E3B0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9190556">
              <a:off x="1003675" y="1409739"/>
              <a:ext cx="417485" cy="164523"/>
            </a:xfrm>
            <a:prstGeom prst="ellipse">
              <a:avLst/>
            </a:prstGeom>
            <a:gradFill>
              <a:gsLst>
                <a:gs pos="0">
                  <a:srgbClr val="780000">
                    <a:alpha val="29848"/>
                  </a:srgbClr>
                </a:gs>
                <a:gs pos="14286">
                  <a:srgbClr val="780000">
                    <a:alpha val="27808"/>
                  </a:srgbClr>
                </a:gs>
                <a:gs pos="28571">
                  <a:srgbClr val="780000">
                    <a:alpha val="22353"/>
                  </a:srgbClr>
                </a:gs>
                <a:gs pos="42857">
                  <a:srgbClr val="780000">
                    <a:alpha val="15291"/>
                  </a:srgbClr>
                </a:gs>
                <a:gs pos="57143">
                  <a:srgbClr val="780000">
                    <a:alpha val="8785"/>
                  </a:srgbClr>
                </a:gs>
                <a:gs pos="71429">
                  <a:srgbClr val="780000">
                    <a:alpha val="4213"/>
                  </a:srgbClr>
                </a:gs>
                <a:gs pos="85714">
                  <a:srgbClr val="780000">
                    <a:alpha val="1688"/>
                  </a:srgbClr>
                </a:gs>
                <a:gs pos="100000">
                  <a:srgbClr val="780000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7871497">
              <a:off x="388128" y="953772"/>
              <a:ext cx="465025" cy="265413"/>
            </a:xfrm>
            <a:prstGeom prst="ellipse">
              <a:avLst/>
            </a:prstGeom>
            <a:gradFill>
              <a:gsLst>
                <a:gs pos="0">
                  <a:srgbClr val="D5987B">
                    <a:alpha val="32968"/>
                  </a:srgbClr>
                </a:gs>
                <a:gs pos="14286">
                  <a:srgbClr val="D5987B">
                    <a:alpha val="30764"/>
                  </a:srgbClr>
                </a:gs>
                <a:gs pos="28571">
                  <a:srgbClr val="D5987B">
                    <a:alpha val="24833"/>
                  </a:srgbClr>
                </a:gs>
                <a:gs pos="42857">
                  <a:srgbClr val="D5987B">
                    <a:alpha val="17075"/>
                  </a:srgbClr>
                </a:gs>
                <a:gs pos="57143">
                  <a:srgbClr val="D5987B">
                    <a:alpha val="9855"/>
                  </a:srgbClr>
                </a:gs>
                <a:gs pos="71429">
                  <a:srgbClr val="D5987B">
                    <a:alpha val="4740"/>
                  </a:srgbClr>
                </a:gs>
                <a:gs pos="85714">
                  <a:srgbClr val="D5987B">
                    <a:alpha val="1902"/>
                  </a:srgbClr>
                </a:gs>
                <a:gs pos="100000">
                  <a:srgbClr val="D598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8367298">
              <a:off x="1078621" y="2203591"/>
              <a:ext cx="410976" cy="273065"/>
            </a:xfrm>
            <a:prstGeom prst="ellipse">
              <a:avLst/>
            </a:prstGeom>
            <a:gradFill>
              <a:gsLst>
                <a:gs pos="0">
                  <a:srgbClr val="8C9D75">
                    <a:alpha val="32968"/>
                  </a:srgbClr>
                </a:gs>
                <a:gs pos="14286">
                  <a:srgbClr val="8C9D75">
                    <a:alpha val="30764"/>
                  </a:srgbClr>
                </a:gs>
                <a:gs pos="28571">
                  <a:srgbClr val="8C9D75">
                    <a:alpha val="24833"/>
                  </a:srgbClr>
                </a:gs>
                <a:gs pos="42857">
                  <a:srgbClr val="8C9D75">
                    <a:alpha val="17075"/>
                  </a:srgbClr>
                </a:gs>
                <a:gs pos="57143">
                  <a:srgbClr val="8C9D75">
                    <a:alpha val="9855"/>
                  </a:srgbClr>
                </a:gs>
                <a:gs pos="71429">
                  <a:srgbClr val="8C9D75">
                    <a:alpha val="4740"/>
                  </a:srgbClr>
                </a:gs>
                <a:gs pos="85714">
                  <a:srgbClr val="8C9D75">
                    <a:alpha val="1902"/>
                  </a:srgbClr>
                </a:gs>
                <a:gs pos="100000">
                  <a:srgbClr val="8C9D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4293109">
              <a:off x="1197269" y="936192"/>
              <a:ext cx="574282" cy="287478"/>
            </a:xfrm>
            <a:prstGeom prst="ellipse">
              <a:avLst/>
            </a:prstGeom>
            <a:gradFill>
              <a:gsLst>
                <a:gs pos="0">
                  <a:srgbClr val="FF8E6E">
                    <a:alpha val="24965"/>
                  </a:srgbClr>
                </a:gs>
                <a:gs pos="14286">
                  <a:srgbClr val="FF8E6E">
                    <a:alpha val="23201"/>
                  </a:srgbClr>
                </a:gs>
                <a:gs pos="28571">
                  <a:srgbClr val="FF8E6E">
                    <a:alpha val="18533"/>
                  </a:srgbClr>
                </a:gs>
                <a:gs pos="42857">
                  <a:srgbClr val="FF8E6E">
                    <a:alpha val="12580"/>
                  </a:srgbClr>
                </a:gs>
                <a:gs pos="57143">
                  <a:srgbClr val="FF8E6E">
                    <a:alpha val="7179"/>
                  </a:srgbClr>
                </a:gs>
                <a:gs pos="71429">
                  <a:srgbClr val="FF8E6E">
                    <a:alpha val="3427"/>
                  </a:srgbClr>
                </a:gs>
                <a:gs pos="85714">
                  <a:srgbClr val="FF8E6E">
                    <a:alpha val="1369"/>
                  </a:srgbClr>
                </a:gs>
                <a:gs pos="100000">
                  <a:srgbClr val="FF8E6E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4918980">
              <a:off x="159747" y="1959925"/>
              <a:ext cx="388835" cy="203883"/>
            </a:xfrm>
            <a:prstGeom prst="ellipse">
              <a:avLst/>
            </a:prstGeom>
            <a:gradFill>
              <a:gsLst>
                <a:gs pos="0">
                  <a:srgbClr val="D96D4B">
                    <a:alpha val="32968"/>
                  </a:srgbClr>
                </a:gs>
                <a:gs pos="14286">
                  <a:srgbClr val="D96D4B">
                    <a:alpha val="30764"/>
                  </a:srgbClr>
                </a:gs>
                <a:gs pos="28571">
                  <a:srgbClr val="D96D4B">
                    <a:alpha val="24833"/>
                  </a:srgbClr>
                </a:gs>
                <a:gs pos="42857">
                  <a:srgbClr val="D96D4B">
                    <a:alpha val="17075"/>
                  </a:srgbClr>
                </a:gs>
                <a:gs pos="57143">
                  <a:srgbClr val="D96D4B">
                    <a:alpha val="9855"/>
                  </a:srgbClr>
                </a:gs>
                <a:gs pos="71429">
                  <a:srgbClr val="D96D4B">
                    <a:alpha val="4740"/>
                  </a:srgbClr>
                </a:gs>
                <a:gs pos="85714">
                  <a:srgbClr val="D96D4B">
                    <a:alpha val="1902"/>
                  </a:srgbClr>
                </a:gs>
                <a:gs pos="100000">
                  <a:srgbClr val="D96D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8052881">
              <a:off x="940594" y="554637"/>
              <a:ext cx="687143" cy="125259"/>
            </a:xfrm>
            <a:prstGeom prst="ellipse">
              <a:avLst/>
            </a:prstGeom>
            <a:gradFill>
              <a:gsLst>
                <a:gs pos="0">
                  <a:srgbClr val="B8DEA5">
                    <a:alpha val="32968"/>
                  </a:srgbClr>
                </a:gs>
                <a:gs pos="14286">
                  <a:srgbClr val="B8DEA5">
                    <a:alpha val="30764"/>
                  </a:srgbClr>
                </a:gs>
                <a:gs pos="28571">
                  <a:srgbClr val="B8DEA5">
                    <a:alpha val="24833"/>
                  </a:srgbClr>
                </a:gs>
                <a:gs pos="42857">
                  <a:srgbClr val="B8DEA5">
                    <a:alpha val="17075"/>
                  </a:srgbClr>
                </a:gs>
                <a:gs pos="57143">
                  <a:srgbClr val="B8DEA5">
                    <a:alpha val="9855"/>
                  </a:srgbClr>
                </a:gs>
                <a:gs pos="71429">
                  <a:srgbClr val="B8DEA5">
                    <a:alpha val="4740"/>
                  </a:srgbClr>
                </a:gs>
                <a:gs pos="85714">
                  <a:srgbClr val="B8DEA5">
                    <a:alpha val="1902"/>
                  </a:srgbClr>
                </a:gs>
                <a:gs pos="100000">
                  <a:srgbClr val="B8DE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8674778">
              <a:off x="1281803" y="1171220"/>
              <a:ext cx="358293" cy="70235"/>
            </a:xfrm>
            <a:prstGeom prst="ellipse">
              <a:avLst/>
            </a:prstGeom>
            <a:gradFill>
              <a:gsLst>
                <a:gs pos="0">
                  <a:srgbClr val="E4D297">
                    <a:alpha val="26366"/>
                  </a:srgbClr>
                </a:gs>
                <a:gs pos="14286">
                  <a:srgbClr val="E4D297">
                    <a:alpha val="24521"/>
                  </a:srgbClr>
                </a:gs>
                <a:gs pos="28571">
                  <a:srgbClr val="E4D297">
                    <a:alpha val="19621"/>
                  </a:srgbClr>
                </a:gs>
                <a:gs pos="42857">
                  <a:srgbClr val="E4D297">
                    <a:alpha val="13348"/>
                  </a:srgbClr>
                </a:gs>
                <a:gs pos="57143">
                  <a:srgbClr val="E4D297">
                    <a:alpha val="7632"/>
                  </a:srgbClr>
                </a:gs>
                <a:gs pos="71429">
                  <a:srgbClr val="E4D297">
                    <a:alpha val="3648"/>
                  </a:srgbClr>
                </a:gs>
                <a:gs pos="85714">
                  <a:srgbClr val="E4D297">
                    <a:alpha val="1459"/>
                  </a:srgbClr>
                </a:gs>
                <a:gs pos="100000">
                  <a:srgbClr val="E4D297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3051379">
              <a:off x="1210297" y="1021855"/>
              <a:ext cx="374846" cy="250625"/>
            </a:xfrm>
            <a:prstGeom prst="ellipse">
              <a:avLst/>
            </a:prstGeom>
            <a:gradFill>
              <a:gsLst>
                <a:gs pos="0">
                  <a:srgbClr val="D86551">
                    <a:alpha val="25374"/>
                  </a:srgbClr>
                </a:gs>
                <a:gs pos="14286">
                  <a:srgbClr val="D86551">
                    <a:alpha val="23587"/>
                  </a:srgbClr>
                </a:gs>
                <a:gs pos="28571">
                  <a:srgbClr val="D86551">
                    <a:alpha val="18850"/>
                  </a:srgbClr>
                </a:gs>
                <a:gs pos="42857">
                  <a:srgbClr val="D86551">
                    <a:alpha val="12803"/>
                  </a:srgbClr>
                </a:gs>
                <a:gs pos="57143">
                  <a:srgbClr val="D86551">
                    <a:alpha val="7310"/>
                  </a:srgbClr>
                </a:gs>
                <a:gs pos="71429">
                  <a:srgbClr val="D86551">
                    <a:alpha val="3491"/>
                  </a:srgbClr>
                </a:gs>
                <a:gs pos="85714">
                  <a:srgbClr val="D86551">
                    <a:alpha val="1395"/>
                  </a:srgbClr>
                </a:gs>
                <a:gs pos="100000">
                  <a:srgbClr val="D86551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-9655490">
              <a:off x="1174722" y="3058192"/>
              <a:ext cx="385329" cy="82563"/>
            </a:xfrm>
            <a:prstGeom prst="ellipse">
              <a:avLst/>
            </a:prstGeom>
            <a:gradFill>
              <a:gsLst>
                <a:gs pos="0">
                  <a:srgbClr val="D2B689">
                    <a:alpha val="32968"/>
                  </a:srgbClr>
                </a:gs>
                <a:gs pos="14286">
                  <a:srgbClr val="D2B689">
                    <a:alpha val="30764"/>
                  </a:srgbClr>
                </a:gs>
                <a:gs pos="28571">
                  <a:srgbClr val="D2B689">
                    <a:alpha val="24833"/>
                  </a:srgbClr>
                </a:gs>
                <a:gs pos="42857">
                  <a:srgbClr val="D2B689">
                    <a:alpha val="17075"/>
                  </a:srgbClr>
                </a:gs>
                <a:gs pos="57143">
                  <a:srgbClr val="D2B689">
                    <a:alpha val="9855"/>
                  </a:srgbClr>
                </a:gs>
                <a:gs pos="71429">
                  <a:srgbClr val="D2B689">
                    <a:alpha val="4740"/>
                  </a:srgbClr>
                </a:gs>
                <a:gs pos="85714">
                  <a:srgbClr val="D2B689">
                    <a:alpha val="1902"/>
                  </a:srgbClr>
                </a:gs>
                <a:gs pos="100000">
                  <a:srgbClr val="D2B6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4779171">
              <a:off x="1812269" y="2992154"/>
              <a:ext cx="351166" cy="338838"/>
            </a:xfrm>
            <a:prstGeom prst="ellipse">
              <a:avLst/>
            </a:prstGeom>
            <a:gradFill>
              <a:gsLst>
                <a:gs pos="0">
                  <a:srgbClr val="00003D">
                    <a:alpha val="7862"/>
                  </a:srgbClr>
                </a:gs>
                <a:gs pos="14286">
                  <a:srgbClr val="00003D">
                    <a:alpha val="7250"/>
                  </a:srgbClr>
                </a:gs>
                <a:gs pos="28571">
                  <a:srgbClr val="00003D">
                    <a:alpha val="5676"/>
                  </a:srgbClr>
                </a:gs>
                <a:gs pos="42857">
                  <a:srgbClr val="00003D">
                    <a:alpha val="3760"/>
                  </a:srgbClr>
                </a:gs>
                <a:gs pos="57143">
                  <a:srgbClr val="00003D">
                    <a:alpha val="2101"/>
                  </a:srgbClr>
                </a:gs>
                <a:gs pos="71429">
                  <a:srgbClr val="00003D">
                    <a:alpha val="989"/>
                  </a:srgbClr>
                </a:gs>
                <a:gs pos="85714">
                  <a:srgbClr val="00003D">
                    <a:alpha val="392"/>
                  </a:srgbClr>
                </a:gs>
                <a:gs pos="100000">
                  <a:srgbClr val="00003D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2897966">
              <a:off x="2104703" y="1594953"/>
              <a:ext cx="463517" cy="294130"/>
            </a:xfrm>
            <a:prstGeom prst="ellipse">
              <a:avLst/>
            </a:prstGeom>
            <a:gradFill>
              <a:gsLst>
                <a:gs pos="0">
                  <a:srgbClr val="B46549">
                    <a:alpha val="32968"/>
                  </a:srgbClr>
                </a:gs>
                <a:gs pos="14286">
                  <a:srgbClr val="B46549">
                    <a:alpha val="30764"/>
                  </a:srgbClr>
                </a:gs>
                <a:gs pos="28571">
                  <a:srgbClr val="B46549">
                    <a:alpha val="24833"/>
                  </a:srgbClr>
                </a:gs>
                <a:gs pos="42857">
                  <a:srgbClr val="B46549">
                    <a:alpha val="17075"/>
                  </a:srgbClr>
                </a:gs>
                <a:gs pos="57143">
                  <a:srgbClr val="B46549">
                    <a:alpha val="9855"/>
                  </a:srgbClr>
                </a:gs>
                <a:gs pos="71429">
                  <a:srgbClr val="B46549">
                    <a:alpha val="4740"/>
                  </a:srgbClr>
                </a:gs>
                <a:gs pos="85714">
                  <a:srgbClr val="B46549">
                    <a:alpha val="1902"/>
                  </a:srgbClr>
                </a:gs>
                <a:gs pos="100000">
                  <a:srgbClr val="B465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-9311221">
              <a:off x="864653" y="1052023"/>
              <a:ext cx="482580" cy="43935"/>
            </a:xfrm>
            <a:prstGeom prst="ellipse">
              <a:avLst/>
            </a:prstGeom>
            <a:gradFill>
              <a:gsLst>
                <a:gs pos="0">
                  <a:srgbClr val="000033">
                    <a:alpha val="32968"/>
                  </a:srgbClr>
                </a:gs>
                <a:gs pos="14286">
                  <a:srgbClr val="000033">
                    <a:alpha val="30764"/>
                  </a:srgbClr>
                </a:gs>
                <a:gs pos="28571">
                  <a:srgbClr val="000033">
                    <a:alpha val="24833"/>
                  </a:srgbClr>
                </a:gs>
                <a:gs pos="42857">
                  <a:srgbClr val="000033">
                    <a:alpha val="17075"/>
                  </a:srgbClr>
                </a:gs>
                <a:gs pos="57143">
                  <a:srgbClr val="000033">
                    <a:alpha val="9855"/>
                  </a:srgbClr>
                </a:gs>
                <a:gs pos="71429">
                  <a:srgbClr val="000033">
                    <a:alpha val="4740"/>
                  </a:srgbClr>
                </a:gs>
                <a:gs pos="85714">
                  <a:srgbClr val="000033">
                    <a:alpha val="1902"/>
                  </a:srgbClr>
                </a:gs>
                <a:gs pos="100000">
                  <a:srgbClr val="0000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3131442">
              <a:off x="197981" y="2760132"/>
              <a:ext cx="479749" cy="145154"/>
            </a:xfrm>
            <a:prstGeom prst="ellipse">
              <a:avLst/>
            </a:prstGeom>
            <a:gradFill>
              <a:gsLst>
                <a:gs pos="0">
                  <a:srgbClr val="FA6247">
                    <a:alpha val="32968"/>
                  </a:srgbClr>
                </a:gs>
                <a:gs pos="14286">
                  <a:srgbClr val="FA6247">
                    <a:alpha val="30764"/>
                  </a:srgbClr>
                </a:gs>
                <a:gs pos="28571">
                  <a:srgbClr val="FA6247">
                    <a:alpha val="24833"/>
                  </a:srgbClr>
                </a:gs>
                <a:gs pos="42857">
                  <a:srgbClr val="FA6247">
                    <a:alpha val="17075"/>
                  </a:srgbClr>
                </a:gs>
                <a:gs pos="57143">
                  <a:srgbClr val="FA6247">
                    <a:alpha val="9855"/>
                  </a:srgbClr>
                </a:gs>
                <a:gs pos="71429">
                  <a:srgbClr val="FA6247">
                    <a:alpha val="4740"/>
                  </a:srgbClr>
                </a:gs>
                <a:gs pos="85714">
                  <a:srgbClr val="FA6247">
                    <a:alpha val="1902"/>
                  </a:srgbClr>
                </a:gs>
                <a:gs pos="100000">
                  <a:srgbClr val="FA62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9087964">
              <a:off x="1204372" y="2266107"/>
              <a:ext cx="473407" cy="191175"/>
            </a:xfrm>
            <a:prstGeom prst="ellipse">
              <a:avLst/>
            </a:prstGeom>
            <a:gradFill>
              <a:gsLst>
                <a:gs pos="0">
                  <a:srgbClr val="B4B280">
                    <a:alpha val="32968"/>
                  </a:srgbClr>
                </a:gs>
                <a:gs pos="14286">
                  <a:srgbClr val="B4B280">
                    <a:alpha val="30764"/>
                  </a:srgbClr>
                </a:gs>
                <a:gs pos="28571">
                  <a:srgbClr val="B4B280">
                    <a:alpha val="24833"/>
                  </a:srgbClr>
                </a:gs>
                <a:gs pos="42857">
                  <a:srgbClr val="B4B280">
                    <a:alpha val="17075"/>
                  </a:srgbClr>
                </a:gs>
                <a:gs pos="57143">
                  <a:srgbClr val="B4B280">
                    <a:alpha val="9855"/>
                  </a:srgbClr>
                </a:gs>
                <a:gs pos="71429">
                  <a:srgbClr val="B4B280">
                    <a:alpha val="4740"/>
                  </a:srgbClr>
                </a:gs>
                <a:gs pos="85714">
                  <a:srgbClr val="B4B280">
                    <a:alpha val="1902"/>
                  </a:srgbClr>
                </a:gs>
                <a:gs pos="100000">
                  <a:srgbClr val="B4B2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10119692">
              <a:off x="467205" y="2965658"/>
              <a:ext cx="434533" cy="101923"/>
            </a:xfrm>
            <a:prstGeom prst="ellipse">
              <a:avLst/>
            </a:prstGeom>
            <a:gradFill>
              <a:gsLst>
                <a:gs pos="0">
                  <a:srgbClr val="CD523D">
                    <a:alpha val="32968"/>
                  </a:srgbClr>
                </a:gs>
                <a:gs pos="14286">
                  <a:srgbClr val="CD523D">
                    <a:alpha val="30764"/>
                  </a:srgbClr>
                </a:gs>
                <a:gs pos="28571">
                  <a:srgbClr val="CD523D">
                    <a:alpha val="24833"/>
                  </a:srgbClr>
                </a:gs>
                <a:gs pos="42857">
                  <a:srgbClr val="CD523D">
                    <a:alpha val="17075"/>
                  </a:srgbClr>
                </a:gs>
                <a:gs pos="57143">
                  <a:srgbClr val="CD523D">
                    <a:alpha val="9855"/>
                  </a:srgbClr>
                </a:gs>
                <a:gs pos="71429">
                  <a:srgbClr val="CD523D">
                    <a:alpha val="4740"/>
                  </a:srgbClr>
                </a:gs>
                <a:gs pos="85714">
                  <a:srgbClr val="CD523D">
                    <a:alpha val="1902"/>
                  </a:srgbClr>
                </a:gs>
                <a:gs pos="100000">
                  <a:srgbClr val="CD52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4774673">
              <a:off x="1323729" y="1173436"/>
              <a:ext cx="501371" cy="220923"/>
            </a:xfrm>
            <a:prstGeom prst="ellipse">
              <a:avLst/>
            </a:prstGeom>
            <a:gradFill>
              <a:gsLst>
                <a:gs pos="0">
                  <a:srgbClr val="D09464">
                    <a:alpha val="32968"/>
                  </a:srgbClr>
                </a:gs>
                <a:gs pos="14286">
                  <a:srgbClr val="D09464">
                    <a:alpha val="30764"/>
                  </a:srgbClr>
                </a:gs>
                <a:gs pos="28571">
                  <a:srgbClr val="D09464">
                    <a:alpha val="24833"/>
                  </a:srgbClr>
                </a:gs>
                <a:gs pos="42857">
                  <a:srgbClr val="D09464">
                    <a:alpha val="17075"/>
                  </a:srgbClr>
                </a:gs>
                <a:gs pos="57143">
                  <a:srgbClr val="D09464">
                    <a:alpha val="9855"/>
                  </a:srgbClr>
                </a:gs>
                <a:gs pos="71429">
                  <a:srgbClr val="D09464">
                    <a:alpha val="4740"/>
                  </a:srgbClr>
                </a:gs>
                <a:gs pos="85714">
                  <a:srgbClr val="D09464">
                    <a:alpha val="1902"/>
                  </a:srgbClr>
                </a:gs>
                <a:gs pos="100000">
                  <a:srgbClr val="D094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7434098">
              <a:off x="615227" y="1066006"/>
              <a:ext cx="579897" cy="293956"/>
            </a:xfrm>
            <a:prstGeom prst="ellipse">
              <a:avLst/>
            </a:prstGeom>
            <a:gradFill>
              <a:gsLst>
                <a:gs pos="0">
                  <a:srgbClr val="CC8771">
                    <a:alpha val="32968"/>
                  </a:srgbClr>
                </a:gs>
                <a:gs pos="14286">
                  <a:srgbClr val="CC8771">
                    <a:alpha val="30764"/>
                  </a:srgbClr>
                </a:gs>
                <a:gs pos="28571">
                  <a:srgbClr val="CC8771">
                    <a:alpha val="24833"/>
                  </a:srgbClr>
                </a:gs>
                <a:gs pos="42857">
                  <a:srgbClr val="CC8771">
                    <a:alpha val="17075"/>
                  </a:srgbClr>
                </a:gs>
                <a:gs pos="57143">
                  <a:srgbClr val="CC8771">
                    <a:alpha val="9855"/>
                  </a:srgbClr>
                </a:gs>
                <a:gs pos="71429">
                  <a:srgbClr val="CC8771">
                    <a:alpha val="4740"/>
                  </a:srgbClr>
                </a:gs>
                <a:gs pos="85714">
                  <a:srgbClr val="CC8771">
                    <a:alpha val="1902"/>
                  </a:srgbClr>
                </a:gs>
                <a:gs pos="100000">
                  <a:srgbClr val="CC87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5173833">
              <a:off x="1025312" y="1698890"/>
              <a:ext cx="458090" cy="189344"/>
            </a:xfrm>
            <a:prstGeom prst="ellipse">
              <a:avLst/>
            </a:prstGeom>
            <a:gradFill>
              <a:gsLst>
                <a:gs pos="0">
                  <a:srgbClr val="F5C271">
                    <a:alpha val="13856"/>
                  </a:srgbClr>
                </a:gs>
                <a:gs pos="14286">
                  <a:srgbClr val="F5C271">
                    <a:alpha val="12811"/>
                  </a:srgbClr>
                </a:gs>
                <a:gs pos="28571">
                  <a:srgbClr val="F5C271">
                    <a:alpha val="10097"/>
                  </a:srgbClr>
                </a:gs>
                <a:gs pos="42857">
                  <a:srgbClr val="F5C271">
                    <a:alpha val="6744"/>
                  </a:srgbClr>
                </a:gs>
                <a:gs pos="57143">
                  <a:srgbClr val="F5C271">
                    <a:alpha val="3795"/>
                  </a:srgbClr>
                </a:gs>
                <a:gs pos="71429">
                  <a:srgbClr val="F5C271">
                    <a:alpha val="1795"/>
                  </a:srgbClr>
                </a:gs>
                <a:gs pos="85714">
                  <a:srgbClr val="F5C271">
                    <a:alpha val="714"/>
                  </a:srgbClr>
                </a:gs>
                <a:gs pos="100000">
                  <a:srgbClr val="F5C271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3151522">
              <a:off x="1128843" y="1598650"/>
              <a:ext cx="453396" cy="72025"/>
            </a:xfrm>
            <a:prstGeom prst="ellipse">
              <a:avLst/>
            </a:prstGeom>
            <a:gradFill>
              <a:gsLst>
                <a:gs pos="0">
                  <a:srgbClr val="E38F68">
                    <a:alpha val="20587"/>
                  </a:srgbClr>
                </a:gs>
                <a:gs pos="14286">
                  <a:srgbClr val="E38F68">
                    <a:alpha val="19093"/>
                  </a:srgbClr>
                </a:gs>
                <a:gs pos="28571">
                  <a:srgbClr val="E38F68">
                    <a:alpha val="15168"/>
                  </a:srgbClr>
                </a:gs>
                <a:gs pos="42857">
                  <a:srgbClr val="E38F68">
                    <a:alpha val="10228"/>
                  </a:srgbClr>
                </a:gs>
                <a:gs pos="57143">
                  <a:srgbClr val="E38F68">
                    <a:alpha val="5804"/>
                  </a:srgbClr>
                </a:gs>
                <a:gs pos="71429">
                  <a:srgbClr val="E38F68">
                    <a:alpha val="2760"/>
                  </a:srgbClr>
                </a:gs>
                <a:gs pos="85714">
                  <a:srgbClr val="E38F68">
                    <a:alpha val="1101"/>
                  </a:srgbClr>
                </a:gs>
                <a:gs pos="100000">
                  <a:srgbClr val="E38F68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-8857949">
              <a:off x="2343754" y="302998"/>
              <a:ext cx="770703" cy="199599"/>
            </a:xfrm>
            <a:prstGeom prst="ellipse">
              <a:avLst/>
            </a:prstGeom>
            <a:gradFill>
              <a:gsLst>
                <a:gs pos="0">
                  <a:srgbClr val="A11D1E">
                    <a:alpha val="32968"/>
                  </a:srgbClr>
                </a:gs>
                <a:gs pos="14286">
                  <a:srgbClr val="A11D1E">
                    <a:alpha val="30764"/>
                  </a:srgbClr>
                </a:gs>
                <a:gs pos="28571">
                  <a:srgbClr val="A11D1E">
                    <a:alpha val="24833"/>
                  </a:srgbClr>
                </a:gs>
                <a:gs pos="42857">
                  <a:srgbClr val="A11D1E">
                    <a:alpha val="17075"/>
                  </a:srgbClr>
                </a:gs>
                <a:gs pos="57143">
                  <a:srgbClr val="A11D1E">
                    <a:alpha val="9855"/>
                  </a:srgbClr>
                </a:gs>
                <a:gs pos="71429">
                  <a:srgbClr val="A11D1E">
                    <a:alpha val="4740"/>
                  </a:srgbClr>
                </a:gs>
                <a:gs pos="85714">
                  <a:srgbClr val="A11D1E">
                    <a:alpha val="1902"/>
                  </a:srgbClr>
                </a:gs>
                <a:gs pos="100000">
                  <a:srgbClr val="A11D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8991388">
              <a:off x="754612" y="1189440"/>
              <a:ext cx="478224" cy="179191"/>
            </a:xfrm>
            <a:prstGeom prst="ellipse">
              <a:avLst/>
            </a:prstGeom>
            <a:gradFill>
              <a:gsLst>
                <a:gs pos="0">
                  <a:srgbClr val="FFD59D">
                    <a:alpha val="14467"/>
                  </a:srgbClr>
                </a:gs>
                <a:gs pos="14286">
                  <a:srgbClr val="FFD59D">
                    <a:alpha val="13379"/>
                  </a:srgbClr>
                </a:gs>
                <a:gs pos="28571">
                  <a:srgbClr val="FFD59D">
                    <a:alpha val="10553"/>
                  </a:srgbClr>
                </a:gs>
                <a:gs pos="42857">
                  <a:srgbClr val="FFD59D">
                    <a:alpha val="7054"/>
                  </a:srgbClr>
                </a:gs>
                <a:gs pos="57143">
                  <a:srgbClr val="FFD59D">
                    <a:alpha val="3972"/>
                  </a:srgbClr>
                </a:gs>
                <a:gs pos="71429">
                  <a:srgbClr val="FFD59D">
                    <a:alpha val="1879"/>
                  </a:srgbClr>
                </a:gs>
                <a:gs pos="85714">
                  <a:srgbClr val="FFD59D">
                    <a:alpha val="747"/>
                  </a:srgbClr>
                </a:gs>
                <a:gs pos="100000">
                  <a:srgbClr val="FFD59D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8754680">
              <a:off x="838145" y="1054016"/>
              <a:ext cx="517021" cy="44697"/>
            </a:xfrm>
            <a:prstGeom prst="ellipse">
              <a:avLst/>
            </a:prstGeom>
            <a:gradFill>
              <a:gsLst>
                <a:gs pos="0">
                  <a:srgbClr val="FFE8FF">
                    <a:alpha val="1888"/>
                  </a:srgbClr>
                </a:gs>
                <a:gs pos="14286">
                  <a:srgbClr val="FFE8FF">
                    <a:alpha val="1737"/>
                  </a:srgbClr>
                </a:gs>
                <a:gs pos="28571">
                  <a:srgbClr val="FFE8FF">
                    <a:alpha val="1351"/>
                  </a:srgbClr>
                </a:gs>
                <a:gs pos="42857">
                  <a:srgbClr val="FFE8FF">
                    <a:alpha val="888"/>
                  </a:srgbClr>
                </a:gs>
                <a:gs pos="57143">
                  <a:srgbClr val="FFE8FF">
                    <a:alpha val="493"/>
                  </a:srgbClr>
                </a:gs>
                <a:gs pos="71429">
                  <a:srgbClr val="FFE8FF">
                    <a:alpha val="231"/>
                  </a:srgbClr>
                </a:gs>
                <a:gs pos="85714">
                  <a:srgbClr val="FFE8FF">
                    <a:alpha val="91"/>
                  </a:srgbClr>
                </a:gs>
                <a:gs pos="100000">
                  <a:srgbClr val="FFE8F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-9688431">
              <a:off x="1169160" y="2918946"/>
              <a:ext cx="302359" cy="284023"/>
            </a:xfrm>
            <a:prstGeom prst="ellipse">
              <a:avLst/>
            </a:prstGeom>
            <a:gradFill>
              <a:gsLst>
                <a:gs pos="0">
                  <a:srgbClr val="FF7600">
                    <a:alpha val="13051"/>
                  </a:srgbClr>
                </a:gs>
                <a:gs pos="14286">
                  <a:srgbClr val="FF7600">
                    <a:alpha val="12062"/>
                  </a:srgbClr>
                </a:gs>
                <a:gs pos="28571">
                  <a:srgbClr val="FF7600">
                    <a:alpha val="9499"/>
                  </a:srgbClr>
                </a:gs>
                <a:gs pos="42857">
                  <a:srgbClr val="FF7600">
                    <a:alpha val="6337"/>
                  </a:srgbClr>
                </a:gs>
                <a:gs pos="57143">
                  <a:srgbClr val="FF7600">
                    <a:alpha val="3562"/>
                  </a:srgbClr>
                </a:gs>
                <a:gs pos="71429">
                  <a:srgbClr val="FF7600">
                    <a:alpha val="1684"/>
                  </a:srgbClr>
                </a:gs>
                <a:gs pos="85714">
                  <a:srgbClr val="FF7600">
                    <a:alpha val="669"/>
                  </a:srgbClr>
                </a:gs>
                <a:gs pos="100000">
                  <a:srgbClr val="FF76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4452833">
              <a:off x="2088821" y="1759325"/>
              <a:ext cx="425099" cy="182933"/>
            </a:xfrm>
            <a:prstGeom prst="ellipse">
              <a:avLst/>
            </a:prstGeom>
            <a:gradFill>
              <a:gsLst>
                <a:gs pos="0">
                  <a:srgbClr val="C99A63">
                    <a:alpha val="19139"/>
                  </a:srgbClr>
                </a:gs>
                <a:gs pos="14286">
                  <a:srgbClr val="C99A63">
                    <a:alpha val="17737"/>
                  </a:srgbClr>
                </a:gs>
                <a:gs pos="28571">
                  <a:srgbClr val="C99A63">
                    <a:alpha val="14067"/>
                  </a:srgbClr>
                </a:gs>
                <a:gs pos="42857">
                  <a:srgbClr val="C99A63">
                    <a:alpha val="9466"/>
                  </a:srgbClr>
                </a:gs>
                <a:gs pos="57143">
                  <a:srgbClr val="C99A63">
                    <a:alpha val="5361"/>
                  </a:srgbClr>
                </a:gs>
                <a:gs pos="71429">
                  <a:srgbClr val="C99A63">
                    <a:alpha val="2546"/>
                  </a:srgbClr>
                </a:gs>
                <a:gs pos="85714">
                  <a:srgbClr val="C99A63">
                    <a:alpha val="1015"/>
                  </a:srgbClr>
                </a:gs>
                <a:gs pos="100000">
                  <a:srgbClr val="C99A63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7907609">
              <a:off x="216994" y="601465"/>
              <a:ext cx="603299" cy="100753"/>
            </a:xfrm>
            <a:prstGeom prst="ellipse">
              <a:avLst/>
            </a:prstGeom>
            <a:gradFill>
              <a:gsLst>
                <a:gs pos="0">
                  <a:srgbClr val="F6644A">
                    <a:alpha val="32968"/>
                  </a:srgbClr>
                </a:gs>
                <a:gs pos="14286">
                  <a:srgbClr val="F6644A">
                    <a:alpha val="30764"/>
                  </a:srgbClr>
                </a:gs>
                <a:gs pos="28571">
                  <a:srgbClr val="F6644A">
                    <a:alpha val="24833"/>
                  </a:srgbClr>
                </a:gs>
                <a:gs pos="42857">
                  <a:srgbClr val="F6644A">
                    <a:alpha val="17075"/>
                  </a:srgbClr>
                </a:gs>
                <a:gs pos="57143">
                  <a:srgbClr val="F6644A">
                    <a:alpha val="9855"/>
                  </a:srgbClr>
                </a:gs>
                <a:gs pos="71429">
                  <a:srgbClr val="F6644A">
                    <a:alpha val="4740"/>
                  </a:srgbClr>
                </a:gs>
                <a:gs pos="85714">
                  <a:srgbClr val="F6644A">
                    <a:alpha val="1902"/>
                  </a:srgbClr>
                </a:gs>
                <a:gs pos="100000">
                  <a:srgbClr val="F664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8626336">
              <a:off x="1980888" y="1538647"/>
              <a:ext cx="393405" cy="184911"/>
            </a:xfrm>
            <a:prstGeom prst="ellipse">
              <a:avLst/>
            </a:prstGeom>
            <a:gradFill>
              <a:gsLst>
                <a:gs pos="0">
                  <a:srgbClr val="CC8B41">
                    <a:alpha val="24405"/>
                  </a:srgbClr>
                </a:gs>
                <a:gs pos="14286">
                  <a:srgbClr val="CC8B41">
                    <a:alpha val="22675"/>
                  </a:srgbClr>
                </a:gs>
                <a:gs pos="28571">
                  <a:srgbClr val="CC8B41">
                    <a:alpha val="18100"/>
                  </a:srgbClr>
                </a:gs>
                <a:gs pos="42857">
                  <a:srgbClr val="CC8B41">
                    <a:alpha val="12275"/>
                  </a:srgbClr>
                </a:gs>
                <a:gs pos="57143">
                  <a:srgbClr val="CC8B41">
                    <a:alpha val="7000"/>
                  </a:srgbClr>
                </a:gs>
                <a:gs pos="71429">
                  <a:srgbClr val="CC8B41">
                    <a:alpha val="3340"/>
                  </a:srgbClr>
                </a:gs>
                <a:gs pos="85714">
                  <a:srgbClr val="CC8B41">
                    <a:alpha val="1334"/>
                  </a:srgbClr>
                </a:gs>
                <a:gs pos="100000">
                  <a:srgbClr val="CC8B41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3335315">
              <a:off x="1473431" y="1171072"/>
              <a:ext cx="480066" cy="240975"/>
            </a:xfrm>
            <a:prstGeom prst="ellipse">
              <a:avLst/>
            </a:prstGeom>
            <a:gradFill>
              <a:gsLst>
                <a:gs pos="0">
                  <a:srgbClr val="BA9268">
                    <a:alpha val="28548"/>
                  </a:srgbClr>
                </a:gs>
                <a:gs pos="14286">
                  <a:srgbClr val="BA9268">
                    <a:alpha val="26579"/>
                  </a:srgbClr>
                </a:gs>
                <a:gs pos="28571">
                  <a:srgbClr val="BA9268">
                    <a:alpha val="21329"/>
                  </a:srgbClr>
                </a:gs>
                <a:gs pos="42857">
                  <a:srgbClr val="BA9268">
                    <a:alpha val="14559"/>
                  </a:srgbClr>
                </a:gs>
                <a:gs pos="57143">
                  <a:srgbClr val="BA9268">
                    <a:alpha val="8349"/>
                  </a:srgbClr>
                </a:gs>
                <a:gs pos="71429">
                  <a:srgbClr val="BA9268">
                    <a:alpha val="3999"/>
                  </a:srgbClr>
                </a:gs>
                <a:gs pos="85714">
                  <a:srgbClr val="BA9268">
                    <a:alpha val="1601"/>
                  </a:srgbClr>
                </a:gs>
                <a:gs pos="100000">
                  <a:srgbClr val="BA9268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-9269722">
              <a:off x="937847" y="3124241"/>
              <a:ext cx="596590" cy="115737"/>
            </a:xfrm>
            <a:prstGeom prst="ellipse">
              <a:avLst/>
            </a:prstGeom>
            <a:gradFill>
              <a:gsLst>
                <a:gs pos="0">
                  <a:srgbClr val="E89D62">
                    <a:alpha val="32968"/>
                  </a:srgbClr>
                </a:gs>
                <a:gs pos="14286">
                  <a:srgbClr val="E89D62">
                    <a:alpha val="30764"/>
                  </a:srgbClr>
                </a:gs>
                <a:gs pos="28571">
                  <a:srgbClr val="E89D62">
                    <a:alpha val="24833"/>
                  </a:srgbClr>
                </a:gs>
                <a:gs pos="42857">
                  <a:srgbClr val="E89D62">
                    <a:alpha val="17075"/>
                  </a:srgbClr>
                </a:gs>
                <a:gs pos="57143">
                  <a:srgbClr val="E89D62">
                    <a:alpha val="9855"/>
                  </a:srgbClr>
                </a:gs>
                <a:gs pos="71429">
                  <a:srgbClr val="E89D62">
                    <a:alpha val="4740"/>
                  </a:srgbClr>
                </a:gs>
                <a:gs pos="85714">
                  <a:srgbClr val="E89D62">
                    <a:alpha val="1902"/>
                  </a:srgbClr>
                </a:gs>
                <a:gs pos="100000">
                  <a:srgbClr val="E89D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6052584">
              <a:off x="2030629" y="2068777"/>
              <a:ext cx="396755" cy="214338"/>
            </a:xfrm>
            <a:prstGeom prst="ellipse">
              <a:avLst/>
            </a:prstGeom>
            <a:gradFill>
              <a:gsLst>
                <a:gs pos="0">
                  <a:srgbClr val="C21627">
                    <a:alpha val="24562"/>
                  </a:srgbClr>
                </a:gs>
                <a:gs pos="14286">
                  <a:srgbClr val="C21627">
                    <a:alpha val="22822"/>
                  </a:srgbClr>
                </a:gs>
                <a:gs pos="28571">
                  <a:srgbClr val="C21627">
                    <a:alpha val="18221"/>
                  </a:srgbClr>
                </a:gs>
                <a:gs pos="42857">
                  <a:srgbClr val="C21627">
                    <a:alpha val="12360"/>
                  </a:srgbClr>
                </a:gs>
                <a:gs pos="57143">
                  <a:srgbClr val="C21627">
                    <a:alpha val="7050"/>
                  </a:srgbClr>
                </a:gs>
                <a:gs pos="71429">
                  <a:srgbClr val="C21627">
                    <a:alpha val="3364"/>
                  </a:srgbClr>
                </a:gs>
                <a:gs pos="85714">
                  <a:srgbClr val="C21627">
                    <a:alpha val="1344"/>
                  </a:srgbClr>
                </a:gs>
                <a:gs pos="100000">
                  <a:srgbClr val="C21627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-8113128">
              <a:off x="1624339" y="1059549"/>
              <a:ext cx="344550" cy="203517"/>
            </a:xfrm>
            <a:prstGeom prst="ellipse">
              <a:avLst/>
            </a:prstGeom>
            <a:gradFill>
              <a:gsLst>
                <a:gs pos="0">
                  <a:srgbClr val="9D6140">
                    <a:alpha val="32063"/>
                  </a:srgbClr>
                </a:gs>
                <a:gs pos="14286">
                  <a:srgbClr val="9D6140">
                    <a:alpha val="29905"/>
                  </a:srgbClr>
                </a:gs>
                <a:gs pos="28571">
                  <a:srgbClr val="9D6140">
                    <a:alpha val="24110"/>
                  </a:srgbClr>
                </a:gs>
                <a:gs pos="42857">
                  <a:srgbClr val="9D6140">
                    <a:alpha val="16553"/>
                  </a:srgbClr>
                </a:gs>
                <a:gs pos="57143">
                  <a:srgbClr val="9D6140">
                    <a:alpha val="9541"/>
                  </a:srgbClr>
                </a:gs>
                <a:gs pos="71429">
                  <a:srgbClr val="9D6140">
                    <a:alpha val="4585"/>
                  </a:srgbClr>
                </a:gs>
                <a:gs pos="85714">
                  <a:srgbClr val="9D6140">
                    <a:alpha val="1839"/>
                  </a:srgbClr>
                </a:gs>
                <a:gs pos="100000">
                  <a:srgbClr val="9D614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7630018">
              <a:off x="1201269" y="1279878"/>
              <a:ext cx="363005" cy="189776"/>
            </a:xfrm>
            <a:prstGeom prst="ellipse">
              <a:avLst/>
            </a:prstGeom>
            <a:gradFill>
              <a:gsLst>
                <a:gs pos="0">
                  <a:srgbClr val="A6C387">
                    <a:alpha val="25426"/>
                  </a:srgbClr>
                </a:gs>
                <a:gs pos="14286">
                  <a:srgbClr val="A6C387">
                    <a:alpha val="23635"/>
                  </a:srgbClr>
                </a:gs>
                <a:gs pos="28571">
                  <a:srgbClr val="A6C387">
                    <a:alpha val="18890"/>
                  </a:srgbClr>
                </a:gs>
                <a:gs pos="42857">
                  <a:srgbClr val="A6C387">
                    <a:alpha val="12832"/>
                  </a:srgbClr>
                </a:gs>
                <a:gs pos="57143">
                  <a:srgbClr val="A6C387">
                    <a:alpha val="7327"/>
                  </a:srgbClr>
                </a:gs>
                <a:gs pos="71429">
                  <a:srgbClr val="A6C387">
                    <a:alpha val="3499"/>
                  </a:srgbClr>
                </a:gs>
                <a:gs pos="85714">
                  <a:srgbClr val="A6C387">
                    <a:alpha val="1399"/>
                  </a:srgbClr>
                </a:gs>
                <a:gs pos="100000">
                  <a:srgbClr val="A6C387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4170310">
              <a:off x="1355864" y="1392468"/>
              <a:ext cx="325491" cy="35384"/>
            </a:xfrm>
            <a:prstGeom prst="ellipse">
              <a:avLst/>
            </a:prstGeom>
            <a:gradFill>
              <a:gsLst>
                <a:gs pos="0">
                  <a:srgbClr val="310000">
                    <a:alpha val="32968"/>
                  </a:srgbClr>
                </a:gs>
                <a:gs pos="14286">
                  <a:srgbClr val="310000">
                    <a:alpha val="30764"/>
                  </a:srgbClr>
                </a:gs>
                <a:gs pos="28571">
                  <a:srgbClr val="310000">
                    <a:alpha val="24833"/>
                  </a:srgbClr>
                </a:gs>
                <a:gs pos="42857">
                  <a:srgbClr val="310000">
                    <a:alpha val="17075"/>
                  </a:srgbClr>
                </a:gs>
                <a:gs pos="57143">
                  <a:srgbClr val="310000">
                    <a:alpha val="9855"/>
                  </a:srgbClr>
                </a:gs>
                <a:gs pos="71429">
                  <a:srgbClr val="310000">
                    <a:alpha val="4740"/>
                  </a:srgbClr>
                </a:gs>
                <a:gs pos="85714">
                  <a:srgbClr val="310000">
                    <a:alpha val="1902"/>
                  </a:srgbClr>
                </a:gs>
                <a:gs pos="100000">
                  <a:srgbClr val="3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5159879">
              <a:off x="2001409" y="1710267"/>
              <a:ext cx="458996" cy="138410"/>
            </a:xfrm>
            <a:prstGeom prst="ellipse">
              <a:avLst/>
            </a:prstGeom>
            <a:gradFill>
              <a:gsLst>
                <a:gs pos="0">
                  <a:srgbClr val="D79344">
                    <a:alpha val="19911"/>
                  </a:srgbClr>
                </a:gs>
                <a:gs pos="14286">
                  <a:srgbClr val="D79344">
                    <a:alpha val="18460"/>
                  </a:srgbClr>
                </a:gs>
                <a:gs pos="28571">
                  <a:srgbClr val="D79344">
                    <a:alpha val="14654"/>
                  </a:srgbClr>
                </a:gs>
                <a:gs pos="42857">
                  <a:srgbClr val="D79344">
                    <a:alpha val="9871"/>
                  </a:srgbClr>
                </a:gs>
                <a:gs pos="57143">
                  <a:srgbClr val="D79344">
                    <a:alpha val="5596"/>
                  </a:srgbClr>
                </a:gs>
                <a:gs pos="71429">
                  <a:srgbClr val="D79344">
                    <a:alpha val="2660"/>
                  </a:srgbClr>
                </a:gs>
                <a:gs pos="85714">
                  <a:srgbClr val="D79344">
                    <a:alpha val="1060"/>
                  </a:srgbClr>
                </a:gs>
                <a:gs pos="100000">
                  <a:srgbClr val="D79344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6136015">
              <a:off x="3163806" y="2140382"/>
              <a:ext cx="684425" cy="143273"/>
            </a:xfrm>
            <a:prstGeom prst="ellipse">
              <a:avLst/>
            </a:prstGeom>
            <a:gradFill>
              <a:gsLst>
                <a:gs pos="0">
                  <a:srgbClr val="EE5F4B">
                    <a:alpha val="32968"/>
                  </a:srgbClr>
                </a:gs>
                <a:gs pos="14286">
                  <a:srgbClr val="EE5F4B">
                    <a:alpha val="30764"/>
                  </a:srgbClr>
                </a:gs>
                <a:gs pos="28571">
                  <a:srgbClr val="EE5F4B">
                    <a:alpha val="24833"/>
                  </a:srgbClr>
                </a:gs>
                <a:gs pos="42857">
                  <a:srgbClr val="EE5F4B">
                    <a:alpha val="17075"/>
                  </a:srgbClr>
                </a:gs>
                <a:gs pos="57143">
                  <a:srgbClr val="EE5F4B">
                    <a:alpha val="9855"/>
                  </a:srgbClr>
                </a:gs>
                <a:gs pos="71429">
                  <a:srgbClr val="EE5F4B">
                    <a:alpha val="4740"/>
                  </a:srgbClr>
                </a:gs>
                <a:gs pos="85714">
                  <a:srgbClr val="EE5F4B">
                    <a:alpha val="1902"/>
                  </a:srgbClr>
                </a:gs>
                <a:gs pos="100000">
                  <a:srgbClr val="EE5F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-9514557">
              <a:off x="1327565" y="881856"/>
              <a:ext cx="542663" cy="278572"/>
            </a:xfrm>
            <a:prstGeom prst="ellipse">
              <a:avLst/>
            </a:prstGeom>
            <a:gradFill>
              <a:gsLst>
                <a:gs pos="0">
                  <a:srgbClr val="FFBB89">
                    <a:alpha val="32968"/>
                  </a:srgbClr>
                </a:gs>
                <a:gs pos="14286">
                  <a:srgbClr val="FFBB89">
                    <a:alpha val="30764"/>
                  </a:srgbClr>
                </a:gs>
                <a:gs pos="28571">
                  <a:srgbClr val="FFBB89">
                    <a:alpha val="24833"/>
                  </a:srgbClr>
                </a:gs>
                <a:gs pos="42857">
                  <a:srgbClr val="FFBB89">
                    <a:alpha val="17075"/>
                  </a:srgbClr>
                </a:gs>
                <a:gs pos="57143">
                  <a:srgbClr val="FFBB89">
                    <a:alpha val="9855"/>
                  </a:srgbClr>
                </a:gs>
                <a:gs pos="71429">
                  <a:srgbClr val="FFBB89">
                    <a:alpha val="4740"/>
                  </a:srgbClr>
                </a:gs>
                <a:gs pos="85714">
                  <a:srgbClr val="FFBB89">
                    <a:alpha val="1902"/>
                  </a:srgbClr>
                </a:gs>
                <a:gs pos="100000">
                  <a:srgbClr val="FFBB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5618061">
              <a:off x="1250486" y="2150534"/>
              <a:ext cx="420789" cy="183563"/>
            </a:xfrm>
            <a:prstGeom prst="ellipse">
              <a:avLst/>
            </a:prstGeom>
            <a:gradFill>
              <a:gsLst>
                <a:gs pos="0">
                  <a:srgbClr val="7AFF93">
                    <a:alpha val="4148"/>
                  </a:srgbClr>
                </a:gs>
                <a:gs pos="14286">
                  <a:srgbClr val="7AFF93">
                    <a:alpha val="3819"/>
                  </a:srgbClr>
                </a:gs>
                <a:gs pos="28571">
                  <a:srgbClr val="7AFF93">
                    <a:alpha val="2978"/>
                  </a:srgbClr>
                </a:gs>
                <a:gs pos="42857">
                  <a:srgbClr val="7AFF93">
                    <a:alpha val="1964"/>
                  </a:srgbClr>
                </a:gs>
                <a:gs pos="57143">
                  <a:srgbClr val="7AFF93">
                    <a:alpha val="1093"/>
                  </a:srgbClr>
                </a:gs>
                <a:gs pos="71429">
                  <a:srgbClr val="7AFF93">
                    <a:alpha val="513"/>
                  </a:srgbClr>
                </a:gs>
                <a:gs pos="85714">
                  <a:srgbClr val="7AFF93">
                    <a:alpha val="203"/>
                  </a:srgbClr>
                </a:gs>
                <a:gs pos="100000">
                  <a:srgbClr val="7AFF93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4947055">
              <a:off x="1229117" y="1417257"/>
              <a:ext cx="256847" cy="33503"/>
            </a:xfrm>
            <a:prstGeom prst="ellipse">
              <a:avLst/>
            </a:prstGeom>
            <a:gradFill>
              <a:gsLst>
                <a:gs pos="0">
                  <a:srgbClr val="8C6D3C">
                    <a:alpha val="32968"/>
                  </a:srgbClr>
                </a:gs>
                <a:gs pos="14286">
                  <a:srgbClr val="8C6D3C">
                    <a:alpha val="30764"/>
                  </a:srgbClr>
                </a:gs>
                <a:gs pos="28571">
                  <a:srgbClr val="8C6D3C">
                    <a:alpha val="24833"/>
                  </a:srgbClr>
                </a:gs>
                <a:gs pos="42857">
                  <a:srgbClr val="8C6D3C">
                    <a:alpha val="17075"/>
                  </a:srgbClr>
                </a:gs>
                <a:gs pos="57143">
                  <a:srgbClr val="8C6D3C">
                    <a:alpha val="9855"/>
                  </a:srgbClr>
                </a:gs>
                <a:gs pos="71429">
                  <a:srgbClr val="8C6D3C">
                    <a:alpha val="4740"/>
                  </a:srgbClr>
                </a:gs>
                <a:gs pos="85714">
                  <a:srgbClr val="8C6D3C">
                    <a:alpha val="1902"/>
                  </a:srgbClr>
                </a:gs>
                <a:gs pos="100000">
                  <a:srgbClr val="8C6D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-10476123">
              <a:off x="1422716" y="933720"/>
              <a:ext cx="555176" cy="99584"/>
            </a:xfrm>
            <a:prstGeom prst="ellipse">
              <a:avLst/>
            </a:prstGeom>
            <a:gradFill>
              <a:gsLst>
                <a:gs pos="0">
                  <a:srgbClr val="FDC493">
                    <a:alpha val="13458"/>
                  </a:srgbClr>
                </a:gs>
                <a:gs pos="14286">
                  <a:srgbClr val="FDC493">
                    <a:alpha val="12440"/>
                  </a:srgbClr>
                </a:gs>
                <a:gs pos="28571">
                  <a:srgbClr val="FDC493">
                    <a:alpha val="9801"/>
                  </a:srgbClr>
                </a:gs>
                <a:gs pos="42857">
                  <a:srgbClr val="FDC493">
                    <a:alpha val="6542"/>
                  </a:srgbClr>
                </a:gs>
                <a:gs pos="57143">
                  <a:srgbClr val="FDC493">
                    <a:alpha val="3680"/>
                  </a:srgbClr>
                </a:gs>
                <a:gs pos="71429">
                  <a:srgbClr val="FDC493">
                    <a:alpha val="1740"/>
                  </a:srgbClr>
                </a:gs>
                <a:gs pos="85714">
                  <a:srgbClr val="FDC493">
                    <a:alpha val="692"/>
                  </a:srgbClr>
                </a:gs>
                <a:gs pos="100000">
                  <a:srgbClr val="FDC493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4537933">
              <a:off x="1909648" y="2126766"/>
              <a:ext cx="422147" cy="114864"/>
            </a:xfrm>
            <a:prstGeom prst="ellipse">
              <a:avLst/>
            </a:prstGeom>
            <a:gradFill>
              <a:gsLst>
                <a:gs pos="0">
                  <a:srgbClr val="AF915D">
                    <a:alpha val="32968"/>
                  </a:srgbClr>
                </a:gs>
                <a:gs pos="14286">
                  <a:srgbClr val="AF915D">
                    <a:alpha val="30764"/>
                  </a:srgbClr>
                </a:gs>
                <a:gs pos="28571">
                  <a:srgbClr val="AF915D">
                    <a:alpha val="24833"/>
                  </a:srgbClr>
                </a:gs>
                <a:gs pos="42857">
                  <a:srgbClr val="AF915D">
                    <a:alpha val="17075"/>
                  </a:srgbClr>
                </a:gs>
                <a:gs pos="57143">
                  <a:srgbClr val="AF915D">
                    <a:alpha val="9855"/>
                  </a:srgbClr>
                </a:gs>
                <a:gs pos="71429">
                  <a:srgbClr val="AF915D">
                    <a:alpha val="4740"/>
                  </a:srgbClr>
                </a:gs>
                <a:gs pos="85714">
                  <a:srgbClr val="AF915D">
                    <a:alpha val="1902"/>
                  </a:srgbClr>
                </a:gs>
                <a:gs pos="100000">
                  <a:srgbClr val="AF91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-8488568">
              <a:off x="1750775" y="1327619"/>
              <a:ext cx="398770" cy="159525"/>
            </a:xfrm>
            <a:prstGeom prst="ellipse">
              <a:avLst/>
            </a:prstGeom>
            <a:gradFill>
              <a:gsLst>
                <a:gs pos="0">
                  <a:srgbClr val="316338">
                    <a:alpha val="23384"/>
                  </a:srgbClr>
                </a:gs>
                <a:gs pos="14286">
                  <a:srgbClr val="316338">
                    <a:alpha val="21716"/>
                  </a:srgbClr>
                </a:gs>
                <a:gs pos="28571">
                  <a:srgbClr val="316338">
                    <a:alpha val="17312"/>
                  </a:srgbClr>
                </a:gs>
                <a:gs pos="42857">
                  <a:srgbClr val="316338">
                    <a:alpha val="11722"/>
                  </a:srgbClr>
                </a:gs>
                <a:gs pos="57143">
                  <a:srgbClr val="316338">
                    <a:alpha val="6676"/>
                  </a:srgbClr>
                </a:gs>
                <a:gs pos="71429">
                  <a:srgbClr val="316338">
                    <a:alpha val="3182"/>
                  </a:srgbClr>
                </a:gs>
                <a:gs pos="85714">
                  <a:srgbClr val="316338">
                    <a:alpha val="1271"/>
                  </a:srgbClr>
                </a:gs>
                <a:gs pos="100000">
                  <a:srgbClr val="316338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9540384">
              <a:off x="1262253" y="2379003"/>
              <a:ext cx="545590" cy="103812"/>
            </a:xfrm>
            <a:prstGeom prst="ellipse">
              <a:avLst/>
            </a:prstGeom>
            <a:gradFill>
              <a:gsLst>
                <a:gs pos="0">
                  <a:srgbClr val="FFFFBE">
                    <a:alpha val="32968"/>
                  </a:srgbClr>
                </a:gs>
                <a:gs pos="14286">
                  <a:srgbClr val="FFFFBE">
                    <a:alpha val="30764"/>
                  </a:srgbClr>
                </a:gs>
                <a:gs pos="28571">
                  <a:srgbClr val="FFFFBE">
                    <a:alpha val="24833"/>
                  </a:srgbClr>
                </a:gs>
                <a:gs pos="42857">
                  <a:srgbClr val="FFFFBE">
                    <a:alpha val="17075"/>
                  </a:srgbClr>
                </a:gs>
                <a:gs pos="57143">
                  <a:srgbClr val="FFFFBE">
                    <a:alpha val="9855"/>
                  </a:srgbClr>
                </a:gs>
                <a:gs pos="71429">
                  <a:srgbClr val="FFFFBE">
                    <a:alpha val="4740"/>
                  </a:srgbClr>
                </a:gs>
                <a:gs pos="85714">
                  <a:srgbClr val="FFFFBE">
                    <a:alpha val="1902"/>
                  </a:srgbClr>
                </a:gs>
                <a:gs pos="100000">
                  <a:srgbClr val="FFFF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3261742">
              <a:off x="236048" y="2416430"/>
              <a:ext cx="578058" cy="126631"/>
            </a:xfrm>
            <a:prstGeom prst="ellipse">
              <a:avLst/>
            </a:prstGeom>
            <a:gradFill>
              <a:gsLst>
                <a:gs pos="0">
                  <a:srgbClr val="D39980">
                    <a:alpha val="32968"/>
                  </a:srgbClr>
                </a:gs>
                <a:gs pos="14286">
                  <a:srgbClr val="D39980">
                    <a:alpha val="30764"/>
                  </a:srgbClr>
                </a:gs>
                <a:gs pos="28571">
                  <a:srgbClr val="D39980">
                    <a:alpha val="24833"/>
                  </a:srgbClr>
                </a:gs>
                <a:gs pos="42857">
                  <a:srgbClr val="D39980">
                    <a:alpha val="17075"/>
                  </a:srgbClr>
                </a:gs>
                <a:gs pos="57143">
                  <a:srgbClr val="D39980">
                    <a:alpha val="9855"/>
                  </a:srgbClr>
                </a:gs>
                <a:gs pos="71429">
                  <a:srgbClr val="D39980">
                    <a:alpha val="4740"/>
                  </a:srgbClr>
                </a:gs>
                <a:gs pos="85714">
                  <a:srgbClr val="D39980">
                    <a:alpha val="1902"/>
                  </a:srgbClr>
                </a:gs>
                <a:gs pos="100000">
                  <a:srgbClr val="D399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4335979">
              <a:off x="3243172" y="1613249"/>
              <a:ext cx="450754" cy="256491"/>
            </a:xfrm>
            <a:prstGeom prst="ellipse">
              <a:avLst/>
            </a:prstGeom>
            <a:gradFill>
              <a:gsLst>
                <a:gs pos="0">
                  <a:srgbClr val="C24B35">
                    <a:alpha val="32968"/>
                  </a:srgbClr>
                </a:gs>
                <a:gs pos="14286">
                  <a:srgbClr val="C24B35">
                    <a:alpha val="30764"/>
                  </a:srgbClr>
                </a:gs>
                <a:gs pos="28571">
                  <a:srgbClr val="C24B35">
                    <a:alpha val="24833"/>
                  </a:srgbClr>
                </a:gs>
                <a:gs pos="42857">
                  <a:srgbClr val="C24B35">
                    <a:alpha val="17075"/>
                  </a:srgbClr>
                </a:gs>
                <a:gs pos="57143">
                  <a:srgbClr val="C24B35">
                    <a:alpha val="9855"/>
                  </a:srgbClr>
                </a:gs>
                <a:gs pos="71429">
                  <a:srgbClr val="C24B35">
                    <a:alpha val="4740"/>
                  </a:srgbClr>
                </a:gs>
                <a:gs pos="85714">
                  <a:srgbClr val="C24B35">
                    <a:alpha val="1902"/>
                  </a:srgbClr>
                </a:gs>
                <a:gs pos="100000">
                  <a:srgbClr val="C24B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-10755838">
              <a:off x="1134002" y="2781827"/>
              <a:ext cx="456620" cy="87379"/>
            </a:xfrm>
            <a:prstGeom prst="ellipse">
              <a:avLst/>
            </a:prstGeom>
            <a:gradFill>
              <a:gsLst>
                <a:gs pos="0">
                  <a:srgbClr val="00DACB">
                    <a:alpha val="4176"/>
                  </a:srgbClr>
                </a:gs>
                <a:gs pos="14286">
                  <a:srgbClr val="00DACB">
                    <a:alpha val="3845"/>
                  </a:srgbClr>
                </a:gs>
                <a:gs pos="28571">
                  <a:srgbClr val="00DACB">
                    <a:alpha val="2998"/>
                  </a:srgbClr>
                </a:gs>
                <a:gs pos="42857">
                  <a:srgbClr val="00DACB">
                    <a:alpha val="1977"/>
                  </a:srgbClr>
                </a:gs>
                <a:gs pos="57143">
                  <a:srgbClr val="00DACB">
                    <a:alpha val="1100"/>
                  </a:srgbClr>
                </a:gs>
                <a:gs pos="71429">
                  <a:srgbClr val="00DACB">
                    <a:alpha val="517"/>
                  </a:srgbClr>
                </a:gs>
                <a:gs pos="85714">
                  <a:srgbClr val="00DACB">
                    <a:alpha val="205"/>
                  </a:srgbClr>
                </a:gs>
                <a:gs pos="100000">
                  <a:srgbClr val="00DACB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2961581">
              <a:off x="2005589" y="1465668"/>
              <a:ext cx="311579" cy="125552"/>
            </a:xfrm>
            <a:prstGeom prst="ellipse">
              <a:avLst/>
            </a:prstGeom>
            <a:gradFill>
              <a:gsLst>
                <a:gs pos="0">
                  <a:srgbClr val="BC6941">
                    <a:alpha val="27423"/>
                  </a:srgbClr>
                </a:gs>
                <a:gs pos="14286">
                  <a:srgbClr val="BC6941">
                    <a:alpha val="25517"/>
                  </a:srgbClr>
                </a:gs>
                <a:gs pos="28571">
                  <a:srgbClr val="BC6941">
                    <a:alpha val="20446"/>
                  </a:srgbClr>
                </a:gs>
                <a:gs pos="42857">
                  <a:srgbClr val="BC6941">
                    <a:alpha val="13932"/>
                  </a:srgbClr>
                </a:gs>
                <a:gs pos="57143">
                  <a:srgbClr val="BC6941">
                    <a:alpha val="7977"/>
                  </a:srgbClr>
                </a:gs>
                <a:gs pos="71429">
                  <a:srgbClr val="BC6941">
                    <a:alpha val="3817"/>
                  </a:srgbClr>
                </a:gs>
                <a:gs pos="85714">
                  <a:srgbClr val="BC6941">
                    <a:alpha val="1527"/>
                  </a:srgbClr>
                </a:gs>
                <a:gs pos="100000">
                  <a:srgbClr val="BC6941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6657657">
              <a:off x="-82612" y="1126987"/>
              <a:ext cx="667175" cy="183724"/>
            </a:xfrm>
            <a:prstGeom prst="ellipse">
              <a:avLst/>
            </a:prstGeom>
            <a:gradFill>
              <a:gsLst>
                <a:gs pos="0">
                  <a:srgbClr val="FE594D">
                    <a:alpha val="21552"/>
                  </a:srgbClr>
                </a:gs>
                <a:gs pos="14286">
                  <a:srgbClr val="FE594D">
                    <a:alpha val="19996"/>
                  </a:srgbClr>
                </a:gs>
                <a:gs pos="28571">
                  <a:srgbClr val="FE594D">
                    <a:alpha val="15905"/>
                  </a:srgbClr>
                </a:gs>
                <a:gs pos="42857">
                  <a:srgbClr val="FE594D">
                    <a:alpha val="10740"/>
                  </a:srgbClr>
                </a:gs>
                <a:gs pos="57143">
                  <a:srgbClr val="FE594D">
                    <a:alpha val="6102"/>
                  </a:srgbClr>
                </a:gs>
                <a:gs pos="71429">
                  <a:srgbClr val="FE594D">
                    <a:alpha val="2904"/>
                  </a:srgbClr>
                </a:gs>
                <a:gs pos="85714">
                  <a:srgbClr val="FE594D">
                    <a:alpha val="1159"/>
                  </a:srgbClr>
                </a:gs>
                <a:gs pos="100000">
                  <a:srgbClr val="FE594D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6812927">
              <a:off x="311956" y="2610495"/>
              <a:ext cx="257081" cy="218686"/>
            </a:xfrm>
            <a:prstGeom prst="ellipse">
              <a:avLst/>
            </a:prstGeom>
            <a:gradFill>
              <a:gsLst>
                <a:gs pos="0">
                  <a:srgbClr val="DA3D36">
                    <a:alpha val="31142"/>
                  </a:srgbClr>
                </a:gs>
                <a:gs pos="14286">
                  <a:srgbClr val="DA3D36">
                    <a:alpha val="29032"/>
                  </a:srgbClr>
                </a:gs>
                <a:gs pos="28571">
                  <a:srgbClr val="DA3D36">
                    <a:alpha val="23377"/>
                  </a:srgbClr>
                </a:gs>
                <a:gs pos="42857">
                  <a:srgbClr val="DA3D36">
                    <a:alpha val="16025"/>
                  </a:srgbClr>
                </a:gs>
                <a:gs pos="57143">
                  <a:srgbClr val="DA3D36">
                    <a:alpha val="9224"/>
                  </a:srgbClr>
                </a:gs>
                <a:gs pos="71429">
                  <a:srgbClr val="DA3D36">
                    <a:alpha val="4429"/>
                  </a:srgbClr>
                </a:gs>
                <a:gs pos="85714">
                  <a:srgbClr val="DA3D36">
                    <a:alpha val="1775"/>
                  </a:srgbClr>
                </a:gs>
                <a:gs pos="100000">
                  <a:srgbClr val="DA3D36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8601107">
              <a:off x="2652853" y="288224"/>
              <a:ext cx="391019" cy="59452"/>
            </a:xfrm>
            <a:prstGeom prst="ellipse">
              <a:avLst/>
            </a:prstGeom>
            <a:gradFill>
              <a:gsLst>
                <a:gs pos="0">
                  <a:srgbClr val="000005">
                    <a:alpha val="15026"/>
                  </a:srgbClr>
                </a:gs>
                <a:gs pos="14286">
                  <a:srgbClr val="000005">
                    <a:alpha val="13899"/>
                  </a:srgbClr>
                </a:gs>
                <a:gs pos="28571">
                  <a:srgbClr val="000005">
                    <a:alpha val="10970"/>
                  </a:srgbClr>
                </a:gs>
                <a:gs pos="42857">
                  <a:srgbClr val="000005">
                    <a:alpha val="7338"/>
                  </a:srgbClr>
                </a:gs>
                <a:gs pos="57143">
                  <a:srgbClr val="000005">
                    <a:alpha val="4135"/>
                  </a:srgbClr>
                </a:gs>
                <a:gs pos="71429">
                  <a:srgbClr val="000005">
                    <a:alpha val="1957"/>
                  </a:srgbClr>
                </a:gs>
                <a:gs pos="85714">
                  <a:srgbClr val="000005">
                    <a:alpha val="779"/>
                  </a:srgbClr>
                </a:gs>
                <a:gs pos="100000">
                  <a:srgbClr val="000005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9297501">
              <a:off x="1233412" y="3043853"/>
              <a:ext cx="302764" cy="250881"/>
            </a:xfrm>
            <a:prstGeom prst="ellipse">
              <a:avLst/>
            </a:prstGeom>
            <a:gradFill>
              <a:gsLst>
                <a:gs pos="0">
                  <a:srgbClr val="4C0043">
                    <a:alpha val="10612"/>
                  </a:srgbClr>
                </a:gs>
                <a:gs pos="14286">
                  <a:srgbClr val="4C0043">
                    <a:alpha val="9797"/>
                  </a:srgbClr>
                </a:gs>
                <a:gs pos="28571">
                  <a:srgbClr val="4C0043">
                    <a:alpha val="7694"/>
                  </a:srgbClr>
                </a:gs>
                <a:gs pos="42857">
                  <a:srgbClr val="4C0043">
                    <a:alpha val="5116"/>
                  </a:srgbClr>
                </a:gs>
                <a:gs pos="57143">
                  <a:srgbClr val="4C0043">
                    <a:alpha val="2868"/>
                  </a:srgbClr>
                </a:gs>
                <a:gs pos="71429">
                  <a:srgbClr val="4C0043">
                    <a:alpha val="1353"/>
                  </a:srgbClr>
                </a:gs>
                <a:gs pos="85714">
                  <a:srgbClr val="4C0043">
                    <a:alpha val="537"/>
                  </a:srgbClr>
                </a:gs>
                <a:gs pos="100000">
                  <a:srgbClr val="4C0043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10143732">
              <a:off x="1357328" y="2233664"/>
              <a:ext cx="530437" cy="218661"/>
            </a:xfrm>
            <a:prstGeom prst="ellipse">
              <a:avLst/>
            </a:prstGeom>
            <a:gradFill>
              <a:gsLst>
                <a:gs pos="0">
                  <a:srgbClr val="92B97A">
                    <a:alpha val="32968"/>
                  </a:srgbClr>
                </a:gs>
                <a:gs pos="14286">
                  <a:srgbClr val="92B97A">
                    <a:alpha val="30764"/>
                  </a:srgbClr>
                </a:gs>
                <a:gs pos="28571">
                  <a:srgbClr val="92B97A">
                    <a:alpha val="24833"/>
                  </a:srgbClr>
                </a:gs>
                <a:gs pos="42857">
                  <a:srgbClr val="92B97A">
                    <a:alpha val="17075"/>
                  </a:srgbClr>
                </a:gs>
                <a:gs pos="57143">
                  <a:srgbClr val="92B97A">
                    <a:alpha val="9855"/>
                  </a:srgbClr>
                </a:gs>
                <a:gs pos="71429">
                  <a:srgbClr val="92B97A">
                    <a:alpha val="4740"/>
                  </a:srgbClr>
                </a:gs>
                <a:gs pos="85714">
                  <a:srgbClr val="92B97A">
                    <a:alpha val="1902"/>
                  </a:srgbClr>
                </a:gs>
                <a:gs pos="100000">
                  <a:srgbClr val="92B9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-9313703">
              <a:off x="1924818" y="864700"/>
              <a:ext cx="390027" cy="234577"/>
            </a:xfrm>
            <a:prstGeom prst="ellipse">
              <a:avLst/>
            </a:prstGeom>
            <a:gradFill>
              <a:gsLst>
                <a:gs pos="0">
                  <a:srgbClr val="C0A878">
                    <a:alpha val="32572"/>
                  </a:srgbClr>
                </a:gs>
                <a:gs pos="14286">
                  <a:srgbClr val="C0A878">
                    <a:alpha val="30388"/>
                  </a:srgbClr>
                </a:gs>
                <a:gs pos="28571">
                  <a:srgbClr val="C0A878">
                    <a:alpha val="24516"/>
                  </a:srgbClr>
                </a:gs>
                <a:gs pos="42857">
                  <a:srgbClr val="C0A878">
                    <a:alpha val="16846"/>
                  </a:srgbClr>
                </a:gs>
                <a:gs pos="57143">
                  <a:srgbClr val="C0A878">
                    <a:alpha val="9717"/>
                  </a:srgbClr>
                </a:gs>
                <a:gs pos="71429">
                  <a:srgbClr val="C0A878">
                    <a:alpha val="4672"/>
                  </a:srgbClr>
                </a:gs>
                <a:gs pos="85714">
                  <a:srgbClr val="C0A878">
                    <a:alpha val="1874"/>
                  </a:srgbClr>
                </a:gs>
                <a:gs pos="100000">
                  <a:srgbClr val="C0A878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-9362407">
              <a:off x="823603" y="2977757"/>
              <a:ext cx="352141" cy="236039"/>
            </a:xfrm>
            <a:prstGeom prst="ellipse">
              <a:avLst/>
            </a:prstGeom>
            <a:gradFill>
              <a:gsLst>
                <a:gs pos="0">
                  <a:srgbClr val="FFB478">
                    <a:alpha val="11611"/>
                  </a:srgbClr>
                </a:gs>
                <a:gs pos="14286">
                  <a:srgbClr val="FFB478">
                    <a:alpha val="10725"/>
                  </a:srgbClr>
                </a:gs>
                <a:gs pos="28571">
                  <a:srgbClr val="FFB478">
                    <a:alpha val="8432"/>
                  </a:srgbClr>
                </a:gs>
                <a:gs pos="42857">
                  <a:srgbClr val="FFB478">
                    <a:alpha val="5614"/>
                  </a:srgbClr>
                </a:gs>
                <a:gs pos="57143">
                  <a:srgbClr val="FFB478">
                    <a:alpha val="3151"/>
                  </a:srgbClr>
                </a:gs>
                <a:gs pos="71429">
                  <a:srgbClr val="FFB478">
                    <a:alpha val="1487"/>
                  </a:srgbClr>
                </a:gs>
                <a:gs pos="85714">
                  <a:srgbClr val="FFB478">
                    <a:alpha val="591"/>
                  </a:srgbClr>
                </a:gs>
                <a:gs pos="100000">
                  <a:srgbClr val="FFB478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3703046">
              <a:off x="1379585" y="2168337"/>
              <a:ext cx="392646" cy="152477"/>
            </a:xfrm>
            <a:prstGeom prst="ellipse">
              <a:avLst/>
            </a:prstGeom>
            <a:gradFill>
              <a:gsLst>
                <a:gs pos="0">
                  <a:srgbClr val="000012">
                    <a:alpha val="27655"/>
                  </a:srgbClr>
                </a:gs>
                <a:gs pos="14286">
                  <a:srgbClr val="000012">
                    <a:alpha val="25736"/>
                  </a:srgbClr>
                </a:gs>
                <a:gs pos="28571">
                  <a:srgbClr val="000012">
                    <a:alpha val="20628"/>
                  </a:srgbClr>
                </a:gs>
                <a:gs pos="42857">
                  <a:srgbClr val="000012">
                    <a:alpha val="14061"/>
                  </a:srgbClr>
                </a:gs>
                <a:gs pos="57143">
                  <a:srgbClr val="000012">
                    <a:alpha val="8054"/>
                  </a:srgbClr>
                </a:gs>
                <a:gs pos="71429">
                  <a:srgbClr val="000012">
                    <a:alpha val="3854"/>
                  </a:srgbClr>
                </a:gs>
                <a:gs pos="85714">
                  <a:srgbClr val="000012">
                    <a:alpha val="1542"/>
                  </a:srgbClr>
                </a:gs>
                <a:gs pos="100000">
                  <a:srgbClr val="000012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5283655">
              <a:off x="1351574" y="2176981"/>
              <a:ext cx="393114" cy="150040"/>
            </a:xfrm>
            <a:prstGeom prst="ellipse">
              <a:avLst/>
            </a:prstGeom>
            <a:gradFill>
              <a:gsLst>
                <a:gs pos="0">
                  <a:srgbClr val="658152">
                    <a:alpha val="30911"/>
                  </a:srgbClr>
                </a:gs>
                <a:gs pos="14286">
                  <a:srgbClr val="658152">
                    <a:alpha val="28814"/>
                  </a:srgbClr>
                </a:gs>
                <a:gs pos="28571">
                  <a:srgbClr val="658152">
                    <a:alpha val="23194"/>
                  </a:srgbClr>
                </a:gs>
                <a:gs pos="42857">
                  <a:srgbClr val="658152">
                    <a:alpha val="15894"/>
                  </a:srgbClr>
                </a:gs>
                <a:gs pos="57143">
                  <a:srgbClr val="658152">
                    <a:alpha val="9145"/>
                  </a:srgbClr>
                </a:gs>
                <a:gs pos="71429">
                  <a:srgbClr val="658152">
                    <a:alpha val="4390"/>
                  </a:srgbClr>
                </a:gs>
                <a:gs pos="85714">
                  <a:srgbClr val="658152">
                    <a:alpha val="1760"/>
                  </a:srgbClr>
                </a:gs>
                <a:gs pos="100000">
                  <a:srgbClr val="658152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6759042">
              <a:off x="1665140" y="3382274"/>
              <a:ext cx="392736" cy="301341"/>
            </a:xfrm>
            <a:prstGeom prst="ellipse">
              <a:avLst/>
            </a:prstGeom>
            <a:gradFill>
              <a:gsLst>
                <a:gs pos="0">
                  <a:srgbClr val="000000">
                    <a:alpha val="12324"/>
                  </a:srgbClr>
                </a:gs>
                <a:gs pos="14286">
                  <a:srgbClr val="000000">
                    <a:alpha val="11386"/>
                  </a:srgbClr>
                </a:gs>
                <a:gs pos="28571">
                  <a:srgbClr val="000000">
                    <a:alpha val="8959"/>
                  </a:srgbClr>
                </a:gs>
                <a:gs pos="42857">
                  <a:srgbClr val="000000">
                    <a:alpha val="5971"/>
                  </a:srgbClr>
                </a:gs>
                <a:gs pos="57143">
                  <a:srgbClr val="000000">
                    <a:alpha val="3354"/>
                  </a:srgbClr>
                </a:gs>
                <a:gs pos="71429">
                  <a:srgbClr val="000000">
                    <a:alpha val="1584"/>
                  </a:srgbClr>
                </a:gs>
                <a:gs pos="85714">
                  <a:srgbClr val="000000">
                    <a:alpha val="629"/>
                  </a:srgbClr>
                </a:gs>
                <a:gs pos="100000">
                  <a:srgbClr val="000000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-10460080">
              <a:off x="1420154" y="3158410"/>
              <a:ext cx="404127" cy="76524"/>
            </a:xfrm>
            <a:prstGeom prst="ellipse">
              <a:avLst/>
            </a:prstGeom>
            <a:gradFill>
              <a:gsLst>
                <a:gs pos="0">
                  <a:srgbClr val="A56400">
                    <a:alpha val="11867"/>
                  </a:srgbClr>
                </a:gs>
                <a:gs pos="14286">
                  <a:srgbClr val="A56400">
                    <a:alpha val="10962"/>
                  </a:srgbClr>
                </a:gs>
                <a:gs pos="28571">
                  <a:srgbClr val="A56400">
                    <a:alpha val="8621"/>
                  </a:srgbClr>
                </a:gs>
                <a:gs pos="42857">
                  <a:srgbClr val="A56400">
                    <a:alpha val="5742"/>
                  </a:srgbClr>
                </a:gs>
                <a:gs pos="57143">
                  <a:srgbClr val="A56400">
                    <a:alpha val="3223"/>
                  </a:srgbClr>
                </a:gs>
                <a:gs pos="71429">
                  <a:srgbClr val="A56400">
                    <a:alpha val="1522"/>
                  </a:srgbClr>
                </a:gs>
                <a:gs pos="85714">
                  <a:srgbClr val="A56400">
                    <a:alpha val="605"/>
                  </a:srgbClr>
                </a:gs>
                <a:gs pos="100000">
                  <a:srgbClr val="A56400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7339824">
              <a:off x="2072185" y="1923612"/>
              <a:ext cx="367143" cy="206035"/>
            </a:xfrm>
            <a:prstGeom prst="ellipse">
              <a:avLst/>
            </a:prstGeom>
            <a:gradFill>
              <a:gsLst>
                <a:gs pos="0">
                  <a:srgbClr val="2D6A5E">
                    <a:alpha val="26192"/>
                  </a:srgbClr>
                </a:gs>
                <a:gs pos="14286">
                  <a:srgbClr val="2D6A5E">
                    <a:alpha val="24357"/>
                  </a:srgbClr>
                </a:gs>
                <a:gs pos="28571">
                  <a:srgbClr val="2D6A5E">
                    <a:alpha val="19486"/>
                  </a:srgbClr>
                </a:gs>
                <a:gs pos="42857">
                  <a:srgbClr val="2D6A5E">
                    <a:alpha val="13252"/>
                  </a:srgbClr>
                </a:gs>
                <a:gs pos="57143">
                  <a:srgbClr val="2D6A5E">
                    <a:alpha val="7575"/>
                  </a:srgbClr>
                </a:gs>
                <a:gs pos="71429">
                  <a:srgbClr val="2D6A5E">
                    <a:alpha val="3620"/>
                  </a:srgbClr>
                </a:gs>
                <a:gs pos="85714">
                  <a:srgbClr val="2D6A5E">
                    <a:alpha val="1448"/>
                  </a:srgbClr>
                </a:gs>
                <a:gs pos="100000">
                  <a:srgbClr val="2D6A5E">
                    <a:alpha val="4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10317598">
              <a:off x="1208817" y="1395897"/>
              <a:ext cx="391202" cy="266435"/>
            </a:xfrm>
            <a:prstGeom prst="ellipse">
              <a:avLst/>
            </a:prstGeom>
            <a:gradFill>
              <a:gsLst>
                <a:gs pos="0">
                  <a:srgbClr val="ABB170">
                    <a:alpha val="32322"/>
                  </a:srgbClr>
                </a:gs>
                <a:gs pos="14286">
                  <a:srgbClr val="ABB170">
                    <a:alpha val="30151"/>
                  </a:srgbClr>
                </a:gs>
                <a:gs pos="28571">
                  <a:srgbClr val="ABB170">
                    <a:alpha val="24317"/>
                  </a:srgbClr>
                </a:gs>
                <a:gs pos="42857">
                  <a:srgbClr val="ABB170">
                    <a:alpha val="16702"/>
                  </a:srgbClr>
                </a:gs>
                <a:gs pos="57143">
                  <a:srgbClr val="ABB170">
                    <a:alpha val="9630"/>
                  </a:srgbClr>
                </a:gs>
                <a:gs pos="71429">
                  <a:srgbClr val="ABB170">
                    <a:alpha val="4629"/>
                  </a:srgbClr>
                </a:gs>
                <a:gs pos="85714">
                  <a:srgbClr val="ABB170">
                    <a:alpha val="1857"/>
                  </a:srgbClr>
                </a:gs>
                <a:gs pos="100000">
                  <a:srgbClr val="ABB170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9529931">
              <a:off x="1336810" y="2381473"/>
              <a:ext cx="438315" cy="78447"/>
            </a:xfrm>
            <a:prstGeom prst="ellipse">
              <a:avLst/>
            </a:prstGeom>
            <a:gradFill>
              <a:gsLst>
                <a:gs pos="0">
                  <a:srgbClr val="294E00">
                    <a:alpha val="32968"/>
                  </a:srgbClr>
                </a:gs>
                <a:gs pos="14286">
                  <a:srgbClr val="294E00">
                    <a:alpha val="30764"/>
                  </a:srgbClr>
                </a:gs>
                <a:gs pos="28571">
                  <a:srgbClr val="294E00">
                    <a:alpha val="24833"/>
                  </a:srgbClr>
                </a:gs>
                <a:gs pos="42857">
                  <a:srgbClr val="294E00">
                    <a:alpha val="17075"/>
                  </a:srgbClr>
                </a:gs>
                <a:gs pos="57143">
                  <a:srgbClr val="294E00">
                    <a:alpha val="9855"/>
                  </a:srgbClr>
                </a:gs>
                <a:gs pos="71429">
                  <a:srgbClr val="294E00">
                    <a:alpha val="4740"/>
                  </a:srgbClr>
                </a:gs>
                <a:gs pos="85714">
                  <a:srgbClr val="294E00">
                    <a:alpha val="1902"/>
                  </a:srgbClr>
                </a:gs>
                <a:gs pos="100000">
                  <a:srgbClr val="294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3034819">
              <a:off x="201901" y="2928405"/>
              <a:ext cx="469902" cy="37095"/>
            </a:xfrm>
            <a:prstGeom prst="ellipse">
              <a:avLst/>
            </a:prstGeom>
            <a:gradFill>
              <a:gsLst>
                <a:gs pos="0">
                  <a:srgbClr val="FF6347">
                    <a:alpha val="32968"/>
                  </a:srgbClr>
                </a:gs>
                <a:gs pos="14286">
                  <a:srgbClr val="FF6347">
                    <a:alpha val="30764"/>
                  </a:srgbClr>
                </a:gs>
                <a:gs pos="28571">
                  <a:srgbClr val="FF6347">
                    <a:alpha val="24833"/>
                  </a:srgbClr>
                </a:gs>
                <a:gs pos="42857">
                  <a:srgbClr val="FF6347">
                    <a:alpha val="17075"/>
                  </a:srgbClr>
                </a:gs>
                <a:gs pos="57143">
                  <a:srgbClr val="FF6347">
                    <a:alpha val="9855"/>
                  </a:srgbClr>
                </a:gs>
                <a:gs pos="71429">
                  <a:srgbClr val="FF6347">
                    <a:alpha val="4740"/>
                  </a:srgbClr>
                </a:gs>
                <a:gs pos="85714">
                  <a:srgbClr val="FF6347">
                    <a:alpha val="1902"/>
                  </a:srgbClr>
                </a:gs>
                <a:gs pos="100000">
                  <a:srgbClr val="FF63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-8936740">
              <a:off x="2123398" y="1803118"/>
              <a:ext cx="521897" cy="163314"/>
            </a:xfrm>
            <a:prstGeom prst="ellipse">
              <a:avLst/>
            </a:prstGeom>
            <a:gradFill>
              <a:gsLst>
                <a:gs pos="0">
                  <a:srgbClr val="00453A">
                    <a:alpha val="32968"/>
                  </a:srgbClr>
                </a:gs>
                <a:gs pos="14286">
                  <a:srgbClr val="00453A">
                    <a:alpha val="30764"/>
                  </a:srgbClr>
                </a:gs>
                <a:gs pos="28571">
                  <a:srgbClr val="00453A">
                    <a:alpha val="24833"/>
                  </a:srgbClr>
                </a:gs>
                <a:gs pos="42857">
                  <a:srgbClr val="00453A">
                    <a:alpha val="17075"/>
                  </a:srgbClr>
                </a:gs>
                <a:gs pos="57143">
                  <a:srgbClr val="00453A">
                    <a:alpha val="9855"/>
                  </a:srgbClr>
                </a:gs>
                <a:gs pos="71429">
                  <a:srgbClr val="00453A">
                    <a:alpha val="4740"/>
                  </a:srgbClr>
                </a:gs>
                <a:gs pos="85714">
                  <a:srgbClr val="00453A">
                    <a:alpha val="1902"/>
                  </a:srgbClr>
                </a:gs>
                <a:gs pos="100000">
                  <a:srgbClr val="0045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-8928207">
              <a:off x="1048415" y="3051111"/>
              <a:ext cx="397347" cy="275718"/>
            </a:xfrm>
            <a:prstGeom prst="ellipse">
              <a:avLst/>
            </a:prstGeom>
            <a:gradFill>
              <a:gsLst>
                <a:gs pos="0">
                  <a:srgbClr val="AC0051">
                    <a:alpha val="10789"/>
                  </a:srgbClr>
                </a:gs>
                <a:gs pos="14286">
                  <a:srgbClr val="AC0051">
                    <a:alpha val="9961"/>
                  </a:srgbClr>
                </a:gs>
                <a:gs pos="28571">
                  <a:srgbClr val="AC0051">
                    <a:alpha val="7824"/>
                  </a:srgbClr>
                </a:gs>
                <a:gs pos="42857">
                  <a:srgbClr val="AC0051">
                    <a:alpha val="5204"/>
                  </a:srgbClr>
                </a:gs>
                <a:gs pos="57143">
                  <a:srgbClr val="AC0051">
                    <a:alpha val="2918"/>
                  </a:srgbClr>
                </a:gs>
                <a:gs pos="71429">
                  <a:srgbClr val="AC0051">
                    <a:alpha val="1377"/>
                  </a:srgbClr>
                </a:gs>
                <a:gs pos="85714">
                  <a:srgbClr val="AC0051">
                    <a:alpha val="547"/>
                  </a:srgbClr>
                </a:gs>
                <a:gs pos="100000">
                  <a:srgbClr val="AC0051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9046701">
              <a:off x="988511" y="526482"/>
              <a:ext cx="556517" cy="78222"/>
            </a:xfrm>
            <a:prstGeom prst="ellipse">
              <a:avLst/>
            </a:prstGeom>
            <a:gradFill>
              <a:gsLst>
                <a:gs pos="0">
                  <a:srgbClr val="C9DCAC">
                    <a:alpha val="32968"/>
                  </a:srgbClr>
                </a:gs>
                <a:gs pos="14286">
                  <a:srgbClr val="C9DCAC">
                    <a:alpha val="30764"/>
                  </a:srgbClr>
                </a:gs>
                <a:gs pos="28571">
                  <a:srgbClr val="C9DCAC">
                    <a:alpha val="24833"/>
                  </a:srgbClr>
                </a:gs>
                <a:gs pos="42857">
                  <a:srgbClr val="C9DCAC">
                    <a:alpha val="17075"/>
                  </a:srgbClr>
                </a:gs>
                <a:gs pos="57143">
                  <a:srgbClr val="C9DCAC">
                    <a:alpha val="9855"/>
                  </a:srgbClr>
                </a:gs>
                <a:gs pos="71429">
                  <a:srgbClr val="C9DCAC">
                    <a:alpha val="4740"/>
                  </a:srgbClr>
                </a:gs>
                <a:gs pos="85714">
                  <a:srgbClr val="C9DCAC">
                    <a:alpha val="1902"/>
                  </a:srgbClr>
                </a:gs>
                <a:gs pos="100000">
                  <a:srgbClr val="C9DC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7751386">
              <a:off x="1430233" y="2229892"/>
              <a:ext cx="411065" cy="59189"/>
            </a:xfrm>
            <a:prstGeom prst="ellipse">
              <a:avLst/>
            </a:prstGeom>
            <a:gradFill>
              <a:gsLst>
                <a:gs pos="0">
                  <a:srgbClr val="766541">
                    <a:alpha val="32968"/>
                  </a:srgbClr>
                </a:gs>
                <a:gs pos="14286">
                  <a:srgbClr val="766541">
                    <a:alpha val="30764"/>
                  </a:srgbClr>
                </a:gs>
                <a:gs pos="28571">
                  <a:srgbClr val="766541">
                    <a:alpha val="24833"/>
                  </a:srgbClr>
                </a:gs>
                <a:gs pos="42857">
                  <a:srgbClr val="766541">
                    <a:alpha val="17075"/>
                  </a:srgbClr>
                </a:gs>
                <a:gs pos="57143">
                  <a:srgbClr val="766541">
                    <a:alpha val="9855"/>
                  </a:srgbClr>
                </a:gs>
                <a:gs pos="71429">
                  <a:srgbClr val="766541">
                    <a:alpha val="4740"/>
                  </a:srgbClr>
                </a:gs>
                <a:gs pos="85714">
                  <a:srgbClr val="766541">
                    <a:alpha val="1902"/>
                  </a:srgbClr>
                </a:gs>
                <a:gs pos="100000">
                  <a:srgbClr val="7665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-9608602">
              <a:off x="1691595" y="1507425"/>
              <a:ext cx="488793" cy="71098"/>
            </a:xfrm>
            <a:prstGeom prst="ellipse">
              <a:avLst/>
            </a:prstGeom>
            <a:gradFill>
              <a:gsLst>
                <a:gs pos="0">
                  <a:srgbClr val="978766">
                    <a:alpha val="17374"/>
                  </a:srgbClr>
                </a:gs>
                <a:gs pos="14286">
                  <a:srgbClr val="978766">
                    <a:alpha val="16088"/>
                  </a:srgbClr>
                </a:gs>
                <a:gs pos="28571">
                  <a:srgbClr val="978766">
                    <a:alpha val="12733"/>
                  </a:srgbClr>
                </a:gs>
                <a:gs pos="42857">
                  <a:srgbClr val="978766">
                    <a:alpha val="8546"/>
                  </a:srgbClr>
                </a:gs>
                <a:gs pos="57143">
                  <a:srgbClr val="978766">
                    <a:alpha val="4829"/>
                  </a:srgbClr>
                </a:gs>
                <a:gs pos="71429">
                  <a:srgbClr val="978766">
                    <a:alpha val="2290"/>
                  </a:srgbClr>
                </a:gs>
                <a:gs pos="85714">
                  <a:srgbClr val="978766">
                    <a:alpha val="912"/>
                  </a:srgbClr>
                </a:gs>
                <a:gs pos="100000">
                  <a:srgbClr val="978766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9799620">
              <a:off x="1220042" y="2373776"/>
              <a:ext cx="323911" cy="103795"/>
            </a:xfrm>
            <a:prstGeom prst="ellipse">
              <a:avLst/>
            </a:prstGeom>
            <a:gradFill>
              <a:gsLst>
                <a:gs pos="0">
                  <a:srgbClr val="EEE0A7">
                    <a:alpha val="17540"/>
                  </a:srgbClr>
                </a:gs>
                <a:gs pos="14286">
                  <a:srgbClr val="EEE0A7">
                    <a:alpha val="16244"/>
                  </a:srgbClr>
                </a:gs>
                <a:gs pos="28571">
                  <a:srgbClr val="EEE0A7">
                    <a:alpha val="12858"/>
                  </a:srgbClr>
                </a:gs>
                <a:gs pos="42857">
                  <a:srgbClr val="EEE0A7">
                    <a:alpha val="8632"/>
                  </a:srgbClr>
                </a:gs>
                <a:gs pos="57143">
                  <a:srgbClr val="EEE0A7">
                    <a:alpha val="4879"/>
                  </a:srgbClr>
                </a:gs>
                <a:gs pos="71429">
                  <a:srgbClr val="EEE0A7">
                    <a:alpha val="2314"/>
                  </a:srgbClr>
                </a:gs>
                <a:gs pos="85714">
                  <a:srgbClr val="EEE0A7">
                    <a:alpha val="922"/>
                  </a:srgbClr>
                </a:gs>
                <a:gs pos="100000">
                  <a:srgbClr val="EEE0A7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3081563">
              <a:off x="2041810" y="2066396"/>
              <a:ext cx="302959" cy="173505"/>
            </a:xfrm>
            <a:prstGeom prst="ellipse">
              <a:avLst/>
            </a:prstGeom>
            <a:gradFill>
              <a:gsLst>
                <a:gs pos="0">
                  <a:srgbClr val="A58E58">
                    <a:alpha val="32968"/>
                  </a:srgbClr>
                </a:gs>
                <a:gs pos="14286">
                  <a:srgbClr val="A58E58">
                    <a:alpha val="30764"/>
                  </a:srgbClr>
                </a:gs>
                <a:gs pos="28571">
                  <a:srgbClr val="A58E58">
                    <a:alpha val="24833"/>
                  </a:srgbClr>
                </a:gs>
                <a:gs pos="42857">
                  <a:srgbClr val="A58E58">
                    <a:alpha val="17075"/>
                  </a:srgbClr>
                </a:gs>
                <a:gs pos="57143">
                  <a:srgbClr val="A58E58">
                    <a:alpha val="9855"/>
                  </a:srgbClr>
                </a:gs>
                <a:gs pos="71429">
                  <a:srgbClr val="A58E58">
                    <a:alpha val="4740"/>
                  </a:srgbClr>
                </a:gs>
                <a:gs pos="85714">
                  <a:srgbClr val="A58E58">
                    <a:alpha val="1902"/>
                  </a:srgbClr>
                </a:gs>
                <a:gs pos="100000">
                  <a:srgbClr val="A58E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7140756">
              <a:off x="2073059" y="3320914"/>
              <a:ext cx="321261" cy="318072"/>
            </a:xfrm>
            <a:prstGeom prst="ellipse">
              <a:avLst/>
            </a:prstGeom>
            <a:gradFill>
              <a:gsLst>
                <a:gs pos="0">
                  <a:srgbClr val="000002">
                    <a:alpha val="4936"/>
                  </a:srgbClr>
                </a:gs>
                <a:gs pos="14286">
                  <a:srgbClr val="000002">
                    <a:alpha val="4546"/>
                  </a:srgbClr>
                </a:gs>
                <a:gs pos="28571">
                  <a:srgbClr val="000002">
                    <a:alpha val="3548"/>
                  </a:srgbClr>
                </a:gs>
                <a:gs pos="42857">
                  <a:srgbClr val="000002">
                    <a:alpha val="2342"/>
                  </a:srgbClr>
                </a:gs>
                <a:gs pos="57143">
                  <a:srgbClr val="000002">
                    <a:alpha val="1304"/>
                  </a:srgbClr>
                </a:gs>
                <a:gs pos="71429">
                  <a:srgbClr val="000002">
                    <a:alpha val="613"/>
                  </a:srgbClr>
                </a:gs>
                <a:gs pos="85714">
                  <a:srgbClr val="000002">
                    <a:alpha val="243"/>
                  </a:srgbClr>
                </a:gs>
                <a:gs pos="100000">
                  <a:srgbClr val="000002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4881774">
              <a:off x="-25219" y="1575491"/>
              <a:ext cx="618698" cy="135961"/>
            </a:xfrm>
            <a:prstGeom prst="ellipse">
              <a:avLst/>
            </a:prstGeom>
            <a:gradFill>
              <a:gsLst>
                <a:gs pos="0">
                  <a:srgbClr val="0D9052">
                    <a:alpha val="32968"/>
                  </a:srgbClr>
                </a:gs>
                <a:gs pos="14286">
                  <a:srgbClr val="0D9052">
                    <a:alpha val="30764"/>
                  </a:srgbClr>
                </a:gs>
                <a:gs pos="28571">
                  <a:srgbClr val="0D9052">
                    <a:alpha val="24833"/>
                  </a:srgbClr>
                </a:gs>
                <a:gs pos="42857">
                  <a:srgbClr val="0D9052">
                    <a:alpha val="17075"/>
                  </a:srgbClr>
                </a:gs>
                <a:gs pos="57143">
                  <a:srgbClr val="0D9052">
                    <a:alpha val="9855"/>
                  </a:srgbClr>
                </a:gs>
                <a:gs pos="71429">
                  <a:srgbClr val="0D9052">
                    <a:alpha val="4740"/>
                  </a:srgbClr>
                </a:gs>
                <a:gs pos="85714">
                  <a:srgbClr val="0D9052">
                    <a:alpha val="1902"/>
                  </a:srgbClr>
                </a:gs>
                <a:gs pos="100000">
                  <a:srgbClr val="0D90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5121020">
              <a:off x="-227300" y="1870903"/>
              <a:ext cx="627673" cy="109218"/>
            </a:xfrm>
            <a:prstGeom prst="ellipse">
              <a:avLst/>
            </a:prstGeom>
            <a:gradFill>
              <a:gsLst>
                <a:gs pos="0">
                  <a:srgbClr val="ED5F45">
                    <a:alpha val="32968"/>
                  </a:srgbClr>
                </a:gs>
                <a:gs pos="14286">
                  <a:srgbClr val="ED5F45">
                    <a:alpha val="30764"/>
                  </a:srgbClr>
                </a:gs>
                <a:gs pos="28571">
                  <a:srgbClr val="ED5F45">
                    <a:alpha val="24833"/>
                  </a:srgbClr>
                </a:gs>
                <a:gs pos="42857">
                  <a:srgbClr val="ED5F45">
                    <a:alpha val="17075"/>
                  </a:srgbClr>
                </a:gs>
                <a:gs pos="57143">
                  <a:srgbClr val="ED5F45">
                    <a:alpha val="9855"/>
                  </a:srgbClr>
                </a:gs>
                <a:gs pos="71429">
                  <a:srgbClr val="ED5F45">
                    <a:alpha val="4740"/>
                  </a:srgbClr>
                </a:gs>
                <a:gs pos="85714">
                  <a:srgbClr val="ED5F45">
                    <a:alpha val="1902"/>
                  </a:srgbClr>
                </a:gs>
                <a:gs pos="100000">
                  <a:srgbClr val="ED5F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7689314">
              <a:off x="1141821" y="1614746"/>
              <a:ext cx="360703" cy="157060"/>
            </a:xfrm>
            <a:prstGeom prst="ellipse">
              <a:avLst/>
            </a:prstGeom>
            <a:gradFill>
              <a:gsLst>
                <a:gs pos="0">
                  <a:srgbClr val="46784F">
                    <a:alpha val="32968"/>
                  </a:srgbClr>
                </a:gs>
                <a:gs pos="14286">
                  <a:srgbClr val="46784F">
                    <a:alpha val="30764"/>
                  </a:srgbClr>
                </a:gs>
                <a:gs pos="28571">
                  <a:srgbClr val="46784F">
                    <a:alpha val="24833"/>
                  </a:srgbClr>
                </a:gs>
                <a:gs pos="42857">
                  <a:srgbClr val="46784F">
                    <a:alpha val="17075"/>
                  </a:srgbClr>
                </a:gs>
                <a:gs pos="57143">
                  <a:srgbClr val="46784F">
                    <a:alpha val="9855"/>
                  </a:srgbClr>
                </a:gs>
                <a:gs pos="71429">
                  <a:srgbClr val="46784F">
                    <a:alpha val="4740"/>
                  </a:srgbClr>
                </a:gs>
                <a:gs pos="85714">
                  <a:srgbClr val="46784F">
                    <a:alpha val="1902"/>
                  </a:srgbClr>
                </a:gs>
                <a:gs pos="100000">
                  <a:srgbClr val="4678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8868045">
              <a:off x="2510388" y="3327188"/>
              <a:ext cx="578571" cy="34651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8922083">
              <a:off x="1759863" y="2242697"/>
              <a:ext cx="431519" cy="89656"/>
            </a:xfrm>
            <a:prstGeom prst="ellipse">
              <a:avLst/>
            </a:prstGeom>
            <a:gradFill>
              <a:gsLst>
                <a:gs pos="0">
                  <a:srgbClr val="717F52">
                    <a:alpha val="32968"/>
                  </a:srgbClr>
                </a:gs>
                <a:gs pos="14286">
                  <a:srgbClr val="717F52">
                    <a:alpha val="30764"/>
                  </a:srgbClr>
                </a:gs>
                <a:gs pos="28571">
                  <a:srgbClr val="717F52">
                    <a:alpha val="24833"/>
                  </a:srgbClr>
                </a:gs>
                <a:gs pos="42857">
                  <a:srgbClr val="717F52">
                    <a:alpha val="17075"/>
                  </a:srgbClr>
                </a:gs>
                <a:gs pos="57143">
                  <a:srgbClr val="717F52">
                    <a:alpha val="9855"/>
                  </a:srgbClr>
                </a:gs>
                <a:gs pos="71429">
                  <a:srgbClr val="717F52">
                    <a:alpha val="4740"/>
                  </a:srgbClr>
                </a:gs>
                <a:gs pos="85714">
                  <a:srgbClr val="717F52">
                    <a:alpha val="1902"/>
                  </a:srgbClr>
                </a:gs>
                <a:gs pos="100000">
                  <a:srgbClr val="717F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-9378588">
              <a:off x="2049602" y="116937"/>
              <a:ext cx="509118" cy="247445"/>
            </a:xfrm>
            <a:prstGeom prst="ellipse">
              <a:avLst/>
            </a:prstGeom>
            <a:gradFill>
              <a:gsLst>
                <a:gs pos="0">
                  <a:srgbClr val="F86253">
                    <a:alpha val="32968"/>
                  </a:srgbClr>
                </a:gs>
                <a:gs pos="14286">
                  <a:srgbClr val="F86253">
                    <a:alpha val="30764"/>
                  </a:srgbClr>
                </a:gs>
                <a:gs pos="28571">
                  <a:srgbClr val="F86253">
                    <a:alpha val="24833"/>
                  </a:srgbClr>
                </a:gs>
                <a:gs pos="42857">
                  <a:srgbClr val="F86253">
                    <a:alpha val="17075"/>
                  </a:srgbClr>
                </a:gs>
                <a:gs pos="57143">
                  <a:srgbClr val="F86253">
                    <a:alpha val="9855"/>
                  </a:srgbClr>
                </a:gs>
                <a:gs pos="71429">
                  <a:srgbClr val="F86253">
                    <a:alpha val="4740"/>
                  </a:srgbClr>
                </a:gs>
                <a:gs pos="85714">
                  <a:srgbClr val="F86253">
                    <a:alpha val="1902"/>
                  </a:srgbClr>
                </a:gs>
                <a:gs pos="100000">
                  <a:srgbClr val="F862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8992127">
              <a:off x="720390" y="206916"/>
              <a:ext cx="471627" cy="371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-9360039">
              <a:off x="1367985" y="2024714"/>
              <a:ext cx="456570" cy="123225"/>
            </a:xfrm>
            <a:prstGeom prst="ellipse">
              <a:avLst/>
            </a:prstGeom>
            <a:gradFill>
              <a:gsLst>
                <a:gs pos="0">
                  <a:srgbClr val="4C9A74">
                    <a:alpha val="32968"/>
                  </a:srgbClr>
                </a:gs>
                <a:gs pos="14286">
                  <a:srgbClr val="4C9A74">
                    <a:alpha val="30764"/>
                  </a:srgbClr>
                </a:gs>
                <a:gs pos="28571">
                  <a:srgbClr val="4C9A74">
                    <a:alpha val="24833"/>
                  </a:srgbClr>
                </a:gs>
                <a:gs pos="42857">
                  <a:srgbClr val="4C9A74">
                    <a:alpha val="17075"/>
                  </a:srgbClr>
                </a:gs>
                <a:gs pos="57143">
                  <a:srgbClr val="4C9A74">
                    <a:alpha val="9855"/>
                  </a:srgbClr>
                </a:gs>
                <a:gs pos="71429">
                  <a:srgbClr val="4C9A74">
                    <a:alpha val="4740"/>
                  </a:srgbClr>
                </a:gs>
                <a:gs pos="85714">
                  <a:srgbClr val="4C9A74">
                    <a:alpha val="1902"/>
                  </a:srgbClr>
                </a:gs>
                <a:gs pos="100000">
                  <a:srgbClr val="4C9A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6946279">
              <a:off x="960514" y="643240"/>
              <a:ext cx="352528" cy="107672"/>
            </a:xfrm>
            <a:prstGeom prst="ellipse">
              <a:avLst/>
            </a:prstGeom>
            <a:gradFill>
              <a:gsLst>
                <a:gs pos="0">
                  <a:srgbClr val="A4E3B6">
                    <a:alpha val="32968"/>
                  </a:srgbClr>
                </a:gs>
                <a:gs pos="14286">
                  <a:srgbClr val="A4E3B6">
                    <a:alpha val="30764"/>
                  </a:srgbClr>
                </a:gs>
                <a:gs pos="28571">
                  <a:srgbClr val="A4E3B6">
                    <a:alpha val="24833"/>
                  </a:srgbClr>
                </a:gs>
                <a:gs pos="42857">
                  <a:srgbClr val="A4E3B6">
                    <a:alpha val="17075"/>
                  </a:srgbClr>
                </a:gs>
                <a:gs pos="57143">
                  <a:srgbClr val="A4E3B6">
                    <a:alpha val="9855"/>
                  </a:srgbClr>
                </a:gs>
                <a:gs pos="71429">
                  <a:srgbClr val="A4E3B6">
                    <a:alpha val="4740"/>
                  </a:srgbClr>
                </a:gs>
                <a:gs pos="85714">
                  <a:srgbClr val="A4E3B6">
                    <a:alpha val="1902"/>
                  </a:srgbClr>
                </a:gs>
                <a:gs pos="100000">
                  <a:srgbClr val="A4E3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3565582">
              <a:off x="1857137" y="1114563"/>
              <a:ext cx="493497" cy="88398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10069072">
              <a:off x="1856781" y="3576559"/>
              <a:ext cx="666013" cy="3365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10536100">
              <a:off x="2018497" y="2239430"/>
              <a:ext cx="373337" cy="82480"/>
            </a:xfrm>
            <a:prstGeom prst="ellipse">
              <a:avLst/>
            </a:prstGeom>
            <a:gradFill>
              <a:gsLst>
                <a:gs pos="0">
                  <a:srgbClr val="FFC079">
                    <a:alpha val="18647"/>
                  </a:srgbClr>
                </a:gs>
                <a:gs pos="14286">
                  <a:srgbClr val="FFC079">
                    <a:alpha val="17278"/>
                  </a:srgbClr>
                </a:gs>
                <a:gs pos="28571">
                  <a:srgbClr val="FFC079">
                    <a:alpha val="13695"/>
                  </a:srgbClr>
                </a:gs>
                <a:gs pos="42857">
                  <a:srgbClr val="FFC079">
                    <a:alpha val="9208"/>
                  </a:srgbClr>
                </a:gs>
                <a:gs pos="57143">
                  <a:srgbClr val="FFC079">
                    <a:alpha val="5212"/>
                  </a:srgbClr>
                </a:gs>
                <a:gs pos="71429">
                  <a:srgbClr val="FFC079">
                    <a:alpha val="2474"/>
                  </a:srgbClr>
                </a:gs>
                <a:gs pos="85714">
                  <a:srgbClr val="FFC079">
                    <a:alpha val="986"/>
                  </a:srgbClr>
                </a:gs>
                <a:gs pos="100000">
                  <a:srgbClr val="FFC079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8373711">
              <a:off x="1082824" y="1483265"/>
              <a:ext cx="519873" cy="178286"/>
            </a:xfrm>
            <a:prstGeom prst="ellipse">
              <a:avLst/>
            </a:prstGeom>
            <a:gradFill>
              <a:gsLst>
                <a:gs pos="0">
                  <a:srgbClr val="858956">
                    <a:alpha val="32968"/>
                  </a:srgbClr>
                </a:gs>
                <a:gs pos="14286">
                  <a:srgbClr val="858956">
                    <a:alpha val="30764"/>
                  </a:srgbClr>
                </a:gs>
                <a:gs pos="28571">
                  <a:srgbClr val="858956">
                    <a:alpha val="24833"/>
                  </a:srgbClr>
                </a:gs>
                <a:gs pos="42857">
                  <a:srgbClr val="858956">
                    <a:alpha val="17075"/>
                  </a:srgbClr>
                </a:gs>
                <a:gs pos="57143">
                  <a:srgbClr val="858956">
                    <a:alpha val="9855"/>
                  </a:srgbClr>
                </a:gs>
                <a:gs pos="71429">
                  <a:srgbClr val="858956">
                    <a:alpha val="4740"/>
                  </a:srgbClr>
                </a:gs>
                <a:gs pos="85714">
                  <a:srgbClr val="858956">
                    <a:alpha val="1902"/>
                  </a:srgbClr>
                </a:gs>
                <a:gs pos="100000">
                  <a:srgbClr val="8589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4930747">
              <a:off x="1134430" y="1557847"/>
              <a:ext cx="479907" cy="34324"/>
            </a:xfrm>
            <a:prstGeom prst="ellipse">
              <a:avLst/>
            </a:prstGeom>
            <a:gradFill>
              <a:gsLst>
                <a:gs pos="0">
                  <a:srgbClr val="060000">
                    <a:alpha val="32968"/>
                  </a:srgbClr>
                </a:gs>
                <a:gs pos="14286">
                  <a:srgbClr val="060000">
                    <a:alpha val="30764"/>
                  </a:srgbClr>
                </a:gs>
                <a:gs pos="28571">
                  <a:srgbClr val="060000">
                    <a:alpha val="24833"/>
                  </a:srgbClr>
                </a:gs>
                <a:gs pos="42857">
                  <a:srgbClr val="060000">
                    <a:alpha val="17075"/>
                  </a:srgbClr>
                </a:gs>
                <a:gs pos="57143">
                  <a:srgbClr val="060000">
                    <a:alpha val="9855"/>
                  </a:srgbClr>
                </a:gs>
                <a:gs pos="71429">
                  <a:srgbClr val="060000">
                    <a:alpha val="4740"/>
                  </a:srgbClr>
                </a:gs>
                <a:gs pos="85714">
                  <a:srgbClr val="060000">
                    <a:alpha val="1902"/>
                  </a:srgbClr>
                </a:gs>
                <a:gs pos="100000">
                  <a:srgbClr val="0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10585377">
              <a:off x="1735916" y="2981375"/>
              <a:ext cx="344800" cy="340470"/>
            </a:xfrm>
            <a:prstGeom prst="ellipse">
              <a:avLst/>
            </a:prstGeom>
            <a:gradFill>
              <a:gsLst>
                <a:gs pos="0">
                  <a:srgbClr val="2D005A">
                    <a:alpha val="4192"/>
                  </a:srgbClr>
                </a:gs>
                <a:gs pos="14286">
                  <a:srgbClr val="2D005A">
                    <a:alpha val="3859"/>
                  </a:srgbClr>
                </a:gs>
                <a:gs pos="28571">
                  <a:srgbClr val="2D005A">
                    <a:alpha val="3010"/>
                  </a:srgbClr>
                </a:gs>
                <a:gs pos="42857">
                  <a:srgbClr val="2D005A">
                    <a:alpha val="1984"/>
                  </a:srgbClr>
                </a:gs>
                <a:gs pos="57143">
                  <a:srgbClr val="2D005A">
                    <a:alpha val="1105"/>
                  </a:srgbClr>
                </a:gs>
                <a:gs pos="71429">
                  <a:srgbClr val="2D005A">
                    <a:alpha val="519"/>
                  </a:srgbClr>
                </a:gs>
                <a:gs pos="85714">
                  <a:srgbClr val="2D005A">
                    <a:alpha val="205"/>
                  </a:srgbClr>
                </a:gs>
                <a:gs pos="100000">
                  <a:srgbClr val="2D005A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-10230364">
              <a:off x="1255074" y="2924946"/>
              <a:ext cx="345773" cy="297889"/>
            </a:xfrm>
            <a:prstGeom prst="ellipse">
              <a:avLst/>
            </a:prstGeom>
            <a:gradFill>
              <a:gsLst>
                <a:gs pos="0">
                  <a:srgbClr val="FF0000">
                    <a:alpha val="10465"/>
                  </a:srgbClr>
                </a:gs>
                <a:gs pos="14286">
                  <a:srgbClr val="FF0000">
                    <a:alpha val="9661"/>
                  </a:srgbClr>
                </a:gs>
                <a:gs pos="28571">
                  <a:srgbClr val="FF0000">
                    <a:alpha val="7585"/>
                  </a:srgbClr>
                </a:gs>
                <a:gs pos="42857">
                  <a:srgbClr val="FF0000">
                    <a:alpha val="5043"/>
                  </a:srgbClr>
                </a:gs>
                <a:gs pos="57143">
                  <a:srgbClr val="FF0000">
                    <a:alpha val="2826"/>
                  </a:srgbClr>
                </a:gs>
                <a:gs pos="71429">
                  <a:srgbClr val="FF0000">
                    <a:alpha val="1333"/>
                  </a:srgbClr>
                </a:gs>
                <a:gs pos="85714">
                  <a:srgbClr val="FF0000">
                    <a:alpha val="529"/>
                  </a:srgbClr>
                </a:gs>
                <a:gs pos="100000">
                  <a:srgbClr val="FF0000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9701076">
              <a:off x="1131918" y="2762395"/>
              <a:ext cx="451712" cy="164097"/>
            </a:xfrm>
            <a:prstGeom prst="ellipse">
              <a:avLst/>
            </a:prstGeom>
            <a:gradFill>
              <a:gsLst>
                <a:gs pos="0">
                  <a:srgbClr val="F00002">
                    <a:alpha val="8142"/>
                  </a:srgbClr>
                </a:gs>
                <a:gs pos="14286">
                  <a:srgbClr val="F00002">
                    <a:alpha val="7509"/>
                  </a:srgbClr>
                </a:gs>
                <a:gs pos="28571">
                  <a:srgbClr val="F00002">
                    <a:alpha val="5880"/>
                  </a:srgbClr>
                </a:gs>
                <a:gs pos="42857">
                  <a:srgbClr val="F00002">
                    <a:alpha val="3897"/>
                  </a:srgbClr>
                </a:gs>
                <a:gs pos="57143">
                  <a:srgbClr val="F00002">
                    <a:alpha val="2179"/>
                  </a:srgbClr>
                </a:gs>
                <a:gs pos="71429">
                  <a:srgbClr val="F00002">
                    <a:alpha val="1026"/>
                  </a:srgbClr>
                </a:gs>
                <a:gs pos="85714">
                  <a:srgbClr val="F00002">
                    <a:alpha val="407"/>
                  </a:srgbClr>
                </a:gs>
                <a:gs pos="100000">
                  <a:srgbClr val="F00002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7891001">
              <a:off x="2762519" y="2899293"/>
              <a:ext cx="676188" cy="138899"/>
            </a:xfrm>
            <a:prstGeom prst="ellipse">
              <a:avLst/>
            </a:prstGeom>
            <a:gradFill>
              <a:gsLst>
                <a:gs pos="0">
                  <a:srgbClr val="FF5E43">
                    <a:alpha val="32968"/>
                  </a:srgbClr>
                </a:gs>
                <a:gs pos="14286">
                  <a:srgbClr val="FF5E43">
                    <a:alpha val="30764"/>
                  </a:srgbClr>
                </a:gs>
                <a:gs pos="28571">
                  <a:srgbClr val="FF5E43">
                    <a:alpha val="24833"/>
                  </a:srgbClr>
                </a:gs>
                <a:gs pos="42857">
                  <a:srgbClr val="FF5E43">
                    <a:alpha val="17075"/>
                  </a:srgbClr>
                </a:gs>
                <a:gs pos="57143">
                  <a:srgbClr val="FF5E43">
                    <a:alpha val="9855"/>
                  </a:srgbClr>
                </a:gs>
                <a:gs pos="71429">
                  <a:srgbClr val="FF5E43">
                    <a:alpha val="4740"/>
                  </a:srgbClr>
                </a:gs>
                <a:gs pos="85714">
                  <a:srgbClr val="FF5E43">
                    <a:alpha val="1902"/>
                  </a:srgbClr>
                </a:gs>
                <a:gs pos="100000">
                  <a:srgbClr val="FF5E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6676113">
              <a:off x="3202538" y="2411027"/>
              <a:ext cx="562658" cy="61104"/>
            </a:xfrm>
            <a:prstGeom prst="ellipse">
              <a:avLst/>
            </a:prstGeom>
            <a:gradFill>
              <a:gsLst>
                <a:gs pos="0">
                  <a:srgbClr val="E85E4B">
                    <a:alpha val="32968"/>
                  </a:srgbClr>
                </a:gs>
                <a:gs pos="14286">
                  <a:srgbClr val="E85E4B">
                    <a:alpha val="30764"/>
                  </a:srgbClr>
                </a:gs>
                <a:gs pos="28571">
                  <a:srgbClr val="E85E4B">
                    <a:alpha val="24833"/>
                  </a:srgbClr>
                </a:gs>
                <a:gs pos="42857">
                  <a:srgbClr val="E85E4B">
                    <a:alpha val="17075"/>
                  </a:srgbClr>
                </a:gs>
                <a:gs pos="57143">
                  <a:srgbClr val="E85E4B">
                    <a:alpha val="9855"/>
                  </a:srgbClr>
                </a:gs>
                <a:gs pos="71429">
                  <a:srgbClr val="E85E4B">
                    <a:alpha val="4740"/>
                  </a:srgbClr>
                </a:gs>
                <a:gs pos="85714">
                  <a:srgbClr val="E85E4B">
                    <a:alpha val="1902"/>
                  </a:srgbClr>
                </a:gs>
                <a:gs pos="100000">
                  <a:srgbClr val="E85E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10751933">
              <a:off x="1878200" y="2175843"/>
              <a:ext cx="380362" cy="175841"/>
            </a:xfrm>
            <a:prstGeom prst="ellipse">
              <a:avLst/>
            </a:prstGeom>
            <a:gradFill>
              <a:gsLst>
                <a:gs pos="0">
                  <a:srgbClr val="890000">
                    <a:alpha val="22302"/>
                  </a:srgbClr>
                </a:gs>
                <a:gs pos="14286">
                  <a:srgbClr val="890000">
                    <a:alpha val="20700"/>
                  </a:srgbClr>
                </a:gs>
                <a:gs pos="28571">
                  <a:srgbClr val="890000">
                    <a:alpha val="16479"/>
                  </a:srgbClr>
                </a:gs>
                <a:gs pos="42857">
                  <a:srgbClr val="890000">
                    <a:alpha val="11141"/>
                  </a:srgbClr>
                </a:gs>
                <a:gs pos="57143">
                  <a:srgbClr val="890000">
                    <a:alpha val="6335"/>
                  </a:srgbClr>
                </a:gs>
                <a:gs pos="71429">
                  <a:srgbClr val="890000">
                    <a:alpha val="3017"/>
                  </a:srgbClr>
                </a:gs>
                <a:gs pos="85714">
                  <a:srgbClr val="890000">
                    <a:alpha val="1204"/>
                  </a:srgbClr>
                </a:gs>
                <a:gs pos="100000">
                  <a:srgbClr val="8900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4730268">
              <a:off x="2819198" y="486738"/>
              <a:ext cx="373478" cy="226894"/>
            </a:xfrm>
            <a:prstGeom prst="ellipse">
              <a:avLst/>
            </a:prstGeom>
            <a:gradFill>
              <a:gsLst>
                <a:gs pos="0">
                  <a:srgbClr val="D15943">
                    <a:alpha val="32968"/>
                  </a:srgbClr>
                </a:gs>
                <a:gs pos="14286">
                  <a:srgbClr val="D15943">
                    <a:alpha val="30764"/>
                  </a:srgbClr>
                </a:gs>
                <a:gs pos="28571">
                  <a:srgbClr val="D15943">
                    <a:alpha val="24833"/>
                  </a:srgbClr>
                </a:gs>
                <a:gs pos="42857">
                  <a:srgbClr val="D15943">
                    <a:alpha val="17075"/>
                  </a:srgbClr>
                </a:gs>
                <a:gs pos="57143">
                  <a:srgbClr val="D15943">
                    <a:alpha val="9855"/>
                  </a:srgbClr>
                </a:gs>
                <a:gs pos="71429">
                  <a:srgbClr val="D15943">
                    <a:alpha val="4740"/>
                  </a:srgbClr>
                </a:gs>
                <a:gs pos="85714">
                  <a:srgbClr val="D15943">
                    <a:alpha val="1902"/>
                  </a:srgbClr>
                </a:gs>
                <a:gs pos="100000">
                  <a:srgbClr val="D159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9594802">
              <a:off x="2160879" y="174641"/>
              <a:ext cx="558125" cy="265044"/>
            </a:xfrm>
            <a:prstGeom prst="ellipse">
              <a:avLst/>
            </a:prstGeom>
            <a:gradFill>
              <a:gsLst>
                <a:gs pos="0">
                  <a:srgbClr val="FB6E56">
                    <a:alpha val="32968"/>
                  </a:srgbClr>
                </a:gs>
                <a:gs pos="14286">
                  <a:srgbClr val="FB6E56">
                    <a:alpha val="30764"/>
                  </a:srgbClr>
                </a:gs>
                <a:gs pos="28571">
                  <a:srgbClr val="FB6E56">
                    <a:alpha val="24833"/>
                  </a:srgbClr>
                </a:gs>
                <a:gs pos="42857">
                  <a:srgbClr val="FB6E56">
                    <a:alpha val="17075"/>
                  </a:srgbClr>
                </a:gs>
                <a:gs pos="57143">
                  <a:srgbClr val="FB6E56">
                    <a:alpha val="9855"/>
                  </a:srgbClr>
                </a:gs>
                <a:gs pos="71429">
                  <a:srgbClr val="FB6E56">
                    <a:alpha val="4740"/>
                  </a:srgbClr>
                </a:gs>
                <a:gs pos="85714">
                  <a:srgbClr val="FB6E56">
                    <a:alpha val="1902"/>
                  </a:srgbClr>
                </a:gs>
                <a:gs pos="100000">
                  <a:srgbClr val="FB6E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-9469172">
              <a:off x="1242335" y="1497900"/>
              <a:ext cx="544793" cy="236264"/>
            </a:xfrm>
            <a:prstGeom prst="ellipse">
              <a:avLst/>
            </a:prstGeom>
            <a:gradFill>
              <a:gsLst>
                <a:gs pos="0">
                  <a:srgbClr val="926B3E">
                    <a:alpha val="29076"/>
                  </a:srgbClr>
                </a:gs>
                <a:gs pos="14286">
                  <a:srgbClr val="926B3E">
                    <a:alpha val="27077"/>
                  </a:srgbClr>
                </a:gs>
                <a:gs pos="28571">
                  <a:srgbClr val="926B3E">
                    <a:alpha val="21743"/>
                  </a:srgbClr>
                </a:gs>
                <a:gs pos="42857">
                  <a:srgbClr val="926B3E">
                    <a:alpha val="14855"/>
                  </a:srgbClr>
                </a:gs>
                <a:gs pos="57143">
                  <a:srgbClr val="926B3E">
                    <a:alpha val="8525"/>
                  </a:srgbClr>
                </a:gs>
                <a:gs pos="71429">
                  <a:srgbClr val="926B3E">
                    <a:alpha val="4085"/>
                  </a:srgbClr>
                </a:gs>
                <a:gs pos="85714">
                  <a:srgbClr val="926B3E">
                    <a:alpha val="1636"/>
                  </a:srgbClr>
                </a:gs>
                <a:gs pos="100000">
                  <a:srgbClr val="926B3E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3504438">
              <a:off x="67303" y="2398757"/>
              <a:ext cx="506999" cy="201175"/>
            </a:xfrm>
            <a:prstGeom prst="ellipse">
              <a:avLst/>
            </a:prstGeom>
            <a:gradFill>
              <a:gsLst>
                <a:gs pos="0">
                  <a:srgbClr val="F9684E">
                    <a:alpha val="29516"/>
                  </a:srgbClr>
                </a:gs>
                <a:gs pos="14286">
                  <a:srgbClr val="F9684E">
                    <a:alpha val="27493"/>
                  </a:srgbClr>
                </a:gs>
                <a:gs pos="28571">
                  <a:srgbClr val="F9684E">
                    <a:alpha val="22090"/>
                  </a:srgbClr>
                </a:gs>
                <a:gs pos="42857">
                  <a:srgbClr val="F9684E">
                    <a:alpha val="15103"/>
                  </a:srgbClr>
                </a:gs>
                <a:gs pos="57143">
                  <a:srgbClr val="F9684E">
                    <a:alpha val="8673"/>
                  </a:srgbClr>
                </a:gs>
                <a:gs pos="71429">
                  <a:srgbClr val="F9684E">
                    <a:alpha val="4158"/>
                  </a:srgbClr>
                </a:gs>
                <a:gs pos="85714">
                  <a:srgbClr val="F9684E">
                    <a:alpha val="1665"/>
                  </a:srgbClr>
                </a:gs>
                <a:gs pos="100000">
                  <a:srgbClr val="F9684E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7492876">
              <a:off x="2018902" y="1312990"/>
              <a:ext cx="384657" cy="117143"/>
            </a:xfrm>
            <a:prstGeom prst="ellipse">
              <a:avLst/>
            </a:prstGeom>
            <a:gradFill>
              <a:gsLst>
                <a:gs pos="0">
                  <a:srgbClr val="DD6E42">
                    <a:alpha val="7836"/>
                  </a:srgbClr>
                </a:gs>
                <a:gs pos="14286">
                  <a:srgbClr val="DD6E42">
                    <a:alpha val="7225"/>
                  </a:srgbClr>
                </a:gs>
                <a:gs pos="28571">
                  <a:srgbClr val="DD6E42">
                    <a:alpha val="5657"/>
                  </a:srgbClr>
                </a:gs>
                <a:gs pos="42857">
                  <a:srgbClr val="DD6E42">
                    <a:alpha val="3747"/>
                  </a:srgbClr>
                </a:gs>
                <a:gs pos="57143">
                  <a:srgbClr val="DD6E42">
                    <a:alpha val="2094"/>
                  </a:srgbClr>
                </a:gs>
                <a:gs pos="71429">
                  <a:srgbClr val="DD6E42">
                    <a:alpha val="986"/>
                  </a:srgbClr>
                </a:gs>
                <a:gs pos="85714">
                  <a:srgbClr val="DD6E42">
                    <a:alpha val="391"/>
                  </a:srgbClr>
                </a:gs>
                <a:gs pos="100000">
                  <a:srgbClr val="DD6E42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9962457">
              <a:off x="1144962" y="2543642"/>
              <a:ext cx="631329" cy="106061"/>
            </a:xfrm>
            <a:prstGeom prst="ellipse">
              <a:avLst/>
            </a:prstGeom>
            <a:gradFill>
              <a:gsLst>
                <a:gs pos="0">
                  <a:srgbClr val="B4AE80">
                    <a:alpha val="32968"/>
                  </a:srgbClr>
                </a:gs>
                <a:gs pos="14286">
                  <a:srgbClr val="B4AE80">
                    <a:alpha val="30764"/>
                  </a:srgbClr>
                </a:gs>
                <a:gs pos="28571">
                  <a:srgbClr val="B4AE80">
                    <a:alpha val="24833"/>
                  </a:srgbClr>
                </a:gs>
                <a:gs pos="42857">
                  <a:srgbClr val="B4AE80">
                    <a:alpha val="17075"/>
                  </a:srgbClr>
                </a:gs>
                <a:gs pos="57143">
                  <a:srgbClr val="B4AE80">
                    <a:alpha val="9855"/>
                  </a:srgbClr>
                </a:gs>
                <a:gs pos="71429">
                  <a:srgbClr val="B4AE80">
                    <a:alpha val="4740"/>
                  </a:srgbClr>
                </a:gs>
                <a:gs pos="85714">
                  <a:srgbClr val="B4AE80">
                    <a:alpha val="1902"/>
                  </a:srgbClr>
                </a:gs>
                <a:gs pos="100000">
                  <a:srgbClr val="B4AE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4596106">
              <a:off x="1215029" y="1860841"/>
              <a:ext cx="431033" cy="234511"/>
            </a:xfrm>
            <a:prstGeom prst="ellipse">
              <a:avLst/>
            </a:prstGeom>
            <a:gradFill>
              <a:gsLst>
                <a:gs pos="0">
                  <a:srgbClr val="608E6A">
                    <a:alpha val="32968"/>
                  </a:srgbClr>
                </a:gs>
                <a:gs pos="14286">
                  <a:srgbClr val="608E6A">
                    <a:alpha val="30764"/>
                  </a:srgbClr>
                </a:gs>
                <a:gs pos="28571">
                  <a:srgbClr val="608E6A">
                    <a:alpha val="24833"/>
                  </a:srgbClr>
                </a:gs>
                <a:gs pos="42857">
                  <a:srgbClr val="608E6A">
                    <a:alpha val="17075"/>
                  </a:srgbClr>
                </a:gs>
                <a:gs pos="57143">
                  <a:srgbClr val="608E6A">
                    <a:alpha val="9855"/>
                  </a:srgbClr>
                </a:gs>
                <a:gs pos="71429">
                  <a:srgbClr val="608E6A">
                    <a:alpha val="4740"/>
                  </a:srgbClr>
                </a:gs>
                <a:gs pos="85714">
                  <a:srgbClr val="608E6A">
                    <a:alpha val="1902"/>
                  </a:srgbClr>
                </a:gs>
                <a:gs pos="100000">
                  <a:srgbClr val="608E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3055228">
              <a:off x="75793" y="1330080"/>
              <a:ext cx="342575" cy="188011"/>
            </a:xfrm>
            <a:prstGeom prst="ellipse">
              <a:avLst/>
            </a:prstGeom>
            <a:gradFill>
              <a:gsLst>
                <a:gs pos="0">
                  <a:srgbClr val="BF8855">
                    <a:alpha val="18835"/>
                  </a:srgbClr>
                </a:gs>
                <a:gs pos="14286">
                  <a:srgbClr val="BF8855">
                    <a:alpha val="17453"/>
                  </a:srgbClr>
                </a:gs>
                <a:gs pos="28571">
                  <a:srgbClr val="BF8855">
                    <a:alpha val="13836"/>
                  </a:srgbClr>
                </a:gs>
                <a:gs pos="42857">
                  <a:srgbClr val="BF8855">
                    <a:alpha val="9306"/>
                  </a:srgbClr>
                </a:gs>
                <a:gs pos="57143">
                  <a:srgbClr val="BF8855">
                    <a:alpha val="5269"/>
                  </a:srgbClr>
                </a:gs>
                <a:gs pos="71429">
                  <a:srgbClr val="BF8855">
                    <a:alpha val="2502"/>
                  </a:srgbClr>
                </a:gs>
                <a:gs pos="85714">
                  <a:srgbClr val="BF8855">
                    <a:alpha val="997"/>
                  </a:srgbClr>
                </a:gs>
                <a:gs pos="100000">
                  <a:srgbClr val="BF8855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5083439">
              <a:off x="1967753" y="2151798"/>
              <a:ext cx="170456" cy="122019"/>
            </a:xfrm>
            <a:prstGeom prst="ellipse">
              <a:avLst/>
            </a:prstGeom>
            <a:gradFill>
              <a:gsLst>
                <a:gs pos="0">
                  <a:srgbClr val="FFD983">
                    <a:alpha val="8518"/>
                  </a:srgbClr>
                </a:gs>
                <a:gs pos="14286">
                  <a:srgbClr val="FFD983">
                    <a:alpha val="7857"/>
                  </a:srgbClr>
                </a:gs>
                <a:gs pos="28571">
                  <a:srgbClr val="FFD983">
                    <a:alpha val="6156"/>
                  </a:srgbClr>
                </a:gs>
                <a:gs pos="42857">
                  <a:srgbClr val="FFD983">
                    <a:alpha val="4082"/>
                  </a:srgbClr>
                </a:gs>
                <a:gs pos="57143">
                  <a:srgbClr val="FFD983">
                    <a:alpha val="2283"/>
                  </a:srgbClr>
                </a:gs>
                <a:gs pos="71429">
                  <a:srgbClr val="FFD983">
                    <a:alpha val="1075"/>
                  </a:srgbClr>
                </a:gs>
                <a:gs pos="85714">
                  <a:srgbClr val="FFD983">
                    <a:alpha val="427"/>
                  </a:srgbClr>
                </a:gs>
                <a:gs pos="100000">
                  <a:srgbClr val="FFD983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5890508">
              <a:off x="27259" y="2081797"/>
              <a:ext cx="411114" cy="202507"/>
            </a:xfrm>
            <a:prstGeom prst="ellipse">
              <a:avLst/>
            </a:prstGeom>
            <a:gradFill>
              <a:gsLst>
                <a:gs pos="0">
                  <a:srgbClr val="FFB683">
                    <a:alpha val="32968"/>
                  </a:srgbClr>
                </a:gs>
                <a:gs pos="14286">
                  <a:srgbClr val="FFB683">
                    <a:alpha val="30764"/>
                  </a:srgbClr>
                </a:gs>
                <a:gs pos="28571">
                  <a:srgbClr val="FFB683">
                    <a:alpha val="24833"/>
                  </a:srgbClr>
                </a:gs>
                <a:gs pos="42857">
                  <a:srgbClr val="FFB683">
                    <a:alpha val="17075"/>
                  </a:srgbClr>
                </a:gs>
                <a:gs pos="57143">
                  <a:srgbClr val="FFB683">
                    <a:alpha val="9855"/>
                  </a:srgbClr>
                </a:gs>
                <a:gs pos="71429">
                  <a:srgbClr val="FFB683">
                    <a:alpha val="4740"/>
                  </a:srgbClr>
                </a:gs>
                <a:gs pos="85714">
                  <a:srgbClr val="FFB683">
                    <a:alpha val="1902"/>
                  </a:srgbClr>
                </a:gs>
                <a:gs pos="100000">
                  <a:srgbClr val="FFB6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2912033">
              <a:off x="1930963" y="2534261"/>
              <a:ext cx="250704" cy="81139"/>
            </a:xfrm>
            <a:prstGeom prst="ellipse">
              <a:avLst/>
            </a:prstGeom>
            <a:gradFill>
              <a:gsLst>
                <a:gs pos="0">
                  <a:srgbClr val="C06D41">
                    <a:alpha val="15555"/>
                  </a:srgbClr>
                </a:gs>
                <a:gs pos="14286">
                  <a:srgbClr val="C06D41">
                    <a:alpha val="14392"/>
                  </a:srgbClr>
                </a:gs>
                <a:gs pos="28571">
                  <a:srgbClr val="C06D41">
                    <a:alpha val="11366"/>
                  </a:srgbClr>
                </a:gs>
                <a:gs pos="42857">
                  <a:srgbClr val="C06D41">
                    <a:alpha val="7609"/>
                  </a:srgbClr>
                </a:gs>
                <a:gs pos="57143">
                  <a:srgbClr val="C06D41">
                    <a:alpha val="4290"/>
                  </a:srgbClr>
                </a:gs>
                <a:gs pos="71429">
                  <a:srgbClr val="C06D41">
                    <a:alpha val="2032"/>
                  </a:srgbClr>
                </a:gs>
                <a:gs pos="85714">
                  <a:srgbClr val="C06D41">
                    <a:alpha val="808"/>
                  </a:srgbClr>
                </a:gs>
                <a:gs pos="100000">
                  <a:srgbClr val="C06D41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7682788">
              <a:off x="2006096" y="2391411"/>
              <a:ext cx="373546" cy="133788"/>
            </a:xfrm>
            <a:prstGeom prst="ellipse">
              <a:avLst/>
            </a:prstGeom>
            <a:gradFill>
              <a:gsLst>
                <a:gs pos="0">
                  <a:srgbClr val="A86147">
                    <a:alpha val="15105"/>
                  </a:srgbClr>
                </a:gs>
                <a:gs pos="14286">
                  <a:srgbClr val="A86147">
                    <a:alpha val="13973"/>
                  </a:srgbClr>
                </a:gs>
                <a:gs pos="28571">
                  <a:srgbClr val="A86147">
                    <a:alpha val="11029"/>
                  </a:srgbClr>
                </a:gs>
                <a:gs pos="42857">
                  <a:srgbClr val="A86147">
                    <a:alpha val="7379"/>
                  </a:srgbClr>
                </a:gs>
                <a:gs pos="57143">
                  <a:srgbClr val="A86147">
                    <a:alpha val="4158"/>
                  </a:srgbClr>
                </a:gs>
                <a:gs pos="71429">
                  <a:srgbClr val="A86147">
                    <a:alpha val="1968"/>
                  </a:srgbClr>
                </a:gs>
                <a:gs pos="85714">
                  <a:srgbClr val="A86147">
                    <a:alpha val="783"/>
                  </a:srgbClr>
                </a:gs>
                <a:gs pos="100000">
                  <a:srgbClr val="A86147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7782801">
              <a:off x="1507821" y="2314523"/>
              <a:ext cx="514932" cy="168402"/>
            </a:xfrm>
            <a:prstGeom prst="ellipse">
              <a:avLst/>
            </a:prstGeom>
            <a:gradFill>
              <a:gsLst>
                <a:gs pos="0">
                  <a:srgbClr val="A09E75">
                    <a:alpha val="31363"/>
                  </a:srgbClr>
                </a:gs>
                <a:gs pos="14286">
                  <a:srgbClr val="A09E75">
                    <a:alpha val="29241"/>
                  </a:srgbClr>
                </a:gs>
                <a:gs pos="28571">
                  <a:srgbClr val="A09E75">
                    <a:alpha val="23553"/>
                  </a:srgbClr>
                </a:gs>
                <a:gs pos="42857">
                  <a:srgbClr val="A09E75">
                    <a:alpha val="16151"/>
                  </a:srgbClr>
                </a:gs>
                <a:gs pos="57143">
                  <a:srgbClr val="A09E75">
                    <a:alpha val="9300"/>
                  </a:srgbClr>
                </a:gs>
                <a:gs pos="71429">
                  <a:srgbClr val="A09E75">
                    <a:alpha val="4466"/>
                  </a:srgbClr>
                </a:gs>
                <a:gs pos="85714">
                  <a:srgbClr val="A09E75">
                    <a:alpha val="1791"/>
                  </a:srgbClr>
                </a:gs>
                <a:gs pos="100000">
                  <a:srgbClr val="A09E75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3364456">
              <a:off x="2060851" y="2432774"/>
              <a:ext cx="487801" cy="146353"/>
            </a:xfrm>
            <a:prstGeom prst="ellipse">
              <a:avLst/>
            </a:prstGeom>
            <a:gradFill>
              <a:gsLst>
                <a:gs pos="0">
                  <a:srgbClr val="773023">
                    <a:alpha val="32968"/>
                  </a:srgbClr>
                </a:gs>
                <a:gs pos="14286">
                  <a:srgbClr val="773023">
                    <a:alpha val="30764"/>
                  </a:srgbClr>
                </a:gs>
                <a:gs pos="28571">
                  <a:srgbClr val="773023">
                    <a:alpha val="24833"/>
                  </a:srgbClr>
                </a:gs>
                <a:gs pos="42857">
                  <a:srgbClr val="773023">
                    <a:alpha val="17075"/>
                  </a:srgbClr>
                </a:gs>
                <a:gs pos="57143">
                  <a:srgbClr val="773023">
                    <a:alpha val="9855"/>
                  </a:srgbClr>
                </a:gs>
                <a:gs pos="71429">
                  <a:srgbClr val="773023">
                    <a:alpha val="4740"/>
                  </a:srgbClr>
                </a:gs>
                <a:gs pos="85714">
                  <a:srgbClr val="773023">
                    <a:alpha val="1902"/>
                  </a:srgbClr>
                </a:gs>
                <a:gs pos="100000">
                  <a:srgbClr val="7730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-10256074">
              <a:off x="1907141" y="804361"/>
              <a:ext cx="498752" cy="319588"/>
            </a:xfrm>
            <a:prstGeom prst="ellipse">
              <a:avLst/>
            </a:prstGeom>
            <a:gradFill>
              <a:gsLst>
                <a:gs pos="0">
                  <a:srgbClr val="B11F21">
                    <a:alpha val="32968"/>
                  </a:srgbClr>
                </a:gs>
                <a:gs pos="14286">
                  <a:srgbClr val="B11F21">
                    <a:alpha val="30764"/>
                  </a:srgbClr>
                </a:gs>
                <a:gs pos="28571">
                  <a:srgbClr val="B11F21">
                    <a:alpha val="24833"/>
                  </a:srgbClr>
                </a:gs>
                <a:gs pos="42857">
                  <a:srgbClr val="B11F21">
                    <a:alpha val="17075"/>
                  </a:srgbClr>
                </a:gs>
                <a:gs pos="57143">
                  <a:srgbClr val="B11F21">
                    <a:alpha val="9855"/>
                  </a:srgbClr>
                </a:gs>
                <a:gs pos="71429">
                  <a:srgbClr val="B11F21">
                    <a:alpha val="4740"/>
                  </a:srgbClr>
                </a:gs>
                <a:gs pos="85714">
                  <a:srgbClr val="B11F21">
                    <a:alpha val="1902"/>
                  </a:srgbClr>
                </a:gs>
                <a:gs pos="100000">
                  <a:srgbClr val="B11F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5489107">
              <a:off x="1893937" y="1094173"/>
              <a:ext cx="273869" cy="270929"/>
            </a:xfrm>
            <a:prstGeom prst="ellipse">
              <a:avLst/>
            </a:prstGeom>
            <a:gradFill>
              <a:gsLst>
                <a:gs pos="0">
                  <a:srgbClr val="9C0000">
                    <a:alpha val="1551"/>
                  </a:srgbClr>
                </a:gs>
                <a:gs pos="14286">
                  <a:srgbClr val="9C0000">
                    <a:alpha val="1427"/>
                  </a:srgbClr>
                </a:gs>
                <a:gs pos="28571">
                  <a:srgbClr val="9C0000">
                    <a:alpha val="1109"/>
                  </a:srgbClr>
                </a:gs>
                <a:gs pos="42857">
                  <a:srgbClr val="9C0000">
                    <a:alpha val="729"/>
                  </a:srgbClr>
                </a:gs>
                <a:gs pos="57143">
                  <a:srgbClr val="9C0000">
                    <a:alpha val="405"/>
                  </a:srgbClr>
                </a:gs>
                <a:gs pos="71429">
                  <a:srgbClr val="9C0000">
                    <a:alpha val="190"/>
                  </a:srgbClr>
                </a:gs>
                <a:gs pos="85714">
                  <a:srgbClr val="9C0000">
                    <a:alpha val="75"/>
                  </a:srgbClr>
                </a:gs>
                <a:gs pos="100000">
                  <a:srgbClr val="9C00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-9032724">
              <a:off x="1133837" y="2990973"/>
              <a:ext cx="430498" cy="53015"/>
            </a:xfrm>
            <a:prstGeom prst="ellipse">
              <a:avLst/>
            </a:prstGeom>
            <a:gradFill>
              <a:gsLst>
                <a:gs pos="0">
                  <a:srgbClr val="D0B088">
                    <a:alpha val="14650"/>
                  </a:srgbClr>
                </a:gs>
                <a:gs pos="14286">
                  <a:srgbClr val="D0B088">
                    <a:alpha val="13549"/>
                  </a:srgbClr>
                </a:gs>
                <a:gs pos="28571">
                  <a:srgbClr val="D0B088">
                    <a:alpha val="10689"/>
                  </a:srgbClr>
                </a:gs>
                <a:gs pos="42857">
                  <a:srgbClr val="D0B088">
                    <a:alpha val="7147"/>
                  </a:srgbClr>
                </a:gs>
                <a:gs pos="57143">
                  <a:srgbClr val="D0B088">
                    <a:alpha val="4025"/>
                  </a:srgbClr>
                </a:gs>
                <a:gs pos="71429">
                  <a:srgbClr val="D0B088">
                    <a:alpha val="1905"/>
                  </a:srgbClr>
                </a:gs>
                <a:gs pos="85714">
                  <a:srgbClr val="D0B088">
                    <a:alpha val="758"/>
                  </a:srgbClr>
                </a:gs>
                <a:gs pos="100000">
                  <a:srgbClr val="D0B088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9500786">
              <a:off x="2136971" y="1275444"/>
              <a:ext cx="432800" cy="84268"/>
            </a:xfrm>
            <a:prstGeom prst="ellipse">
              <a:avLst/>
            </a:prstGeom>
            <a:gradFill>
              <a:gsLst>
                <a:gs pos="0">
                  <a:srgbClr val="000026">
                    <a:alpha val="29935"/>
                  </a:srgbClr>
                </a:gs>
                <a:gs pos="14286">
                  <a:srgbClr val="000026">
                    <a:alpha val="27890"/>
                  </a:srgbClr>
                </a:gs>
                <a:gs pos="28571">
                  <a:srgbClr val="000026">
                    <a:alpha val="22421"/>
                  </a:srgbClr>
                </a:gs>
                <a:gs pos="42857">
                  <a:srgbClr val="000026">
                    <a:alpha val="15340"/>
                  </a:srgbClr>
                </a:gs>
                <a:gs pos="57143">
                  <a:srgbClr val="000026">
                    <a:alpha val="8814"/>
                  </a:srgbClr>
                </a:gs>
                <a:gs pos="71429">
                  <a:srgbClr val="000026">
                    <a:alpha val="4227"/>
                  </a:srgbClr>
                </a:gs>
                <a:gs pos="85714">
                  <a:srgbClr val="000026">
                    <a:alpha val="1693"/>
                  </a:srgbClr>
                </a:gs>
                <a:gs pos="100000">
                  <a:srgbClr val="000026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10138188">
              <a:off x="2748052" y="684935"/>
              <a:ext cx="343136" cy="325466"/>
            </a:xfrm>
            <a:prstGeom prst="ellipse">
              <a:avLst/>
            </a:prstGeom>
            <a:gradFill>
              <a:gsLst>
                <a:gs pos="0">
                  <a:srgbClr val="9C0002">
                    <a:alpha val="9499"/>
                  </a:srgbClr>
                </a:gs>
                <a:gs pos="14286">
                  <a:srgbClr val="9C0002">
                    <a:alpha val="8765"/>
                  </a:srgbClr>
                </a:gs>
                <a:gs pos="28571">
                  <a:srgbClr val="9C0002">
                    <a:alpha val="6875"/>
                  </a:srgbClr>
                </a:gs>
                <a:gs pos="42857">
                  <a:srgbClr val="9C0002">
                    <a:alpha val="4564"/>
                  </a:srgbClr>
                </a:gs>
                <a:gs pos="57143">
                  <a:srgbClr val="9C0002">
                    <a:alpha val="2555"/>
                  </a:srgbClr>
                </a:gs>
                <a:gs pos="71429">
                  <a:srgbClr val="9C0002">
                    <a:alpha val="1204"/>
                  </a:srgbClr>
                </a:gs>
                <a:gs pos="85714">
                  <a:srgbClr val="9C0002">
                    <a:alpha val="478"/>
                  </a:srgbClr>
                </a:gs>
                <a:gs pos="100000">
                  <a:srgbClr val="9C0002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4538242">
              <a:off x="66890" y="2164813"/>
              <a:ext cx="481775" cy="314668"/>
            </a:xfrm>
            <a:prstGeom prst="ellipse">
              <a:avLst/>
            </a:prstGeom>
            <a:gradFill>
              <a:gsLst>
                <a:gs pos="0">
                  <a:srgbClr val="FF7356">
                    <a:alpha val="32968"/>
                  </a:srgbClr>
                </a:gs>
                <a:gs pos="14286">
                  <a:srgbClr val="FF7356">
                    <a:alpha val="30764"/>
                  </a:srgbClr>
                </a:gs>
                <a:gs pos="28571">
                  <a:srgbClr val="FF7356">
                    <a:alpha val="24833"/>
                  </a:srgbClr>
                </a:gs>
                <a:gs pos="42857">
                  <a:srgbClr val="FF7356">
                    <a:alpha val="17075"/>
                  </a:srgbClr>
                </a:gs>
                <a:gs pos="57143">
                  <a:srgbClr val="FF7356">
                    <a:alpha val="9855"/>
                  </a:srgbClr>
                </a:gs>
                <a:gs pos="71429">
                  <a:srgbClr val="FF7356">
                    <a:alpha val="4740"/>
                  </a:srgbClr>
                </a:gs>
                <a:gs pos="85714">
                  <a:srgbClr val="FF7356">
                    <a:alpha val="1902"/>
                  </a:srgbClr>
                </a:gs>
                <a:gs pos="100000">
                  <a:srgbClr val="FF73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5584203">
              <a:off x="-51" y="1512244"/>
              <a:ext cx="394385" cy="252128"/>
            </a:xfrm>
            <a:prstGeom prst="ellipse">
              <a:avLst/>
            </a:prstGeom>
            <a:gradFill>
              <a:gsLst>
                <a:gs pos="0">
                  <a:srgbClr val="D1603F">
                    <a:alpha val="32968"/>
                  </a:srgbClr>
                </a:gs>
                <a:gs pos="14286">
                  <a:srgbClr val="D1603F">
                    <a:alpha val="30764"/>
                  </a:srgbClr>
                </a:gs>
                <a:gs pos="28571">
                  <a:srgbClr val="D1603F">
                    <a:alpha val="24833"/>
                  </a:srgbClr>
                </a:gs>
                <a:gs pos="42857">
                  <a:srgbClr val="D1603F">
                    <a:alpha val="17075"/>
                  </a:srgbClr>
                </a:gs>
                <a:gs pos="57143">
                  <a:srgbClr val="D1603F">
                    <a:alpha val="9855"/>
                  </a:srgbClr>
                </a:gs>
                <a:gs pos="71429">
                  <a:srgbClr val="D1603F">
                    <a:alpha val="4740"/>
                  </a:srgbClr>
                </a:gs>
                <a:gs pos="85714">
                  <a:srgbClr val="D1603F">
                    <a:alpha val="1902"/>
                  </a:srgbClr>
                </a:gs>
                <a:gs pos="100000">
                  <a:srgbClr val="D160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7285370">
              <a:off x="1646174" y="2344543"/>
              <a:ext cx="398441" cy="189454"/>
            </a:xfrm>
            <a:prstGeom prst="ellipse">
              <a:avLst/>
            </a:prstGeom>
            <a:gradFill>
              <a:gsLst>
                <a:gs pos="0">
                  <a:srgbClr val="AC835C">
                    <a:alpha val="27089"/>
                  </a:srgbClr>
                </a:gs>
                <a:gs pos="14286">
                  <a:srgbClr val="AC835C">
                    <a:alpha val="25202"/>
                  </a:srgbClr>
                </a:gs>
                <a:gs pos="28571">
                  <a:srgbClr val="AC835C">
                    <a:alpha val="20186"/>
                  </a:srgbClr>
                </a:gs>
                <a:gs pos="42857">
                  <a:srgbClr val="AC835C">
                    <a:alpha val="13747"/>
                  </a:srgbClr>
                </a:gs>
                <a:gs pos="57143">
                  <a:srgbClr val="AC835C">
                    <a:alpha val="7868"/>
                  </a:srgbClr>
                </a:gs>
                <a:gs pos="71429">
                  <a:srgbClr val="AC835C">
                    <a:alpha val="3763"/>
                  </a:srgbClr>
                </a:gs>
                <a:gs pos="85714">
                  <a:srgbClr val="AC835C">
                    <a:alpha val="1505"/>
                  </a:srgbClr>
                </a:gs>
                <a:gs pos="100000">
                  <a:srgbClr val="AC835C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10565890">
              <a:off x="2138943" y="2150108"/>
              <a:ext cx="338288" cy="117289"/>
            </a:xfrm>
            <a:prstGeom prst="ellipse">
              <a:avLst/>
            </a:prstGeom>
            <a:gradFill>
              <a:gsLst>
                <a:gs pos="0">
                  <a:srgbClr val="FF6525">
                    <a:alpha val="5514"/>
                  </a:srgbClr>
                </a:gs>
                <a:gs pos="14286">
                  <a:srgbClr val="FF6525">
                    <a:alpha val="5080"/>
                  </a:srgbClr>
                </a:gs>
                <a:gs pos="28571">
                  <a:srgbClr val="FF6525">
                    <a:alpha val="3967"/>
                  </a:srgbClr>
                </a:gs>
                <a:gs pos="42857">
                  <a:srgbClr val="FF6525">
                    <a:alpha val="2620"/>
                  </a:srgbClr>
                </a:gs>
                <a:gs pos="57143">
                  <a:srgbClr val="FF6525">
                    <a:alpha val="1460"/>
                  </a:srgbClr>
                </a:gs>
                <a:gs pos="71429">
                  <a:srgbClr val="FF6525">
                    <a:alpha val="686"/>
                  </a:srgbClr>
                </a:gs>
                <a:gs pos="85714">
                  <a:srgbClr val="FF6525">
                    <a:alpha val="272"/>
                  </a:srgbClr>
                </a:gs>
                <a:gs pos="100000">
                  <a:srgbClr val="FF6525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9275448">
              <a:off x="1338571" y="2438413"/>
              <a:ext cx="481881" cy="147577"/>
            </a:xfrm>
            <a:prstGeom prst="ellipse">
              <a:avLst/>
            </a:prstGeom>
            <a:gradFill>
              <a:gsLst>
                <a:gs pos="0">
                  <a:srgbClr val="9C9B67">
                    <a:alpha val="32968"/>
                  </a:srgbClr>
                </a:gs>
                <a:gs pos="14286">
                  <a:srgbClr val="9C9B67">
                    <a:alpha val="30764"/>
                  </a:srgbClr>
                </a:gs>
                <a:gs pos="28571">
                  <a:srgbClr val="9C9B67">
                    <a:alpha val="24833"/>
                  </a:srgbClr>
                </a:gs>
                <a:gs pos="42857">
                  <a:srgbClr val="9C9B67">
                    <a:alpha val="17075"/>
                  </a:srgbClr>
                </a:gs>
                <a:gs pos="57143">
                  <a:srgbClr val="9C9B67">
                    <a:alpha val="9855"/>
                  </a:srgbClr>
                </a:gs>
                <a:gs pos="71429">
                  <a:srgbClr val="9C9B67">
                    <a:alpha val="4740"/>
                  </a:srgbClr>
                </a:gs>
                <a:gs pos="85714">
                  <a:srgbClr val="9C9B67">
                    <a:alpha val="1902"/>
                  </a:srgbClr>
                </a:gs>
                <a:gs pos="100000">
                  <a:srgbClr val="9C9B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-9584488">
              <a:off x="1523261" y="902953"/>
              <a:ext cx="541212" cy="237643"/>
            </a:xfrm>
            <a:prstGeom prst="ellipse">
              <a:avLst/>
            </a:prstGeom>
            <a:gradFill>
              <a:gsLst>
                <a:gs pos="0">
                  <a:srgbClr val="CB8B5E">
                    <a:alpha val="32968"/>
                  </a:srgbClr>
                </a:gs>
                <a:gs pos="14286">
                  <a:srgbClr val="CB8B5E">
                    <a:alpha val="30764"/>
                  </a:srgbClr>
                </a:gs>
                <a:gs pos="28571">
                  <a:srgbClr val="CB8B5E">
                    <a:alpha val="24833"/>
                  </a:srgbClr>
                </a:gs>
                <a:gs pos="42857">
                  <a:srgbClr val="CB8B5E">
                    <a:alpha val="17075"/>
                  </a:srgbClr>
                </a:gs>
                <a:gs pos="57143">
                  <a:srgbClr val="CB8B5E">
                    <a:alpha val="9855"/>
                  </a:srgbClr>
                </a:gs>
                <a:gs pos="71429">
                  <a:srgbClr val="CB8B5E">
                    <a:alpha val="4740"/>
                  </a:srgbClr>
                </a:gs>
                <a:gs pos="85714">
                  <a:srgbClr val="CB8B5E">
                    <a:alpha val="1902"/>
                  </a:srgbClr>
                </a:gs>
                <a:gs pos="100000">
                  <a:srgbClr val="CB8B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4827032">
              <a:off x="1983733" y="2148745"/>
              <a:ext cx="401262" cy="319939"/>
            </a:xfrm>
            <a:prstGeom prst="ellipse">
              <a:avLst/>
            </a:prstGeom>
            <a:gradFill>
              <a:gsLst>
                <a:gs pos="0">
                  <a:srgbClr val="E86F2F">
                    <a:alpha val="10867"/>
                  </a:srgbClr>
                </a:gs>
                <a:gs pos="14286">
                  <a:srgbClr val="E86F2F">
                    <a:alpha val="10034"/>
                  </a:srgbClr>
                </a:gs>
                <a:gs pos="28571">
                  <a:srgbClr val="E86F2F">
                    <a:alpha val="7882"/>
                  </a:srgbClr>
                </a:gs>
                <a:gs pos="42857">
                  <a:srgbClr val="E86F2F">
                    <a:alpha val="5243"/>
                  </a:srgbClr>
                </a:gs>
                <a:gs pos="57143">
                  <a:srgbClr val="E86F2F">
                    <a:alpha val="2940"/>
                  </a:srgbClr>
                </a:gs>
                <a:gs pos="71429">
                  <a:srgbClr val="E86F2F">
                    <a:alpha val="1387"/>
                  </a:srgbClr>
                </a:gs>
                <a:gs pos="85714">
                  <a:srgbClr val="E86F2F">
                    <a:alpha val="551"/>
                  </a:srgbClr>
                </a:gs>
                <a:gs pos="100000">
                  <a:srgbClr val="E86F2F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6224671">
              <a:off x="2415251" y="1696685"/>
              <a:ext cx="458200" cy="155565"/>
            </a:xfrm>
            <a:prstGeom prst="ellipse">
              <a:avLst/>
            </a:prstGeom>
            <a:gradFill>
              <a:gsLst>
                <a:gs pos="0">
                  <a:srgbClr val="862800">
                    <a:alpha val="24965"/>
                  </a:srgbClr>
                </a:gs>
                <a:gs pos="14286">
                  <a:srgbClr val="862800">
                    <a:alpha val="23202"/>
                  </a:srgbClr>
                </a:gs>
                <a:gs pos="28571">
                  <a:srgbClr val="862800">
                    <a:alpha val="18533"/>
                  </a:srgbClr>
                </a:gs>
                <a:gs pos="42857">
                  <a:srgbClr val="862800">
                    <a:alpha val="12580"/>
                  </a:srgbClr>
                </a:gs>
                <a:gs pos="57143">
                  <a:srgbClr val="862800">
                    <a:alpha val="7179"/>
                  </a:srgbClr>
                </a:gs>
                <a:gs pos="71429">
                  <a:srgbClr val="862800">
                    <a:alpha val="3427"/>
                  </a:srgbClr>
                </a:gs>
                <a:gs pos="85714">
                  <a:srgbClr val="862800">
                    <a:alpha val="1369"/>
                  </a:srgbClr>
                </a:gs>
                <a:gs pos="100000">
                  <a:srgbClr val="862800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8050033">
              <a:off x="974344" y="592468"/>
              <a:ext cx="347354" cy="41305"/>
            </a:xfrm>
            <a:prstGeom prst="ellipse">
              <a:avLst/>
            </a:prstGeom>
            <a:gradFill>
              <a:gsLst>
                <a:gs pos="0">
                  <a:srgbClr val="670061">
                    <a:alpha val="32968"/>
                  </a:srgbClr>
                </a:gs>
                <a:gs pos="14286">
                  <a:srgbClr val="670061">
                    <a:alpha val="30764"/>
                  </a:srgbClr>
                </a:gs>
                <a:gs pos="28571">
                  <a:srgbClr val="670061">
                    <a:alpha val="24833"/>
                  </a:srgbClr>
                </a:gs>
                <a:gs pos="42857">
                  <a:srgbClr val="670061">
                    <a:alpha val="17075"/>
                  </a:srgbClr>
                </a:gs>
                <a:gs pos="57143">
                  <a:srgbClr val="670061">
                    <a:alpha val="9855"/>
                  </a:srgbClr>
                </a:gs>
                <a:gs pos="71429">
                  <a:srgbClr val="670061">
                    <a:alpha val="4740"/>
                  </a:srgbClr>
                </a:gs>
                <a:gs pos="85714">
                  <a:srgbClr val="670061">
                    <a:alpha val="1902"/>
                  </a:srgbClr>
                </a:gs>
                <a:gs pos="100000">
                  <a:srgbClr val="6700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9066325">
              <a:off x="1852883" y="1987112"/>
              <a:ext cx="450373" cy="210736"/>
            </a:xfrm>
            <a:prstGeom prst="ellipse">
              <a:avLst/>
            </a:prstGeom>
            <a:gradFill>
              <a:gsLst>
                <a:gs pos="0">
                  <a:srgbClr val="50925A">
                    <a:alpha val="32968"/>
                  </a:srgbClr>
                </a:gs>
                <a:gs pos="14286">
                  <a:srgbClr val="50925A">
                    <a:alpha val="30764"/>
                  </a:srgbClr>
                </a:gs>
                <a:gs pos="28571">
                  <a:srgbClr val="50925A">
                    <a:alpha val="24833"/>
                  </a:srgbClr>
                </a:gs>
                <a:gs pos="42857">
                  <a:srgbClr val="50925A">
                    <a:alpha val="17075"/>
                  </a:srgbClr>
                </a:gs>
                <a:gs pos="57143">
                  <a:srgbClr val="50925A">
                    <a:alpha val="9855"/>
                  </a:srgbClr>
                </a:gs>
                <a:gs pos="71429">
                  <a:srgbClr val="50925A">
                    <a:alpha val="4740"/>
                  </a:srgbClr>
                </a:gs>
                <a:gs pos="85714">
                  <a:srgbClr val="50925A">
                    <a:alpha val="1902"/>
                  </a:srgbClr>
                </a:gs>
                <a:gs pos="100000">
                  <a:srgbClr val="5092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-9004436">
              <a:off x="836177" y="2939747"/>
              <a:ext cx="747565" cy="52648"/>
            </a:xfrm>
            <a:prstGeom prst="ellipse">
              <a:avLst/>
            </a:prstGeom>
            <a:gradFill>
              <a:gsLst>
                <a:gs pos="0">
                  <a:srgbClr val="9B005C">
                    <a:alpha val="32968"/>
                  </a:srgbClr>
                </a:gs>
                <a:gs pos="14286">
                  <a:srgbClr val="9B005C">
                    <a:alpha val="30764"/>
                  </a:srgbClr>
                </a:gs>
                <a:gs pos="28571">
                  <a:srgbClr val="9B005C">
                    <a:alpha val="24833"/>
                  </a:srgbClr>
                </a:gs>
                <a:gs pos="42857">
                  <a:srgbClr val="9B005C">
                    <a:alpha val="17075"/>
                  </a:srgbClr>
                </a:gs>
                <a:gs pos="57143">
                  <a:srgbClr val="9B005C">
                    <a:alpha val="9855"/>
                  </a:srgbClr>
                </a:gs>
                <a:gs pos="71429">
                  <a:srgbClr val="9B005C">
                    <a:alpha val="4740"/>
                  </a:srgbClr>
                </a:gs>
                <a:gs pos="85714">
                  <a:srgbClr val="9B005C">
                    <a:alpha val="1902"/>
                  </a:srgbClr>
                </a:gs>
                <a:gs pos="100000">
                  <a:srgbClr val="9B00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7042138">
              <a:off x="2373874" y="2385840"/>
              <a:ext cx="341756" cy="40281"/>
            </a:xfrm>
            <a:prstGeom prst="ellipse">
              <a:avLst/>
            </a:prstGeom>
            <a:gradFill>
              <a:gsLst>
                <a:gs pos="0">
                  <a:srgbClr val="630082">
                    <a:alpha val="11149"/>
                  </a:srgbClr>
                </a:gs>
                <a:gs pos="14286">
                  <a:srgbClr val="630082">
                    <a:alpha val="10296"/>
                  </a:srgbClr>
                </a:gs>
                <a:gs pos="28571">
                  <a:srgbClr val="630082">
                    <a:alpha val="8090"/>
                  </a:srgbClr>
                </a:gs>
                <a:gs pos="42857">
                  <a:srgbClr val="630082">
                    <a:alpha val="5383"/>
                  </a:srgbClr>
                </a:gs>
                <a:gs pos="57143">
                  <a:srgbClr val="630082">
                    <a:alpha val="3020"/>
                  </a:srgbClr>
                </a:gs>
                <a:gs pos="71429">
                  <a:srgbClr val="630082">
                    <a:alpha val="1425"/>
                  </a:srgbClr>
                </a:gs>
                <a:gs pos="85714">
                  <a:srgbClr val="630082">
                    <a:alpha val="566"/>
                  </a:srgbClr>
                </a:gs>
                <a:gs pos="100000">
                  <a:srgbClr val="630082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9110495">
              <a:off x="2134467" y="2518742"/>
              <a:ext cx="436553" cy="106384"/>
            </a:xfrm>
            <a:prstGeom prst="ellipse">
              <a:avLst/>
            </a:prstGeom>
            <a:gradFill>
              <a:gsLst>
                <a:gs pos="0">
                  <a:srgbClr val="000027">
                    <a:alpha val="32968"/>
                  </a:srgbClr>
                </a:gs>
                <a:gs pos="14286">
                  <a:srgbClr val="000027">
                    <a:alpha val="30764"/>
                  </a:srgbClr>
                </a:gs>
                <a:gs pos="28571">
                  <a:srgbClr val="000027">
                    <a:alpha val="24833"/>
                  </a:srgbClr>
                </a:gs>
                <a:gs pos="42857">
                  <a:srgbClr val="000027">
                    <a:alpha val="17075"/>
                  </a:srgbClr>
                </a:gs>
                <a:gs pos="57143">
                  <a:srgbClr val="000027">
                    <a:alpha val="9855"/>
                  </a:srgbClr>
                </a:gs>
                <a:gs pos="71429">
                  <a:srgbClr val="000027">
                    <a:alpha val="4740"/>
                  </a:srgbClr>
                </a:gs>
                <a:gs pos="85714">
                  <a:srgbClr val="000027">
                    <a:alpha val="1902"/>
                  </a:srgbClr>
                </a:gs>
                <a:gs pos="100000">
                  <a:srgbClr val="0000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4677566">
              <a:off x="2174269" y="1268573"/>
              <a:ext cx="420916" cy="85770"/>
            </a:xfrm>
            <a:prstGeom prst="ellipse">
              <a:avLst/>
            </a:prstGeom>
            <a:gradFill>
              <a:gsLst>
                <a:gs pos="0">
                  <a:srgbClr val="7B002C">
                    <a:alpha val="27469"/>
                  </a:srgbClr>
                </a:gs>
                <a:gs pos="14286">
                  <a:srgbClr val="7B002C">
                    <a:alpha val="25560"/>
                  </a:srgbClr>
                </a:gs>
                <a:gs pos="28571">
                  <a:srgbClr val="7B002C">
                    <a:alpha val="20482"/>
                  </a:srgbClr>
                </a:gs>
                <a:gs pos="42857">
                  <a:srgbClr val="7B002C">
                    <a:alpha val="13958"/>
                  </a:srgbClr>
                </a:gs>
                <a:gs pos="57143">
                  <a:srgbClr val="7B002C">
                    <a:alpha val="7992"/>
                  </a:srgbClr>
                </a:gs>
                <a:gs pos="71429">
                  <a:srgbClr val="7B002C">
                    <a:alpha val="3824"/>
                  </a:srgbClr>
                </a:gs>
                <a:gs pos="85714">
                  <a:srgbClr val="7B002C">
                    <a:alpha val="1530"/>
                  </a:srgbClr>
                </a:gs>
                <a:gs pos="100000">
                  <a:srgbClr val="7B002C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-9673896">
              <a:off x="861062" y="3240016"/>
              <a:ext cx="594595" cy="211323"/>
            </a:xfrm>
            <a:prstGeom prst="ellipse">
              <a:avLst/>
            </a:prstGeom>
            <a:gradFill>
              <a:gsLst>
                <a:gs pos="0">
                  <a:srgbClr val="F36042">
                    <a:alpha val="32968"/>
                  </a:srgbClr>
                </a:gs>
                <a:gs pos="14286">
                  <a:srgbClr val="F36042">
                    <a:alpha val="30764"/>
                  </a:srgbClr>
                </a:gs>
                <a:gs pos="28571">
                  <a:srgbClr val="F36042">
                    <a:alpha val="24833"/>
                  </a:srgbClr>
                </a:gs>
                <a:gs pos="42857">
                  <a:srgbClr val="F36042">
                    <a:alpha val="17075"/>
                  </a:srgbClr>
                </a:gs>
                <a:gs pos="57143">
                  <a:srgbClr val="F36042">
                    <a:alpha val="9855"/>
                  </a:srgbClr>
                </a:gs>
                <a:gs pos="71429">
                  <a:srgbClr val="F36042">
                    <a:alpha val="4740"/>
                  </a:srgbClr>
                </a:gs>
                <a:gs pos="85714">
                  <a:srgbClr val="F36042">
                    <a:alpha val="1902"/>
                  </a:srgbClr>
                </a:gs>
                <a:gs pos="100000">
                  <a:srgbClr val="F36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5480230">
              <a:off x="82986" y="1871031"/>
              <a:ext cx="458352" cy="217324"/>
            </a:xfrm>
            <a:prstGeom prst="ellipse">
              <a:avLst/>
            </a:prstGeom>
            <a:gradFill>
              <a:gsLst>
                <a:gs pos="0">
                  <a:srgbClr val="D67E60">
                    <a:alpha val="32968"/>
                  </a:srgbClr>
                </a:gs>
                <a:gs pos="14286">
                  <a:srgbClr val="D67E60">
                    <a:alpha val="30764"/>
                  </a:srgbClr>
                </a:gs>
                <a:gs pos="28571">
                  <a:srgbClr val="D67E60">
                    <a:alpha val="24833"/>
                  </a:srgbClr>
                </a:gs>
                <a:gs pos="42857">
                  <a:srgbClr val="D67E60">
                    <a:alpha val="17075"/>
                  </a:srgbClr>
                </a:gs>
                <a:gs pos="57143">
                  <a:srgbClr val="D67E60">
                    <a:alpha val="9855"/>
                  </a:srgbClr>
                </a:gs>
                <a:gs pos="71429">
                  <a:srgbClr val="D67E60">
                    <a:alpha val="4740"/>
                  </a:srgbClr>
                </a:gs>
                <a:gs pos="85714">
                  <a:srgbClr val="D67E60">
                    <a:alpha val="1902"/>
                  </a:srgbClr>
                </a:gs>
                <a:gs pos="100000">
                  <a:srgbClr val="D67E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-9136970">
              <a:off x="528244" y="2972486"/>
              <a:ext cx="538283" cy="226681"/>
            </a:xfrm>
            <a:prstGeom prst="ellipse">
              <a:avLst/>
            </a:prstGeom>
            <a:gradFill>
              <a:gsLst>
                <a:gs pos="0">
                  <a:srgbClr val="F36446">
                    <a:alpha val="32968"/>
                  </a:srgbClr>
                </a:gs>
                <a:gs pos="14286">
                  <a:srgbClr val="F36446">
                    <a:alpha val="30764"/>
                  </a:srgbClr>
                </a:gs>
                <a:gs pos="28571">
                  <a:srgbClr val="F36446">
                    <a:alpha val="24833"/>
                  </a:srgbClr>
                </a:gs>
                <a:gs pos="42857">
                  <a:srgbClr val="F36446">
                    <a:alpha val="17075"/>
                  </a:srgbClr>
                </a:gs>
                <a:gs pos="57143">
                  <a:srgbClr val="F36446">
                    <a:alpha val="9855"/>
                  </a:srgbClr>
                </a:gs>
                <a:gs pos="71429">
                  <a:srgbClr val="F36446">
                    <a:alpha val="4740"/>
                  </a:srgbClr>
                </a:gs>
                <a:gs pos="85714">
                  <a:srgbClr val="F36446">
                    <a:alpha val="1902"/>
                  </a:srgbClr>
                </a:gs>
                <a:gs pos="100000">
                  <a:srgbClr val="F364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-10120190">
              <a:off x="1756132" y="49198"/>
              <a:ext cx="402373" cy="268947"/>
            </a:xfrm>
            <a:prstGeom prst="ellipse">
              <a:avLst/>
            </a:prstGeom>
            <a:gradFill>
              <a:gsLst>
                <a:gs pos="0">
                  <a:srgbClr val="F05A50">
                    <a:alpha val="14418"/>
                  </a:srgbClr>
                </a:gs>
                <a:gs pos="14286">
                  <a:srgbClr val="F05A50">
                    <a:alpha val="13334"/>
                  </a:srgbClr>
                </a:gs>
                <a:gs pos="28571">
                  <a:srgbClr val="F05A50">
                    <a:alpha val="10516"/>
                  </a:srgbClr>
                </a:gs>
                <a:gs pos="42857">
                  <a:srgbClr val="F05A50">
                    <a:alpha val="7029"/>
                  </a:srgbClr>
                </a:gs>
                <a:gs pos="57143">
                  <a:srgbClr val="F05A50">
                    <a:alpha val="3958"/>
                  </a:srgbClr>
                </a:gs>
                <a:gs pos="71429">
                  <a:srgbClr val="F05A50">
                    <a:alpha val="1873"/>
                  </a:srgbClr>
                </a:gs>
                <a:gs pos="85714">
                  <a:srgbClr val="F05A50">
                    <a:alpha val="745"/>
                  </a:srgbClr>
                </a:gs>
                <a:gs pos="100000">
                  <a:srgbClr val="F05A5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-9864149">
              <a:off x="869657" y="3117314"/>
              <a:ext cx="277679" cy="265938"/>
            </a:xfrm>
            <a:prstGeom prst="ellipse">
              <a:avLst/>
            </a:prstGeom>
            <a:gradFill>
              <a:gsLst>
                <a:gs pos="0">
                  <a:srgbClr val="E84427">
                    <a:alpha val="8416"/>
                  </a:srgbClr>
                </a:gs>
                <a:gs pos="14286">
                  <a:srgbClr val="E84427">
                    <a:alpha val="7763"/>
                  </a:srgbClr>
                </a:gs>
                <a:gs pos="28571">
                  <a:srgbClr val="E84427">
                    <a:alpha val="6081"/>
                  </a:srgbClr>
                </a:gs>
                <a:gs pos="42857">
                  <a:srgbClr val="E84427">
                    <a:alpha val="4032"/>
                  </a:srgbClr>
                </a:gs>
                <a:gs pos="57143">
                  <a:srgbClr val="E84427">
                    <a:alpha val="2255"/>
                  </a:srgbClr>
                </a:gs>
                <a:gs pos="71429">
                  <a:srgbClr val="E84427">
                    <a:alpha val="1062"/>
                  </a:srgbClr>
                </a:gs>
                <a:gs pos="85714">
                  <a:srgbClr val="E84427">
                    <a:alpha val="421"/>
                  </a:srgbClr>
                </a:gs>
                <a:gs pos="100000">
                  <a:srgbClr val="E84427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-9852620">
              <a:off x="2174932" y="1161711"/>
              <a:ext cx="400115" cy="219405"/>
            </a:xfrm>
            <a:prstGeom prst="ellipse">
              <a:avLst/>
            </a:prstGeom>
            <a:gradFill>
              <a:gsLst>
                <a:gs pos="0">
                  <a:srgbClr val="B97C4E">
                    <a:alpha val="22262"/>
                  </a:srgbClr>
                </a:gs>
                <a:gs pos="14286">
                  <a:srgbClr val="B97C4E">
                    <a:alpha val="20662"/>
                  </a:srgbClr>
                </a:gs>
                <a:gs pos="28571">
                  <a:srgbClr val="B97C4E">
                    <a:alpha val="16449"/>
                  </a:srgbClr>
                </a:gs>
                <a:gs pos="42857">
                  <a:srgbClr val="B97C4E">
                    <a:alpha val="11120"/>
                  </a:srgbClr>
                </a:gs>
                <a:gs pos="57143">
                  <a:srgbClr val="B97C4E">
                    <a:alpha val="6323"/>
                  </a:srgbClr>
                </a:gs>
                <a:gs pos="71429">
                  <a:srgbClr val="B97C4E">
                    <a:alpha val="3011"/>
                  </a:srgbClr>
                </a:gs>
                <a:gs pos="85714">
                  <a:srgbClr val="B97C4E">
                    <a:alpha val="1202"/>
                  </a:srgbClr>
                </a:gs>
                <a:gs pos="100000">
                  <a:srgbClr val="B97C4E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-8129615">
              <a:off x="1281728" y="249679"/>
              <a:ext cx="485216" cy="397534"/>
            </a:xfrm>
            <a:prstGeom prst="ellipse">
              <a:avLst/>
            </a:prstGeom>
            <a:gradFill>
              <a:gsLst>
                <a:gs pos="0">
                  <a:srgbClr val="FFCEA3">
                    <a:alpha val="15582"/>
                  </a:srgbClr>
                </a:gs>
                <a:gs pos="14286">
                  <a:srgbClr val="FFCEA3">
                    <a:alpha val="14418"/>
                  </a:srgbClr>
                </a:gs>
                <a:gs pos="28571">
                  <a:srgbClr val="FFCEA3">
                    <a:alpha val="11387"/>
                  </a:srgbClr>
                </a:gs>
                <a:gs pos="42857">
                  <a:srgbClr val="FFCEA3">
                    <a:alpha val="7623"/>
                  </a:srgbClr>
                </a:gs>
                <a:gs pos="57143">
                  <a:srgbClr val="FFCEA3">
                    <a:alpha val="4298"/>
                  </a:srgbClr>
                </a:gs>
                <a:gs pos="71429">
                  <a:srgbClr val="FFCEA3">
                    <a:alpha val="2036"/>
                  </a:srgbClr>
                </a:gs>
                <a:gs pos="85714">
                  <a:srgbClr val="FFCEA3">
                    <a:alpha val="810"/>
                  </a:srgbClr>
                </a:gs>
                <a:gs pos="100000">
                  <a:srgbClr val="FFCEA3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10058430">
              <a:off x="1552711" y="2354391"/>
              <a:ext cx="564825" cy="50623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6276787">
              <a:off x="1233009" y="1661758"/>
              <a:ext cx="387965" cy="198038"/>
            </a:xfrm>
            <a:prstGeom prst="ellipse">
              <a:avLst/>
            </a:prstGeom>
            <a:gradFill>
              <a:gsLst>
                <a:gs pos="0">
                  <a:srgbClr val="CD0053">
                    <a:alpha val="16823"/>
                  </a:srgbClr>
                </a:gs>
                <a:gs pos="14286">
                  <a:srgbClr val="CD0053">
                    <a:alpha val="15575"/>
                  </a:srgbClr>
                </a:gs>
                <a:gs pos="28571">
                  <a:srgbClr val="CD0053">
                    <a:alpha val="12318"/>
                  </a:srgbClr>
                </a:gs>
                <a:gs pos="42857">
                  <a:srgbClr val="CD0053">
                    <a:alpha val="8261"/>
                  </a:srgbClr>
                </a:gs>
                <a:gs pos="57143">
                  <a:srgbClr val="CD0053">
                    <a:alpha val="4665"/>
                  </a:srgbClr>
                </a:gs>
                <a:gs pos="71429">
                  <a:srgbClr val="CD0053">
                    <a:alpha val="2212"/>
                  </a:srgbClr>
                </a:gs>
                <a:gs pos="85714">
                  <a:srgbClr val="CD0053">
                    <a:alpha val="880"/>
                  </a:srgbClr>
                </a:gs>
                <a:gs pos="100000">
                  <a:srgbClr val="CD0053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4996561">
              <a:off x="117391" y="1997595"/>
              <a:ext cx="423646" cy="342268"/>
            </a:xfrm>
            <a:prstGeom prst="ellipse">
              <a:avLst/>
            </a:prstGeom>
            <a:gradFill>
              <a:gsLst>
                <a:gs pos="0">
                  <a:srgbClr val="FFA17B">
                    <a:alpha val="32968"/>
                  </a:srgbClr>
                </a:gs>
                <a:gs pos="14286">
                  <a:srgbClr val="FFA17B">
                    <a:alpha val="30764"/>
                  </a:srgbClr>
                </a:gs>
                <a:gs pos="28571">
                  <a:srgbClr val="FFA17B">
                    <a:alpha val="24833"/>
                  </a:srgbClr>
                </a:gs>
                <a:gs pos="42857">
                  <a:srgbClr val="FFA17B">
                    <a:alpha val="17075"/>
                  </a:srgbClr>
                </a:gs>
                <a:gs pos="57143">
                  <a:srgbClr val="FFA17B">
                    <a:alpha val="9855"/>
                  </a:srgbClr>
                </a:gs>
                <a:gs pos="71429">
                  <a:srgbClr val="FFA17B">
                    <a:alpha val="4740"/>
                  </a:srgbClr>
                </a:gs>
                <a:gs pos="85714">
                  <a:srgbClr val="FFA17B">
                    <a:alpha val="1902"/>
                  </a:srgbClr>
                </a:gs>
                <a:gs pos="100000">
                  <a:srgbClr val="FFA1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9633196">
              <a:off x="1011038" y="3119088"/>
              <a:ext cx="513019" cy="295762"/>
            </a:xfrm>
            <a:prstGeom prst="ellipse">
              <a:avLst/>
            </a:prstGeom>
            <a:gradFill>
              <a:gsLst>
                <a:gs pos="0">
                  <a:srgbClr val="D78354">
                    <a:alpha val="32968"/>
                  </a:srgbClr>
                </a:gs>
                <a:gs pos="14286">
                  <a:srgbClr val="D78354">
                    <a:alpha val="30764"/>
                  </a:srgbClr>
                </a:gs>
                <a:gs pos="28571">
                  <a:srgbClr val="D78354">
                    <a:alpha val="24833"/>
                  </a:srgbClr>
                </a:gs>
                <a:gs pos="42857">
                  <a:srgbClr val="D78354">
                    <a:alpha val="17075"/>
                  </a:srgbClr>
                </a:gs>
                <a:gs pos="57143">
                  <a:srgbClr val="D78354">
                    <a:alpha val="9855"/>
                  </a:srgbClr>
                </a:gs>
                <a:gs pos="71429">
                  <a:srgbClr val="D78354">
                    <a:alpha val="4740"/>
                  </a:srgbClr>
                </a:gs>
                <a:gs pos="85714">
                  <a:srgbClr val="D78354">
                    <a:alpha val="1902"/>
                  </a:srgbClr>
                </a:gs>
                <a:gs pos="100000">
                  <a:srgbClr val="D783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10101785">
              <a:off x="2452102" y="2476958"/>
              <a:ext cx="417582" cy="290260"/>
            </a:xfrm>
            <a:prstGeom prst="ellipse">
              <a:avLst/>
            </a:prstGeom>
            <a:gradFill>
              <a:gsLst>
                <a:gs pos="0">
                  <a:srgbClr val="FF6E4D">
                    <a:alpha val="32968"/>
                  </a:srgbClr>
                </a:gs>
                <a:gs pos="14286">
                  <a:srgbClr val="FF6E4D">
                    <a:alpha val="30764"/>
                  </a:srgbClr>
                </a:gs>
                <a:gs pos="28571">
                  <a:srgbClr val="FF6E4D">
                    <a:alpha val="24833"/>
                  </a:srgbClr>
                </a:gs>
                <a:gs pos="42857">
                  <a:srgbClr val="FF6E4D">
                    <a:alpha val="17075"/>
                  </a:srgbClr>
                </a:gs>
                <a:gs pos="57143">
                  <a:srgbClr val="FF6E4D">
                    <a:alpha val="9855"/>
                  </a:srgbClr>
                </a:gs>
                <a:gs pos="71429">
                  <a:srgbClr val="FF6E4D">
                    <a:alpha val="4740"/>
                  </a:srgbClr>
                </a:gs>
                <a:gs pos="85714">
                  <a:srgbClr val="FF6E4D">
                    <a:alpha val="1902"/>
                  </a:srgbClr>
                </a:gs>
                <a:gs pos="100000">
                  <a:srgbClr val="FF6E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7800506">
              <a:off x="2291001" y="2009180"/>
              <a:ext cx="440792" cy="146482"/>
            </a:xfrm>
            <a:prstGeom prst="ellipse">
              <a:avLst/>
            </a:prstGeom>
            <a:gradFill>
              <a:gsLst>
                <a:gs pos="0">
                  <a:srgbClr val="036545">
                    <a:alpha val="14957"/>
                  </a:srgbClr>
                </a:gs>
                <a:gs pos="14286">
                  <a:srgbClr val="036545">
                    <a:alpha val="13835"/>
                  </a:srgbClr>
                </a:gs>
                <a:gs pos="28571">
                  <a:srgbClr val="036545">
                    <a:alpha val="10918"/>
                  </a:srgbClr>
                </a:gs>
                <a:gs pos="42857">
                  <a:srgbClr val="036545">
                    <a:alpha val="7303"/>
                  </a:srgbClr>
                </a:gs>
                <a:gs pos="57143">
                  <a:srgbClr val="036545">
                    <a:alpha val="4115"/>
                  </a:srgbClr>
                </a:gs>
                <a:gs pos="71429">
                  <a:srgbClr val="036545">
                    <a:alpha val="1948"/>
                  </a:srgbClr>
                </a:gs>
                <a:gs pos="85714">
                  <a:srgbClr val="036545">
                    <a:alpha val="775"/>
                  </a:srgbClr>
                </a:gs>
                <a:gs pos="100000">
                  <a:srgbClr val="036545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5486259">
              <a:off x="2325504" y="2038684"/>
              <a:ext cx="377492" cy="76219"/>
            </a:xfrm>
            <a:prstGeom prst="ellipse">
              <a:avLst/>
            </a:prstGeom>
            <a:gradFill>
              <a:gsLst>
                <a:gs pos="0">
                  <a:srgbClr val="634222">
                    <a:alpha val="26742"/>
                  </a:srgbClr>
                </a:gs>
                <a:gs pos="14286">
                  <a:srgbClr val="634222">
                    <a:alpha val="24875"/>
                  </a:srgbClr>
                </a:gs>
                <a:gs pos="28571">
                  <a:srgbClr val="634222">
                    <a:alpha val="19914"/>
                  </a:srgbClr>
                </a:gs>
                <a:gs pos="42857">
                  <a:srgbClr val="634222">
                    <a:alpha val="13555"/>
                  </a:srgbClr>
                </a:gs>
                <a:gs pos="57143">
                  <a:srgbClr val="634222">
                    <a:alpha val="7754"/>
                  </a:srgbClr>
                </a:gs>
                <a:gs pos="71429">
                  <a:srgbClr val="634222">
                    <a:alpha val="3708"/>
                  </a:srgbClr>
                </a:gs>
                <a:gs pos="85714">
                  <a:srgbClr val="634222">
                    <a:alpha val="1483"/>
                  </a:srgbClr>
                </a:gs>
                <a:gs pos="100000">
                  <a:srgbClr val="634222">
                    <a:alpha val="4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8952159">
              <a:off x="1864435" y="2289294"/>
              <a:ext cx="385275" cy="51705"/>
            </a:xfrm>
            <a:prstGeom prst="ellipse">
              <a:avLst/>
            </a:prstGeom>
            <a:gradFill>
              <a:gsLst>
                <a:gs pos="0">
                  <a:srgbClr val="FFD671">
                    <a:alpha val="5167"/>
                  </a:srgbClr>
                </a:gs>
                <a:gs pos="14286">
                  <a:srgbClr val="FFD671">
                    <a:alpha val="4759"/>
                  </a:srgbClr>
                </a:gs>
                <a:gs pos="28571">
                  <a:srgbClr val="FFD671">
                    <a:alpha val="3715"/>
                  </a:srgbClr>
                </a:gs>
                <a:gs pos="42857">
                  <a:srgbClr val="FFD671">
                    <a:alpha val="2453"/>
                  </a:srgbClr>
                </a:gs>
                <a:gs pos="57143">
                  <a:srgbClr val="FFD671">
                    <a:alpha val="1367"/>
                  </a:srgbClr>
                </a:gs>
                <a:gs pos="71429">
                  <a:srgbClr val="FFD671">
                    <a:alpha val="642"/>
                  </a:srgbClr>
                </a:gs>
                <a:gs pos="85714">
                  <a:srgbClr val="FFD671">
                    <a:alpha val="254"/>
                  </a:srgbClr>
                </a:gs>
                <a:gs pos="100000">
                  <a:srgbClr val="FFD671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-9788116">
              <a:off x="1365227" y="3158348"/>
              <a:ext cx="385520" cy="106003"/>
            </a:xfrm>
            <a:prstGeom prst="ellipse">
              <a:avLst/>
            </a:prstGeom>
            <a:gradFill>
              <a:gsLst>
                <a:gs pos="0">
                  <a:srgbClr val="DA0000">
                    <a:alpha val="12423"/>
                  </a:srgbClr>
                </a:gs>
                <a:gs pos="14286">
                  <a:srgbClr val="DA0000">
                    <a:alpha val="11478"/>
                  </a:srgbClr>
                </a:gs>
                <a:gs pos="28571">
                  <a:srgbClr val="DA0000">
                    <a:alpha val="9032"/>
                  </a:srgbClr>
                </a:gs>
                <a:gs pos="42857">
                  <a:srgbClr val="DA0000">
                    <a:alpha val="6021"/>
                  </a:srgbClr>
                </a:gs>
                <a:gs pos="57143">
                  <a:srgbClr val="DA0000">
                    <a:alpha val="3382"/>
                  </a:srgbClr>
                </a:gs>
                <a:gs pos="71429">
                  <a:srgbClr val="DA0000">
                    <a:alpha val="1598"/>
                  </a:srgbClr>
                </a:gs>
                <a:gs pos="85714">
                  <a:srgbClr val="DA0000">
                    <a:alpha val="635"/>
                  </a:srgbClr>
                </a:gs>
                <a:gs pos="100000">
                  <a:srgbClr val="DA0000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7897826">
              <a:off x="168287" y="2011183"/>
              <a:ext cx="399866" cy="70111"/>
            </a:xfrm>
            <a:prstGeom prst="ellipse">
              <a:avLst/>
            </a:prstGeom>
            <a:gradFill>
              <a:gsLst>
                <a:gs pos="0">
                  <a:srgbClr val="9F0033">
                    <a:alpha val="25948"/>
                  </a:srgbClr>
                </a:gs>
                <a:gs pos="14286">
                  <a:srgbClr val="9F0033">
                    <a:alpha val="24127"/>
                  </a:srgbClr>
                </a:gs>
                <a:gs pos="28571">
                  <a:srgbClr val="9F0033">
                    <a:alpha val="19296"/>
                  </a:srgbClr>
                </a:gs>
                <a:gs pos="42857">
                  <a:srgbClr val="9F0033">
                    <a:alpha val="13118"/>
                  </a:srgbClr>
                </a:gs>
                <a:gs pos="57143">
                  <a:srgbClr val="9F0033">
                    <a:alpha val="7496"/>
                  </a:srgbClr>
                </a:gs>
                <a:gs pos="71429">
                  <a:srgbClr val="9F0033">
                    <a:alpha val="3582"/>
                  </a:srgbClr>
                </a:gs>
                <a:gs pos="85714">
                  <a:srgbClr val="9F0033">
                    <a:alpha val="1432"/>
                  </a:srgbClr>
                </a:gs>
                <a:gs pos="100000">
                  <a:srgbClr val="9F0033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8021913">
              <a:off x="2841298" y="2820596"/>
              <a:ext cx="492317" cy="173367"/>
            </a:xfrm>
            <a:prstGeom prst="ellipse">
              <a:avLst/>
            </a:prstGeom>
            <a:gradFill>
              <a:gsLst>
                <a:gs pos="0">
                  <a:srgbClr val="FF6547">
                    <a:alpha val="32968"/>
                  </a:srgbClr>
                </a:gs>
                <a:gs pos="14286">
                  <a:srgbClr val="FF6547">
                    <a:alpha val="30764"/>
                  </a:srgbClr>
                </a:gs>
                <a:gs pos="28571">
                  <a:srgbClr val="FF6547">
                    <a:alpha val="24833"/>
                  </a:srgbClr>
                </a:gs>
                <a:gs pos="42857">
                  <a:srgbClr val="FF6547">
                    <a:alpha val="17075"/>
                  </a:srgbClr>
                </a:gs>
                <a:gs pos="57143">
                  <a:srgbClr val="FF6547">
                    <a:alpha val="9855"/>
                  </a:srgbClr>
                </a:gs>
                <a:gs pos="71429">
                  <a:srgbClr val="FF6547">
                    <a:alpha val="4740"/>
                  </a:srgbClr>
                </a:gs>
                <a:gs pos="85714">
                  <a:srgbClr val="FF6547">
                    <a:alpha val="1902"/>
                  </a:srgbClr>
                </a:gs>
                <a:gs pos="100000">
                  <a:srgbClr val="FF65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10119859">
              <a:off x="1247556" y="99874"/>
              <a:ext cx="381106" cy="218007"/>
            </a:xfrm>
            <a:prstGeom prst="ellipse">
              <a:avLst/>
            </a:prstGeom>
            <a:gradFill>
              <a:gsLst>
                <a:gs pos="0">
                  <a:srgbClr val="ED6047">
                    <a:alpha val="23451"/>
                  </a:srgbClr>
                </a:gs>
                <a:gs pos="14286">
                  <a:srgbClr val="ED6047">
                    <a:alpha val="21778"/>
                  </a:srgbClr>
                </a:gs>
                <a:gs pos="28571">
                  <a:srgbClr val="ED6047">
                    <a:alpha val="17363"/>
                  </a:srgbClr>
                </a:gs>
                <a:gs pos="42857">
                  <a:srgbClr val="ED6047">
                    <a:alpha val="11758"/>
                  </a:srgbClr>
                </a:gs>
                <a:gs pos="57143">
                  <a:srgbClr val="ED6047">
                    <a:alpha val="6697"/>
                  </a:srgbClr>
                </a:gs>
                <a:gs pos="71429">
                  <a:srgbClr val="ED6047">
                    <a:alpha val="3192"/>
                  </a:srgbClr>
                </a:gs>
                <a:gs pos="85714">
                  <a:srgbClr val="ED6047">
                    <a:alpha val="1275"/>
                  </a:srgbClr>
                </a:gs>
                <a:gs pos="100000">
                  <a:srgbClr val="ED6047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3550982">
              <a:off x="2224361" y="2001971"/>
              <a:ext cx="421347" cy="57500"/>
            </a:xfrm>
            <a:prstGeom prst="ellipse">
              <a:avLst/>
            </a:prstGeom>
            <a:gradFill>
              <a:gsLst>
                <a:gs pos="0">
                  <a:srgbClr val="000022">
                    <a:alpha val="32968"/>
                  </a:srgbClr>
                </a:gs>
                <a:gs pos="14286">
                  <a:srgbClr val="000022">
                    <a:alpha val="30764"/>
                  </a:srgbClr>
                </a:gs>
                <a:gs pos="28571">
                  <a:srgbClr val="000022">
                    <a:alpha val="24833"/>
                  </a:srgbClr>
                </a:gs>
                <a:gs pos="42857">
                  <a:srgbClr val="000022">
                    <a:alpha val="17075"/>
                  </a:srgbClr>
                </a:gs>
                <a:gs pos="57143">
                  <a:srgbClr val="000022">
                    <a:alpha val="9855"/>
                  </a:srgbClr>
                </a:gs>
                <a:gs pos="71429">
                  <a:srgbClr val="000022">
                    <a:alpha val="4740"/>
                  </a:srgbClr>
                </a:gs>
                <a:gs pos="85714">
                  <a:srgbClr val="000022">
                    <a:alpha val="1902"/>
                  </a:srgbClr>
                </a:gs>
                <a:gs pos="100000">
                  <a:srgbClr val="0000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10031943">
              <a:off x="2327179" y="434204"/>
              <a:ext cx="658148" cy="66223"/>
            </a:xfrm>
            <a:prstGeom prst="ellipse">
              <a:avLst/>
            </a:prstGeom>
            <a:gradFill>
              <a:gsLst>
                <a:gs pos="0">
                  <a:srgbClr val="94002E">
                    <a:alpha val="32968"/>
                  </a:srgbClr>
                </a:gs>
                <a:gs pos="14286">
                  <a:srgbClr val="94002E">
                    <a:alpha val="30764"/>
                  </a:srgbClr>
                </a:gs>
                <a:gs pos="28571">
                  <a:srgbClr val="94002E">
                    <a:alpha val="24833"/>
                  </a:srgbClr>
                </a:gs>
                <a:gs pos="42857">
                  <a:srgbClr val="94002E">
                    <a:alpha val="17075"/>
                  </a:srgbClr>
                </a:gs>
                <a:gs pos="57143">
                  <a:srgbClr val="94002E">
                    <a:alpha val="9855"/>
                  </a:srgbClr>
                </a:gs>
                <a:gs pos="71429">
                  <a:srgbClr val="94002E">
                    <a:alpha val="4740"/>
                  </a:srgbClr>
                </a:gs>
                <a:gs pos="85714">
                  <a:srgbClr val="94002E">
                    <a:alpha val="1902"/>
                  </a:srgbClr>
                </a:gs>
                <a:gs pos="100000">
                  <a:srgbClr val="94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-8178867">
              <a:off x="1980528" y="994809"/>
              <a:ext cx="542870" cy="385608"/>
            </a:xfrm>
            <a:prstGeom prst="ellipse">
              <a:avLst/>
            </a:prstGeom>
            <a:gradFill>
              <a:gsLst>
                <a:gs pos="0">
                  <a:srgbClr val="C9966C">
                    <a:alpha val="32968"/>
                  </a:srgbClr>
                </a:gs>
                <a:gs pos="14286">
                  <a:srgbClr val="C9966C">
                    <a:alpha val="30764"/>
                  </a:srgbClr>
                </a:gs>
                <a:gs pos="28571">
                  <a:srgbClr val="C9966C">
                    <a:alpha val="24833"/>
                  </a:srgbClr>
                </a:gs>
                <a:gs pos="42857">
                  <a:srgbClr val="C9966C">
                    <a:alpha val="17075"/>
                  </a:srgbClr>
                </a:gs>
                <a:gs pos="57143">
                  <a:srgbClr val="C9966C">
                    <a:alpha val="9855"/>
                  </a:srgbClr>
                </a:gs>
                <a:gs pos="71429">
                  <a:srgbClr val="C9966C">
                    <a:alpha val="4740"/>
                  </a:srgbClr>
                </a:gs>
                <a:gs pos="85714">
                  <a:srgbClr val="C9966C">
                    <a:alpha val="1902"/>
                  </a:srgbClr>
                </a:gs>
                <a:gs pos="100000">
                  <a:srgbClr val="C996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10427024">
              <a:off x="2046214" y="2179997"/>
              <a:ext cx="400181" cy="183277"/>
            </a:xfrm>
            <a:prstGeom prst="ellipse">
              <a:avLst/>
            </a:prstGeom>
            <a:gradFill>
              <a:gsLst>
                <a:gs pos="0">
                  <a:srgbClr val="6D0000">
                    <a:alpha val="32968"/>
                  </a:srgbClr>
                </a:gs>
                <a:gs pos="14286">
                  <a:srgbClr val="6D0000">
                    <a:alpha val="30764"/>
                  </a:srgbClr>
                </a:gs>
                <a:gs pos="28571">
                  <a:srgbClr val="6D0000">
                    <a:alpha val="24833"/>
                  </a:srgbClr>
                </a:gs>
                <a:gs pos="42857">
                  <a:srgbClr val="6D0000">
                    <a:alpha val="17075"/>
                  </a:srgbClr>
                </a:gs>
                <a:gs pos="57143">
                  <a:srgbClr val="6D0000">
                    <a:alpha val="9855"/>
                  </a:srgbClr>
                </a:gs>
                <a:gs pos="71429">
                  <a:srgbClr val="6D0000">
                    <a:alpha val="4740"/>
                  </a:srgbClr>
                </a:gs>
                <a:gs pos="85714">
                  <a:srgbClr val="6D0000">
                    <a:alpha val="1902"/>
                  </a:srgbClr>
                </a:gs>
                <a:gs pos="100000">
                  <a:srgbClr val="6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-9950380">
              <a:off x="2055009" y="1097054"/>
              <a:ext cx="539428" cy="310006"/>
            </a:xfrm>
            <a:prstGeom prst="ellipse">
              <a:avLst/>
            </a:prstGeom>
            <a:gradFill>
              <a:gsLst>
                <a:gs pos="0">
                  <a:srgbClr val="B42100">
                    <a:alpha val="32968"/>
                  </a:srgbClr>
                </a:gs>
                <a:gs pos="14286">
                  <a:srgbClr val="B42100">
                    <a:alpha val="30764"/>
                  </a:srgbClr>
                </a:gs>
                <a:gs pos="28571">
                  <a:srgbClr val="B42100">
                    <a:alpha val="24833"/>
                  </a:srgbClr>
                </a:gs>
                <a:gs pos="42857">
                  <a:srgbClr val="B42100">
                    <a:alpha val="17075"/>
                  </a:srgbClr>
                </a:gs>
                <a:gs pos="57143">
                  <a:srgbClr val="B42100">
                    <a:alpha val="9855"/>
                  </a:srgbClr>
                </a:gs>
                <a:gs pos="71429">
                  <a:srgbClr val="B42100">
                    <a:alpha val="4740"/>
                  </a:srgbClr>
                </a:gs>
                <a:gs pos="85714">
                  <a:srgbClr val="B42100">
                    <a:alpha val="1902"/>
                  </a:srgbClr>
                </a:gs>
                <a:gs pos="100000">
                  <a:srgbClr val="B42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9508999">
              <a:off x="1098400" y="127628"/>
              <a:ext cx="380631" cy="174257"/>
            </a:xfrm>
            <a:prstGeom prst="ellipse">
              <a:avLst/>
            </a:prstGeom>
            <a:gradFill>
              <a:gsLst>
                <a:gs pos="0">
                  <a:srgbClr val="9E382E">
                    <a:alpha val="32968"/>
                  </a:srgbClr>
                </a:gs>
                <a:gs pos="14286">
                  <a:srgbClr val="9E382E">
                    <a:alpha val="30764"/>
                  </a:srgbClr>
                </a:gs>
                <a:gs pos="28571">
                  <a:srgbClr val="9E382E">
                    <a:alpha val="24833"/>
                  </a:srgbClr>
                </a:gs>
                <a:gs pos="42857">
                  <a:srgbClr val="9E382E">
                    <a:alpha val="17075"/>
                  </a:srgbClr>
                </a:gs>
                <a:gs pos="57143">
                  <a:srgbClr val="9E382E">
                    <a:alpha val="9855"/>
                  </a:srgbClr>
                </a:gs>
                <a:gs pos="71429">
                  <a:srgbClr val="9E382E">
                    <a:alpha val="4740"/>
                  </a:srgbClr>
                </a:gs>
                <a:gs pos="85714">
                  <a:srgbClr val="9E382E">
                    <a:alpha val="1902"/>
                  </a:srgbClr>
                </a:gs>
                <a:gs pos="100000">
                  <a:srgbClr val="9E38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-10355867">
              <a:off x="1120215" y="3148181"/>
              <a:ext cx="501711" cy="41725"/>
            </a:xfrm>
            <a:prstGeom prst="ellipse">
              <a:avLst/>
            </a:prstGeom>
            <a:gradFill>
              <a:gsLst>
                <a:gs pos="0">
                  <a:srgbClr val="FFA74B">
                    <a:alpha val="11821"/>
                  </a:srgbClr>
                </a:gs>
                <a:gs pos="14286">
                  <a:srgbClr val="FFA74B">
                    <a:alpha val="10919"/>
                  </a:srgbClr>
                </a:gs>
                <a:gs pos="28571">
                  <a:srgbClr val="FFA74B">
                    <a:alpha val="8587"/>
                  </a:srgbClr>
                </a:gs>
                <a:gs pos="42857">
                  <a:srgbClr val="FFA74B">
                    <a:alpha val="5719"/>
                  </a:srgbClr>
                </a:gs>
                <a:gs pos="57143">
                  <a:srgbClr val="FFA74B">
                    <a:alpha val="3210"/>
                  </a:srgbClr>
                </a:gs>
                <a:gs pos="71429">
                  <a:srgbClr val="FFA74B">
                    <a:alpha val="1516"/>
                  </a:srgbClr>
                </a:gs>
                <a:gs pos="85714">
                  <a:srgbClr val="FFA74B">
                    <a:alpha val="602"/>
                  </a:srgbClr>
                </a:gs>
                <a:gs pos="100000">
                  <a:srgbClr val="FFA74B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-8616996">
              <a:off x="301566" y="1044523"/>
              <a:ext cx="456424" cy="176910"/>
            </a:xfrm>
            <a:prstGeom prst="ellipse">
              <a:avLst/>
            </a:prstGeom>
            <a:gradFill>
              <a:gsLst>
                <a:gs pos="0">
                  <a:srgbClr val="963100">
                    <a:alpha val="21919"/>
                  </a:srgbClr>
                </a:gs>
                <a:gs pos="14286">
                  <a:srgbClr val="963100">
                    <a:alpha val="20341"/>
                  </a:srgbClr>
                </a:gs>
                <a:gs pos="28571">
                  <a:srgbClr val="963100">
                    <a:alpha val="16186"/>
                  </a:srgbClr>
                </a:gs>
                <a:gs pos="42857">
                  <a:srgbClr val="963100">
                    <a:alpha val="10936"/>
                  </a:srgbClr>
                </a:gs>
                <a:gs pos="57143">
                  <a:srgbClr val="963100">
                    <a:alpha val="6216"/>
                  </a:srgbClr>
                </a:gs>
                <a:gs pos="71429">
                  <a:srgbClr val="963100">
                    <a:alpha val="2959"/>
                  </a:srgbClr>
                </a:gs>
                <a:gs pos="85714">
                  <a:srgbClr val="963100">
                    <a:alpha val="1181"/>
                  </a:srgbClr>
                </a:gs>
                <a:gs pos="100000">
                  <a:srgbClr val="963100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8666052">
              <a:off x="452602" y="389912"/>
              <a:ext cx="702193" cy="213091"/>
            </a:xfrm>
            <a:prstGeom prst="ellipse">
              <a:avLst/>
            </a:prstGeom>
            <a:gradFill>
              <a:gsLst>
                <a:gs pos="0">
                  <a:srgbClr val="EB5A44">
                    <a:alpha val="32968"/>
                  </a:srgbClr>
                </a:gs>
                <a:gs pos="14286">
                  <a:srgbClr val="EB5A44">
                    <a:alpha val="30764"/>
                  </a:srgbClr>
                </a:gs>
                <a:gs pos="28571">
                  <a:srgbClr val="EB5A44">
                    <a:alpha val="24833"/>
                  </a:srgbClr>
                </a:gs>
                <a:gs pos="42857">
                  <a:srgbClr val="EB5A44">
                    <a:alpha val="17075"/>
                  </a:srgbClr>
                </a:gs>
                <a:gs pos="57143">
                  <a:srgbClr val="EB5A44">
                    <a:alpha val="9855"/>
                  </a:srgbClr>
                </a:gs>
                <a:gs pos="71429">
                  <a:srgbClr val="EB5A44">
                    <a:alpha val="4740"/>
                  </a:srgbClr>
                </a:gs>
                <a:gs pos="85714">
                  <a:srgbClr val="EB5A44">
                    <a:alpha val="1902"/>
                  </a:srgbClr>
                </a:gs>
                <a:gs pos="100000">
                  <a:srgbClr val="EB5A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3599588">
              <a:off x="938610" y="3218075"/>
              <a:ext cx="613254" cy="56722"/>
            </a:xfrm>
            <a:prstGeom prst="ellipse">
              <a:avLst/>
            </a:prstGeom>
            <a:gradFill>
              <a:gsLst>
                <a:gs pos="0">
                  <a:srgbClr val="000026">
                    <a:alpha val="32968"/>
                  </a:srgbClr>
                </a:gs>
                <a:gs pos="14286">
                  <a:srgbClr val="000026">
                    <a:alpha val="30764"/>
                  </a:srgbClr>
                </a:gs>
                <a:gs pos="28571">
                  <a:srgbClr val="000026">
                    <a:alpha val="24833"/>
                  </a:srgbClr>
                </a:gs>
                <a:gs pos="42857">
                  <a:srgbClr val="000026">
                    <a:alpha val="17075"/>
                  </a:srgbClr>
                </a:gs>
                <a:gs pos="57143">
                  <a:srgbClr val="000026">
                    <a:alpha val="9855"/>
                  </a:srgbClr>
                </a:gs>
                <a:gs pos="71429">
                  <a:srgbClr val="000026">
                    <a:alpha val="4740"/>
                  </a:srgbClr>
                </a:gs>
                <a:gs pos="85714">
                  <a:srgbClr val="000026">
                    <a:alpha val="1902"/>
                  </a:srgbClr>
                </a:gs>
                <a:gs pos="100000">
                  <a:srgbClr val="0000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8327548">
              <a:off x="102103" y="1409041"/>
              <a:ext cx="261511" cy="134194"/>
            </a:xfrm>
            <a:prstGeom prst="ellipse">
              <a:avLst/>
            </a:prstGeom>
            <a:gradFill>
              <a:gsLst>
                <a:gs pos="0">
                  <a:srgbClr val="004B33">
                    <a:alpha val="30452"/>
                  </a:srgbClr>
                </a:gs>
                <a:gs pos="14286">
                  <a:srgbClr val="004B33">
                    <a:alpha val="28379"/>
                  </a:srgbClr>
                </a:gs>
                <a:gs pos="28571">
                  <a:srgbClr val="004B33">
                    <a:alpha val="22830"/>
                  </a:srgbClr>
                </a:gs>
                <a:gs pos="42857">
                  <a:srgbClr val="004B33">
                    <a:alpha val="15633"/>
                  </a:srgbClr>
                </a:gs>
                <a:gs pos="57143">
                  <a:srgbClr val="004B33">
                    <a:alpha val="8989"/>
                  </a:srgbClr>
                </a:gs>
                <a:gs pos="71429">
                  <a:srgbClr val="004B33">
                    <a:alpha val="4313"/>
                  </a:srgbClr>
                </a:gs>
                <a:gs pos="85714">
                  <a:srgbClr val="004B33">
                    <a:alpha val="1728"/>
                  </a:srgbClr>
                </a:gs>
                <a:gs pos="100000">
                  <a:srgbClr val="004B33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9951374">
              <a:off x="2048679" y="3385220"/>
              <a:ext cx="602928" cy="133579"/>
            </a:xfrm>
            <a:prstGeom prst="ellipse">
              <a:avLst/>
            </a:prstGeom>
            <a:gradFill>
              <a:gsLst>
                <a:gs pos="0">
                  <a:srgbClr val="F2543E">
                    <a:alpha val="32968"/>
                  </a:srgbClr>
                </a:gs>
                <a:gs pos="14286">
                  <a:srgbClr val="F2543E">
                    <a:alpha val="30764"/>
                  </a:srgbClr>
                </a:gs>
                <a:gs pos="28571">
                  <a:srgbClr val="F2543E">
                    <a:alpha val="24833"/>
                  </a:srgbClr>
                </a:gs>
                <a:gs pos="42857">
                  <a:srgbClr val="F2543E">
                    <a:alpha val="17075"/>
                  </a:srgbClr>
                </a:gs>
                <a:gs pos="57143">
                  <a:srgbClr val="F2543E">
                    <a:alpha val="9855"/>
                  </a:srgbClr>
                </a:gs>
                <a:gs pos="71429">
                  <a:srgbClr val="F2543E">
                    <a:alpha val="4740"/>
                  </a:srgbClr>
                </a:gs>
                <a:gs pos="85714">
                  <a:srgbClr val="F2543E">
                    <a:alpha val="1902"/>
                  </a:srgbClr>
                </a:gs>
                <a:gs pos="100000">
                  <a:srgbClr val="F254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5591252">
              <a:off x="-93625" y="1849136"/>
              <a:ext cx="492286" cy="188827"/>
            </a:xfrm>
            <a:prstGeom prst="ellipse">
              <a:avLst/>
            </a:prstGeom>
            <a:gradFill>
              <a:gsLst>
                <a:gs pos="0">
                  <a:srgbClr val="E55F3F">
                    <a:alpha val="32968"/>
                  </a:srgbClr>
                </a:gs>
                <a:gs pos="14286">
                  <a:srgbClr val="E55F3F">
                    <a:alpha val="30764"/>
                  </a:srgbClr>
                </a:gs>
                <a:gs pos="28571">
                  <a:srgbClr val="E55F3F">
                    <a:alpha val="24833"/>
                  </a:srgbClr>
                </a:gs>
                <a:gs pos="42857">
                  <a:srgbClr val="E55F3F">
                    <a:alpha val="17075"/>
                  </a:srgbClr>
                </a:gs>
                <a:gs pos="57143">
                  <a:srgbClr val="E55F3F">
                    <a:alpha val="9855"/>
                  </a:srgbClr>
                </a:gs>
                <a:gs pos="71429">
                  <a:srgbClr val="E55F3F">
                    <a:alpha val="4740"/>
                  </a:srgbClr>
                </a:gs>
                <a:gs pos="85714">
                  <a:srgbClr val="E55F3F">
                    <a:alpha val="1902"/>
                  </a:srgbClr>
                </a:gs>
                <a:gs pos="100000">
                  <a:srgbClr val="E55F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8367760">
              <a:off x="1268872" y="231326"/>
              <a:ext cx="626282" cy="297090"/>
            </a:xfrm>
            <a:prstGeom prst="ellipse">
              <a:avLst/>
            </a:prstGeom>
            <a:gradFill>
              <a:gsLst>
                <a:gs pos="0">
                  <a:srgbClr val="F12303">
                    <a:alpha val="24133"/>
                  </a:srgbClr>
                </a:gs>
                <a:gs pos="14286">
                  <a:srgbClr val="F12303">
                    <a:alpha val="22419"/>
                  </a:srgbClr>
                </a:gs>
                <a:gs pos="28571">
                  <a:srgbClr val="F12303">
                    <a:alpha val="17889"/>
                  </a:srgbClr>
                </a:gs>
                <a:gs pos="42857">
                  <a:srgbClr val="F12303">
                    <a:alpha val="12127"/>
                  </a:srgbClr>
                </a:gs>
                <a:gs pos="57143">
                  <a:srgbClr val="F12303">
                    <a:alpha val="6913"/>
                  </a:srgbClr>
                </a:gs>
                <a:gs pos="71429">
                  <a:srgbClr val="F12303">
                    <a:alpha val="3298"/>
                  </a:srgbClr>
                </a:gs>
                <a:gs pos="85714">
                  <a:srgbClr val="F12303">
                    <a:alpha val="1317"/>
                  </a:srgbClr>
                </a:gs>
                <a:gs pos="100000">
                  <a:srgbClr val="F12303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5144424">
              <a:off x="2033803" y="1979571"/>
              <a:ext cx="416084" cy="194781"/>
            </a:xfrm>
            <a:prstGeom prst="ellipse">
              <a:avLst/>
            </a:prstGeom>
            <a:gradFill>
              <a:gsLst>
                <a:gs pos="0">
                  <a:srgbClr val="846937">
                    <a:alpha val="32968"/>
                  </a:srgbClr>
                </a:gs>
                <a:gs pos="14286">
                  <a:srgbClr val="846937">
                    <a:alpha val="30764"/>
                  </a:srgbClr>
                </a:gs>
                <a:gs pos="28571">
                  <a:srgbClr val="846937">
                    <a:alpha val="24833"/>
                  </a:srgbClr>
                </a:gs>
                <a:gs pos="42857">
                  <a:srgbClr val="846937">
                    <a:alpha val="17075"/>
                  </a:srgbClr>
                </a:gs>
                <a:gs pos="57143">
                  <a:srgbClr val="846937">
                    <a:alpha val="9855"/>
                  </a:srgbClr>
                </a:gs>
                <a:gs pos="71429">
                  <a:srgbClr val="846937">
                    <a:alpha val="4740"/>
                  </a:srgbClr>
                </a:gs>
                <a:gs pos="85714">
                  <a:srgbClr val="846937">
                    <a:alpha val="1902"/>
                  </a:srgbClr>
                </a:gs>
                <a:gs pos="100000">
                  <a:srgbClr val="8469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9753640">
              <a:off x="1944198" y="2233038"/>
              <a:ext cx="300893" cy="243470"/>
            </a:xfrm>
            <a:prstGeom prst="ellipse">
              <a:avLst/>
            </a:prstGeom>
            <a:gradFill>
              <a:gsLst>
                <a:gs pos="0">
                  <a:srgbClr val="998145">
                    <a:alpha val="6781"/>
                  </a:srgbClr>
                </a:gs>
                <a:gs pos="14286">
                  <a:srgbClr val="998145">
                    <a:alpha val="6250"/>
                  </a:srgbClr>
                </a:gs>
                <a:gs pos="28571">
                  <a:srgbClr val="998145">
                    <a:alpha val="4887"/>
                  </a:srgbClr>
                </a:gs>
                <a:gs pos="42857">
                  <a:srgbClr val="998145">
                    <a:alpha val="3233"/>
                  </a:srgbClr>
                </a:gs>
                <a:gs pos="57143">
                  <a:srgbClr val="998145">
                    <a:alpha val="1805"/>
                  </a:srgbClr>
                </a:gs>
                <a:gs pos="71429">
                  <a:srgbClr val="998145">
                    <a:alpha val="849"/>
                  </a:srgbClr>
                </a:gs>
                <a:gs pos="85714">
                  <a:srgbClr val="998145">
                    <a:alpha val="337"/>
                  </a:srgbClr>
                </a:gs>
                <a:gs pos="100000">
                  <a:srgbClr val="998145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7765280">
              <a:off x="552670" y="650792"/>
              <a:ext cx="481191" cy="184314"/>
            </a:xfrm>
            <a:prstGeom prst="ellipse">
              <a:avLst/>
            </a:prstGeom>
            <a:gradFill>
              <a:gsLst>
                <a:gs pos="0">
                  <a:srgbClr val="DD8C69">
                    <a:alpha val="32552"/>
                  </a:srgbClr>
                </a:gs>
                <a:gs pos="14286">
                  <a:srgbClr val="DD8C69">
                    <a:alpha val="30369"/>
                  </a:srgbClr>
                </a:gs>
                <a:gs pos="28571">
                  <a:srgbClr val="DD8C69">
                    <a:alpha val="24500"/>
                  </a:srgbClr>
                </a:gs>
                <a:gs pos="42857">
                  <a:srgbClr val="DD8C69">
                    <a:alpha val="16835"/>
                  </a:srgbClr>
                </a:gs>
                <a:gs pos="57143">
                  <a:srgbClr val="DD8C69">
                    <a:alpha val="9710"/>
                  </a:srgbClr>
                </a:gs>
                <a:gs pos="71429">
                  <a:srgbClr val="DD8C69">
                    <a:alpha val="4669"/>
                  </a:srgbClr>
                </a:gs>
                <a:gs pos="85714">
                  <a:srgbClr val="DD8C69">
                    <a:alpha val="1873"/>
                  </a:srgbClr>
                </a:gs>
                <a:gs pos="100000">
                  <a:srgbClr val="DD8C69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-10624030">
              <a:off x="2409908" y="2139399"/>
              <a:ext cx="397730" cy="135045"/>
            </a:xfrm>
            <a:prstGeom prst="ellipse">
              <a:avLst/>
            </a:prstGeom>
            <a:gradFill>
              <a:gsLst>
                <a:gs pos="0">
                  <a:srgbClr val="EABA76">
                    <a:alpha val="32968"/>
                  </a:srgbClr>
                </a:gs>
                <a:gs pos="14286">
                  <a:srgbClr val="EABA76">
                    <a:alpha val="30764"/>
                  </a:srgbClr>
                </a:gs>
                <a:gs pos="28571">
                  <a:srgbClr val="EABA76">
                    <a:alpha val="24833"/>
                  </a:srgbClr>
                </a:gs>
                <a:gs pos="42857">
                  <a:srgbClr val="EABA76">
                    <a:alpha val="17075"/>
                  </a:srgbClr>
                </a:gs>
                <a:gs pos="57143">
                  <a:srgbClr val="EABA76">
                    <a:alpha val="9855"/>
                  </a:srgbClr>
                </a:gs>
                <a:gs pos="71429">
                  <a:srgbClr val="EABA76">
                    <a:alpha val="4740"/>
                  </a:srgbClr>
                </a:gs>
                <a:gs pos="85714">
                  <a:srgbClr val="EABA76">
                    <a:alpha val="1902"/>
                  </a:srgbClr>
                </a:gs>
                <a:gs pos="100000">
                  <a:srgbClr val="EABA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4540761">
              <a:off x="1396337" y="3132951"/>
              <a:ext cx="219597" cy="187350"/>
            </a:xfrm>
            <a:prstGeom prst="ellipse">
              <a:avLst/>
            </a:prstGeom>
            <a:gradFill>
              <a:gsLst>
                <a:gs pos="0">
                  <a:srgbClr val="9D762E">
                    <a:alpha val="11375"/>
                  </a:srgbClr>
                </a:gs>
                <a:gs pos="14286">
                  <a:srgbClr val="9D762E">
                    <a:alpha val="10505"/>
                  </a:srgbClr>
                </a:gs>
                <a:gs pos="28571">
                  <a:srgbClr val="9D762E">
                    <a:alpha val="8257"/>
                  </a:srgbClr>
                </a:gs>
                <a:gs pos="42857">
                  <a:srgbClr val="9D762E">
                    <a:alpha val="5496"/>
                  </a:srgbClr>
                </a:gs>
                <a:gs pos="57143">
                  <a:srgbClr val="9D762E">
                    <a:alpha val="3084"/>
                  </a:srgbClr>
                </a:gs>
                <a:gs pos="71429">
                  <a:srgbClr val="9D762E">
                    <a:alpha val="1455"/>
                  </a:srgbClr>
                </a:gs>
                <a:gs pos="85714">
                  <a:srgbClr val="9D762E">
                    <a:alpha val="578"/>
                  </a:srgbClr>
                </a:gs>
                <a:gs pos="100000">
                  <a:srgbClr val="9D762E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-10560749">
              <a:off x="1927915" y="1062120"/>
              <a:ext cx="545255" cy="56079"/>
            </a:xfrm>
            <a:prstGeom prst="ellipse">
              <a:avLst/>
            </a:prstGeom>
            <a:gradFill>
              <a:gsLst>
                <a:gs pos="0">
                  <a:srgbClr val="000030">
                    <a:alpha val="32968"/>
                  </a:srgbClr>
                </a:gs>
                <a:gs pos="14286">
                  <a:srgbClr val="000030">
                    <a:alpha val="30764"/>
                  </a:srgbClr>
                </a:gs>
                <a:gs pos="28571">
                  <a:srgbClr val="000030">
                    <a:alpha val="24833"/>
                  </a:srgbClr>
                </a:gs>
                <a:gs pos="42857">
                  <a:srgbClr val="000030">
                    <a:alpha val="17075"/>
                  </a:srgbClr>
                </a:gs>
                <a:gs pos="57143">
                  <a:srgbClr val="000030">
                    <a:alpha val="9855"/>
                  </a:srgbClr>
                </a:gs>
                <a:gs pos="71429">
                  <a:srgbClr val="000030">
                    <a:alpha val="4740"/>
                  </a:srgbClr>
                </a:gs>
                <a:gs pos="85714">
                  <a:srgbClr val="000030">
                    <a:alpha val="1902"/>
                  </a:srgbClr>
                </a:gs>
                <a:gs pos="100000">
                  <a:srgbClr val="0000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9302346">
              <a:off x="1263933" y="317561"/>
              <a:ext cx="416204" cy="190586"/>
            </a:xfrm>
            <a:prstGeom prst="ellipse">
              <a:avLst/>
            </a:prstGeom>
            <a:gradFill>
              <a:gsLst>
                <a:gs pos="0">
                  <a:srgbClr val="D98700">
                    <a:alpha val="32968"/>
                  </a:srgbClr>
                </a:gs>
                <a:gs pos="14286">
                  <a:srgbClr val="D98700">
                    <a:alpha val="30764"/>
                  </a:srgbClr>
                </a:gs>
                <a:gs pos="28571">
                  <a:srgbClr val="D98700">
                    <a:alpha val="24833"/>
                  </a:srgbClr>
                </a:gs>
                <a:gs pos="42857">
                  <a:srgbClr val="D98700">
                    <a:alpha val="17075"/>
                  </a:srgbClr>
                </a:gs>
                <a:gs pos="57143">
                  <a:srgbClr val="D98700">
                    <a:alpha val="9855"/>
                  </a:srgbClr>
                </a:gs>
                <a:gs pos="71429">
                  <a:srgbClr val="D98700">
                    <a:alpha val="4740"/>
                  </a:srgbClr>
                </a:gs>
                <a:gs pos="85714">
                  <a:srgbClr val="D98700">
                    <a:alpha val="1902"/>
                  </a:srgbClr>
                </a:gs>
                <a:gs pos="100000">
                  <a:srgbClr val="D98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-10682876">
              <a:off x="2411699" y="2254697"/>
              <a:ext cx="389509" cy="48190"/>
            </a:xfrm>
            <a:prstGeom prst="ellipse">
              <a:avLst/>
            </a:prstGeom>
            <a:gradFill>
              <a:gsLst>
                <a:gs pos="0">
                  <a:srgbClr val="CE9651">
                    <a:alpha val="32968"/>
                  </a:srgbClr>
                </a:gs>
                <a:gs pos="14286">
                  <a:srgbClr val="CE9651">
                    <a:alpha val="30764"/>
                  </a:srgbClr>
                </a:gs>
                <a:gs pos="28571">
                  <a:srgbClr val="CE9651">
                    <a:alpha val="24833"/>
                  </a:srgbClr>
                </a:gs>
                <a:gs pos="42857">
                  <a:srgbClr val="CE9651">
                    <a:alpha val="17075"/>
                  </a:srgbClr>
                </a:gs>
                <a:gs pos="57143">
                  <a:srgbClr val="CE9651">
                    <a:alpha val="9855"/>
                  </a:srgbClr>
                </a:gs>
                <a:gs pos="71429">
                  <a:srgbClr val="CE9651">
                    <a:alpha val="4740"/>
                  </a:srgbClr>
                </a:gs>
                <a:gs pos="85714">
                  <a:srgbClr val="CE9651">
                    <a:alpha val="1902"/>
                  </a:srgbClr>
                </a:gs>
                <a:gs pos="100000">
                  <a:srgbClr val="CE96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-8189785">
              <a:off x="2863902" y="642106"/>
              <a:ext cx="334555" cy="296669"/>
            </a:xfrm>
            <a:prstGeom prst="ellipse">
              <a:avLst/>
            </a:prstGeom>
            <a:gradFill>
              <a:gsLst>
                <a:gs pos="0">
                  <a:srgbClr val="FF643F">
                    <a:alpha val="28014"/>
                  </a:srgbClr>
                </a:gs>
                <a:gs pos="14286">
                  <a:srgbClr val="FF643F">
                    <a:alpha val="26074"/>
                  </a:srgbClr>
                </a:gs>
                <a:gs pos="28571">
                  <a:srgbClr val="FF643F">
                    <a:alpha val="20909"/>
                  </a:srgbClr>
                </a:gs>
                <a:gs pos="42857">
                  <a:srgbClr val="FF643F">
                    <a:alpha val="14261"/>
                  </a:srgbClr>
                </a:gs>
                <a:gs pos="57143">
                  <a:srgbClr val="FF643F">
                    <a:alpha val="8172"/>
                  </a:srgbClr>
                </a:gs>
                <a:gs pos="71429">
                  <a:srgbClr val="FF643F">
                    <a:alpha val="3912"/>
                  </a:srgbClr>
                </a:gs>
                <a:gs pos="85714">
                  <a:srgbClr val="FF643F">
                    <a:alpha val="1566"/>
                  </a:srgbClr>
                </a:gs>
                <a:gs pos="100000">
                  <a:srgbClr val="FF643F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4794388">
              <a:off x="-8949" y="1947822"/>
              <a:ext cx="421026" cy="251875"/>
            </a:xfrm>
            <a:prstGeom prst="ellipse">
              <a:avLst/>
            </a:prstGeom>
            <a:gradFill>
              <a:gsLst>
                <a:gs pos="0">
                  <a:srgbClr val="EF785E">
                    <a:alpha val="23676"/>
                  </a:srgbClr>
                </a:gs>
                <a:gs pos="14286">
                  <a:srgbClr val="EF785E">
                    <a:alpha val="21990"/>
                  </a:srgbClr>
                </a:gs>
                <a:gs pos="28571">
                  <a:srgbClr val="EF785E">
                    <a:alpha val="17537"/>
                  </a:srgbClr>
                </a:gs>
                <a:gs pos="42857">
                  <a:srgbClr val="EF785E">
                    <a:alpha val="11880"/>
                  </a:srgbClr>
                </a:gs>
                <a:gs pos="57143">
                  <a:srgbClr val="EF785E">
                    <a:alpha val="6768"/>
                  </a:srgbClr>
                </a:gs>
                <a:gs pos="71429">
                  <a:srgbClr val="EF785E">
                    <a:alpha val="3227"/>
                  </a:srgbClr>
                </a:gs>
                <a:gs pos="85714">
                  <a:srgbClr val="EF785E">
                    <a:alpha val="1289"/>
                  </a:srgbClr>
                </a:gs>
                <a:gs pos="100000">
                  <a:srgbClr val="EF785E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5562874">
              <a:off x="3409480" y="1852122"/>
              <a:ext cx="449855" cy="46729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8111719">
              <a:off x="1904099" y="2592727"/>
              <a:ext cx="401181" cy="159821"/>
            </a:xfrm>
            <a:prstGeom prst="ellipse">
              <a:avLst/>
            </a:prstGeom>
            <a:gradFill>
              <a:gsLst>
                <a:gs pos="0">
                  <a:srgbClr val="4C0004">
                    <a:alpha val="22368"/>
                  </a:srgbClr>
                </a:gs>
                <a:gs pos="14286">
                  <a:srgbClr val="4C0004">
                    <a:alpha val="20762"/>
                  </a:srgbClr>
                </a:gs>
                <a:gs pos="28571">
                  <a:srgbClr val="4C0004">
                    <a:alpha val="16531"/>
                  </a:srgbClr>
                </a:gs>
                <a:gs pos="42857">
                  <a:srgbClr val="4C0004">
                    <a:alpha val="11177"/>
                  </a:srgbClr>
                </a:gs>
                <a:gs pos="57143">
                  <a:srgbClr val="4C0004">
                    <a:alpha val="6356"/>
                  </a:srgbClr>
                </a:gs>
                <a:gs pos="71429">
                  <a:srgbClr val="4C0004">
                    <a:alpha val="3027"/>
                  </a:srgbClr>
                </a:gs>
                <a:gs pos="85714">
                  <a:srgbClr val="4C0004">
                    <a:alpha val="1208"/>
                  </a:srgbClr>
                </a:gs>
                <a:gs pos="100000">
                  <a:srgbClr val="4C0004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7616725">
              <a:off x="1276301" y="534315"/>
              <a:ext cx="323770" cy="127138"/>
            </a:xfrm>
            <a:prstGeom prst="ellipse">
              <a:avLst/>
            </a:prstGeom>
            <a:gradFill>
              <a:gsLst>
                <a:gs pos="0">
                  <a:srgbClr val="C4A273">
                    <a:alpha val="32968"/>
                  </a:srgbClr>
                </a:gs>
                <a:gs pos="14286">
                  <a:srgbClr val="C4A273">
                    <a:alpha val="30764"/>
                  </a:srgbClr>
                </a:gs>
                <a:gs pos="28571">
                  <a:srgbClr val="C4A273">
                    <a:alpha val="24833"/>
                  </a:srgbClr>
                </a:gs>
                <a:gs pos="42857">
                  <a:srgbClr val="C4A273">
                    <a:alpha val="17075"/>
                  </a:srgbClr>
                </a:gs>
                <a:gs pos="57143">
                  <a:srgbClr val="C4A273">
                    <a:alpha val="9855"/>
                  </a:srgbClr>
                </a:gs>
                <a:gs pos="71429">
                  <a:srgbClr val="C4A273">
                    <a:alpha val="4740"/>
                  </a:srgbClr>
                </a:gs>
                <a:gs pos="85714">
                  <a:srgbClr val="C4A273">
                    <a:alpha val="1902"/>
                  </a:srgbClr>
                </a:gs>
                <a:gs pos="100000">
                  <a:srgbClr val="C4A2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-10636926">
              <a:off x="2175979" y="1117358"/>
              <a:ext cx="458973" cy="159134"/>
            </a:xfrm>
            <a:prstGeom prst="ellipse">
              <a:avLst/>
            </a:prstGeom>
            <a:gradFill>
              <a:gsLst>
                <a:gs pos="0">
                  <a:srgbClr val="ED885C">
                    <a:alpha val="29924"/>
                  </a:srgbClr>
                </a:gs>
                <a:gs pos="14286">
                  <a:srgbClr val="ED885C">
                    <a:alpha val="27879"/>
                  </a:srgbClr>
                </a:gs>
                <a:gs pos="28571">
                  <a:srgbClr val="ED885C">
                    <a:alpha val="22413"/>
                  </a:srgbClr>
                </a:gs>
                <a:gs pos="42857">
                  <a:srgbClr val="ED885C">
                    <a:alpha val="15333"/>
                  </a:srgbClr>
                </a:gs>
                <a:gs pos="57143">
                  <a:srgbClr val="ED885C">
                    <a:alpha val="8811"/>
                  </a:srgbClr>
                </a:gs>
                <a:gs pos="71429">
                  <a:srgbClr val="ED885C">
                    <a:alpha val="4225"/>
                  </a:srgbClr>
                </a:gs>
                <a:gs pos="85714">
                  <a:srgbClr val="ED885C">
                    <a:alpha val="1693"/>
                  </a:srgbClr>
                </a:gs>
                <a:gs pos="100000">
                  <a:srgbClr val="ED885C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6101281">
              <a:off x="1231" y="1037244"/>
              <a:ext cx="662322" cy="197653"/>
            </a:xfrm>
            <a:prstGeom prst="ellipse">
              <a:avLst/>
            </a:prstGeom>
            <a:gradFill>
              <a:gsLst>
                <a:gs pos="0">
                  <a:srgbClr val="DE775C">
                    <a:alpha val="32968"/>
                  </a:srgbClr>
                </a:gs>
                <a:gs pos="14286">
                  <a:srgbClr val="DE775C">
                    <a:alpha val="30764"/>
                  </a:srgbClr>
                </a:gs>
                <a:gs pos="28571">
                  <a:srgbClr val="DE775C">
                    <a:alpha val="24833"/>
                  </a:srgbClr>
                </a:gs>
                <a:gs pos="42857">
                  <a:srgbClr val="DE775C">
                    <a:alpha val="17075"/>
                  </a:srgbClr>
                </a:gs>
                <a:gs pos="57143">
                  <a:srgbClr val="DE775C">
                    <a:alpha val="9855"/>
                  </a:srgbClr>
                </a:gs>
                <a:gs pos="71429">
                  <a:srgbClr val="DE775C">
                    <a:alpha val="4740"/>
                  </a:srgbClr>
                </a:gs>
                <a:gs pos="85714">
                  <a:srgbClr val="DE775C">
                    <a:alpha val="1902"/>
                  </a:srgbClr>
                </a:gs>
                <a:gs pos="100000">
                  <a:srgbClr val="DE77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4816283">
              <a:off x="2176189" y="2634359"/>
              <a:ext cx="304324" cy="280985"/>
            </a:xfrm>
            <a:prstGeom prst="ellipse">
              <a:avLst/>
            </a:prstGeom>
            <a:gradFill>
              <a:gsLst>
                <a:gs pos="0">
                  <a:srgbClr val="CA493D">
                    <a:alpha val="9705"/>
                  </a:srgbClr>
                </a:gs>
                <a:gs pos="14286">
                  <a:srgbClr val="CA493D">
                    <a:alpha val="8956"/>
                  </a:srgbClr>
                </a:gs>
                <a:gs pos="28571">
                  <a:srgbClr val="CA493D">
                    <a:alpha val="7026"/>
                  </a:srgbClr>
                </a:gs>
                <a:gs pos="42857">
                  <a:srgbClr val="CA493D">
                    <a:alpha val="4666"/>
                  </a:srgbClr>
                </a:gs>
                <a:gs pos="57143">
                  <a:srgbClr val="CA493D">
                    <a:alpha val="2613"/>
                  </a:srgbClr>
                </a:gs>
                <a:gs pos="71429">
                  <a:srgbClr val="CA493D">
                    <a:alpha val="1232"/>
                  </a:srgbClr>
                </a:gs>
                <a:gs pos="85714">
                  <a:srgbClr val="CA493D">
                    <a:alpha val="489"/>
                  </a:srgbClr>
                </a:gs>
                <a:gs pos="100000">
                  <a:srgbClr val="CA493D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-8922969">
              <a:off x="840849" y="3013747"/>
              <a:ext cx="303082" cy="247448"/>
            </a:xfrm>
            <a:prstGeom prst="ellipse">
              <a:avLst/>
            </a:prstGeom>
            <a:gradFill>
              <a:gsLst>
                <a:gs pos="0">
                  <a:srgbClr val="AE011E">
                    <a:alpha val="11593"/>
                  </a:srgbClr>
                </a:gs>
                <a:gs pos="14286">
                  <a:srgbClr val="AE011E">
                    <a:alpha val="10708"/>
                  </a:srgbClr>
                </a:gs>
                <a:gs pos="28571">
                  <a:srgbClr val="AE011E">
                    <a:alpha val="8418"/>
                  </a:srgbClr>
                </a:gs>
                <a:gs pos="42857">
                  <a:srgbClr val="AE011E">
                    <a:alpha val="5605"/>
                  </a:srgbClr>
                </a:gs>
                <a:gs pos="57143">
                  <a:srgbClr val="AE011E">
                    <a:alpha val="3146"/>
                  </a:srgbClr>
                </a:gs>
                <a:gs pos="71429">
                  <a:srgbClr val="AE011E">
                    <a:alpha val="1485"/>
                  </a:srgbClr>
                </a:gs>
                <a:gs pos="85714">
                  <a:srgbClr val="AE011E">
                    <a:alpha val="590"/>
                  </a:srgbClr>
                </a:gs>
                <a:gs pos="100000">
                  <a:srgbClr val="AE011E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6568390">
              <a:off x="9761" y="2178967"/>
              <a:ext cx="576314" cy="65066"/>
            </a:xfrm>
            <a:prstGeom prst="ellipse">
              <a:avLst/>
            </a:prstGeom>
            <a:gradFill>
              <a:gsLst>
                <a:gs pos="0">
                  <a:srgbClr val="A20039">
                    <a:alpha val="32968"/>
                  </a:srgbClr>
                </a:gs>
                <a:gs pos="14286">
                  <a:srgbClr val="A20039">
                    <a:alpha val="30764"/>
                  </a:srgbClr>
                </a:gs>
                <a:gs pos="28571">
                  <a:srgbClr val="A20039">
                    <a:alpha val="24833"/>
                  </a:srgbClr>
                </a:gs>
                <a:gs pos="42857">
                  <a:srgbClr val="A20039">
                    <a:alpha val="17075"/>
                  </a:srgbClr>
                </a:gs>
                <a:gs pos="57143">
                  <a:srgbClr val="A20039">
                    <a:alpha val="9855"/>
                  </a:srgbClr>
                </a:gs>
                <a:gs pos="71429">
                  <a:srgbClr val="A20039">
                    <a:alpha val="4740"/>
                  </a:srgbClr>
                </a:gs>
                <a:gs pos="85714">
                  <a:srgbClr val="A20039">
                    <a:alpha val="1902"/>
                  </a:srgbClr>
                </a:gs>
                <a:gs pos="100000">
                  <a:srgbClr val="A200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6153896">
              <a:off x="-83356" y="1378528"/>
              <a:ext cx="516430" cy="193624"/>
            </a:xfrm>
            <a:prstGeom prst="ellipse">
              <a:avLst/>
            </a:prstGeom>
            <a:gradFill>
              <a:gsLst>
                <a:gs pos="0">
                  <a:srgbClr val="E76044">
                    <a:alpha val="32968"/>
                  </a:srgbClr>
                </a:gs>
                <a:gs pos="14286">
                  <a:srgbClr val="E76044">
                    <a:alpha val="30764"/>
                  </a:srgbClr>
                </a:gs>
                <a:gs pos="28571">
                  <a:srgbClr val="E76044">
                    <a:alpha val="24833"/>
                  </a:srgbClr>
                </a:gs>
                <a:gs pos="42857">
                  <a:srgbClr val="E76044">
                    <a:alpha val="17075"/>
                  </a:srgbClr>
                </a:gs>
                <a:gs pos="57143">
                  <a:srgbClr val="E76044">
                    <a:alpha val="9855"/>
                  </a:srgbClr>
                </a:gs>
                <a:gs pos="71429">
                  <a:srgbClr val="E76044">
                    <a:alpha val="4740"/>
                  </a:srgbClr>
                </a:gs>
                <a:gs pos="85714">
                  <a:srgbClr val="E76044">
                    <a:alpha val="1902"/>
                  </a:srgbClr>
                </a:gs>
                <a:gs pos="100000">
                  <a:srgbClr val="E760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9444292">
              <a:off x="1252488" y="2764299"/>
              <a:ext cx="297694" cy="285724"/>
            </a:xfrm>
            <a:prstGeom prst="ellipse">
              <a:avLst/>
            </a:prstGeom>
            <a:gradFill>
              <a:gsLst>
                <a:gs pos="0">
                  <a:srgbClr val="E71B00">
                    <a:alpha val="7751"/>
                  </a:srgbClr>
                </a:gs>
                <a:gs pos="14286">
                  <a:srgbClr val="E71B00">
                    <a:alpha val="7147"/>
                  </a:srgbClr>
                </a:gs>
                <a:gs pos="28571">
                  <a:srgbClr val="E71B00">
                    <a:alpha val="5595"/>
                  </a:srgbClr>
                </a:gs>
                <a:gs pos="42857">
                  <a:srgbClr val="E71B00">
                    <a:alpha val="3706"/>
                  </a:srgbClr>
                </a:gs>
                <a:gs pos="57143">
                  <a:srgbClr val="E71B00">
                    <a:alpha val="2071"/>
                  </a:srgbClr>
                </a:gs>
                <a:gs pos="71429">
                  <a:srgbClr val="E71B00">
                    <a:alpha val="975"/>
                  </a:srgbClr>
                </a:gs>
                <a:gs pos="85714">
                  <a:srgbClr val="E71B00">
                    <a:alpha val="387"/>
                  </a:srgbClr>
                </a:gs>
                <a:gs pos="100000">
                  <a:srgbClr val="E71B00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-8864498">
              <a:off x="1799867" y="1938140"/>
              <a:ext cx="405429" cy="170953"/>
            </a:xfrm>
            <a:prstGeom prst="ellipse">
              <a:avLst/>
            </a:prstGeom>
            <a:gradFill>
              <a:gsLst>
                <a:gs pos="0">
                  <a:srgbClr val="695A26">
                    <a:alpha val="25555"/>
                  </a:srgbClr>
                </a:gs>
                <a:gs pos="14286">
                  <a:srgbClr val="695A26">
                    <a:alpha val="23757"/>
                  </a:srgbClr>
                </a:gs>
                <a:gs pos="28571">
                  <a:srgbClr val="695A26">
                    <a:alpha val="18990"/>
                  </a:srgbClr>
                </a:gs>
                <a:gs pos="42857">
                  <a:srgbClr val="695A26">
                    <a:alpha val="12902"/>
                  </a:srgbClr>
                </a:gs>
                <a:gs pos="57143">
                  <a:srgbClr val="695A26">
                    <a:alpha val="7369"/>
                  </a:srgbClr>
                </a:gs>
                <a:gs pos="71429">
                  <a:srgbClr val="695A26">
                    <a:alpha val="3520"/>
                  </a:srgbClr>
                </a:gs>
                <a:gs pos="85714">
                  <a:srgbClr val="695A26">
                    <a:alpha val="1407"/>
                  </a:srgbClr>
                </a:gs>
                <a:gs pos="100000">
                  <a:srgbClr val="695A26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-8393572">
              <a:off x="62186" y="1301255"/>
              <a:ext cx="292382" cy="256253"/>
            </a:xfrm>
            <a:prstGeom prst="ellipse">
              <a:avLst/>
            </a:prstGeom>
            <a:gradFill>
              <a:gsLst>
                <a:gs pos="0">
                  <a:srgbClr val="00553F">
                    <a:alpha val="5688"/>
                  </a:srgbClr>
                </a:gs>
                <a:gs pos="14286">
                  <a:srgbClr val="00553F">
                    <a:alpha val="5240"/>
                  </a:srgbClr>
                </a:gs>
                <a:gs pos="28571">
                  <a:srgbClr val="00553F">
                    <a:alpha val="4093"/>
                  </a:srgbClr>
                </a:gs>
                <a:gs pos="42857">
                  <a:srgbClr val="00553F">
                    <a:alpha val="2704"/>
                  </a:srgbClr>
                </a:gs>
                <a:gs pos="57143">
                  <a:srgbClr val="00553F">
                    <a:alpha val="1507"/>
                  </a:srgbClr>
                </a:gs>
                <a:gs pos="71429">
                  <a:srgbClr val="00553F">
                    <a:alpha val="708"/>
                  </a:srgbClr>
                </a:gs>
                <a:gs pos="85714">
                  <a:srgbClr val="00553F">
                    <a:alpha val="281"/>
                  </a:srgbClr>
                </a:gs>
                <a:gs pos="100000">
                  <a:srgbClr val="00553F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-10797025">
              <a:off x="2246628" y="1043952"/>
              <a:ext cx="339824" cy="80064"/>
            </a:xfrm>
            <a:prstGeom prst="ellipse">
              <a:avLst/>
            </a:prstGeom>
            <a:gradFill>
              <a:gsLst>
                <a:gs pos="0">
                  <a:srgbClr val="FE9E64">
                    <a:alpha val="32968"/>
                  </a:srgbClr>
                </a:gs>
                <a:gs pos="14286">
                  <a:srgbClr val="FE9E64">
                    <a:alpha val="30764"/>
                  </a:srgbClr>
                </a:gs>
                <a:gs pos="28571">
                  <a:srgbClr val="FE9E64">
                    <a:alpha val="24833"/>
                  </a:srgbClr>
                </a:gs>
                <a:gs pos="42857">
                  <a:srgbClr val="FE9E64">
                    <a:alpha val="17075"/>
                  </a:srgbClr>
                </a:gs>
                <a:gs pos="57143">
                  <a:srgbClr val="FE9E64">
                    <a:alpha val="9855"/>
                  </a:srgbClr>
                </a:gs>
                <a:gs pos="71429">
                  <a:srgbClr val="FE9E64">
                    <a:alpha val="4740"/>
                  </a:srgbClr>
                </a:gs>
                <a:gs pos="85714">
                  <a:srgbClr val="FE9E64">
                    <a:alpha val="1902"/>
                  </a:srgbClr>
                </a:gs>
                <a:gs pos="100000">
                  <a:srgbClr val="FE9E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6950666">
              <a:off x="1824068" y="2518325"/>
              <a:ext cx="403111" cy="257334"/>
            </a:xfrm>
            <a:prstGeom prst="ellipse">
              <a:avLst/>
            </a:prstGeom>
            <a:gradFill>
              <a:gsLst>
                <a:gs pos="0">
                  <a:srgbClr val="922400">
                    <a:alpha val="32968"/>
                  </a:srgbClr>
                </a:gs>
                <a:gs pos="14286">
                  <a:srgbClr val="922400">
                    <a:alpha val="30764"/>
                  </a:srgbClr>
                </a:gs>
                <a:gs pos="28571">
                  <a:srgbClr val="922400">
                    <a:alpha val="24833"/>
                  </a:srgbClr>
                </a:gs>
                <a:gs pos="42857">
                  <a:srgbClr val="922400">
                    <a:alpha val="17075"/>
                  </a:srgbClr>
                </a:gs>
                <a:gs pos="57143">
                  <a:srgbClr val="922400">
                    <a:alpha val="9855"/>
                  </a:srgbClr>
                </a:gs>
                <a:gs pos="71429">
                  <a:srgbClr val="922400">
                    <a:alpha val="4740"/>
                  </a:srgbClr>
                </a:gs>
                <a:gs pos="85714">
                  <a:srgbClr val="922400">
                    <a:alpha val="1902"/>
                  </a:srgbClr>
                </a:gs>
                <a:gs pos="100000">
                  <a:srgbClr val="922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10650077">
              <a:off x="1306040" y="2844088"/>
              <a:ext cx="295326" cy="288325"/>
            </a:xfrm>
            <a:prstGeom prst="ellipse">
              <a:avLst/>
            </a:prstGeom>
            <a:gradFill>
              <a:gsLst>
                <a:gs pos="0">
                  <a:srgbClr val="B57F4C">
                    <a:alpha val="3619"/>
                  </a:srgbClr>
                </a:gs>
                <a:gs pos="14286">
                  <a:srgbClr val="B57F4C">
                    <a:alpha val="3331"/>
                  </a:srgbClr>
                </a:gs>
                <a:gs pos="28571">
                  <a:srgbClr val="B57F4C">
                    <a:alpha val="2596"/>
                  </a:srgbClr>
                </a:gs>
                <a:gs pos="42857">
                  <a:srgbClr val="B57F4C">
                    <a:alpha val="1711"/>
                  </a:srgbClr>
                </a:gs>
                <a:gs pos="57143">
                  <a:srgbClr val="B57F4C">
                    <a:alpha val="951"/>
                  </a:srgbClr>
                </a:gs>
                <a:gs pos="71429">
                  <a:srgbClr val="B57F4C">
                    <a:alpha val="447"/>
                  </a:srgbClr>
                </a:gs>
                <a:gs pos="85714">
                  <a:srgbClr val="B57F4C">
                    <a:alpha val="177"/>
                  </a:srgbClr>
                </a:gs>
                <a:gs pos="100000">
                  <a:srgbClr val="B57F4C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7473148">
              <a:off x="2272665" y="2351830"/>
              <a:ext cx="464161" cy="121317"/>
            </a:xfrm>
            <a:prstGeom prst="ellipse">
              <a:avLst/>
            </a:prstGeom>
            <a:gradFill>
              <a:gsLst>
                <a:gs pos="0">
                  <a:srgbClr val="68260C">
                    <a:alpha val="22004"/>
                  </a:srgbClr>
                </a:gs>
                <a:gs pos="14286">
                  <a:srgbClr val="68260C">
                    <a:alpha val="20421"/>
                  </a:srgbClr>
                </a:gs>
                <a:gs pos="28571">
                  <a:srgbClr val="68260C">
                    <a:alpha val="16251"/>
                  </a:srgbClr>
                </a:gs>
                <a:gs pos="42857">
                  <a:srgbClr val="68260C">
                    <a:alpha val="10982"/>
                  </a:srgbClr>
                </a:gs>
                <a:gs pos="57143">
                  <a:srgbClr val="68260C">
                    <a:alpha val="6242"/>
                  </a:srgbClr>
                </a:gs>
                <a:gs pos="71429">
                  <a:srgbClr val="68260C">
                    <a:alpha val="2972"/>
                  </a:srgbClr>
                </a:gs>
                <a:gs pos="85714">
                  <a:srgbClr val="68260C">
                    <a:alpha val="1186"/>
                  </a:srgbClr>
                </a:gs>
                <a:gs pos="100000">
                  <a:srgbClr val="68260C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10381030">
              <a:off x="2486031" y="2255553"/>
              <a:ext cx="350740" cy="142379"/>
            </a:xfrm>
            <a:prstGeom prst="ellipse">
              <a:avLst/>
            </a:prstGeom>
            <a:gradFill>
              <a:gsLst>
                <a:gs pos="0">
                  <a:srgbClr val="B06948">
                    <a:alpha val="25051"/>
                  </a:srgbClr>
                </a:gs>
                <a:gs pos="14286">
                  <a:srgbClr val="B06948">
                    <a:alpha val="23282"/>
                  </a:srgbClr>
                </a:gs>
                <a:gs pos="28571">
                  <a:srgbClr val="B06948">
                    <a:alpha val="18599"/>
                  </a:srgbClr>
                </a:gs>
                <a:gs pos="42857">
                  <a:srgbClr val="B06948">
                    <a:alpha val="12627"/>
                  </a:srgbClr>
                </a:gs>
                <a:gs pos="57143">
                  <a:srgbClr val="B06948">
                    <a:alpha val="7206"/>
                  </a:srgbClr>
                </a:gs>
                <a:gs pos="71429">
                  <a:srgbClr val="B06948">
                    <a:alpha val="3440"/>
                  </a:srgbClr>
                </a:gs>
                <a:gs pos="85714">
                  <a:srgbClr val="B06948">
                    <a:alpha val="1375"/>
                  </a:srgbClr>
                </a:gs>
                <a:gs pos="100000">
                  <a:srgbClr val="B06948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8511850">
              <a:off x="1831184" y="2968194"/>
              <a:ext cx="350888" cy="189297"/>
            </a:xfrm>
            <a:prstGeom prst="ellipse">
              <a:avLst/>
            </a:prstGeom>
            <a:gradFill>
              <a:gsLst>
                <a:gs pos="0">
                  <a:srgbClr val="8E6841">
                    <a:alpha val="29917"/>
                  </a:srgbClr>
                </a:gs>
                <a:gs pos="14286">
                  <a:srgbClr val="8E6841">
                    <a:alpha val="27873"/>
                  </a:srgbClr>
                </a:gs>
                <a:gs pos="28571">
                  <a:srgbClr val="8E6841">
                    <a:alpha val="22407"/>
                  </a:srgbClr>
                </a:gs>
                <a:gs pos="42857">
                  <a:srgbClr val="8E6841">
                    <a:alpha val="15329"/>
                  </a:srgbClr>
                </a:gs>
                <a:gs pos="57143">
                  <a:srgbClr val="8E6841">
                    <a:alpha val="8808"/>
                  </a:srgbClr>
                </a:gs>
                <a:gs pos="71429">
                  <a:srgbClr val="8E6841">
                    <a:alpha val="4224"/>
                  </a:srgbClr>
                </a:gs>
                <a:gs pos="85714">
                  <a:srgbClr val="8E6841">
                    <a:alpha val="1692"/>
                  </a:srgbClr>
                </a:gs>
                <a:gs pos="100000">
                  <a:srgbClr val="8E6841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4560363">
              <a:off x="-139551" y="2104657"/>
              <a:ext cx="582566" cy="157322"/>
            </a:xfrm>
            <a:prstGeom prst="ellipse">
              <a:avLst/>
            </a:prstGeom>
            <a:gradFill>
              <a:gsLst>
                <a:gs pos="0">
                  <a:srgbClr val="F8745A">
                    <a:alpha val="32968"/>
                  </a:srgbClr>
                </a:gs>
                <a:gs pos="14286">
                  <a:srgbClr val="F8745A">
                    <a:alpha val="30764"/>
                  </a:srgbClr>
                </a:gs>
                <a:gs pos="28571">
                  <a:srgbClr val="F8745A">
                    <a:alpha val="24833"/>
                  </a:srgbClr>
                </a:gs>
                <a:gs pos="42857">
                  <a:srgbClr val="F8745A">
                    <a:alpha val="17075"/>
                  </a:srgbClr>
                </a:gs>
                <a:gs pos="57143">
                  <a:srgbClr val="F8745A">
                    <a:alpha val="9855"/>
                  </a:srgbClr>
                </a:gs>
                <a:gs pos="71429">
                  <a:srgbClr val="F8745A">
                    <a:alpha val="4740"/>
                  </a:srgbClr>
                </a:gs>
                <a:gs pos="85714">
                  <a:srgbClr val="F8745A">
                    <a:alpha val="1902"/>
                  </a:srgbClr>
                </a:gs>
                <a:gs pos="100000">
                  <a:srgbClr val="F874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10788299">
              <a:off x="2125427" y="961527"/>
              <a:ext cx="563661" cy="165145"/>
            </a:xfrm>
            <a:prstGeom prst="ellipse">
              <a:avLst/>
            </a:prstGeom>
            <a:gradFill>
              <a:gsLst>
                <a:gs pos="0">
                  <a:srgbClr val="C38056">
                    <a:alpha val="32968"/>
                  </a:srgbClr>
                </a:gs>
                <a:gs pos="14286">
                  <a:srgbClr val="C38056">
                    <a:alpha val="30764"/>
                  </a:srgbClr>
                </a:gs>
                <a:gs pos="28571">
                  <a:srgbClr val="C38056">
                    <a:alpha val="24833"/>
                  </a:srgbClr>
                </a:gs>
                <a:gs pos="42857">
                  <a:srgbClr val="C38056">
                    <a:alpha val="17075"/>
                  </a:srgbClr>
                </a:gs>
                <a:gs pos="57143">
                  <a:srgbClr val="C38056">
                    <a:alpha val="9855"/>
                  </a:srgbClr>
                </a:gs>
                <a:gs pos="71429">
                  <a:srgbClr val="C38056">
                    <a:alpha val="4740"/>
                  </a:srgbClr>
                </a:gs>
                <a:gs pos="85714">
                  <a:srgbClr val="C38056">
                    <a:alpha val="1902"/>
                  </a:srgbClr>
                </a:gs>
                <a:gs pos="100000">
                  <a:srgbClr val="C380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10668733">
              <a:off x="2368134" y="2516875"/>
              <a:ext cx="492311" cy="206409"/>
            </a:xfrm>
            <a:prstGeom prst="ellipse">
              <a:avLst/>
            </a:prstGeom>
            <a:gradFill>
              <a:gsLst>
                <a:gs pos="0">
                  <a:srgbClr val="574E22">
                    <a:alpha val="32968"/>
                  </a:srgbClr>
                </a:gs>
                <a:gs pos="14286">
                  <a:srgbClr val="574E22">
                    <a:alpha val="30764"/>
                  </a:srgbClr>
                </a:gs>
                <a:gs pos="28571">
                  <a:srgbClr val="574E22">
                    <a:alpha val="24833"/>
                  </a:srgbClr>
                </a:gs>
                <a:gs pos="42857">
                  <a:srgbClr val="574E22">
                    <a:alpha val="17075"/>
                  </a:srgbClr>
                </a:gs>
                <a:gs pos="57143">
                  <a:srgbClr val="574E22">
                    <a:alpha val="9855"/>
                  </a:srgbClr>
                </a:gs>
                <a:gs pos="71429">
                  <a:srgbClr val="574E22">
                    <a:alpha val="4740"/>
                  </a:srgbClr>
                </a:gs>
                <a:gs pos="85714">
                  <a:srgbClr val="574E22">
                    <a:alpha val="1902"/>
                  </a:srgbClr>
                </a:gs>
                <a:gs pos="100000">
                  <a:srgbClr val="574E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10582993">
              <a:off x="2370246" y="2254308"/>
              <a:ext cx="418762" cy="92925"/>
            </a:xfrm>
            <a:prstGeom prst="ellipse">
              <a:avLst/>
            </a:prstGeom>
            <a:gradFill>
              <a:gsLst>
                <a:gs pos="0">
                  <a:srgbClr val="817552">
                    <a:alpha val="32968"/>
                  </a:srgbClr>
                </a:gs>
                <a:gs pos="14286">
                  <a:srgbClr val="817552">
                    <a:alpha val="30764"/>
                  </a:srgbClr>
                </a:gs>
                <a:gs pos="28571">
                  <a:srgbClr val="817552">
                    <a:alpha val="24833"/>
                  </a:srgbClr>
                </a:gs>
                <a:gs pos="42857">
                  <a:srgbClr val="817552">
                    <a:alpha val="17075"/>
                  </a:srgbClr>
                </a:gs>
                <a:gs pos="57143">
                  <a:srgbClr val="817552">
                    <a:alpha val="9855"/>
                  </a:srgbClr>
                </a:gs>
                <a:gs pos="71429">
                  <a:srgbClr val="817552">
                    <a:alpha val="4740"/>
                  </a:srgbClr>
                </a:gs>
                <a:gs pos="85714">
                  <a:srgbClr val="817552">
                    <a:alpha val="1902"/>
                  </a:srgbClr>
                </a:gs>
                <a:gs pos="100000">
                  <a:srgbClr val="8175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8218663">
              <a:off x="1246135" y="3231481"/>
              <a:ext cx="342839" cy="264470"/>
            </a:xfrm>
            <a:prstGeom prst="ellipse">
              <a:avLst/>
            </a:prstGeom>
            <a:gradFill>
              <a:gsLst>
                <a:gs pos="0">
                  <a:srgbClr val="9E573A">
                    <a:alpha val="32968"/>
                  </a:srgbClr>
                </a:gs>
                <a:gs pos="14286">
                  <a:srgbClr val="9E573A">
                    <a:alpha val="30764"/>
                  </a:srgbClr>
                </a:gs>
                <a:gs pos="28571">
                  <a:srgbClr val="9E573A">
                    <a:alpha val="24833"/>
                  </a:srgbClr>
                </a:gs>
                <a:gs pos="42857">
                  <a:srgbClr val="9E573A">
                    <a:alpha val="17075"/>
                  </a:srgbClr>
                </a:gs>
                <a:gs pos="57143">
                  <a:srgbClr val="9E573A">
                    <a:alpha val="9855"/>
                  </a:srgbClr>
                </a:gs>
                <a:gs pos="71429">
                  <a:srgbClr val="9E573A">
                    <a:alpha val="4740"/>
                  </a:srgbClr>
                </a:gs>
                <a:gs pos="85714">
                  <a:srgbClr val="9E573A">
                    <a:alpha val="1902"/>
                  </a:srgbClr>
                </a:gs>
                <a:gs pos="100000">
                  <a:srgbClr val="9E57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-9510979">
              <a:off x="420642" y="2893106"/>
              <a:ext cx="521554" cy="145901"/>
            </a:xfrm>
            <a:prstGeom prst="ellipse">
              <a:avLst/>
            </a:prstGeom>
            <a:gradFill>
              <a:gsLst>
                <a:gs pos="0">
                  <a:srgbClr val="DE5B42">
                    <a:alpha val="32967"/>
                  </a:srgbClr>
                </a:gs>
                <a:gs pos="14286">
                  <a:srgbClr val="DE5B42">
                    <a:alpha val="30763"/>
                  </a:srgbClr>
                </a:gs>
                <a:gs pos="28571">
                  <a:srgbClr val="DE5B42">
                    <a:alpha val="24832"/>
                  </a:srgbClr>
                </a:gs>
                <a:gs pos="42857">
                  <a:srgbClr val="DE5B42">
                    <a:alpha val="17075"/>
                  </a:srgbClr>
                </a:gs>
                <a:gs pos="57143">
                  <a:srgbClr val="DE5B42">
                    <a:alpha val="9855"/>
                  </a:srgbClr>
                </a:gs>
                <a:gs pos="71429">
                  <a:srgbClr val="DE5B42">
                    <a:alpha val="4740"/>
                  </a:srgbClr>
                </a:gs>
                <a:gs pos="85714">
                  <a:srgbClr val="DE5B42">
                    <a:alpha val="1902"/>
                  </a:srgbClr>
                </a:gs>
                <a:gs pos="100000">
                  <a:srgbClr val="DE5B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4203499">
              <a:off x="-108384" y="2403623"/>
              <a:ext cx="672922" cy="135411"/>
            </a:xfrm>
            <a:prstGeom prst="ellipse">
              <a:avLst/>
            </a:prstGeom>
            <a:gradFill>
              <a:gsLst>
                <a:gs pos="0">
                  <a:srgbClr val="F7694D">
                    <a:alpha val="32968"/>
                  </a:srgbClr>
                </a:gs>
                <a:gs pos="14286">
                  <a:srgbClr val="F7694D">
                    <a:alpha val="30764"/>
                  </a:srgbClr>
                </a:gs>
                <a:gs pos="28571">
                  <a:srgbClr val="F7694D">
                    <a:alpha val="24833"/>
                  </a:srgbClr>
                </a:gs>
                <a:gs pos="42857">
                  <a:srgbClr val="F7694D">
                    <a:alpha val="17075"/>
                  </a:srgbClr>
                </a:gs>
                <a:gs pos="57143">
                  <a:srgbClr val="F7694D">
                    <a:alpha val="9855"/>
                  </a:srgbClr>
                </a:gs>
                <a:gs pos="71429">
                  <a:srgbClr val="F7694D">
                    <a:alpha val="4740"/>
                  </a:srgbClr>
                </a:gs>
                <a:gs pos="85714">
                  <a:srgbClr val="F7694D">
                    <a:alpha val="1902"/>
                  </a:srgbClr>
                </a:gs>
                <a:gs pos="100000">
                  <a:srgbClr val="F769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-9632417">
              <a:off x="1426350" y="2806193"/>
              <a:ext cx="287258" cy="276679"/>
            </a:xfrm>
            <a:prstGeom prst="ellipse">
              <a:avLst/>
            </a:prstGeom>
            <a:gradFill>
              <a:gsLst>
                <a:gs pos="0">
                  <a:srgbClr val="C30000">
                    <a:alpha val="6736"/>
                  </a:srgbClr>
                </a:gs>
                <a:gs pos="14286">
                  <a:srgbClr val="C30000">
                    <a:alpha val="6208"/>
                  </a:srgbClr>
                </a:gs>
                <a:gs pos="28571">
                  <a:srgbClr val="C30000">
                    <a:alpha val="4855"/>
                  </a:srgbClr>
                </a:gs>
                <a:gs pos="42857">
                  <a:srgbClr val="C30000">
                    <a:alpha val="3211"/>
                  </a:srgbClr>
                </a:gs>
                <a:gs pos="57143">
                  <a:srgbClr val="C30000">
                    <a:alpha val="1792"/>
                  </a:srgbClr>
                </a:gs>
                <a:gs pos="71429">
                  <a:srgbClr val="C30000">
                    <a:alpha val="843"/>
                  </a:srgbClr>
                </a:gs>
                <a:gs pos="85714">
                  <a:srgbClr val="C30000">
                    <a:alpha val="334"/>
                  </a:srgbClr>
                </a:gs>
                <a:gs pos="100000">
                  <a:srgbClr val="C30000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4811591">
              <a:off x="2575791" y="1595641"/>
              <a:ext cx="384476" cy="179999"/>
            </a:xfrm>
            <a:prstGeom prst="ellipse">
              <a:avLst/>
            </a:prstGeom>
            <a:gradFill>
              <a:gsLst>
                <a:gs pos="0">
                  <a:srgbClr val="1B3E1B">
                    <a:alpha val="6835"/>
                  </a:srgbClr>
                </a:gs>
                <a:gs pos="14286">
                  <a:srgbClr val="1B3E1B">
                    <a:alpha val="6300"/>
                  </a:srgbClr>
                </a:gs>
                <a:gs pos="28571">
                  <a:srgbClr val="1B3E1B">
                    <a:alpha val="4927"/>
                  </a:srgbClr>
                </a:gs>
                <a:gs pos="42857">
                  <a:srgbClr val="1B3E1B">
                    <a:alpha val="3260"/>
                  </a:srgbClr>
                </a:gs>
                <a:gs pos="57143">
                  <a:srgbClr val="1B3E1B">
                    <a:alpha val="1820"/>
                  </a:srgbClr>
                </a:gs>
                <a:gs pos="71429">
                  <a:srgbClr val="1B3E1B">
                    <a:alpha val="856"/>
                  </a:srgbClr>
                </a:gs>
                <a:gs pos="85714">
                  <a:srgbClr val="1B3E1B">
                    <a:alpha val="339"/>
                  </a:srgbClr>
                </a:gs>
                <a:gs pos="100000">
                  <a:srgbClr val="1B3E1B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-10655810">
              <a:off x="1891316" y="80105"/>
              <a:ext cx="478453" cy="254372"/>
            </a:xfrm>
            <a:prstGeom prst="ellipse">
              <a:avLst/>
            </a:prstGeom>
            <a:gradFill>
              <a:gsLst>
                <a:gs pos="0">
                  <a:srgbClr val="EE6250">
                    <a:alpha val="21560"/>
                  </a:srgbClr>
                </a:gs>
                <a:gs pos="14286">
                  <a:srgbClr val="EE6250">
                    <a:alpha val="20004"/>
                  </a:srgbClr>
                </a:gs>
                <a:gs pos="28571">
                  <a:srgbClr val="EE6250">
                    <a:alpha val="15911"/>
                  </a:srgbClr>
                </a:gs>
                <a:gs pos="42857">
                  <a:srgbClr val="EE6250">
                    <a:alpha val="10745"/>
                  </a:srgbClr>
                </a:gs>
                <a:gs pos="57143">
                  <a:srgbClr val="EE6250">
                    <a:alpha val="6104"/>
                  </a:srgbClr>
                </a:gs>
                <a:gs pos="71429">
                  <a:srgbClr val="EE6250">
                    <a:alpha val="2905"/>
                  </a:srgbClr>
                </a:gs>
                <a:gs pos="85714">
                  <a:srgbClr val="EE6250">
                    <a:alpha val="1159"/>
                  </a:srgbClr>
                </a:gs>
                <a:gs pos="100000">
                  <a:srgbClr val="EE6250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4695159">
              <a:off x="2086490" y="2730733"/>
              <a:ext cx="362056" cy="114949"/>
            </a:xfrm>
            <a:prstGeom prst="ellipse">
              <a:avLst/>
            </a:prstGeom>
            <a:gradFill>
              <a:gsLst>
                <a:gs pos="0">
                  <a:srgbClr val="680000">
                    <a:alpha val="32968"/>
                  </a:srgbClr>
                </a:gs>
                <a:gs pos="14286">
                  <a:srgbClr val="680000">
                    <a:alpha val="30764"/>
                  </a:srgbClr>
                </a:gs>
                <a:gs pos="28571">
                  <a:srgbClr val="680000">
                    <a:alpha val="24833"/>
                  </a:srgbClr>
                </a:gs>
                <a:gs pos="42857">
                  <a:srgbClr val="680000">
                    <a:alpha val="17075"/>
                  </a:srgbClr>
                </a:gs>
                <a:gs pos="57143">
                  <a:srgbClr val="680000">
                    <a:alpha val="9855"/>
                  </a:srgbClr>
                </a:gs>
                <a:gs pos="71429">
                  <a:srgbClr val="680000">
                    <a:alpha val="4740"/>
                  </a:srgbClr>
                </a:gs>
                <a:gs pos="85714">
                  <a:srgbClr val="680000">
                    <a:alpha val="1902"/>
                  </a:srgbClr>
                </a:gs>
                <a:gs pos="100000">
                  <a:srgbClr val="6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8725384">
              <a:off x="777131" y="268050"/>
              <a:ext cx="479553" cy="254069"/>
            </a:xfrm>
            <a:prstGeom prst="ellipse">
              <a:avLst/>
            </a:prstGeom>
            <a:gradFill>
              <a:gsLst>
                <a:gs pos="0">
                  <a:srgbClr val="E55C46">
                    <a:alpha val="32968"/>
                  </a:srgbClr>
                </a:gs>
                <a:gs pos="14286">
                  <a:srgbClr val="E55C46">
                    <a:alpha val="30764"/>
                  </a:srgbClr>
                </a:gs>
                <a:gs pos="28571">
                  <a:srgbClr val="E55C46">
                    <a:alpha val="24833"/>
                  </a:srgbClr>
                </a:gs>
                <a:gs pos="42857">
                  <a:srgbClr val="E55C46">
                    <a:alpha val="17075"/>
                  </a:srgbClr>
                </a:gs>
                <a:gs pos="57143">
                  <a:srgbClr val="E55C46">
                    <a:alpha val="9855"/>
                  </a:srgbClr>
                </a:gs>
                <a:gs pos="71429">
                  <a:srgbClr val="E55C46">
                    <a:alpha val="4740"/>
                  </a:srgbClr>
                </a:gs>
                <a:gs pos="85714">
                  <a:srgbClr val="E55C46">
                    <a:alpha val="1902"/>
                  </a:srgbClr>
                </a:gs>
                <a:gs pos="100000">
                  <a:srgbClr val="E55C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9239001">
              <a:off x="1123751" y="440938"/>
              <a:ext cx="580084" cy="48021"/>
            </a:xfrm>
            <a:prstGeom prst="ellipse">
              <a:avLst/>
            </a:prstGeom>
            <a:gradFill>
              <a:gsLst>
                <a:gs pos="0">
                  <a:srgbClr val="71006E">
                    <a:alpha val="32968"/>
                  </a:srgbClr>
                </a:gs>
                <a:gs pos="14286">
                  <a:srgbClr val="71006E">
                    <a:alpha val="30764"/>
                  </a:srgbClr>
                </a:gs>
                <a:gs pos="28571">
                  <a:srgbClr val="71006E">
                    <a:alpha val="24833"/>
                  </a:srgbClr>
                </a:gs>
                <a:gs pos="42857">
                  <a:srgbClr val="71006E">
                    <a:alpha val="17075"/>
                  </a:srgbClr>
                </a:gs>
                <a:gs pos="57143">
                  <a:srgbClr val="71006E">
                    <a:alpha val="9855"/>
                  </a:srgbClr>
                </a:gs>
                <a:gs pos="71429">
                  <a:srgbClr val="71006E">
                    <a:alpha val="4740"/>
                  </a:srgbClr>
                </a:gs>
                <a:gs pos="85714">
                  <a:srgbClr val="71006E">
                    <a:alpha val="1902"/>
                  </a:srgbClr>
                </a:gs>
                <a:gs pos="100000">
                  <a:srgbClr val="7100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-9122892">
              <a:off x="2233478" y="159157"/>
              <a:ext cx="718383" cy="34290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9254876">
              <a:off x="1021870" y="197905"/>
              <a:ext cx="324161" cy="245999"/>
            </a:xfrm>
            <a:prstGeom prst="ellipse">
              <a:avLst/>
            </a:prstGeom>
            <a:gradFill>
              <a:gsLst>
                <a:gs pos="0">
                  <a:srgbClr val="F86A4C">
                    <a:alpha val="32968"/>
                  </a:srgbClr>
                </a:gs>
                <a:gs pos="14286">
                  <a:srgbClr val="F86A4C">
                    <a:alpha val="30764"/>
                  </a:srgbClr>
                </a:gs>
                <a:gs pos="28571">
                  <a:srgbClr val="F86A4C">
                    <a:alpha val="24833"/>
                  </a:srgbClr>
                </a:gs>
                <a:gs pos="42857">
                  <a:srgbClr val="F86A4C">
                    <a:alpha val="17075"/>
                  </a:srgbClr>
                </a:gs>
                <a:gs pos="57143">
                  <a:srgbClr val="F86A4C">
                    <a:alpha val="9855"/>
                  </a:srgbClr>
                </a:gs>
                <a:gs pos="71429">
                  <a:srgbClr val="F86A4C">
                    <a:alpha val="4740"/>
                  </a:srgbClr>
                </a:gs>
                <a:gs pos="85714">
                  <a:srgbClr val="F86A4C">
                    <a:alpha val="1902"/>
                  </a:srgbClr>
                </a:gs>
                <a:gs pos="100000">
                  <a:srgbClr val="F86A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-10774812">
              <a:off x="1599695" y="2106450"/>
              <a:ext cx="463186" cy="59455"/>
            </a:xfrm>
            <a:prstGeom prst="ellipse">
              <a:avLst/>
            </a:prstGeom>
            <a:gradFill>
              <a:gsLst>
                <a:gs pos="0">
                  <a:srgbClr val="A4B68B">
                    <a:alpha val="6965"/>
                  </a:srgbClr>
                </a:gs>
                <a:gs pos="14286">
                  <a:srgbClr val="A4B68B">
                    <a:alpha val="6420"/>
                  </a:srgbClr>
                </a:gs>
                <a:gs pos="28571">
                  <a:srgbClr val="A4B68B">
                    <a:alpha val="5021"/>
                  </a:srgbClr>
                </a:gs>
                <a:gs pos="42857">
                  <a:srgbClr val="A4B68B">
                    <a:alpha val="3323"/>
                  </a:srgbClr>
                </a:gs>
                <a:gs pos="57143">
                  <a:srgbClr val="A4B68B">
                    <a:alpha val="1855"/>
                  </a:srgbClr>
                </a:gs>
                <a:gs pos="71429">
                  <a:srgbClr val="A4B68B">
                    <a:alpha val="873"/>
                  </a:srgbClr>
                </a:gs>
                <a:gs pos="85714">
                  <a:srgbClr val="A4B68B">
                    <a:alpha val="346"/>
                  </a:srgbClr>
                </a:gs>
                <a:gs pos="100000">
                  <a:srgbClr val="A4B68B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3861436">
              <a:off x="1153849" y="359068"/>
              <a:ext cx="402240" cy="217446"/>
            </a:xfrm>
            <a:prstGeom prst="ellipse">
              <a:avLst/>
            </a:prstGeom>
            <a:gradFill>
              <a:gsLst>
                <a:gs pos="0">
                  <a:srgbClr val="BA0000">
                    <a:alpha val="5375"/>
                  </a:srgbClr>
                </a:gs>
                <a:gs pos="14286">
                  <a:srgbClr val="BA0000">
                    <a:alpha val="4952"/>
                  </a:srgbClr>
                </a:gs>
                <a:gs pos="28571">
                  <a:srgbClr val="BA0000">
                    <a:alpha val="3866"/>
                  </a:srgbClr>
                </a:gs>
                <a:gs pos="42857">
                  <a:srgbClr val="BA0000">
                    <a:alpha val="2553"/>
                  </a:srgbClr>
                </a:gs>
                <a:gs pos="57143">
                  <a:srgbClr val="BA0000">
                    <a:alpha val="1423"/>
                  </a:srgbClr>
                </a:gs>
                <a:gs pos="71429">
                  <a:srgbClr val="BA0000">
                    <a:alpha val="669"/>
                  </a:srgbClr>
                </a:gs>
                <a:gs pos="85714">
                  <a:srgbClr val="BA0000">
                    <a:alpha val="265"/>
                  </a:srgbClr>
                </a:gs>
                <a:gs pos="100000">
                  <a:srgbClr val="BA0000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3716782">
              <a:off x="2403238" y="319107"/>
              <a:ext cx="474854" cy="296807"/>
            </a:xfrm>
            <a:prstGeom prst="ellipse">
              <a:avLst/>
            </a:prstGeom>
            <a:gradFill>
              <a:gsLst>
                <a:gs pos="0">
                  <a:srgbClr val="6C0000">
                    <a:alpha val="16373"/>
                  </a:srgbClr>
                </a:gs>
                <a:gs pos="14286">
                  <a:srgbClr val="6C0000">
                    <a:alpha val="15155"/>
                  </a:srgbClr>
                </a:gs>
                <a:gs pos="28571">
                  <a:srgbClr val="6C0000">
                    <a:alpha val="11980"/>
                  </a:srgbClr>
                </a:gs>
                <a:gs pos="42857">
                  <a:srgbClr val="6C0000">
                    <a:alpha val="8029"/>
                  </a:srgbClr>
                </a:gs>
                <a:gs pos="57143">
                  <a:srgbClr val="6C0000">
                    <a:alpha val="4532"/>
                  </a:srgbClr>
                </a:gs>
                <a:gs pos="71429">
                  <a:srgbClr val="6C0000">
                    <a:alpha val="2147"/>
                  </a:srgbClr>
                </a:gs>
                <a:gs pos="85714">
                  <a:srgbClr val="6C0000">
                    <a:alpha val="855"/>
                  </a:srgbClr>
                </a:gs>
                <a:gs pos="100000">
                  <a:srgbClr val="6C00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-8400938">
              <a:off x="738510" y="3083903"/>
              <a:ext cx="455400" cy="231474"/>
            </a:xfrm>
            <a:prstGeom prst="ellipse">
              <a:avLst/>
            </a:prstGeom>
            <a:gradFill>
              <a:gsLst>
                <a:gs pos="0">
                  <a:srgbClr val="F66446">
                    <a:alpha val="32968"/>
                  </a:srgbClr>
                </a:gs>
                <a:gs pos="14286">
                  <a:srgbClr val="F66446">
                    <a:alpha val="30764"/>
                  </a:srgbClr>
                </a:gs>
                <a:gs pos="28571">
                  <a:srgbClr val="F66446">
                    <a:alpha val="24833"/>
                  </a:srgbClr>
                </a:gs>
                <a:gs pos="42857">
                  <a:srgbClr val="F66446">
                    <a:alpha val="17075"/>
                  </a:srgbClr>
                </a:gs>
                <a:gs pos="57143">
                  <a:srgbClr val="F66446">
                    <a:alpha val="9855"/>
                  </a:srgbClr>
                </a:gs>
                <a:gs pos="71429">
                  <a:srgbClr val="F66446">
                    <a:alpha val="4740"/>
                  </a:srgbClr>
                </a:gs>
                <a:gs pos="85714">
                  <a:srgbClr val="F66446">
                    <a:alpha val="1902"/>
                  </a:srgbClr>
                </a:gs>
                <a:gs pos="100000">
                  <a:srgbClr val="F664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3538838">
              <a:off x="250246" y="2634651"/>
              <a:ext cx="448390" cy="246502"/>
            </a:xfrm>
            <a:prstGeom prst="ellipse">
              <a:avLst/>
            </a:prstGeom>
            <a:gradFill>
              <a:gsLst>
                <a:gs pos="0">
                  <a:srgbClr val="DA6044">
                    <a:alpha val="32968"/>
                  </a:srgbClr>
                </a:gs>
                <a:gs pos="14286">
                  <a:srgbClr val="DA6044">
                    <a:alpha val="30764"/>
                  </a:srgbClr>
                </a:gs>
                <a:gs pos="28571">
                  <a:srgbClr val="DA6044">
                    <a:alpha val="24833"/>
                  </a:srgbClr>
                </a:gs>
                <a:gs pos="42857">
                  <a:srgbClr val="DA6044">
                    <a:alpha val="17075"/>
                  </a:srgbClr>
                </a:gs>
                <a:gs pos="57143">
                  <a:srgbClr val="DA6044">
                    <a:alpha val="9855"/>
                  </a:srgbClr>
                </a:gs>
                <a:gs pos="71429">
                  <a:srgbClr val="DA6044">
                    <a:alpha val="4740"/>
                  </a:srgbClr>
                </a:gs>
                <a:gs pos="85714">
                  <a:srgbClr val="DA6044">
                    <a:alpha val="1902"/>
                  </a:srgbClr>
                </a:gs>
                <a:gs pos="100000">
                  <a:srgbClr val="DA60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8581178">
              <a:off x="2470941" y="3100840"/>
              <a:ext cx="511446" cy="223457"/>
            </a:xfrm>
            <a:prstGeom prst="ellipse">
              <a:avLst/>
            </a:prstGeom>
            <a:gradFill>
              <a:gsLst>
                <a:gs pos="0">
                  <a:srgbClr val="E85B42">
                    <a:alpha val="32968"/>
                  </a:srgbClr>
                </a:gs>
                <a:gs pos="14286">
                  <a:srgbClr val="E85B42">
                    <a:alpha val="30764"/>
                  </a:srgbClr>
                </a:gs>
                <a:gs pos="28571">
                  <a:srgbClr val="E85B42">
                    <a:alpha val="24833"/>
                  </a:srgbClr>
                </a:gs>
                <a:gs pos="42857">
                  <a:srgbClr val="E85B42">
                    <a:alpha val="17075"/>
                  </a:srgbClr>
                </a:gs>
                <a:gs pos="57143">
                  <a:srgbClr val="E85B42">
                    <a:alpha val="9855"/>
                  </a:srgbClr>
                </a:gs>
                <a:gs pos="71429">
                  <a:srgbClr val="E85B42">
                    <a:alpha val="4740"/>
                  </a:srgbClr>
                </a:gs>
                <a:gs pos="85714">
                  <a:srgbClr val="E85B42">
                    <a:alpha val="1902"/>
                  </a:srgbClr>
                </a:gs>
                <a:gs pos="100000">
                  <a:srgbClr val="E85B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10491868">
              <a:off x="2451626" y="2030798"/>
              <a:ext cx="332908" cy="243473"/>
            </a:xfrm>
            <a:prstGeom prst="ellipse">
              <a:avLst/>
            </a:prstGeom>
            <a:gradFill>
              <a:gsLst>
                <a:gs pos="0">
                  <a:srgbClr val="929558">
                    <a:alpha val="32968"/>
                  </a:srgbClr>
                </a:gs>
                <a:gs pos="14286">
                  <a:srgbClr val="929558">
                    <a:alpha val="30764"/>
                  </a:srgbClr>
                </a:gs>
                <a:gs pos="28571">
                  <a:srgbClr val="929558">
                    <a:alpha val="24833"/>
                  </a:srgbClr>
                </a:gs>
                <a:gs pos="42857">
                  <a:srgbClr val="929558">
                    <a:alpha val="17075"/>
                  </a:srgbClr>
                </a:gs>
                <a:gs pos="57143">
                  <a:srgbClr val="929558">
                    <a:alpha val="9855"/>
                  </a:srgbClr>
                </a:gs>
                <a:gs pos="71429">
                  <a:srgbClr val="929558">
                    <a:alpha val="4740"/>
                  </a:srgbClr>
                </a:gs>
                <a:gs pos="85714">
                  <a:srgbClr val="929558">
                    <a:alpha val="1902"/>
                  </a:srgbClr>
                </a:gs>
                <a:gs pos="100000">
                  <a:srgbClr val="9295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-8612930">
              <a:off x="1664206" y="2611858"/>
              <a:ext cx="429450" cy="355410"/>
            </a:xfrm>
            <a:prstGeom prst="ellipse">
              <a:avLst/>
            </a:prstGeom>
            <a:gradFill>
              <a:gsLst>
                <a:gs pos="0">
                  <a:srgbClr val="9C0009">
                    <a:alpha val="19869"/>
                  </a:srgbClr>
                </a:gs>
                <a:gs pos="14286">
                  <a:srgbClr val="9C0009">
                    <a:alpha val="18420"/>
                  </a:srgbClr>
                </a:gs>
                <a:gs pos="28571">
                  <a:srgbClr val="9C0009">
                    <a:alpha val="14621"/>
                  </a:srgbClr>
                </a:gs>
                <a:gs pos="42857">
                  <a:srgbClr val="9C0009">
                    <a:alpha val="9849"/>
                  </a:srgbClr>
                </a:gs>
                <a:gs pos="57143">
                  <a:srgbClr val="9C0009">
                    <a:alpha val="5583"/>
                  </a:srgbClr>
                </a:gs>
                <a:gs pos="71429">
                  <a:srgbClr val="9C0009">
                    <a:alpha val="2653"/>
                  </a:srgbClr>
                </a:gs>
                <a:gs pos="85714">
                  <a:srgbClr val="9C0009">
                    <a:alpha val="1058"/>
                  </a:srgbClr>
                </a:gs>
                <a:gs pos="100000">
                  <a:srgbClr val="9C0009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4733406">
              <a:off x="5641" y="2066636"/>
              <a:ext cx="479310" cy="284370"/>
            </a:xfrm>
            <a:prstGeom prst="ellipse">
              <a:avLst/>
            </a:prstGeom>
            <a:gradFill>
              <a:gsLst>
                <a:gs pos="0">
                  <a:srgbClr val="B90000">
                    <a:alpha val="27750"/>
                  </a:srgbClr>
                </a:gs>
                <a:gs pos="14286">
                  <a:srgbClr val="B90000">
                    <a:alpha val="25825"/>
                  </a:srgbClr>
                </a:gs>
                <a:gs pos="28571">
                  <a:srgbClr val="B90000">
                    <a:alpha val="20702"/>
                  </a:srgbClr>
                </a:gs>
                <a:gs pos="42857">
                  <a:srgbClr val="B90000">
                    <a:alpha val="14114"/>
                  </a:srgbClr>
                </a:gs>
                <a:gs pos="57143">
                  <a:srgbClr val="B90000">
                    <a:alpha val="8085"/>
                  </a:srgbClr>
                </a:gs>
                <a:gs pos="71429">
                  <a:srgbClr val="B90000">
                    <a:alpha val="3869"/>
                  </a:srgbClr>
                </a:gs>
                <a:gs pos="85714">
                  <a:srgbClr val="B90000">
                    <a:alpha val="1548"/>
                  </a:srgbClr>
                </a:gs>
                <a:gs pos="100000">
                  <a:srgbClr val="B90000">
                    <a:alpha val="5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10214906">
              <a:off x="2834282" y="744190"/>
              <a:ext cx="406914" cy="229981"/>
            </a:xfrm>
            <a:prstGeom prst="ellipse">
              <a:avLst/>
            </a:prstGeom>
            <a:gradFill>
              <a:gsLst>
                <a:gs pos="0">
                  <a:srgbClr val="2C0000">
                    <a:alpha val="32968"/>
                  </a:srgbClr>
                </a:gs>
                <a:gs pos="14286">
                  <a:srgbClr val="2C0000">
                    <a:alpha val="30764"/>
                  </a:srgbClr>
                </a:gs>
                <a:gs pos="28571">
                  <a:srgbClr val="2C0000">
                    <a:alpha val="24833"/>
                  </a:srgbClr>
                </a:gs>
                <a:gs pos="42857">
                  <a:srgbClr val="2C0000">
                    <a:alpha val="17075"/>
                  </a:srgbClr>
                </a:gs>
                <a:gs pos="57143">
                  <a:srgbClr val="2C0000">
                    <a:alpha val="9855"/>
                  </a:srgbClr>
                </a:gs>
                <a:gs pos="71429">
                  <a:srgbClr val="2C0000">
                    <a:alpha val="4740"/>
                  </a:srgbClr>
                </a:gs>
                <a:gs pos="85714">
                  <a:srgbClr val="2C0000">
                    <a:alpha val="1902"/>
                  </a:srgbClr>
                </a:gs>
                <a:gs pos="100000">
                  <a:srgbClr val="2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10670910">
              <a:off x="1603230" y="1466431"/>
              <a:ext cx="404991" cy="269538"/>
            </a:xfrm>
            <a:prstGeom prst="ellipse">
              <a:avLst/>
            </a:prstGeom>
            <a:gradFill>
              <a:gsLst>
                <a:gs pos="0">
                  <a:srgbClr val="AA0000">
                    <a:alpha val="32968"/>
                  </a:srgbClr>
                </a:gs>
                <a:gs pos="14286">
                  <a:srgbClr val="AA0000">
                    <a:alpha val="30764"/>
                  </a:srgbClr>
                </a:gs>
                <a:gs pos="28571">
                  <a:srgbClr val="AA0000">
                    <a:alpha val="24833"/>
                  </a:srgbClr>
                </a:gs>
                <a:gs pos="42857">
                  <a:srgbClr val="AA0000">
                    <a:alpha val="17075"/>
                  </a:srgbClr>
                </a:gs>
                <a:gs pos="57143">
                  <a:srgbClr val="AA0000">
                    <a:alpha val="9855"/>
                  </a:srgbClr>
                </a:gs>
                <a:gs pos="71429">
                  <a:srgbClr val="AA0000">
                    <a:alpha val="4740"/>
                  </a:srgbClr>
                </a:gs>
                <a:gs pos="85714">
                  <a:srgbClr val="AA0000">
                    <a:alpha val="1902"/>
                  </a:srgbClr>
                </a:gs>
                <a:gs pos="100000">
                  <a:srgbClr val="A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10008425">
              <a:off x="2051926" y="3295079"/>
              <a:ext cx="539519" cy="198912"/>
            </a:xfrm>
            <a:prstGeom prst="ellipse">
              <a:avLst/>
            </a:prstGeom>
            <a:gradFill>
              <a:gsLst>
                <a:gs pos="0">
                  <a:srgbClr val="FF5B42">
                    <a:alpha val="32968"/>
                  </a:srgbClr>
                </a:gs>
                <a:gs pos="14286">
                  <a:srgbClr val="FF5B42">
                    <a:alpha val="30764"/>
                  </a:srgbClr>
                </a:gs>
                <a:gs pos="28571">
                  <a:srgbClr val="FF5B42">
                    <a:alpha val="24833"/>
                  </a:srgbClr>
                </a:gs>
                <a:gs pos="42857">
                  <a:srgbClr val="FF5B42">
                    <a:alpha val="17075"/>
                  </a:srgbClr>
                </a:gs>
                <a:gs pos="57143">
                  <a:srgbClr val="FF5B42">
                    <a:alpha val="9855"/>
                  </a:srgbClr>
                </a:gs>
                <a:gs pos="71429">
                  <a:srgbClr val="FF5B42">
                    <a:alpha val="4740"/>
                  </a:srgbClr>
                </a:gs>
                <a:gs pos="85714">
                  <a:srgbClr val="FF5B42">
                    <a:alpha val="1902"/>
                  </a:srgbClr>
                </a:gs>
                <a:gs pos="100000">
                  <a:srgbClr val="FF5B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3986942">
              <a:off x="2306988" y="2767053"/>
              <a:ext cx="281234" cy="267401"/>
            </a:xfrm>
            <a:prstGeom prst="ellipse">
              <a:avLst/>
            </a:prstGeom>
            <a:gradFill>
              <a:gsLst>
                <a:gs pos="0">
                  <a:srgbClr val="A80159">
                    <a:alpha val="4679"/>
                  </a:srgbClr>
                </a:gs>
                <a:gs pos="14286">
                  <a:srgbClr val="A80159">
                    <a:alpha val="4309"/>
                  </a:srgbClr>
                </a:gs>
                <a:gs pos="28571">
                  <a:srgbClr val="A80159">
                    <a:alpha val="3362"/>
                  </a:srgbClr>
                </a:gs>
                <a:gs pos="42857">
                  <a:srgbClr val="A80159">
                    <a:alpha val="2218"/>
                  </a:srgbClr>
                </a:gs>
                <a:gs pos="57143">
                  <a:srgbClr val="A80159">
                    <a:alpha val="1235"/>
                  </a:srgbClr>
                </a:gs>
                <a:gs pos="71429">
                  <a:srgbClr val="A80159">
                    <a:alpha val="580"/>
                  </a:srgbClr>
                </a:gs>
                <a:gs pos="85714">
                  <a:srgbClr val="A80159">
                    <a:alpha val="230"/>
                  </a:srgbClr>
                </a:gs>
                <a:gs pos="100000">
                  <a:srgbClr val="A80159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10454169">
              <a:off x="1808294" y="3376270"/>
              <a:ext cx="309116" cy="304378"/>
            </a:xfrm>
            <a:prstGeom prst="ellipse">
              <a:avLst/>
            </a:prstGeom>
            <a:gradFill>
              <a:gsLst>
                <a:gs pos="0">
                  <a:srgbClr val="000000">
                    <a:alpha val="3024"/>
                  </a:srgbClr>
                </a:gs>
                <a:gs pos="14286">
                  <a:srgbClr val="000000">
                    <a:alpha val="2783"/>
                  </a:srgbClr>
                </a:gs>
                <a:gs pos="28571">
                  <a:srgbClr val="000000">
                    <a:alpha val="2168"/>
                  </a:srgbClr>
                </a:gs>
                <a:gs pos="42857">
                  <a:srgbClr val="000000">
                    <a:alpha val="1427"/>
                  </a:srgbClr>
                </a:gs>
                <a:gs pos="57143">
                  <a:srgbClr val="000000">
                    <a:alpha val="793"/>
                  </a:srgbClr>
                </a:gs>
                <a:gs pos="71429">
                  <a:srgbClr val="000000">
                    <a:alpha val="372"/>
                  </a:srgbClr>
                </a:gs>
                <a:gs pos="85714">
                  <a:srgbClr val="000000">
                    <a:alpha val="147"/>
                  </a:srgbClr>
                </a:gs>
                <a:gs pos="100000">
                  <a:srgbClr val="0000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-9625228">
              <a:off x="1274105" y="3318483"/>
              <a:ext cx="420839" cy="236281"/>
            </a:xfrm>
            <a:prstGeom prst="ellipse">
              <a:avLst/>
            </a:prstGeom>
            <a:gradFill>
              <a:gsLst>
                <a:gs pos="0">
                  <a:srgbClr val="CA462F">
                    <a:alpha val="32968"/>
                  </a:srgbClr>
                </a:gs>
                <a:gs pos="14286">
                  <a:srgbClr val="CA462F">
                    <a:alpha val="30764"/>
                  </a:srgbClr>
                </a:gs>
                <a:gs pos="28571">
                  <a:srgbClr val="CA462F">
                    <a:alpha val="24833"/>
                  </a:srgbClr>
                </a:gs>
                <a:gs pos="42857">
                  <a:srgbClr val="CA462F">
                    <a:alpha val="17075"/>
                  </a:srgbClr>
                </a:gs>
                <a:gs pos="57143">
                  <a:srgbClr val="CA462F">
                    <a:alpha val="9855"/>
                  </a:srgbClr>
                </a:gs>
                <a:gs pos="71429">
                  <a:srgbClr val="CA462F">
                    <a:alpha val="4740"/>
                  </a:srgbClr>
                </a:gs>
                <a:gs pos="85714">
                  <a:srgbClr val="CA462F">
                    <a:alpha val="1902"/>
                  </a:srgbClr>
                </a:gs>
                <a:gs pos="100000">
                  <a:srgbClr val="CA46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-9499189">
              <a:off x="1780156" y="2761762"/>
              <a:ext cx="428727" cy="218129"/>
            </a:xfrm>
            <a:prstGeom prst="ellipse">
              <a:avLst/>
            </a:prstGeom>
            <a:gradFill>
              <a:gsLst>
                <a:gs pos="0">
                  <a:srgbClr val="9A0010">
                    <a:alpha val="29406"/>
                  </a:srgbClr>
                </a:gs>
                <a:gs pos="14286">
                  <a:srgbClr val="9A0010">
                    <a:alpha val="27389"/>
                  </a:srgbClr>
                </a:gs>
                <a:gs pos="28571">
                  <a:srgbClr val="9A0010">
                    <a:alpha val="22003"/>
                  </a:srgbClr>
                </a:gs>
                <a:gs pos="42857">
                  <a:srgbClr val="9A0010">
                    <a:alpha val="15041"/>
                  </a:srgbClr>
                </a:gs>
                <a:gs pos="57143">
                  <a:srgbClr val="9A0010">
                    <a:alpha val="8636"/>
                  </a:srgbClr>
                </a:gs>
                <a:gs pos="71429">
                  <a:srgbClr val="9A0010">
                    <a:alpha val="4140"/>
                  </a:srgbClr>
                </a:gs>
                <a:gs pos="85714">
                  <a:srgbClr val="9A0010">
                    <a:alpha val="1658"/>
                  </a:srgbClr>
                </a:gs>
                <a:gs pos="100000">
                  <a:srgbClr val="9A0010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9387928">
              <a:off x="2564043" y="998499"/>
              <a:ext cx="503217" cy="157829"/>
            </a:xfrm>
            <a:prstGeom prst="ellipse">
              <a:avLst/>
            </a:prstGeom>
            <a:gradFill>
              <a:gsLst>
                <a:gs pos="0">
                  <a:srgbClr val="A76341">
                    <a:alpha val="32968"/>
                  </a:srgbClr>
                </a:gs>
                <a:gs pos="14286">
                  <a:srgbClr val="A76341">
                    <a:alpha val="30764"/>
                  </a:srgbClr>
                </a:gs>
                <a:gs pos="28571">
                  <a:srgbClr val="A76341">
                    <a:alpha val="24833"/>
                  </a:srgbClr>
                </a:gs>
                <a:gs pos="42857">
                  <a:srgbClr val="A76341">
                    <a:alpha val="17075"/>
                  </a:srgbClr>
                </a:gs>
                <a:gs pos="57143">
                  <a:srgbClr val="A76341">
                    <a:alpha val="9855"/>
                  </a:srgbClr>
                </a:gs>
                <a:gs pos="71429">
                  <a:srgbClr val="A76341">
                    <a:alpha val="4740"/>
                  </a:srgbClr>
                </a:gs>
                <a:gs pos="85714">
                  <a:srgbClr val="A76341">
                    <a:alpha val="1902"/>
                  </a:srgbClr>
                </a:gs>
                <a:gs pos="100000">
                  <a:srgbClr val="A763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10185664">
              <a:off x="2167946" y="3220419"/>
              <a:ext cx="361915" cy="331376"/>
            </a:xfrm>
            <a:prstGeom prst="ellipse">
              <a:avLst/>
            </a:prstGeom>
            <a:gradFill>
              <a:gsLst>
                <a:gs pos="0">
                  <a:srgbClr val="002500">
                    <a:alpha val="19559"/>
                  </a:srgbClr>
                </a:gs>
                <a:gs pos="14286">
                  <a:srgbClr val="002500">
                    <a:alpha val="18131"/>
                  </a:srgbClr>
                </a:gs>
                <a:gs pos="28571">
                  <a:srgbClr val="002500">
                    <a:alpha val="14386"/>
                  </a:srgbClr>
                </a:gs>
                <a:gs pos="42857">
                  <a:srgbClr val="002500">
                    <a:alpha val="9686"/>
                  </a:srgbClr>
                </a:gs>
                <a:gs pos="57143">
                  <a:srgbClr val="002500">
                    <a:alpha val="5489"/>
                  </a:srgbClr>
                </a:gs>
                <a:gs pos="71429">
                  <a:srgbClr val="002500">
                    <a:alpha val="2608"/>
                  </a:srgbClr>
                </a:gs>
                <a:gs pos="85714">
                  <a:srgbClr val="002500">
                    <a:alpha val="1039"/>
                  </a:srgbClr>
                </a:gs>
                <a:gs pos="100000">
                  <a:srgbClr val="0025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9819645">
              <a:off x="2588964" y="1680714"/>
              <a:ext cx="515774" cy="256811"/>
            </a:xfrm>
            <a:prstGeom prst="ellipse">
              <a:avLst/>
            </a:prstGeom>
            <a:gradFill>
              <a:gsLst>
                <a:gs pos="0">
                  <a:srgbClr val="951812">
                    <a:alpha val="32968"/>
                  </a:srgbClr>
                </a:gs>
                <a:gs pos="14286">
                  <a:srgbClr val="951812">
                    <a:alpha val="30764"/>
                  </a:srgbClr>
                </a:gs>
                <a:gs pos="28571">
                  <a:srgbClr val="951812">
                    <a:alpha val="24833"/>
                  </a:srgbClr>
                </a:gs>
                <a:gs pos="42857">
                  <a:srgbClr val="951812">
                    <a:alpha val="17075"/>
                  </a:srgbClr>
                </a:gs>
                <a:gs pos="57143">
                  <a:srgbClr val="951812">
                    <a:alpha val="9855"/>
                  </a:srgbClr>
                </a:gs>
                <a:gs pos="71429">
                  <a:srgbClr val="951812">
                    <a:alpha val="4740"/>
                  </a:srgbClr>
                </a:gs>
                <a:gs pos="85714">
                  <a:srgbClr val="951812">
                    <a:alpha val="1902"/>
                  </a:srgbClr>
                </a:gs>
                <a:gs pos="100000">
                  <a:srgbClr val="9518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7279738">
              <a:off x="1857533" y="2840176"/>
              <a:ext cx="332363" cy="294079"/>
            </a:xfrm>
            <a:prstGeom prst="ellipse">
              <a:avLst/>
            </a:prstGeom>
            <a:gradFill>
              <a:gsLst>
                <a:gs pos="0">
                  <a:srgbClr val="CB584C">
                    <a:alpha val="19852"/>
                  </a:srgbClr>
                </a:gs>
                <a:gs pos="14286">
                  <a:srgbClr val="CB584C">
                    <a:alpha val="18405"/>
                  </a:srgbClr>
                </a:gs>
                <a:gs pos="28571">
                  <a:srgbClr val="CB584C">
                    <a:alpha val="14609"/>
                  </a:srgbClr>
                </a:gs>
                <a:gs pos="42857">
                  <a:srgbClr val="CB584C">
                    <a:alpha val="9840"/>
                  </a:srgbClr>
                </a:gs>
                <a:gs pos="57143">
                  <a:srgbClr val="CB584C">
                    <a:alpha val="5578"/>
                  </a:srgbClr>
                </a:gs>
                <a:gs pos="71429">
                  <a:srgbClr val="CB584C">
                    <a:alpha val="2651"/>
                  </a:srgbClr>
                </a:gs>
                <a:gs pos="85714">
                  <a:srgbClr val="CB584C">
                    <a:alpha val="1057"/>
                  </a:srgbClr>
                </a:gs>
                <a:gs pos="100000">
                  <a:srgbClr val="CB584C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9685594">
              <a:off x="1458226" y="2863011"/>
              <a:ext cx="457699" cy="188080"/>
            </a:xfrm>
            <a:prstGeom prst="ellipse">
              <a:avLst/>
            </a:prstGeom>
            <a:gradFill>
              <a:gsLst>
                <a:gs pos="0">
                  <a:srgbClr val="A67F6D">
                    <a:alpha val="12438"/>
                  </a:srgbClr>
                </a:gs>
                <a:gs pos="14286">
                  <a:srgbClr val="A67F6D">
                    <a:alpha val="11492"/>
                  </a:srgbClr>
                </a:gs>
                <a:gs pos="28571">
                  <a:srgbClr val="A67F6D">
                    <a:alpha val="9043"/>
                  </a:srgbClr>
                </a:gs>
                <a:gs pos="42857">
                  <a:srgbClr val="A67F6D">
                    <a:alpha val="6028"/>
                  </a:srgbClr>
                </a:gs>
                <a:gs pos="57143">
                  <a:srgbClr val="A67F6D">
                    <a:alpha val="3386"/>
                  </a:srgbClr>
                </a:gs>
                <a:gs pos="71429">
                  <a:srgbClr val="A67F6D">
                    <a:alpha val="1600"/>
                  </a:srgbClr>
                </a:gs>
                <a:gs pos="85714">
                  <a:srgbClr val="A67F6D">
                    <a:alpha val="636"/>
                  </a:srgbClr>
                </a:gs>
                <a:gs pos="100000">
                  <a:srgbClr val="A67F6D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8466762">
              <a:off x="1243653" y="383547"/>
              <a:ext cx="365707" cy="58401"/>
            </a:xfrm>
            <a:prstGeom prst="ellipse">
              <a:avLst/>
            </a:prstGeom>
            <a:gradFill>
              <a:gsLst>
                <a:gs pos="0">
                  <a:srgbClr val="EFFBA7">
                    <a:alpha val="10462"/>
                  </a:srgbClr>
                </a:gs>
                <a:gs pos="14286">
                  <a:srgbClr val="EFFBA7">
                    <a:alpha val="9658"/>
                  </a:srgbClr>
                </a:gs>
                <a:gs pos="28571">
                  <a:srgbClr val="EFFBA7">
                    <a:alpha val="7583"/>
                  </a:srgbClr>
                </a:gs>
                <a:gs pos="42857">
                  <a:srgbClr val="EFFBA7">
                    <a:alpha val="5041"/>
                  </a:srgbClr>
                </a:gs>
                <a:gs pos="57143">
                  <a:srgbClr val="EFFBA7">
                    <a:alpha val="2825"/>
                  </a:srgbClr>
                </a:gs>
                <a:gs pos="71429">
                  <a:srgbClr val="EFFBA7">
                    <a:alpha val="1333"/>
                  </a:srgbClr>
                </a:gs>
                <a:gs pos="85714">
                  <a:srgbClr val="EFFBA7">
                    <a:alpha val="529"/>
                  </a:srgbClr>
                </a:gs>
                <a:gs pos="100000">
                  <a:srgbClr val="EFFBA7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-10078144">
              <a:off x="1410970" y="753317"/>
              <a:ext cx="517683" cy="134250"/>
            </a:xfrm>
            <a:prstGeom prst="ellipse">
              <a:avLst/>
            </a:prstGeom>
            <a:gradFill>
              <a:gsLst>
                <a:gs pos="0">
                  <a:srgbClr val="E9A378">
                    <a:alpha val="26971"/>
                  </a:srgbClr>
                </a:gs>
                <a:gs pos="14286">
                  <a:srgbClr val="E9A378">
                    <a:alpha val="25091"/>
                  </a:srgbClr>
                </a:gs>
                <a:gs pos="28571">
                  <a:srgbClr val="E9A378">
                    <a:alpha val="20093"/>
                  </a:srgbClr>
                </a:gs>
                <a:gs pos="42857">
                  <a:srgbClr val="E9A378">
                    <a:alpha val="13682"/>
                  </a:srgbClr>
                </a:gs>
                <a:gs pos="57143">
                  <a:srgbClr val="E9A378">
                    <a:alpha val="7829"/>
                  </a:srgbClr>
                </a:gs>
                <a:gs pos="71429">
                  <a:srgbClr val="E9A378">
                    <a:alpha val="3744"/>
                  </a:srgbClr>
                </a:gs>
                <a:gs pos="85714">
                  <a:srgbClr val="E9A378">
                    <a:alpha val="1498"/>
                  </a:srgbClr>
                </a:gs>
                <a:gs pos="100000">
                  <a:srgbClr val="E9A378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9745856">
              <a:off x="2062126" y="719563"/>
              <a:ext cx="431314" cy="253574"/>
            </a:xfrm>
            <a:prstGeom prst="ellipse">
              <a:avLst/>
            </a:prstGeom>
            <a:gradFill>
              <a:gsLst>
                <a:gs pos="0">
                  <a:srgbClr val="DE0000">
                    <a:alpha val="11155"/>
                  </a:srgbClr>
                </a:gs>
                <a:gs pos="14286">
                  <a:srgbClr val="DE0000">
                    <a:alpha val="10301"/>
                  </a:srgbClr>
                </a:gs>
                <a:gs pos="28571">
                  <a:srgbClr val="DE0000">
                    <a:alpha val="8094"/>
                  </a:srgbClr>
                </a:gs>
                <a:gs pos="42857">
                  <a:srgbClr val="DE0000">
                    <a:alpha val="5386"/>
                  </a:srgbClr>
                </a:gs>
                <a:gs pos="57143">
                  <a:srgbClr val="DE0000">
                    <a:alpha val="3021"/>
                  </a:srgbClr>
                </a:gs>
                <a:gs pos="71429">
                  <a:srgbClr val="DE0000">
                    <a:alpha val="1426"/>
                  </a:srgbClr>
                </a:gs>
                <a:gs pos="85714">
                  <a:srgbClr val="DE0000">
                    <a:alpha val="566"/>
                  </a:srgbClr>
                </a:gs>
                <a:gs pos="100000">
                  <a:srgbClr val="DE00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7545355">
              <a:off x="1340373" y="454826"/>
              <a:ext cx="335113" cy="299370"/>
            </a:xfrm>
            <a:prstGeom prst="ellipse">
              <a:avLst/>
            </a:prstGeom>
            <a:gradFill>
              <a:gsLst>
                <a:gs pos="0">
                  <a:srgbClr val="BB7B66">
                    <a:alpha val="16420"/>
                  </a:srgbClr>
                </a:gs>
                <a:gs pos="14286">
                  <a:srgbClr val="BB7B66">
                    <a:alpha val="15199"/>
                  </a:srgbClr>
                </a:gs>
                <a:gs pos="28571">
                  <a:srgbClr val="BB7B66">
                    <a:alpha val="12015"/>
                  </a:srgbClr>
                </a:gs>
                <a:gs pos="42857">
                  <a:srgbClr val="BB7B66">
                    <a:alpha val="8053"/>
                  </a:srgbClr>
                </a:gs>
                <a:gs pos="57143">
                  <a:srgbClr val="BB7B66">
                    <a:alpha val="4546"/>
                  </a:srgbClr>
                </a:gs>
                <a:gs pos="71429">
                  <a:srgbClr val="BB7B66">
                    <a:alpha val="2154"/>
                  </a:srgbClr>
                </a:gs>
                <a:gs pos="85714">
                  <a:srgbClr val="BB7B66">
                    <a:alpha val="857"/>
                  </a:srgbClr>
                </a:gs>
                <a:gs pos="100000">
                  <a:srgbClr val="BB7B66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9646455">
              <a:off x="1745774" y="770982"/>
              <a:ext cx="384165" cy="226785"/>
            </a:xfrm>
            <a:prstGeom prst="ellipse">
              <a:avLst/>
            </a:prstGeom>
            <a:gradFill>
              <a:gsLst>
                <a:gs pos="0">
                  <a:srgbClr val="CA8C5E">
                    <a:alpha val="22315"/>
                  </a:srgbClr>
                </a:gs>
                <a:gs pos="14286">
                  <a:srgbClr val="CA8C5E">
                    <a:alpha val="20712"/>
                  </a:srgbClr>
                </a:gs>
                <a:gs pos="28571">
                  <a:srgbClr val="CA8C5E">
                    <a:alpha val="16490"/>
                  </a:srgbClr>
                </a:gs>
                <a:gs pos="42857">
                  <a:srgbClr val="CA8C5E">
                    <a:alpha val="11148"/>
                  </a:srgbClr>
                </a:gs>
                <a:gs pos="57143">
                  <a:srgbClr val="CA8C5E">
                    <a:alpha val="6340"/>
                  </a:srgbClr>
                </a:gs>
                <a:gs pos="71429">
                  <a:srgbClr val="CA8C5E">
                    <a:alpha val="3019"/>
                  </a:srgbClr>
                </a:gs>
                <a:gs pos="85714">
                  <a:srgbClr val="CA8C5E">
                    <a:alpha val="1205"/>
                  </a:srgbClr>
                </a:gs>
                <a:gs pos="100000">
                  <a:srgbClr val="CA8C5E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-8161487">
              <a:off x="990654" y="3076422"/>
              <a:ext cx="314149" cy="254992"/>
            </a:xfrm>
            <a:prstGeom prst="ellipse">
              <a:avLst/>
            </a:prstGeom>
            <a:gradFill>
              <a:gsLst>
                <a:gs pos="0">
                  <a:srgbClr val="FF7345">
                    <a:alpha val="11656"/>
                  </a:srgbClr>
                </a:gs>
                <a:gs pos="14286">
                  <a:srgbClr val="FF7345">
                    <a:alpha val="10766"/>
                  </a:srgbClr>
                </a:gs>
                <a:gs pos="28571">
                  <a:srgbClr val="FF7345">
                    <a:alpha val="8465"/>
                  </a:srgbClr>
                </a:gs>
                <a:gs pos="42857">
                  <a:srgbClr val="FF7345">
                    <a:alpha val="5636"/>
                  </a:srgbClr>
                </a:gs>
                <a:gs pos="57143">
                  <a:srgbClr val="FF7345">
                    <a:alpha val="3163"/>
                  </a:srgbClr>
                </a:gs>
                <a:gs pos="71429">
                  <a:srgbClr val="FF7345">
                    <a:alpha val="1493"/>
                  </a:srgbClr>
                </a:gs>
                <a:gs pos="85714">
                  <a:srgbClr val="FF7345">
                    <a:alpha val="593"/>
                  </a:srgbClr>
                </a:gs>
                <a:gs pos="100000">
                  <a:srgbClr val="FF7345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10022852">
              <a:off x="1560282" y="2916656"/>
              <a:ext cx="319520" cy="282797"/>
            </a:xfrm>
            <a:prstGeom prst="ellipse">
              <a:avLst/>
            </a:prstGeom>
            <a:gradFill>
              <a:gsLst>
                <a:gs pos="0">
                  <a:srgbClr val="B87D5C">
                    <a:alpha val="11252"/>
                  </a:srgbClr>
                </a:gs>
                <a:gs pos="14286">
                  <a:srgbClr val="B87D5C">
                    <a:alpha val="10391"/>
                  </a:srgbClr>
                </a:gs>
                <a:gs pos="28571">
                  <a:srgbClr val="B87D5C">
                    <a:alpha val="8166"/>
                  </a:srgbClr>
                </a:gs>
                <a:gs pos="42857">
                  <a:srgbClr val="B87D5C">
                    <a:alpha val="5434"/>
                  </a:srgbClr>
                </a:gs>
                <a:gs pos="57143">
                  <a:srgbClr val="B87D5C">
                    <a:alpha val="3049"/>
                  </a:srgbClr>
                </a:gs>
                <a:gs pos="71429">
                  <a:srgbClr val="B87D5C">
                    <a:alpha val="1439"/>
                  </a:srgbClr>
                </a:gs>
                <a:gs pos="85714">
                  <a:srgbClr val="B87D5C">
                    <a:alpha val="571"/>
                  </a:srgbClr>
                </a:gs>
                <a:gs pos="100000">
                  <a:srgbClr val="B87D5C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4526084">
              <a:off x="3212070" y="1233404"/>
              <a:ext cx="412017" cy="200509"/>
            </a:xfrm>
            <a:prstGeom prst="ellipse">
              <a:avLst/>
            </a:prstGeom>
            <a:gradFill>
              <a:gsLst>
                <a:gs pos="0">
                  <a:srgbClr val="CA533D">
                    <a:alpha val="32968"/>
                  </a:srgbClr>
                </a:gs>
                <a:gs pos="14286">
                  <a:srgbClr val="CA533D">
                    <a:alpha val="30764"/>
                  </a:srgbClr>
                </a:gs>
                <a:gs pos="28571">
                  <a:srgbClr val="CA533D">
                    <a:alpha val="24833"/>
                  </a:srgbClr>
                </a:gs>
                <a:gs pos="42857">
                  <a:srgbClr val="CA533D">
                    <a:alpha val="17075"/>
                  </a:srgbClr>
                </a:gs>
                <a:gs pos="57143">
                  <a:srgbClr val="CA533D">
                    <a:alpha val="9855"/>
                  </a:srgbClr>
                </a:gs>
                <a:gs pos="71429">
                  <a:srgbClr val="CA533D">
                    <a:alpha val="4740"/>
                  </a:srgbClr>
                </a:gs>
                <a:gs pos="85714">
                  <a:srgbClr val="CA533D">
                    <a:alpha val="1902"/>
                  </a:srgbClr>
                </a:gs>
                <a:gs pos="100000">
                  <a:srgbClr val="CA53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8229534">
              <a:off x="1868132" y="2820215"/>
              <a:ext cx="327328" cy="250529"/>
            </a:xfrm>
            <a:prstGeom prst="ellipse">
              <a:avLst/>
            </a:prstGeom>
            <a:gradFill>
              <a:gsLst>
                <a:gs pos="0">
                  <a:srgbClr val="8DA573">
                    <a:alpha val="15086"/>
                  </a:srgbClr>
                </a:gs>
                <a:gs pos="14286">
                  <a:srgbClr val="8DA573">
                    <a:alpha val="13955"/>
                  </a:srgbClr>
                </a:gs>
                <a:gs pos="28571">
                  <a:srgbClr val="8DA573">
                    <a:alpha val="11015"/>
                  </a:srgbClr>
                </a:gs>
                <a:gs pos="42857">
                  <a:srgbClr val="8DA573">
                    <a:alpha val="7369"/>
                  </a:srgbClr>
                </a:gs>
                <a:gs pos="57143">
                  <a:srgbClr val="8DA573">
                    <a:alpha val="4153"/>
                  </a:srgbClr>
                </a:gs>
                <a:gs pos="71429">
                  <a:srgbClr val="8DA573">
                    <a:alpha val="1966"/>
                  </a:srgbClr>
                </a:gs>
                <a:gs pos="85714">
                  <a:srgbClr val="8DA573">
                    <a:alpha val="782"/>
                  </a:srgbClr>
                </a:gs>
                <a:gs pos="100000">
                  <a:srgbClr val="8DA573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3656099">
              <a:off x="120251" y="2484828"/>
              <a:ext cx="484231" cy="231505"/>
            </a:xfrm>
            <a:prstGeom prst="ellipse">
              <a:avLst/>
            </a:prstGeom>
            <a:gradFill>
              <a:gsLst>
                <a:gs pos="0">
                  <a:srgbClr val="CD543D">
                    <a:alpha val="32968"/>
                  </a:srgbClr>
                </a:gs>
                <a:gs pos="14286">
                  <a:srgbClr val="CD543D">
                    <a:alpha val="30764"/>
                  </a:srgbClr>
                </a:gs>
                <a:gs pos="28571">
                  <a:srgbClr val="CD543D">
                    <a:alpha val="24833"/>
                  </a:srgbClr>
                </a:gs>
                <a:gs pos="42857">
                  <a:srgbClr val="CD543D">
                    <a:alpha val="17075"/>
                  </a:srgbClr>
                </a:gs>
                <a:gs pos="57143">
                  <a:srgbClr val="CD543D">
                    <a:alpha val="9855"/>
                  </a:srgbClr>
                </a:gs>
                <a:gs pos="71429">
                  <a:srgbClr val="CD543D">
                    <a:alpha val="4740"/>
                  </a:srgbClr>
                </a:gs>
                <a:gs pos="85714">
                  <a:srgbClr val="CD543D">
                    <a:alpha val="1902"/>
                  </a:srgbClr>
                </a:gs>
                <a:gs pos="100000">
                  <a:srgbClr val="CD54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-10156245">
              <a:off x="1866226" y="149636"/>
              <a:ext cx="339116" cy="280683"/>
            </a:xfrm>
            <a:prstGeom prst="ellipse">
              <a:avLst/>
            </a:prstGeom>
            <a:gradFill>
              <a:gsLst>
                <a:gs pos="0">
                  <a:srgbClr val="A15C3B">
                    <a:alpha val="12392"/>
                  </a:srgbClr>
                </a:gs>
                <a:gs pos="14286">
                  <a:srgbClr val="A15C3B">
                    <a:alpha val="11449"/>
                  </a:srgbClr>
                </a:gs>
                <a:gs pos="28571">
                  <a:srgbClr val="A15C3B">
                    <a:alpha val="9009"/>
                  </a:srgbClr>
                </a:gs>
                <a:gs pos="42857">
                  <a:srgbClr val="A15C3B">
                    <a:alpha val="6005"/>
                  </a:srgbClr>
                </a:gs>
                <a:gs pos="57143">
                  <a:srgbClr val="A15C3B">
                    <a:alpha val="3373"/>
                  </a:srgbClr>
                </a:gs>
                <a:gs pos="71429">
                  <a:srgbClr val="A15C3B">
                    <a:alpha val="1593"/>
                  </a:srgbClr>
                </a:gs>
                <a:gs pos="85714">
                  <a:srgbClr val="A15C3B">
                    <a:alpha val="633"/>
                  </a:srgbClr>
                </a:gs>
                <a:gs pos="100000">
                  <a:srgbClr val="A15C3B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6781022">
              <a:off x="-51420" y="1132819"/>
              <a:ext cx="327297" cy="138009"/>
            </a:xfrm>
            <a:prstGeom prst="ellipse">
              <a:avLst/>
            </a:prstGeom>
            <a:gradFill>
              <a:gsLst>
                <a:gs pos="0">
                  <a:srgbClr val="010002">
                    <a:alpha val="32968"/>
                  </a:srgbClr>
                </a:gs>
                <a:gs pos="14286">
                  <a:srgbClr val="010002">
                    <a:alpha val="30764"/>
                  </a:srgbClr>
                </a:gs>
                <a:gs pos="28571">
                  <a:srgbClr val="010002">
                    <a:alpha val="24833"/>
                  </a:srgbClr>
                </a:gs>
                <a:gs pos="42857">
                  <a:srgbClr val="010002">
                    <a:alpha val="17075"/>
                  </a:srgbClr>
                </a:gs>
                <a:gs pos="57143">
                  <a:srgbClr val="010002">
                    <a:alpha val="9855"/>
                  </a:srgbClr>
                </a:gs>
                <a:gs pos="71429">
                  <a:srgbClr val="010002">
                    <a:alpha val="4740"/>
                  </a:srgbClr>
                </a:gs>
                <a:gs pos="85714">
                  <a:srgbClr val="010002">
                    <a:alpha val="1902"/>
                  </a:srgbClr>
                </a:gs>
                <a:gs pos="100000">
                  <a:srgbClr val="01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6827150">
              <a:off x="2582078" y="1807147"/>
              <a:ext cx="386050" cy="282073"/>
            </a:xfrm>
            <a:prstGeom prst="ellipse">
              <a:avLst/>
            </a:prstGeom>
            <a:gradFill>
              <a:gsLst>
                <a:gs pos="0">
                  <a:srgbClr val="B14134">
                    <a:alpha val="10133"/>
                  </a:srgbClr>
                </a:gs>
                <a:gs pos="14286">
                  <a:srgbClr val="B14134">
                    <a:alpha val="9353"/>
                  </a:srgbClr>
                </a:gs>
                <a:gs pos="28571">
                  <a:srgbClr val="B14134">
                    <a:alpha val="7341"/>
                  </a:srgbClr>
                </a:gs>
                <a:gs pos="42857">
                  <a:srgbClr val="B14134">
                    <a:alpha val="4878"/>
                  </a:srgbClr>
                </a:gs>
                <a:gs pos="57143">
                  <a:srgbClr val="B14134">
                    <a:alpha val="2733"/>
                  </a:srgbClr>
                </a:gs>
                <a:gs pos="71429">
                  <a:srgbClr val="B14134">
                    <a:alpha val="1289"/>
                  </a:srgbClr>
                </a:gs>
                <a:gs pos="85714">
                  <a:srgbClr val="B14134">
                    <a:alpha val="512"/>
                  </a:srgbClr>
                </a:gs>
                <a:gs pos="100000">
                  <a:srgbClr val="B14134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7649711">
              <a:off x="326017" y="572847"/>
              <a:ext cx="544713" cy="190884"/>
            </a:xfrm>
            <a:prstGeom prst="ellipse">
              <a:avLst/>
            </a:prstGeom>
            <a:gradFill>
              <a:gsLst>
                <a:gs pos="0">
                  <a:srgbClr val="FF6446">
                    <a:alpha val="32968"/>
                  </a:srgbClr>
                </a:gs>
                <a:gs pos="14286">
                  <a:srgbClr val="FF6446">
                    <a:alpha val="30764"/>
                  </a:srgbClr>
                </a:gs>
                <a:gs pos="28571">
                  <a:srgbClr val="FF6446">
                    <a:alpha val="24833"/>
                  </a:srgbClr>
                </a:gs>
                <a:gs pos="42857">
                  <a:srgbClr val="FF6446">
                    <a:alpha val="17075"/>
                  </a:srgbClr>
                </a:gs>
                <a:gs pos="57143">
                  <a:srgbClr val="FF6446">
                    <a:alpha val="9855"/>
                  </a:srgbClr>
                </a:gs>
                <a:gs pos="71429">
                  <a:srgbClr val="FF6446">
                    <a:alpha val="4740"/>
                  </a:srgbClr>
                </a:gs>
                <a:gs pos="85714">
                  <a:srgbClr val="FF6446">
                    <a:alpha val="1902"/>
                  </a:srgbClr>
                </a:gs>
                <a:gs pos="100000">
                  <a:srgbClr val="FF64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-10355839">
              <a:off x="1222813" y="3596833"/>
              <a:ext cx="669406" cy="30978"/>
            </a:xfrm>
            <a:prstGeom prst="ellipse">
              <a:avLst/>
            </a:prstGeom>
            <a:gradFill>
              <a:gsLst>
                <a:gs pos="0">
                  <a:srgbClr val="000301">
                    <a:alpha val="32968"/>
                  </a:srgbClr>
                </a:gs>
                <a:gs pos="14286">
                  <a:srgbClr val="000301">
                    <a:alpha val="30764"/>
                  </a:srgbClr>
                </a:gs>
                <a:gs pos="28571">
                  <a:srgbClr val="000301">
                    <a:alpha val="24833"/>
                  </a:srgbClr>
                </a:gs>
                <a:gs pos="42857">
                  <a:srgbClr val="000301">
                    <a:alpha val="17075"/>
                  </a:srgbClr>
                </a:gs>
                <a:gs pos="57143">
                  <a:srgbClr val="000301">
                    <a:alpha val="9855"/>
                  </a:srgbClr>
                </a:gs>
                <a:gs pos="71429">
                  <a:srgbClr val="000301">
                    <a:alpha val="4740"/>
                  </a:srgbClr>
                </a:gs>
                <a:gs pos="85714">
                  <a:srgbClr val="000301">
                    <a:alpha val="1902"/>
                  </a:srgbClr>
                </a:gs>
                <a:gs pos="100000">
                  <a:srgbClr val="0003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5247544">
              <a:off x="2311300" y="2776446"/>
              <a:ext cx="448052" cy="169053"/>
            </a:xfrm>
            <a:prstGeom prst="ellipse">
              <a:avLst/>
            </a:prstGeom>
            <a:gradFill>
              <a:gsLst>
                <a:gs pos="0">
                  <a:srgbClr val="AB3D31">
                    <a:alpha val="18960"/>
                  </a:srgbClr>
                </a:gs>
                <a:gs pos="14286">
                  <a:srgbClr val="AB3D31">
                    <a:alpha val="17570"/>
                  </a:srgbClr>
                </a:gs>
                <a:gs pos="28571">
                  <a:srgbClr val="AB3D31">
                    <a:alpha val="13931"/>
                  </a:srgbClr>
                </a:gs>
                <a:gs pos="42857">
                  <a:srgbClr val="AB3D31">
                    <a:alpha val="9372"/>
                  </a:srgbClr>
                </a:gs>
                <a:gs pos="57143">
                  <a:srgbClr val="AB3D31">
                    <a:alpha val="5307"/>
                  </a:srgbClr>
                </a:gs>
                <a:gs pos="71429">
                  <a:srgbClr val="AB3D31">
                    <a:alpha val="2520"/>
                  </a:srgbClr>
                </a:gs>
                <a:gs pos="85714">
                  <a:srgbClr val="AB3D31">
                    <a:alpha val="1004"/>
                  </a:srgbClr>
                </a:gs>
                <a:gs pos="100000">
                  <a:srgbClr val="AB3D31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6281169">
              <a:off x="1200718" y="3208806"/>
              <a:ext cx="369485" cy="205174"/>
            </a:xfrm>
            <a:prstGeom prst="ellipse">
              <a:avLst/>
            </a:prstGeom>
            <a:gradFill>
              <a:gsLst>
                <a:gs pos="0">
                  <a:srgbClr val="D57A51">
                    <a:alpha val="10079"/>
                  </a:srgbClr>
                </a:gs>
                <a:gs pos="14286">
                  <a:srgbClr val="D57A51">
                    <a:alpha val="9303"/>
                  </a:srgbClr>
                </a:gs>
                <a:gs pos="28571">
                  <a:srgbClr val="D57A51">
                    <a:alpha val="7302"/>
                  </a:srgbClr>
                </a:gs>
                <a:gs pos="42857">
                  <a:srgbClr val="D57A51">
                    <a:alpha val="4852"/>
                  </a:srgbClr>
                </a:gs>
                <a:gs pos="57143">
                  <a:srgbClr val="D57A51">
                    <a:alpha val="2718"/>
                  </a:srgbClr>
                </a:gs>
                <a:gs pos="71429">
                  <a:srgbClr val="D57A51">
                    <a:alpha val="1282"/>
                  </a:srgbClr>
                </a:gs>
                <a:gs pos="85714">
                  <a:srgbClr val="D57A51">
                    <a:alpha val="509"/>
                  </a:srgbClr>
                </a:gs>
                <a:gs pos="100000">
                  <a:srgbClr val="D57A51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2765963">
              <a:off x="2032149" y="2760567"/>
              <a:ext cx="359101" cy="259408"/>
            </a:xfrm>
            <a:prstGeom prst="ellipse">
              <a:avLst/>
            </a:prstGeom>
            <a:gradFill>
              <a:gsLst>
                <a:gs pos="0">
                  <a:srgbClr val="FF4E00">
                    <a:alpha val="8454"/>
                  </a:srgbClr>
                </a:gs>
                <a:gs pos="14286">
                  <a:srgbClr val="FF4E00">
                    <a:alpha val="7797"/>
                  </a:srgbClr>
                </a:gs>
                <a:gs pos="28571">
                  <a:srgbClr val="FF4E00">
                    <a:alpha val="6109"/>
                  </a:srgbClr>
                </a:gs>
                <a:gs pos="42857">
                  <a:srgbClr val="FF4E00">
                    <a:alpha val="4050"/>
                  </a:srgbClr>
                </a:gs>
                <a:gs pos="57143">
                  <a:srgbClr val="FF4E00">
                    <a:alpha val="2265"/>
                  </a:srgbClr>
                </a:gs>
                <a:gs pos="71429">
                  <a:srgbClr val="FF4E00">
                    <a:alpha val="1067"/>
                  </a:srgbClr>
                </a:gs>
                <a:gs pos="85714">
                  <a:srgbClr val="FF4E00">
                    <a:alpha val="423"/>
                  </a:srgbClr>
                </a:gs>
                <a:gs pos="100000">
                  <a:srgbClr val="FF4E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9023614">
              <a:off x="1528717" y="2716794"/>
              <a:ext cx="314274" cy="270138"/>
            </a:xfrm>
            <a:prstGeom prst="ellipse">
              <a:avLst/>
            </a:prstGeom>
            <a:gradFill>
              <a:gsLst>
                <a:gs pos="0">
                  <a:srgbClr val="5C5645">
                    <a:alpha val="32968"/>
                  </a:srgbClr>
                </a:gs>
                <a:gs pos="14286">
                  <a:srgbClr val="5C5645">
                    <a:alpha val="30764"/>
                  </a:srgbClr>
                </a:gs>
                <a:gs pos="28571">
                  <a:srgbClr val="5C5645">
                    <a:alpha val="24833"/>
                  </a:srgbClr>
                </a:gs>
                <a:gs pos="42857">
                  <a:srgbClr val="5C5645">
                    <a:alpha val="17075"/>
                  </a:srgbClr>
                </a:gs>
                <a:gs pos="57143">
                  <a:srgbClr val="5C5645">
                    <a:alpha val="9855"/>
                  </a:srgbClr>
                </a:gs>
                <a:gs pos="71429">
                  <a:srgbClr val="5C5645">
                    <a:alpha val="4740"/>
                  </a:srgbClr>
                </a:gs>
                <a:gs pos="85714">
                  <a:srgbClr val="5C5645">
                    <a:alpha val="1902"/>
                  </a:srgbClr>
                </a:gs>
                <a:gs pos="100000">
                  <a:srgbClr val="5C56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7285458">
              <a:off x="2274504" y="2722021"/>
              <a:ext cx="353416" cy="240908"/>
            </a:xfrm>
            <a:prstGeom prst="ellipse">
              <a:avLst/>
            </a:prstGeom>
            <a:gradFill>
              <a:gsLst>
                <a:gs pos="0">
                  <a:srgbClr val="C73B00">
                    <a:alpha val="16296"/>
                  </a:srgbClr>
                </a:gs>
                <a:gs pos="14286">
                  <a:srgbClr val="C73B00">
                    <a:alpha val="15083"/>
                  </a:srgbClr>
                </a:gs>
                <a:gs pos="28571">
                  <a:srgbClr val="C73B00">
                    <a:alpha val="11922"/>
                  </a:srgbClr>
                </a:gs>
                <a:gs pos="42857">
                  <a:srgbClr val="C73B00">
                    <a:alpha val="7989"/>
                  </a:srgbClr>
                </a:gs>
                <a:gs pos="57143">
                  <a:srgbClr val="C73B00">
                    <a:alpha val="4509"/>
                  </a:srgbClr>
                </a:gs>
                <a:gs pos="71429">
                  <a:srgbClr val="C73B00">
                    <a:alpha val="2136"/>
                  </a:srgbClr>
                </a:gs>
                <a:gs pos="85714">
                  <a:srgbClr val="C73B00">
                    <a:alpha val="850"/>
                  </a:srgbClr>
                </a:gs>
                <a:gs pos="100000">
                  <a:srgbClr val="C73B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10157119">
              <a:off x="2512614" y="2648250"/>
              <a:ext cx="395634" cy="222552"/>
            </a:xfrm>
            <a:prstGeom prst="ellipse">
              <a:avLst/>
            </a:prstGeom>
            <a:gradFill>
              <a:gsLst>
                <a:gs pos="0">
                  <a:srgbClr val="724335">
                    <a:alpha val="21974"/>
                  </a:srgbClr>
                </a:gs>
                <a:gs pos="14286">
                  <a:srgbClr val="724335">
                    <a:alpha val="20393"/>
                  </a:srgbClr>
                </a:gs>
                <a:gs pos="28571">
                  <a:srgbClr val="724335">
                    <a:alpha val="16229"/>
                  </a:srgbClr>
                </a:gs>
                <a:gs pos="42857">
                  <a:srgbClr val="724335">
                    <a:alpha val="10966"/>
                  </a:srgbClr>
                </a:gs>
                <a:gs pos="57143">
                  <a:srgbClr val="724335">
                    <a:alpha val="6233"/>
                  </a:srgbClr>
                </a:gs>
                <a:gs pos="71429">
                  <a:srgbClr val="724335">
                    <a:alpha val="2968"/>
                  </a:srgbClr>
                </a:gs>
                <a:gs pos="85714">
                  <a:srgbClr val="724335">
                    <a:alpha val="1184"/>
                  </a:srgbClr>
                </a:gs>
                <a:gs pos="100000">
                  <a:srgbClr val="724335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-9831327">
              <a:off x="1518657" y="541157"/>
              <a:ext cx="478847" cy="399958"/>
            </a:xfrm>
            <a:prstGeom prst="ellipse">
              <a:avLst/>
            </a:prstGeom>
            <a:gradFill>
              <a:gsLst>
                <a:gs pos="0">
                  <a:srgbClr val="FF8258">
                    <a:alpha val="32968"/>
                  </a:srgbClr>
                </a:gs>
                <a:gs pos="14286">
                  <a:srgbClr val="FF8258">
                    <a:alpha val="30764"/>
                  </a:srgbClr>
                </a:gs>
                <a:gs pos="28571">
                  <a:srgbClr val="FF8258">
                    <a:alpha val="24833"/>
                  </a:srgbClr>
                </a:gs>
                <a:gs pos="42857">
                  <a:srgbClr val="FF8258">
                    <a:alpha val="17075"/>
                  </a:srgbClr>
                </a:gs>
                <a:gs pos="57143">
                  <a:srgbClr val="FF8258">
                    <a:alpha val="9855"/>
                  </a:srgbClr>
                </a:gs>
                <a:gs pos="71429">
                  <a:srgbClr val="FF8258">
                    <a:alpha val="4740"/>
                  </a:srgbClr>
                </a:gs>
                <a:gs pos="85714">
                  <a:srgbClr val="FF8258">
                    <a:alpha val="1902"/>
                  </a:srgbClr>
                </a:gs>
                <a:gs pos="100000">
                  <a:srgbClr val="FF82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6608578">
              <a:off x="2876555" y="2738496"/>
              <a:ext cx="379441" cy="352804"/>
            </a:xfrm>
            <a:prstGeom prst="ellipse">
              <a:avLst/>
            </a:prstGeom>
            <a:gradFill>
              <a:gsLst>
                <a:gs pos="0">
                  <a:srgbClr val="000015">
                    <a:alpha val="20022"/>
                  </a:srgbClr>
                </a:gs>
                <a:gs pos="14286">
                  <a:srgbClr val="000015">
                    <a:alpha val="18563"/>
                  </a:srgbClr>
                </a:gs>
                <a:gs pos="28571">
                  <a:srgbClr val="000015">
                    <a:alpha val="14738"/>
                  </a:srgbClr>
                </a:gs>
                <a:gs pos="42857">
                  <a:srgbClr val="000015">
                    <a:alpha val="9930"/>
                  </a:srgbClr>
                </a:gs>
                <a:gs pos="57143">
                  <a:srgbClr val="000015">
                    <a:alpha val="5630"/>
                  </a:srgbClr>
                </a:gs>
                <a:gs pos="71429">
                  <a:srgbClr val="000015">
                    <a:alpha val="2676"/>
                  </a:srgbClr>
                </a:gs>
                <a:gs pos="85714">
                  <a:srgbClr val="000015">
                    <a:alpha val="1067"/>
                  </a:srgbClr>
                </a:gs>
                <a:gs pos="100000">
                  <a:srgbClr val="000015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7207746">
              <a:off x="2112584" y="2778233"/>
              <a:ext cx="335832" cy="206740"/>
            </a:xfrm>
            <a:prstGeom prst="ellipse">
              <a:avLst/>
            </a:prstGeom>
            <a:gradFill>
              <a:gsLst>
                <a:gs pos="0">
                  <a:srgbClr val="CF8F71">
                    <a:alpha val="6368"/>
                  </a:srgbClr>
                </a:gs>
                <a:gs pos="14286">
                  <a:srgbClr val="CF8F71">
                    <a:alpha val="5868"/>
                  </a:srgbClr>
                </a:gs>
                <a:gs pos="28571">
                  <a:srgbClr val="CF8F71">
                    <a:alpha val="4587"/>
                  </a:srgbClr>
                </a:gs>
                <a:gs pos="42857">
                  <a:srgbClr val="CF8F71">
                    <a:alpha val="3033"/>
                  </a:srgbClr>
                </a:gs>
                <a:gs pos="57143">
                  <a:srgbClr val="CF8F71">
                    <a:alpha val="1692"/>
                  </a:srgbClr>
                </a:gs>
                <a:gs pos="71429">
                  <a:srgbClr val="CF8F71">
                    <a:alpha val="796"/>
                  </a:srgbClr>
                </a:gs>
                <a:gs pos="85714">
                  <a:srgbClr val="CF8F71">
                    <a:alpha val="315"/>
                  </a:srgbClr>
                </a:gs>
                <a:gs pos="100000">
                  <a:srgbClr val="CF8F71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8585435">
              <a:off x="384072" y="713995"/>
              <a:ext cx="296855" cy="266057"/>
            </a:xfrm>
            <a:prstGeom prst="ellipse">
              <a:avLst/>
            </a:prstGeom>
            <a:gradFill>
              <a:gsLst>
                <a:gs pos="0">
                  <a:srgbClr val="F00000">
                    <a:alpha val="8884"/>
                  </a:srgbClr>
                </a:gs>
                <a:gs pos="14286">
                  <a:srgbClr val="F00000">
                    <a:alpha val="8196"/>
                  </a:srgbClr>
                </a:gs>
                <a:gs pos="28571">
                  <a:srgbClr val="F00000">
                    <a:alpha val="6424"/>
                  </a:srgbClr>
                </a:gs>
                <a:gs pos="42857">
                  <a:srgbClr val="F00000">
                    <a:alpha val="4262"/>
                  </a:srgbClr>
                </a:gs>
                <a:gs pos="57143">
                  <a:srgbClr val="F00000">
                    <a:alpha val="2384"/>
                  </a:srgbClr>
                </a:gs>
                <a:gs pos="71429">
                  <a:srgbClr val="F00000">
                    <a:alpha val="1123"/>
                  </a:srgbClr>
                </a:gs>
                <a:gs pos="85714">
                  <a:srgbClr val="F00000">
                    <a:alpha val="446"/>
                  </a:srgbClr>
                </a:gs>
                <a:gs pos="100000">
                  <a:srgbClr val="F00000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5557928">
              <a:off x="2674195" y="2337434"/>
              <a:ext cx="289607" cy="271592"/>
            </a:xfrm>
            <a:prstGeom prst="ellipse">
              <a:avLst/>
            </a:prstGeom>
            <a:gradFill>
              <a:gsLst>
                <a:gs pos="0">
                  <a:srgbClr val="B40026">
                    <a:alpha val="7634"/>
                  </a:srgbClr>
                </a:gs>
                <a:gs pos="14286">
                  <a:srgbClr val="B40026">
                    <a:alpha val="7039"/>
                  </a:srgbClr>
                </a:gs>
                <a:gs pos="28571">
                  <a:srgbClr val="B40026">
                    <a:alpha val="5510"/>
                  </a:srgbClr>
                </a:gs>
                <a:gs pos="42857">
                  <a:srgbClr val="B40026">
                    <a:alpha val="3649"/>
                  </a:srgbClr>
                </a:gs>
                <a:gs pos="57143">
                  <a:srgbClr val="B40026">
                    <a:alpha val="2039"/>
                  </a:srgbClr>
                </a:gs>
                <a:gs pos="71429">
                  <a:srgbClr val="B40026">
                    <a:alpha val="960"/>
                  </a:srgbClr>
                </a:gs>
                <a:gs pos="85714">
                  <a:srgbClr val="B40026">
                    <a:alpha val="381"/>
                  </a:srgbClr>
                </a:gs>
                <a:gs pos="100000">
                  <a:srgbClr val="B40026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9511280">
              <a:off x="2876800" y="749388"/>
              <a:ext cx="376989" cy="209780"/>
            </a:xfrm>
            <a:prstGeom prst="ellipse">
              <a:avLst/>
            </a:prstGeom>
            <a:gradFill>
              <a:gsLst>
                <a:gs pos="0">
                  <a:srgbClr val="A0003D">
                    <a:alpha val="32968"/>
                  </a:srgbClr>
                </a:gs>
                <a:gs pos="14286">
                  <a:srgbClr val="A0003D">
                    <a:alpha val="30764"/>
                  </a:srgbClr>
                </a:gs>
                <a:gs pos="28571">
                  <a:srgbClr val="A0003D">
                    <a:alpha val="24833"/>
                  </a:srgbClr>
                </a:gs>
                <a:gs pos="42857">
                  <a:srgbClr val="A0003D">
                    <a:alpha val="17075"/>
                  </a:srgbClr>
                </a:gs>
                <a:gs pos="57143">
                  <a:srgbClr val="A0003D">
                    <a:alpha val="9855"/>
                  </a:srgbClr>
                </a:gs>
                <a:gs pos="71429">
                  <a:srgbClr val="A0003D">
                    <a:alpha val="4740"/>
                  </a:srgbClr>
                </a:gs>
                <a:gs pos="85714">
                  <a:srgbClr val="A0003D">
                    <a:alpha val="1902"/>
                  </a:srgbClr>
                </a:gs>
                <a:gs pos="100000">
                  <a:srgbClr val="A000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5978216">
              <a:off x="-72862" y="1682898"/>
              <a:ext cx="446817" cy="197691"/>
            </a:xfrm>
            <a:prstGeom prst="ellipse">
              <a:avLst/>
            </a:prstGeom>
            <a:gradFill>
              <a:gsLst>
                <a:gs pos="0">
                  <a:srgbClr val="F67258">
                    <a:alpha val="32968"/>
                  </a:srgbClr>
                </a:gs>
                <a:gs pos="14286">
                  <a:srgbClr val="F67258">
                    <a:alpha val="30764"/>
                  </a:srgbClr>
                </a:gs>
                <a:gs pos="28571">
                  <a:srgbClr val="F67258">
                    <a:alpha val="24833"/>
                  </a:srgbClr>
                </a:gs>
                <a:gs pos="42857">
                  <a:srgbClr val="F67258">
                    <a:alpha val="17075"/>
                  </a:srgbClr>
                </a:gs>
                <a:gs pos="57143">
                  <a:srgbClr val="F67258">
                    <a:alpha val="9855"/>
                  </a:srgbClr>
                </a:gs>
                <a:gs pos="71429">
                  <a:srgbClr val="F67258">
                    <a:alpha val="4740"/>
                  </a:srgbClr>
                </a:gs>
                <a:gs pos="85714">
                  <a:srgbClr val="F67258">
                    <a:alpha val="1902"/>
                  </a:srgbClr>
                </a:gs>
                <a:gs pos="100000">
                  <a:srgbClr val="F672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10392497">
              <a:off x="1304792" y="3490493"/>
              <a:ext cx="665848" cy="108056"/>
            </a:xfrm>
            <a:prstGeom prst="ellipse">
              <a:avLst/>
            </a:prstGeom>
            <a:gradFill>
              <a:gsLst>
                <a:gs pos="0">
                  <a:srgbClr val="FF5B3F">
                    <a:alpha val="32968"/>
                  </a:srgbClr>
                </a:gs>
                <a:gs pos="14286">
                  <a:srgbClr val="FF5B3F">
                    <a:alpha val="30764"/>
                  </a:srgbClr>
                </a:gs>
                <a:gs pos="28571">
                  <a:srgbClr val="FF5B3F">
                    <a:alpha val="24833"/>
                  </a:srgbClr>
                </a:gs>
                <a:gs pos="42857">
                  <a:srgbClr val="FF5B3F">
                    <a:alpha val="17075"/>
                  </a:srgbClr>
                </a:gs>
                <a:gs pos="57143">
                  <a:srgbClr val="FF5B3F">
                    <a:alpha val="9855"/>
                  </a:srgbClr>
                </a:gs>
                <a:gs pos="71429">
                  <a:srgbClr val="FF5B3F">
                    <a:alpha val="4740"/>
                  </a:srgbClr>
                </a:gs>
                <a:gs pos="85714">
                  <a:srgbClr val="FF5B3F">
                    <a:alpha val="1902"/>
                  </a:srgbClr>
                </a:gs>
                <a:gs pos="100000">
                  <a:srgbClr val="FF5B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6957830">
              <a:off x="3057999" y="2552000"/>
              <a:ext cx="645961" cy="103016"/>
            </a:xfrm>
            <a:prstGeom prst="ellipse">
              <a:avLst/>
            </a:prstGeom>
            <a:gradFill>
              <a:gsLst>
                <a:gs pos="0">
                  <a:srgbClr val="F9634F">
                    <a:alpha val="32968"/>
                  </a:srgbClr>
                </a:gs>
                <a:gs pos="14286">
                  <a:srgbClr val="F9634F">
                    <a:alpha val="30764"/>
                  </a:srgbClr>
                </a:gs>
                <a:gs pos="28571">
                  <a:srgbClr val="F9634F">
                    <a:alpha val="24833"/>
                  </a:srgbClr>
                </a:gs>
                <a:gs pos="42857">
                  <a:srgbClr val="F9634F">
                    <a:alpha val="17075"/>
                  </a:srgbClr>
                </a:gs>
                <a:gs pos="57143">
                  <a:srgbClr val="F9634F">
                    <a:alpha val="9855"/>
                  </a:srgbClr>
                </a:gs>
                <a:gs pos="71429">
                  <a:srgbClr val="F9634F">
                    <a:alpha val="4740"/>
                  </a:srgbClr>
                </a:gs>
                <a:gs pos="85714">
                  <a:srgbClr val="F9634F">
                    <a:alpha val="1902"/>
                  </a:srgbClr>
                </a:gs>
                <a:gs pos="100000">
                  <a:srgbClr val="F963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7263188">
              <a:off x="2645388" y="2290392"/>
              <a:ext cx="300828" cy="247780"/>
            </a:xfrm>
            <a:prstGeom prst="ellipse">
              <a:avLst/>
            </a:prstGeom>
            <a:gradFill>
              <a:gsLst>
                <a:gs pos="0">
                  <a:srgbClr val="916131">
                    <a:alpha val="6045"/>
                  </a:srgbClr>
                </a:gs>
                <a:gs pos="14286">
                  <a:srgbClr val="916131">
                    <a:alpha val="5570"/>
                  </a:srgbClr>
                </a:gs>
                <a:gs pos="28571">
                  <a:srgbClr val="916131">
                    <a:alpha val="4352"/>
                  </a:srgbClr>
                </a:gs>
                <a:gs pos="42857">
                  <a:srgbClr val="916131">
                    <a:alpha val="2876"/>
                  </a:srgbClr>
                </a:gs>
                <a:gs pos="57143">
                  <a:srgbClr val="916131">
                    <a:alpha val="1604"/>
                  </a:srgbClr>
                </a:gs>
                <a:gs pos="71429">
                  <a:srgbClr val="916131">
                    <a:alpha val="754"/>
                  </a:srgbClr>
                </a:gs>
                <a:gs pos="85714">
                  <a:srgbClr val="916131">
                    <a:alpha val="299"/>
                  </a:srgbClr>
                </a:gs>
                <a:gs pos="100000">
                  <a:srgbClr val="916131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-9990097">
              <a:off x="2208183" y="2824154"/>
              <a:ext cx="311962" cy="282808"/>
            </a:xfrm>
            <a:prstGeom prst="ellipse">
              <a:avLst/>
            </a:prstGeom>
            <a:gradFill>
              <a:gsLst>
                <a:gs pos="0">
                  <a:srgbClr val="AE004D">
                    <a:alpha val="6545"/>
                  </a:srgbClr>
                </a:gs>
                <a:gs pos="14286">
                  <a:srgbClr val="AE004D">
                    <a:alpha val="6032"/>
                  </a:srgbClr>
                </a:gs>
                <a:gs pos="28571">
                  <a:srgbClr val="AE004D">
                    <a:alpha val="4716"/>
                  </a:srgbClr>
                </a:gs>
                <a:gs pos="42857">
                  <a:srgbClr val="AE004D">
                    <a:alpha val="3119"/>
                  </a:srgbClr>
                </a:gs>
                <a:gs pos="57143">
                  <a:srgbClr val="AE004D">
                    <a:alpha val="1740"/>
                  </a:srgbClr>
                </a:gs>
                <a:gs pos="71429">
                  <a:srgbClr val="AE004D">
                    <a:alpha val="818"/>
                  </a:srgbClr>
                </a:gs>
                <a:gs pos="85714">
                  <a:srgbClr val="AE004D">
                    <a:alpha val="324"/>
                  </a:srgbClr>
                </a:gs>
                <a:gs pos="100000">
                  <a:srgbClr val="AE004D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-10368984">
              <a:off x="1856158" y="2802823"/>
              <a:ext cx="281995" cy="276395"/>
            </a:xfrm>
            <a:prstGeom prst="ellipse">
              <a:avLst/>
            </a:prstGeom>
            <a:gradFill>
              <a:gsLst>
                <a:gs pos="0">
                  <a:srgbClr val="91100C">
                    <a:alpha val="16562"/>
                  </a:srgbClr>
                </a:gs>
                <a:gs pos="14286">
                  <a:srgbClr val="91100C">
                    <a:alpha val="15331"/>
                  </a:srgbClr>
                </a:gs>
                <a:gs pos="28571">
                  <a:srgbClr val="91100C">
                    <a:alpha val="12121"/>
                  </a:srgbClr>
                </a:gs>
                <a:gs pos="42857">
                  <a:srgbClr val="91100C">
                    <a:alpha val="8126"/>
                  </a:srgbClr>
                </a:gs>
                <a:gs pos="57143">
                  <a:srgbClr val="91100C">
                    <a:alpha val="4588"/>
                  </a:srgbClr>
                </a:gs>
                <a:gs pos="71429">
                  <a:srgbClr val="91100C">
                    <a:alpha val="2174"/>
                  </a:srgbClr>
                </a:gs>
                <a:gs pos="85714">
                  <a:srgbClr val="91100C">
                    <a:alpha val="866"/>
                  </a:srgbClr>
                </a:gs>
                <a:gs pos="100000">
                  <a:srgbClr val="91100C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-8259781">
              <a:off x="848376" y="3142892"/>
              <a:ext cx="506536" cy="210200"/>
            </a:xfrm>
            <a:prstGeom prst="ellipse">
              <a:avLst/>
            </a:prstGeom>
            <a:gradFill>
              <a:gsLst>
                <a:gs pos="0">
                  <a:srgbClr val="BA4327">
                    <a:alpha val="32968"/>
                  </a:srgbClr>
                </a:gs>
                <a:gs pos="14286">
                  <a:srgbClr val="BA4327">
                    <a:alpha val="30764"/>
                  </a:srgbClr>
                </a:gs>
                <a:gs pos="28571">
                  <a:srgbClr val="BA4327">
                    <a:alpha val="24833"/>
                  </a:srgbClr>
                </a:gs>
                <a:gs pos="42857">
                  <a:srgbClr val="BA4327">
                    <a:alpha val="17075"/>
                  </a:srgbClr>
                </a:gs>
                <a:gs pos="57143">
                  <a:srgbClr val="BA4327">
                    <a:alpha val="9855"/>
                  </a:srgbClr>
                </a:gs>
                <a:gs pos="71429">
                  <a:srgbClr val="BA4327">
                    <a:alpha val="4740"/>
                  </a:srgbClr>
                </a:gs>
                <a:gs pos="85714">
                  <a:srgbClr val="BA4327">
                    <a:alpha val="1902"/>
                  </a:srgbClr>
                </a:gs>
                <a:gs pos="100000">
                  <a:srgbClr val="BA43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3200123">
              <a:off x="1336470" y="290565"/>
              <a:ext cx="334287" cy="219150"/>
            </a:xfrm>
            <a:prstGeom prst="ellipse">
              <a:avLst/>
            </a:prstGeom>
            <a:gradFill>
              <a:gsLst>
                <a:gs pos="0">
                  <a:srgbClr val="B60031">
                    <a:alpha val="32968"/>
                  </a:srgbClr>
                </a:gs>
                <a:gs pos="14286">
                  <a:srgbClr val="B60031">
                    <a:alpha val="30764"/>
                  </a:srgbClr>
                </a:gs>
                <a:gs pos="28571">
                  <a:srgbClr val="B60031">
                    <a:alpha val="24833"/>
                  </a:srgbClr>
                </a:gs>
                <a:gs pos="42857">
                  <a:srgbClr val="B60031">
                    <a:alpha val="17075"/>
                  </a:srgbClr>
                </a:gs>
                <a:gs pos="57143">
                  <a:srgbClr val="B60031">
                    <a:alpha val="9855"/>
                  </a:srgbClr>
                </a:gs>
                <a:gs pos="71429">
                  <a:srgbClr val="B60031">
                    <a:alpha val="4740"/>
                  </a:srgbClr>
                </a:gs>
                <a:gs pos="85714">
                  <a:srgbClr val="B60031">
                    <a:alpha val="1902"/>
                  </a:srgbClr>
                </a:gs>
                <a:gs pos="100000">
                  <a:srgbClr val="B600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8224244">
              <a:off x="2322345" y="3079777"/>
              <a:ext cx="498473" cy="291592"/>
            </a:xfrm>
            <a:prstGeom prst="ellipse">
              <a:avLst/>
            </a:prstGeom>
            <a:gradFill>
              <a:gsLst>
                <a:gs pos="0">
                  <a:srgbClr val="E45D42">
                    <a:alpha val="32968"/>
                  </a:srgbClr>
                </a:gs>
                <a:gs pos="14286">
                  <a:srgbClr val="E45D42">
                    <a:alpha val="30764"/>
                  </a:srgbClr>
                </a:gs>
                <a:gs pos="28571">
                  <a:srgbClr val="E45D42">
                    <a:alpha val="24833"/>
                  </a:srgbClr>
                </a:gs>
                <a:gs pos="42857">
                  <a:srgbClr val="E45D42">
                    <a:alpha val="17075"/>
                  </a:srgbClr>
                </a:gs>
                <a:gs pos="57143">
                  <a:srgbClr val="E45D42">
                    <a:alpha val="9855"/>
                  </a:srgbClr>
                </a:gs>
                <a:gs pos="71429">
                  <a:srgbClr val="E45D42">
                    <a:alpha val="4740"/>
                  </a:srgbClr>
                </a:gs>
                <a:gs pos="85714">
                  <a:srgbClr val="E45D42">
                    <a:alpha val="1902"/>
                  </a:srgbClr>
                </a:gs>
                <a:gs pos="100000">
                  <a:srgbClr val="E45D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-8771119">
              <a:off x="1296120" y="3225941"/>
              <a:ext cx="638209" cy="130832"/>
            </a:xfrm>
            <a:prstGeom prst="ellipse">
              <a:avLst/>
            </a:prstGeom>
            <a:gradFill>
              <a:gsLst>
                <a:gs pos="0">
                  <a:srgbClr val="D37E67">
                    <a:alpha val="24777"/>
                  </a:srgbClr>
                </a:gs>
                <a:gs pos="14286">
                  <a:srgbClr val="D37E67">
                    <a:alpha val="23025"/>
                  </a:srgbClr>
                </a:gs>
                <a:gs pos="28571">
                  <a:srgbClr val="D37E67">
                    <a:alpha val="18387"/>
                  </a:srgbClr>
                </a:gs>
                <a:gs pos="42857">
                  <a:srgbClr val="D37E67">
                    <a:alpha val="12478"/>
                  </a:srgbClr>
                </a:gs>
                <a:gs pos="57143">
                  <a:srgbClr val="D37E67">
                    <a:alpha val="7119"/>
                  </a:srgbClr>
                </a:gs>
                <a:gs pos="71429">
                  <a:srgbClr val="D37E67">
                    <a:alpha val="3398"/>
                  </a:srgbClr>
                </a:gs>
                <a:gs pos="85714">
                  <a:srgbClr val="D37E67">
                    <a:alpha val="1358"/>
                  </a:srgbClr>
                </a:gs>
                <a:gs pos="100000">
                  <a:srgbClr val="D37E67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-9651403">
              <a:off x="1468906" y="3027674"/>
              <a:ext cx="450445" cy="151153"/>
            </a:xfrm>
            <a:prstGeom prst="ellipse">
              <a:avLst/>
            </a:prstGeom>
            <a:gradFill>
              <a:gsLst>
                <a:gs pos="0">
                  <a:srgbClr val="AC8061">
                    <a:alpha val="31251"/>
                  </a:srgbClr>
                </a:gs>
                <a:gs pos="14286">
                  <a:srgbClr val="AC8061">
                    <a:alpha val="29135"/>
                  </a:srgbClr>
                </a:gs>
                <a:gs pos="28571">
                  <a:srgbClr val="AC8061">
                    <a:alpha val="23464"/>
                  </a:srgbClr>
                </a:gs>
                <a:gs pos="42857">
                  <a:srgbClr val="AC8061">
                    <a:alpha val="16088"/>
                  </a:srgbClr>
                </a:gs>
                <a:gs pos="57143">
                  <a:srgbClr val="AC8061">
                    <a:alpha val="9262"/>
                  </a:srgbClr>
                </a:gs>
                <a:gs pos="71429">
                  <a:srgbClr val="AC8061">
                    <a:alpha val="4447"/>
                  </a:srgbClr>
                </a:gs>
                <a:gs pos="85714">
                  <a:srgbClr val="AC8061">
                    <a:alpha val="1783"/>
                  </a:srgbClr>
                </a:gs>
                <a:gs pos="100000">
                  <a:srgbClr val="AC8061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5050200">
              <a:off x="-84212" y="1655053"/>
              <a:ext cx="498409" cy="220573"/>
            </a:xfrm>
            <a:prstGeom prst="ellipse">
              <a:avLst/>
            </a:prstGeom>
            <a:gradFill>
              <a:gsLst>
                <a:gs pos="0">
                  <a:srgbClr val="B13221">
                    <a:alpha val="32968"/>
                  </a:srgbClr>
                </a:gs>
                <a:gs pos="14286">
                  <a:srgbClr val="B13221">
                    <a:alpha val="30764"/>
                  </a:srgbClr>
                </a:gs>
                <a:gs pos="28571">
                  <a:srgbClr val="B13221">
                    <a:alpha val="24833"/>
                  </a:srgbClr>
                </a:gs>
                <a:gs pos="42857">
                  <a:srgbClr val="B13221">
                    <a:alpha val="17075"/>
                  </a:srgbClr>
                </a:gs>
                <a:gs pos="57143">
                  <a:srgbClr val="B13221">
                    <a:alpha val="9855"/>
                  </a:srgbClr>
                </a:gs>
                <a:gs pos="71429">
                  <a:srgbClr val="B13221">
                    <a:alpha val="4740"/>
                  </a:srgbClr>
                </a:gs>
                <a:gs pos="85714">
                  <a:srgbClr val="B13221">
                    <a:alpha val="1902"/>
                  </a:srgbClr>
                </a:gs>
                <a:gs pos="100000">
                  <a:srgbClr val="B132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9917236">
              <a:off x="436097" y="552970"/>
              <a:ext cx="397822" cy="306333"/>
            </a:xfrm>
            <a:prstGeom prst="ellipse">
              <a:avLst/>
            </a:prstGeom>
            <a:gradFill>
              <a:gsLst>
                <a:gs pos="0">
                  <a:srgbClr val="00001A">
                    <a:alpha val="18934"/>
                  </a:srgbClr>
                </a:gs>
                <a:gs pos="14286">
                  <a:srgbClr val="00001A">
                    <a:alpha val="17546"/>
                  </a:srgbClr>
                </a:gs>
                <a:gs pos="28571">
                  <a:srgbClr val="00001A">
                    <a:alpha val="13912"/>
                  </a:srgbClr>
                </a:gs>
                <a:gs pos="42857">
                  <a:srgbClr val="00001A">
                    <a:alpha val="9358"/>
                  </a:srgbClr>
                </a:gs>
                <a:gs pos="57143">
                  <a:srgbClr val="00001A">
                    <a:alpha val="5299"/>
                  </a:srgbClr>
                </a:gs>
                <a:gs pos="71429">
                  <a:srgbClr val="00001A">
                    <a:alpha val="2516"/>
                  </a:srgbClr>
                </a:gs>
                <a:gs pos="85714">
                  <a:srgbClr val="00001A">
                    <a:alpha val="1003"/>
                  </a:srgbClr>
                </a:gs>
                <a:gs pos="100000">
                  <a:srgbClr val="00001A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3468529">
              <a:off x="1688371" y="3098381"/>
              <a:ext cx="449730" cy="215401"/>
            </a:xfrm>
            <a:prstGeom prst="ellipse">
              <a:avLst/>
            </a:prstGeom>
            <a:gradFill>
              <a:gsLst>
                <a:gs pos="0">
                  <a:srgbClr val="D90000">
                    <a:alpha val="8172"/>
                  </a:srgbClr>
                </a:gs>
                <a:gs pos="14286">
                  <a:srgbClr val="D90000">
                    <a:alpha val="7537"/>
                  </a:srgbClr>
                </a:gs>
                <a:gs pos="28571">
                  <a:srgbClr val="D90000">
                    <a:alpha val="5903"/>
                  </a:srgbClr>
                </a:gs>
                <a:gs pos="42857">
                  <a:srgbClr val="D90000">
                    <a:alpha val="3912"/>
                  </a:srgbClr>
                </a:gs>
                <a:gs pos="57143">
                  <a:srgbClr val="D90000">
                    <a:alpha val="2187"/>
                  </a:srgbClr>
                </a:gs>
                <a:gs pos="71429">
                  <a:srgbClr val="D90000">
                    <a:alpha val="1030"/>
                  </a:srgbClr>
                </a:gs>
                <a:gs pos="85714">
                  <a:srgbClr val="D90000">
                    <a:alpha val="408"/>
                  </a:srgbClr>
                </a:gs>
                <a:gs pos="100000">
                  <a:srgbClr val="D900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7280876">
              <a:off x="3005186" y="2718542"/>
              <a:ext cx="508080" cy="127747"/>
            </a:xfrm>
            <a:prstGeom prst="ellipse">
              <a:avLst/>
            </a:prstGeom>
            <a:gradFill>
              <a:gsLst>
                <a:gs pos="0">
                  <a:srgbClr val="DA5641">
                    <a:alpha val="32968"/>
                  </a:srgbClr>
                </a:gs>
                <a:gs pos="14286">
                  <a:srgbClr val="DA5641">
                    <a:alpha val="30764"/>
                  </a:srgbClr>
                </a:gs>
                <a:gs pos="28571">
                  <a:srgbClr val="DA5641">
                    <a:alpha val="24833"/>
                  </a:srgbClr>
                </a:gs>
                <a:gs pos="42857">
                  <a:srgbClr val="DA5641">
                    <a:alpha val="17075"/>
                  </a:srgbClr>
                </a:gs>
                <a:gs pos="57143">
                  <a:srgbClr val="DA5641">
                    <a:alpha val="9855"/>
                  </a:srgbClr>
                </a:gs>
                <a:gs pos="71429">
                  <a:srgbClr val="DA5641">
                    <a:alpha val="4740"/>
                  </a:srgbClr>
                </a:gs>
                <a:gs pos="85714">
                  <a:srgbClr val="DA5641">
                    <a:alpha val="1902"/>
                  </a:srgbClr>
                </a:gs>
                <a:gs pos="100000">
                  <a:srgbClr val="DA56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7440385">
              <a:off x="259773" y="837762"/>
              <a:ext cx="349593" cy="292402"/>
            </a:xfrm>
            <a:prstGeom prst="ellipse">
              <a:avLst/>
            </a:prstGeom>
            <a:gradFill>
              <a:gsLst>
                <a:gs pos="0">
                  <a:srgbClr val="F12C2E">
                    <a:alpha val="14989"/>
                  </a:srgbClr>
                </a:gs>
                <a:gs pos="14286">
                  <a:srgbClr val="F12C2E">
                    <a:alpha val="13865"/>
                  </a:srgbClr>
                </a:gs>
                <a:gs pos="28571">
                  <a:srgbClr val="F12C2E">
                    <a:alpha val="10942"/>
                  </a:srgbClr>
                </a:gs>
                <a:gs pos="42857">
                  <a:srgbClr val="F12C2E">
                    <a:alpha val="7320"/>
                  </a:srgbClr>
                </a:gs>
                <a:gs pos="57143">
                  <a:srgbClr val="F12C2E">
                    <a:alpha val="4124"/>
                  </a:srgbClr>
                </a:gs>
                <a:gs pos="71429">
                  <a:srgbClr val="F12C2E">
                    <a:alpha val="1952"/>
                  </a:srgbClr>
                </a:gs>
                <a:gs pos="85714">
                  <a:srgbClr val="F12C2E">
                    <a:alpha val="777"/>
                  </a:srgbClr>
                </a:gs>
                <a:gs pos="100000">
                  <a:srgbClr val="F12C2E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5190630">
              <a:off x="3226785" y="1784330"/>
              <a:ext cx="463388" cy="265449"/>
            </a:xfrm>
            <a:prstGeom prst="ellipse">
              <a:avLst/>
            </a:prstGeom>
            <a:gradFill>
              <a:gsLst>
                <a:gs pos="0">
                  <a:srgbClr val="E45D47">
                    <a:alpha val="32968"/>
                  </a:srgbClr>
                </a:gs>
                <a:gs pos="14286">
                  <a:srgbClr val="E45D47">
                    <a:alpha val="30764"/>
                  </a:srgbClr>
                </a:gs>
                <a:gs pos="28571">
                  <a:srgbClr val="E45D47">
                    <a:alpha val="24833"/>
                  </a:srgbClr>
                </a:gs>
                <a:gs pos="42857">
                  <a:srgbClr val="E45D47">
                    <a:alpha val="17075"/>
                  </a:srgbClr>
                </a:gs>
                <a:gs pos="57143">
                  <a:srgbClr val="E45D47">
                    <a:alpha val="9855"/>
                  </a:srgbClr>
                </a:gs>
                <a:gs pos="71429">
                  <a:srgbClr val="E45D47">
                    <a:alpha val="4740"/>
                  </a:srgbClr>
                </a:gs>
                <a:gs pos="85714">
                  <a:srgbClr val="E45D47">
                    <a:alpha val="1902"/>
                  </a:srgbClr>
                </a:gs>
                <a:gs pos="100000">
                  <a:srgbClr val="E45D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6309404">
              <a:off x="1102284" y="3465586"/>
              <a:ext cx="324873" cy="209277"/>
            </a:xfrm>
            <a:prstGeom prst="ellipse">
              <a:avLst/>
            </a:prstGeom>
            <a:gradFill>
              <a:gsLst>
                <a:gs pos="0">
                  <a:srgbClr val="000002">
                    <a:alpha val="9153"/>
                  </a:srgbClr>
                </a:gs>
                <a:gs pos="14286">
                  <a:srgbClr val="000002">
                    <a:alpha val="8445"/>
                  </a:srgbClr>
                </a:gs>
                <a:gs pos="28571">
                  <a:srgbClr val="000002">
                    <a:alpha val="6621"/>
                  </a:srgbClr>
                </a:gs>
                <a:gs pos="42857">
                  <a:srgbClr val="000002">
                    <a:alpha val="4394"/>
                  </a:srgbClr>
                </a:gs>
                <a:gs pos="57143">
                  <a:srgbClr val="000002">
                    <a:alpha val="2459"/>
                  </a:srgbClr>
                </a:gs>
                <a:gs pos="71429">
                  <a:srgbClr val="000002">
                    <a:alpha val="1159"/>
                  </a:srgbClr>
                </a:gs>
                <a:gs pos="85714">
                  <a:srgbClr val="000002">
                    <a:alpha val="460"/>
                  </a:srgbClr>
                </a:gs>
                <a:gs pos="100000">
                  <a:srgbClr val="000002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4068524">
              <a:off x="802322" y="393120"/>
              <a:ext cx="270003" cy="97489"/>
            </a:xfrm>
            <a:prstGeom prst="ellipse">
              <a:avLst/>
            </a:prstGeom>
            <a:gradFill>
              <a:gsLst>
                <a:gs pos="0">
                  <a:srgbClr val="960018">
                    <a:alpha val="32968"/>
                  </a:srgbClr>
                </a:gs>
                <a:gs pos="14286">
                  <a:srgbClr val="960018">
                    <a:alpha val="30764"/>
                  </a:srgbClr>
                </a:gs>
                <a:gs pos="28571">
                  <a:srgbClr val="960018">
                    <a:alpha val="24833"/>
                  </a:srgbClr>
                </a:gs>
                <a:gs pos="42857">
                  <a:srgbClr val="960018">
                    <a:alpha val="17075"/>
                  </a:srgbClr>
                </a:gs>
                <a:gs pos="57143">
                  <a:srgbClr val="960018">
                    <a:alpha val="9855"/>
                  </a:srgbClr>
                </a:gs>
                <a:gs pos="71429">
                  <a:srgbClr val="960018">
                    <a:alpha val="4740"/>
                  </a:srgbClr>
                </a:gs>
                <a:gs pos="85714">
                  <a:srgbClr val="960018">
                    <a:alpha val="1902"/>
                  </a:srgbClr>
                </a:gs>
                <a:gs pos="100000">
                  <a:srgbClr val="9600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9437592">
              <a:off x="2478088" y="3053331"/>
              <a:ext cx="744845" cy="51520"/>
            </a:xfrm>
            <a:prstGeom prst="ellipse">
              <a:avLst/>
            </a:prstGeom>
            <a:gradFill>
              <a:gsLst>
                <a:gs pos="0">
                  <a:srgbClr val="000049">
                    <a:alpha val="32968"/>
                  </a:srgbClr>
                </a:gs>
                <a:gs pos="14286">
                  <a:srgbClr val="000049">
                    <a:alpha val="30764"/>
                  </a:srgbClr>
                </a:gs>
                <a:gs pos="28571">
                  <a:srgbClr val="000049">
                    <a:alpha val="24833"/>
                  </a:srgbClr>
                </a:gs>
                <a:gs pos="42857">
                  <a:srgbClr val="000049">
                    <a:alpha val="17075"/>
                  </a:srgbClr>
                </a:gs>
                <a:gs pos="57143">
                  <a:srgbClr val="000049">
                    <a:alpha val="9855"/>
                  </a:srgbClr>
                </a:gs>
                <a:gs pos="71429">
                  <a:srgbClr val="000049">
                    <a:alpha val="4740"/>
                  </a:srgbClr>
                </a:gs>
                <a:gs pos="85714">
                  <a:srgbClr val="000049">
                    <a:alpha val="1902"/>
                  </a:srgbClr>
                </a:gs>
                <a:gs pos="100000">
                  <a:srgbClr val="00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5947972">
              <a:off x="2093103" y="2884622"/>
              <a:ext cx="320146" cy="270888"/>
            </a:xfrm>
            <a:prstGeom prst="ellipse">
              <a:avLst/>
            </a:prstGeom>
            <a:gradFill>
              <a:gsLst>
                <a:gs pos="0">
                  <a:srgbClr val="B06E4C">
                    <a:alpha val="32968"/>
                  </a:srgbClr>
                </a:gs>
                <a:gs pos="14286">
                  <a:srgbClr val="B06E4C">
                    <a:alpha val="30764"/>
                  </a:srgbClr>
                </a:gs>
                <a:gs pos="28571">
                  <a:srgbClr val="B06E4C">
                    <a:alpha val="24833"/>
                  </a:srgbClr>
                </a:gs>
                <a:gs pos="42857">
                  <a:srgbClr val="B06E4C">
                    <a:alpha val="17075"/>
                  </a:srgbClr>
                </a:gs>
                <a:gs pos="57143">
                  <a:srgbClr val="B06E4C">
                    <a:alpha val="9855"/>
                  </a:srgbClr>
                </a:gs>
                <a:gs pos="71429">
                  <a:srgbClr val="B06E4C">
                    <a:alpha val="4740"/>
                  </a:srgbClr>
                </a:gs>
                <a:gs pos="85714">
                  <a:srgbClr val="B06E4C">
                    <a:alpha val="1902"/>
                  </a:srgbClr>
                </a:gs>
                <a:gs pos="100000">
                  <a:srgbClr val="B06E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9870156">
              <a:off x="2875853" y="797488"/>
              <a:ext cx="328359" cy="245915"/>
            </a:xfrm>
            <a:prstGeom prst="ellipse">
              <a:avLst/>
            </a:prstGeom>
            <a:gradFill>
              <a:gsLst>
                <a:gs pos="0">
                  <a:srgbClr val="AE3E00">
                    <a:alpha val="16617"/>
                  </a:srgbClr>
                </a:gs>
                <a:gs pos="14286">
                  <a:srgbClr val="AE3E00">
                    <a:alpha val="15382"/>
                  </a:srgbClr>
                </a:gs>
                <a:gs pos="28571">
                  <a:srgbClr val="AE3E00">
                    <a:alpha val="12163"/>
                  </a:srgbClr>
                </a:gs>
                <a:gs pos="42857">
                  <a:srgbClr val="AE3E00">
                    <a:alpha val="8154"/>
                  </a:srgbClr>
                </a:gs>
                <a:gs pos="57143">
                  <a:srgbClr val="AE3E00">
                    <a:alpha val="4604"/>
                  </a:srgbClr>
                </a:gs>
                <a:gs pos="71429">
                  <a:srgbClr val="AE3E00">
                    <a:alpha val="2182"/>
                  </a:srgbClr>
                </a:gs>
                <a:gs pos="85714">
                  <a:srgbClr val="AE3E00">
                    <a:alpha val="869"/>
                  </a:srgbClr>
                </a:gs>
                <a:gs pos="100000">
                  <a:srgbClr val="AE3E00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-10458503">
              <a:off x="2871706" y="1256700"/>
              <a:ext cx="352390" cy="295127"/>
            </a:xfrm>
            <a:prstGeom prst="ellipse">
              <a:avLst/>
            </a:prstGeom>
            <a:gradFill>
              <a:gsLst>
                <a:gs pos="0">
                  <a:srgbClr val="004700">
                    <a:alpha val="5783"/>
                  </a:srgbClr>
                </a:gs>
                <a:gs pos="14286">
                  <a:srgbClr val="004700">
                    <a:alpha val="5328"/>
                  </a:srgbClr>
                </a:gs>
                <a:gs pos="28571">
                  <a:srgbClr val="004700">
                    <a:alpha val="4162"/>
                  </a:srgbClr>
                </a:gs>
                <a:gs pos="42857">
                  <a:srgbClr val="004700">
                    <a:alpha val="2750"/>
                  </a:srgbClr>
                </a:gs>
                <a:gs pos="57143">
                  <a:srgbClr val="004700">
                    <a:alpha val="1533"/>
                  </a:srgbClr>
                </a:gs>
                <a:gs pos="71429">
                  <a:srgbClr val="004700">
                    <a:alpha val="721"/>
                  </a:srgbClr>
                </a:gs>
                <a:gs pos="85714">
                  <a:srgbClr val="004700">
                    <a:alpha val="286"/>
                  </a:srgbClr>
                </a:gs>
                <a:gs pos="100000">
                  <a:srgbClr val="0047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7275538">
              <a:off x="3126142" y="984884"/>
              <a:ext cx="333935" cy="288941"/>
            </a:xfrm>
            <a:prstGeom prst="ellipse">
              <a:avLst/>
            </a:prstGeom>
            <a:gradFill>
              <a:gsLst>
                <a:gs pos="0">
                  <a:srgbClr val="001603">
                    <a:alpha val="28425"/>
                  </a:srgbClr>
                </a:gs>
                <a:gs pos="14286">
                  <a:srgbClr val="001603">
                    <a:alpha val="26462"/>
                  </a:srgbClr>
                </a:gs>
                <a:gs pos="28571">
                  <a:srgbClr val="001603">
                    <a:alpha val="21232"/>
                  </a:srgbClr>
                </a:gs>
                <a:gs pos="42857">
                  <a:srgbClr val="001603">
                    <a:alpha val="14490"/>
                  </a:srgbClr>
                </a:gs>
                <a:gs pos="57143">
                  <a:srgbClr val="001603">
                    <a:alpha val="8308"/>
                  </a:srgbClr>
                </a:gs>
                <a:gs pos="71429">
                  <a:srgbClr val="001603">
                    <a:alpha val="3979"/>
                  </a:srgbClr>
                </a:gs>
                <a:gs pos="85714">
                  <a:srgbClr val="001603">
                    <a:alpha val="1593"/>
                  </a:srgbClr>
                </a:gs>
                <a:gs pos="100000">
                  <a:srgbClr val="001603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9151160">
              <a:off x="1205708" y="342542"/>
              <a:ext cx="349711" cy="110260"/>
            </a:xfrm>
            <a:prstGeom prst="ellipse">
              <a:avLst/>
            </a:prstGeom>
            <a:gradFill>
              <a:gsLst>
                <a:gs pos="0">
                  <a:srgbClr val="B4AF8A">
                    <a:alpha val="31306"/>
                  </a:srgbClr>
                </a:gs>
                <a:gs pos="14286">
                  <a:srgbClr val="B4AF8A">
                    <a:alpha val="29187"/>
                  </a:srgbClr>
                </a:gs>
                <a:gs pos="28571">
                  <a:srgbClr val="B4AF8A">
                    <a:alpha val="23507"/>
                  </a:srgbClr>
                </a:gs>
                <a:gs pos="42857">
                  <a:srgbClr val="B4AF8A">
                    <a:alpha val="16119"/>
                  </a:srgbClr>
                </a:gs>
                <a:gs pos="57143">
                  <a:srgbClr val="B4AF8A">
                    <a:alpha val="9280"/>
                  </a:srgbClr>
                </a:gs>
                <a:gs pos="71429">
                  <a:srgbClr val="B4AF8A">
                    <a:alpha val="4457"/>
                  </a:srgbClr>
                </a:gs>
                <a:gs pos="85714">
                  <a:srgbClr val="B4AF8A">
                    <a:alpha val="1787"/>
                  </a:srgbClr>
                </a:gs>
                <a:gs pos="100000">
                  <a:srgbClr val="B4AF8A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7146154">
              <a:off x="2897910" y="2533264"/>
              <a:ext cx="683096" cy="244964"/>
            </a:xfrm>
            <a:prstGeom prst="ellipse">
              <a:avLst/>
            </a:prstGeom>
            <a:gradFill>
              <a:gsLst>
                <a:gs pos="0">
                  <a:srgbClr val="CF5D42">
                    <a:alpha val="32968"/>
                  </a:srgbClr>
                </a:gs>
                <a:gs pos="14286">
                  <a:srgbClr val="CF5D42">
                    <a:alpha val="30764"/>
                  </a:srgbClr>
                </a:gs>
                <a:gs pos="28571">
                  <a:srgbClr val="CF5D42">
                    <a:alpha val="24833"/>
                  </a:srgbClr>
                </a:gs>
                <a:gs pos="42857">
                  <a:srgbClr val="CF5D42">
                    <a:alpha val="17075"/>
                  </a:srgbClr>
                </a:gs>
                <a:gs pos="57143">
                  <a:srgbClr val="CF5D42">
                    <a:alpha val="9855"/>
                  </a:srgbClr>
                </a:gs>
                <a:gs pos="71429">
                  <a:srgbClr val="CF5D42">
                    <a:alpha val="4740"/>
                  </a:srgbClr>
                </a:gs>
                <a:gs pos="85714">
                  <a:srgbClr val="CF5D42">
                    <a:alpha val="1902"/>
                  </a:srgbClr>
                </a:gs>
                <a:gs pos="100000">
                  <a:srgbClr val="CF5D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8634816">
              <a:off x="1236017" y="410062"/>
              <a:ext cx="627365" cy="49452"/>
            </a:xfrm>
            <a:prstGeom prst="ellipse">
              <a:avLst/>
            </a:prstGeom>
            <a:gradFill>
              <a:gsLst>
                <a:gs pos="0">
                  <a:srgbClr val="8A003F">
                    <a:alpha val="32968"/>
                  </a:srgbClr>
                </a:gs>
                <a:gs pos="14286">
                  <a:srgbClr val="8A003F">
                    <a:alpha val="30764"/>
                  </a:srgbClr>
                </a:gs>
                <a:gs pos="28571">
                  <a:srgbClr val="8A003F">
                    <a:alpha val="24833"/>
                  </a:srgbClr>
                </a:gs>
                <a:gs pos="42857">
                  <a:srgbClr val="8A003F">
                    <a:alpha val="17075"/>
                  </a:srgbClr>
                </a:gs>
                <a:gs pos="57143">
                  <a:srgbClr val="8A003F">
                    <a:alpha val="9855"/>
                  </a:srgbClr>
                </a:gs>
                <a:gs pos="71429">
                  <a:srgbClr val="8A003F">
                    <a:alpha val="4740"/>
                  </a:srgbClr>
                </a:gs>
                <a:gs pos="85714">
                  <a:srgbClr val="8A003F">
                    <a:alpha val="1902"/>
                  </a:srgbClr>
                </a:gs>
                <a:gs pos="100000">
                  <a:srgbClr val="8A00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-10200659">
              <a:off x="1508642" y="1561811"/>
              <a:ext cx="454442" cy="162767"/>
            </a:xfrm>
            <a:prstGeom prst="ellipse">
              <a:avLst/>
            </a:prstGeom>
            <a:gradFill>
              <a:gsLst>
                <a:gs pos="0">
                  <a:srgbClr val="9A2B18">
                    <a:alpha val="29816"/>
                  </a:srgbClr>
                </a:gs>
                <a:gs pos="14286">
                  <a:srgbClr val="9A2B18">
                    <a:alpha val="27777"/>
                  </a:srgbClr>
                </a:gs>
                <a:gs pos="28571">
                  <a:srgbClr val="9A2B18">
                    <a:alpha val="22327"/>
                  </a:srgbClr>
                </a:gs>
                <a:gs pos="42857">
                  <a:srgbClr val="9A2B18">
                    <a:alpha val="15272"/>
                  </a:srgbClr>
                </a:gs>
                <a:gs pos="57143">
                  <a:srgbClr val="9A2B18">
                    <a:alpha val="8774"/>
                  </a:srgbClr>
                </a:gs>
                <a:gs pos="71429">
                  <a:srgbClr val="9A2B18">
                    <a:alpha val="4207"/>
                  </a:srgbClr>
                </a:gs>
                <a:gs pos="85714">
                  <a:srgbClr val="9A2B18">
                    <a:alpha val="1685"/>
                  </a:srgbClr>
                </a:gs>
                <a:gs pos="100000">
                  <a:srgbClr val="9A2B18">
                    <a:alpha val="5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5897026">
              <a:off x="2607963" y="1237110"/>
              <a:ext cx="345892" cy="160877"/>
            </a:xfrm>
            <a:prstGeom prst="ellipse">
              <a:avLst/>
            </a:prstGeom>
            <a:gradFill>
              <a:gsLst>
                <a:gs pos="0">
                  <a:srgbClr val="000044">
                    <a:alpha val="4570"/>
                  </a:srgbClr>
                </a:gs>
                <a:gs pos="14286">
                  <a:srgbClr val="000044">
                    <a:alpha val="4208"/>
                  </a:srgbClr>
                </a:gs>
                <a:gs pos="28571">
                  <a:srgbClr val="000044">
                    <a:alpha val="3283"/>
                  </a:srgbClr>
                </a:gs>
                <a:gs pos="42857">
                  <a:srgbClr val="000044">
                    <a:alpha val="2166"/>
                  </a:srgbClr>
                </a:gs>
                <a:gs pos="57143">
                  <a:srgbClr val="000044">
                    <a:alpha val="1206"/>
                  </a:srgbClr>
                </a:gs>
                <a:gs pos="71429">
                  <a:srgbClr val="000044">
                    <a:alpha val="566"/>
                  </a:srgbClr>
                </a:gs>
                <a:gs pos="85714">
                  <a:srgbClr val="000044">
                    <a:alpha val="224"/>
                  </a:srgbClr>
                </a:gs>
                <a:gs pos="100000">
                  <a:srgbClr val="000044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7507002">
              <a:off x="3031040" y="2564988"/>
              <a:ext cx="493321" cy="192511"/>
            </a:xfrm>
            <a:prstGeom prst="ellipse">
              <a:avLst/>
            </a:prstGeom>
            <a:gradFill>
              <a:gsLst>
                <a:gs pos="0">
                  <a:srgbClr val="C84737">
                    <a:alpha val="32968"/>
                  </a:srgbClr>
                </a:gs>
                <a:gs pos="14286">
                  <a:srgbClr val="C84737">
                    <a:alpha val="30764"/>
                  </a:srgbClr>
                </a:gs>
                <a:gs pos="28571">
                  <a:srgbClr val="C84737">
                    <a:alpha val="24833"/>
                  </a:srgbClr>
                </a:gs>
                <a:gs pos="42857">
                  <a:srgbClr val="C84737">
                    <a:alpha val="17075"/>
                  </a:srgbClr>
                </a:gs>
                <a:gs pos="57143">
                  <a:srgbClr val="C84737">
                    <a:alpha val="9855"/>
                  </a:srgbClr>
                </a:gs>
                <a:gs pos="71429">
                  <a:srgbClr val="C84737">
                    <a:alpha val="4740"/>
                  </a:srgbClr>
                </a:gs>
                <a:gs pos="85714">
                  <a:srgbClr val="C84737">
                    <a:alpha val="1902"/>
                  </a:srgbClr>
                </a:gs>
                <a:gs pos="100000">
                  <a:srgbClr val="C847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7603609">
              <a:off x="1398961" y="222177"/>
              <a:ext cx="654529" cy="296640"/>
            </a:xfrm>
            <a:prstGeom prst="ellipse">
              <a:avLst/>
            </a:prstGeom>
            <a:gradFill>
              <a:gsLst>
                <a:gs pos="0">
                  <a:srgbClr val="DC644F">
                    <a:alpha val="32968"/>
                  </a:srgbClr>
                </a:gs>
                <a:gs pos="14286">
                  <a:srgbClr val="DC644F">
                    <a:alpha val="30764"/>
                  </a:srgbClr>
                </a:gs>
                <a:gs pos="28571">
                  <a:srgbClr val="DC644F">
                    <a:alpha val="24833"/>
                  </a:srgbClr>
                </a:gs>
                <a:gs pos="42857">
                  <a:srgbClr val="DC644F">
                    <a:alpha val="17075"/>
                  </a:srgbClr>
                </a:gs>
                <a:gs pos="57143">
                  <a:srgbClr val="DC644F">
                    <a:alpha val="9855"/>
                  </a:srgbClr>
                </a:gs>
                <a:gs pos="71429">
                  <a:srgbClr val="DC644F">
                    <a:alpha val="4740"/>
                  </a:srgbClr>
                </a:gs>
                <a:gs pos="85714">
                  <a:srgbClr val="DC644F">
                    <a:alpha val="1902"/>
                  </a:srgbClr>
                </a:gs>
                <a:gs pos="100000">
                  <a:srgbClr val="DC64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7524734">
              <a:off x="176920" y="717946"/>
              <a:ext cx="554297" cy="153664"/>
            </a:xfrm>
            <a:prstGeom prst="ellipse">
              <a:avLst/>
            </a:prstGeom>
            <a:gradFill>
              <a:gsLst>
                <a:gs pos="0">
                  <a:srgbClr val="E75E48">
                    <a:alpha val="32968"/>
                  </a:srgbClr>
                </a:gs>
                <a:gs pos="14286">
                  <a:srgbClr val="E75E48">
                    <a:alpha val="30764"/>
                  </a:srgbClr>
                </a:gs>
                <a:gs pos="28571">
                  <a:srgbClr val="E75E48">
                    <a:alpha val="24833"/>
                  </a:srgbClr>
                </a:gs>
                <a:gs pos="42857">
                  <a:srgbClr val="E75E48">
                    <a:alpha val="17075"/>
                  </a:srgbClr>
                </a:gs>
                <a:gs pos="57143">
                  <a:srgbClr val="E75E48">
                    <a:alpha val="9855"/>
                  </a:srgbClr>
                </a:gs>
                <a:gs pos="71429">
                  <a:srgbClr val="E75E48">
                    <a:alpha val="4740"/>
                  </a:srgbClr>
                </a:gs>
                <a:gs pos="85714">
                  <a:srgbClr val="E75E48">
                    <a:alpha val="1902"/>
                  </a:srgbClr>
                </a:gs>
                <a:gs pos="100000">
                  <a:srgbClr val="E75E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-9412745">
              <a:off x="1702116" y="2826447"/>
              <a:ext cx="400150" cy="308097"/>
            </a:xfrm>
            <a:prstGeom prst="ellipse">
              <a:avLst/>
            </a:prstGeom>
            <a:gradFill>
              <a:gsLst>
                <a:gs pos="0">
                  <a:srgbClr val="CC684F">
                    <a:alpha val="11255"/>
                  </a:srgbClr>
                </a:gs>
                <a:gs pos="14286">
                  <a:srgbClr val="CC684F">
                    <a:alpha val="10394"/>
                  </a:srgbClr>
                </a:gs>
                <a:gs pos="28571">
                  <a:srgbClr val="CC684F">
                    <a:alpha val="8168"/>
                  </a:srgbClr>
                </a:gs>
                <a:gs pos="42857">
                  <a:srgbClr val="CC684F">
                    <a:alpha val="5436"/>
                  </a:srgbClr>
                </a:gs>
                <a:gs pos="57143">
                  <a:srgbClr val="CC684F">
                    <a:alpha val="3050"/>
                  </a:srgbClr>
                </a:gs>
                <a:gs pos="71429">
                  <a:srgbClr val="CC684F">
                    <a:alpha val="1439"/>
                  </a:srgbClr>
                </a:gs>
                <a:gs pos="85714">
                  <a:srgbClr val="CC684F">
                    <a:alpha val="572"/>
                  </a:srgbClr>
                </a:gs>
                <a:gs pos="100000">
                  <a:srgbClr val="CC684F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7873060">
              <a:off x="990248" y="298980"/>
              <a:ext cx="475939" cy="256908"/>
            </a:xfrm>
            <a:prstGeom prst="ellipse">
              <a:avLst/>
            </a:prstGeom>
            <a:gradFill>
              <a:gsLst>
                <a:gs pos="0">
                  <a:srgbClr val="D0C0A0">
                    <a:alpha val="32968"/>
                  </a:srgbClr>
                </a:gs>
                <a:gs pos="14286">
                  <a:srgbClr val="D0C0A0">
                    <a:alpha val="30764"/>
                  </a:srgbClr>
                </a:gs>
                <a:gs pos="28571">
                  <a:srgbClr val="D0C0A0">
                    <a:alpha val="24833"/>
                  </a:srgbClr>
                </a:gs>
                <a:gs pos="42857">
                  <a:srgbClr val="D0C0A0">
                    <a:alpha val="17075"/>
                  </a:srgbClr>
                </a:gs>
                <a:gs pos="57143">
                  <a:srgbClr val="D0C0A0">
                    <a:alpha val="9855"/>
                  </a:srgbClr>
                </a:gs>
                <a:gs pos="71429">
                  <a:srgbClr val="D0C0A0">
                    <a:alpha val="4740"/>
                  </a:srgbClr>
                </a:gs>
                <a:gs pos="85714">
                  <a:srgbClr val="D0C0A0">
                    <a:alpha val="1902"/>
                  </a:srgbClr>
                </a:gs>
                <a:gs pos="100000">
                  <a:srgbClr val="D0C0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8209049">
              <a:off x="1578811" y="1896920"/>
              <a:ext cx="439678" cy="182900"/>
            </a:xfrm>
            <a:prstGeom prst="ellipse">
              <a:avLst/>
            </a:prstGeom>
            <a:gradFill>
              <a:gsLst>
                <a:gs pos="0">
                  <a:srgbClr val="872D00">
                    <a:alpha val="31288"/>
                  </a:srgbClr>
                </a:gs>
                <a:gs pos="14286">
                  <a:srgbClr val="872D00">
                    <a:alpha val="29170"/>
                  </a:srgbClr>
                </a:gs>
                <a:gs pos="28571">
                  <a:srgbClr val="872D00">
                    <a:alpha val="23493"/>
                  </a:srgbClr>
                </a:gs>
                <a:gs pos="42857">
                  <a:srgbClr val="872D00">
                    <a:alpha val="16109"/>
                  </a:srgbClr>
                </a:gs>
                <a:gs pos="57143">
                  <a:srgbClr val="872D00">
                    <a:alpha val="9274"/>
                  </a:srgbClr>
                </a:gs>
                <a:gs pos="71429">
                  <a:srgbClr val="872D00">
                    <a:alpha val="4454"/>
                  </a:srgbClr>
                </a:gs>
                <a:gs pos="85714">
                  <a:srgbClr val="872D00">
                    <a:alpha val="1785"/>
                  </a:srgbClr>
                </a:gs>
                <a:gs pos="100000">
                  <a:srgbClr val="872D00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9923804">
              <a:off x="2280822" y="3236625"/>
              <a:ext cx="426954" cy="213954"/>
            </a:xfrm>
            <a:prstGeom prst="ellipse">
              <a:avLst/>
            </a:prstGeom>
            <a:gradFill>
              <a:gsLst>
                <a:gs pos="0">
                  <a:srgbClr val="A82F29">
                    <a:alpha val="32968"/>
                  </a:srgbClr>
                </a:gs>
                <a:gs pos="14286">
                  <a:srgbClr val="A82F29">
                    <a:alpha val="30764"/>
                  </a:srgbClr>
                </a:gs>
                <a:gs pos="28571">
                  <a:srgbClr val="A82F29">
                    <a:alpha val="24833"/>
                  </a:srgbClr>
                </a:gs>
                <a:gs pos="42857">
                  <a:srgbClr val="A82F29">
                    <a:alpha val="17075"/>
                  </a:srgbClr>
                </a:gs>
                <a:gs pos="57143">
                  <a:srgbClr val="A82F29">
                    <a:alpha val="9855"/>
                  </a:srgbClr>
                </a:gs>
                <a:gs pos="71429">
                  <a:srgbClr val="A82F29">
                    <a:alpha val="4740"/>
                  </a:srgbClr>
                </a:gs>
                <a:gs pos="85714">
                  <a:srgbClr val="A82F29">
                    <a:alpha val="1902"/>
                  </a:srgbClr>
                </a:gs>
                <a:gs pos="100000">
                  <a:srgbClr val="A82F2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9835001">
              <a:off x="1377568" y="2960972"/>
              <a:ext cx="391853" cy="117712"/>
            </a:xfrm>
            <a:prstGeom prst="ellipse">
              <a:avLst/>
            </a:prstGeom>
            <a:gradFill>
              <a:gsLst>
                <a:gs pos="0">
                  <a:srgbClr val="E3B181">
                    <a:alpha val="9361"/>
                  </a:srgbClr>
                </a:gs>
                <a:gs pos="14286">
                  <a:srgbClr val="E3B181">
                    <a:alpha val="8637"/>
                  </a:srgbClr>
                </a:gs>
                <a:gs pos="28571">
                  <a:srgbClr val="E3B181">
                    <a:alpha val="6773"/>
                  </a:srgbClr>
                </a:gs>
                <a:gs pos="42857">
                  <a:srgbClr val="E3B181">
                    <a:alpha val="4496"/>
                  </a:srgbClr>
                </a:gs>
                <a:gs pos="57143">
                  <a:srgbClr val="E3B181">
                    <a:alpha val="2517"/>
                  </a:srgbClr>
                </a:gs>
                <a:gs pos="71429">
                  <a:srgbClr val="E3B181">
                    <a:alpha val="1186"/>
                  </a:srgbClr>
                </a:gs>
                <a:gs pos="85714">
                  <a:srgbClr val="E3B181">
                    <a:alpha val="471"/>
                  </a:srgbClr>
                </a:gs>
                <a:gs pos="100000">
                  <a:srgbClr val="E3B181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-9892049">
              <a:off x="2452503" y="757865"/>
              <a:ext cx="418667" cy="74331"/>
            </a:xfrm>
            <a:prstGeom prst="ellipse">
              <a:avLst/>
            </a:prstGeom>
            <a:gradFill>
              <a:gsLst>
                <a:gs pos="0">
                  <a:srgbClr val="AF550A">
                    <a:alpha val="11670"/>
                  </a:srgbClr>
                </a:gs>
                <a:gs pos="14286">
                  <a:srgbClr val="AF550A">
                    <a:alpha val="10779"/>
                  </a:srgbClr>
                </a:gs>
                <a:gs pos="28571">
                  <a:srgbClr val="AF550A">
                    <a:alpha val="8475"/>
                  </a:srgbClr>
                </a:gs>
                <a:gs pos="42857">
                  <a:srgbClr val="AF550A">
                    <a:alpha val="5643"/>
                  </a:srgbClr>
                </a:gs>
                <a:gs pos="57143">
                  <a:srgbClr val="AF550A">
                    <a:alpha val="3167"/>
                  </a:srgbClr>
                </a:gs>
                <a:gs pos="71429">
                  <a:srgbClr val="AF550A">
                    <a:alpha val="1495"/>
                  </a:srgbClr>
                </a:gs>
                <a:gs pos="85714">
                  <a:srgbClr val="AF550A">
                    <a:alpha val="594"/>
                  </a:srgbClr>
                </a:gs>
                <a:gs pos="100000">
                  <a:srgbClr val="AF550A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10101770">
              <a:off x="1693795" y="2961522"/>
              <a:ext cx="310607" cy="281008"/>
            </a:xfrm>
            <a:prstGeom prst="ellipse">
              <a:avLst/>
            </a:prstGeom>
            <a:gradFill>
              <a:gsLst>
                <a:gs pos="0">
                  <a:srgbClr val="E16615">
                    <a:alpha val="9182"/>
                  </a:srgbClr>
                </a:gs>
                <a:gs pos="14286">
                  <a:srgbClr val="E16615">
                    <a:alpha val="8472"/>
                  </a:srgbClr>
                </a:gs>
                <a:gs pos="28571">
                  <a:srgbClr val="E16615">
                    <a:alpha val="6643"/>
                  </a:srgbClr>
                </a:gs>
                <a:gs pos="42857">
                  <a:srgbClr val="E16615">
                    <a:alpha val="4408"/>
                  </a:srgbClr>
                </a:gs>
                <a:gs pos="57143">
                  <a:srgbClr val="E16615">
                    <a:alpha val="2467"/>
                  </a:srgbClr>
                </a:gs>
                <a:gs pos="71429">
                  <a:srgbClr val="E16615">
                    <a:alpha val="1163"/>
                  </a:srgbClr>
                </a:gs>
                <a:gs pos="85714">
                  <a:srgbClr val="E16615">
                    <a:alpha val="461"/>
                  </a:srgbClr>
                </a:gs>
                <a:gs pos="100000">
                  <a:srgbClr val="E16615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6751381">
              <a:off x="2767279" y="2346601"/>
              <a:ext cx="385599" cy="230265"/>
            </a:xfrm>
            <a:prstGeom prst="ellipse">
              <a:avLst/>
            </a:prstGeom>
            <a:gradFill>
              <a:gsLst>
                <a:gs pos="0">
                  <a:srgbClr val="005B3B">
                    <a:alpha val="13553"/>
                  </a:srgbClr>
                </a:gs>
                <a:gs pos="14286">
                  <a:srgbClr val="005B3B">
                    <a:alpha val="12528"/>
                  </a:srgbClr>
                </a:gs>
                <a:gs pos="28571">
                  <a:srgbClr val="005B3B">
                    <a:alpha val="9871"/>
                  </a:srgbClr>
                </a:gs>
                <a:gs pos="42857">
                  <a:srgbClr val="005B3B">
                    <a:alpha val="6590"/>
                  </a:srgbClr>
                </a:gs>
                <a:gs pos="57143">
                  <a:srgbClr val="005B3B">
                    <a:alpha val="3707"/>
                  </a:srgbClr>
                </a:gs>
                <a:gs pos="71429">
                  <a:srgbClr val="005B3B">
                    <a:alpha val="1753"/>
                  </a:srgbClr>
                </a:gs>
                <a:gs pos="85714">
                  <a:srgbClr val="005B3B">
                    <a:alpha val="697"/>
                  </a:srgbClr>
                </a:gs>
                <a:gs pos="100000">
                  <a:srgbClr val="005B3B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-10588113">
              <a:off x="2685048" y="2059914"/>
              <a:ext cx="379492" cy="277095"/>
            </a:xfrm>
            <a:prstGeom prst="ellipse">
              <a:avLst/>
            </a:prstGeom>
            <a:gradFill>
              <a:gsLst>
                <a:gs pos="0">
                  <a:srgbClr val="C03338">
                    <a:alpha val="9699"/>
                  </a:srgbClr>
                </a:gs>
                <a:gs pos="14286">
                  <a:srgbClr val="C03338">
                    <a:alpha val="8951"/>
                  </a:srgbClr>
                </a:gs>
                <a:gs pos="28571">
                  <a:srgbClr val="C03338">
                    <a:alpha val="7022"/>
                  </a:srgbClr>
                </a:gs>
                <a:gs pos="42857">
                  <a:srgbClr val="C03338">
                    <a:alpha val="4663"/>
                  </a:srgbClr>
                </a:gs>
                <a:gs pos="57143">
                  <a:srgbClr val="C03338">
                    <a:alpha val="2611"/>
                  </a:srgbClr>
                </a:gs>
                <a:gs pos="71429">
                  <a:srgbClr val="C03338">
                    <a:alpha val="1231"/>
                  </a:srgbClr>
                </a:gs>
                <a:gs pos="85714">
                  <a:srgbClr val="C03338">
                    <a:alpha val="489"/>
                  </a:srgbClr>
                </a:gs>
                <a:gs pos="100000">
                  <a:srgbClr val="C03338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10325267">
              <a:off x="1378573" y="44570"/>
              <a:ext cx="420801" cy="261047"/>
            </a:xfrm>
            <a:prstGeom prst="ellipse">
              <a:avLst/>
            </a:prstGeom>
            <a:gradFill>
              <a:gsLst>
                <a:gs pos="0">
                  <a:srgbClr val="1C5628">
                    <a:alpha val="9234"/>
                  </a:srgbClr>
                </a:gs>
                <a:gs pos="14286">
                  <a:srgbClr val="1C5628">
                    <a:alpha val="8520"/>
                  </a:srgbClr>
                </a:gs>
                <a:gs pos="28571">
                  <a:srgbClr val="1C5628">
                    <a:alpha val="6681"/>
                  </a:srgbClr>
                </a:gs>
                <a:gs pos="42857">
                  <a:srgbClr val="1C5628">
                    <a:alpha val="4434"/>
                  </a:srgbClr>
                </a:gs>
                <a:gs pos="57143">
                  <a:srgbClr val="1C5628">
                    <a:alpha val="2482"/>
                  </a:srgbClr>
                </a:gs>
                <a:gs pos="71429">
                  <a:srgbClr val="1C5628">
                    <a:alpha val="1169"/>
                  </a:srgbClr>
                </a:gs>
                <a:gs pos="85714">
                  <a:srgbClr val="1C5628">
                    <a:alpha val="464"/>
                  </a:srgbClr>
                </a:gs>
                <a:gs pos="100000">
                  <a:srgbClr val="1C5628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7124327">
              <a:off x="1891437" y="2901882"/>
              <a:ext cx="441227" cy="110074"/>
            </a:xfrm>
            <a:prstGeom prst="ellipse">
              <a:avLst/>
            </a:prstGeom>
            <a:gradFill>
              <a:gsLst>
                <a:gs pos="0">
                  <a:srgbClr val="977351">
                    <a:alpha val="32968"/>
                  </a:srgbClr>
                </a:gs>
                <a:gs pos="14286">
                  <a:srgbClr val="977351">
                    <a:alpha val="30764"/>
                  </a:srgbClr>
                </a:gs>
                <a:gs pos="28571">
                  <a:srgbClr val="977351">
                    <a:alpha val="24833"/>
                  </a:srgbClr>
                </a:gs>
                <a:gs pos="42857">
                  <a:srgbClr val="977351">
                    <a:alpha val="17075"/>
                  </a:srgbClr>
                </a:gs>
                <a:gs pos="57143">
                  <a:srgbClr val="977351">
                    <a:alpha val="9855"/>
                  </a:srgbClr>
                </a:gs>
                <a:gs pos="71429">
                  <a:srgbClr val="977351">
                    <a:alpha val="4740"/>
                  </a:srgbClr>
                </a:gs>
                <a:gs pos="85714">
                  <a:srgbClr val="977351">
                    <a:alpha val="1902"/>
                  </a:srgbClr>
                </a:gs>
                <a:gs pos="100000">
                  <a:srgbClr val="9773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9358491">
              <a:off x="1347072" y="80097"/>
              <a:ext cx="364035" cy="224620"/>
            </a:xfrm>
            <a:prstGeom prst="ellipse">
              <a:avLst/>
            </a:prstGeom>
            <a:gradFill>
              <a:gsLst>
                <a:gs pos="0">
                  <a:srgbClr val="B43432">
                    <a:alpha val="15124"/>
                  </a:srgbClr>
                </a:gs>
                <a:gs pos="14286">
                  <a:srgbClr val="B43432">
                    <a:alpha val="13991"/>
                  </a:srgbClr>
                </a:gs>
                <a:gs pos="28571">
                  <a:srgbClr val="B43432">
                    <a:alpha val="11043"/>
                  </a:srgbClr>
                </a:gs>
                <a:gs pos="42857">
                  <a:srgbClr val="B43432">
                    <a:alpha val="7389"/>
                  </a:srgbClr>
                </a:gs>
                <a:gs pos="57143">
                  <a:srgbClr val="B43432">
                    <a:alpha val="4164"/>
                  </a:srgbClr>
                </a:gs>
                <a:gs pos="71429">
                  <a:srgbClr val="B43432">
                    <a:alpha val="1971"/>
                  </a:srgbClr>
                </a:gs>
                <a:gs pos="85714">
                  <a:srgbClr val="B43432">
                    <a:alpha val="784"/>
                  </a:srgbClr>
                </a:gs>
                <a:gs pos="100000">
                  <a:srgbClr val="B43432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-9616366">
              <a:off x="1150802" y="3301329"/>
              <a:ext cx="385380" cy="212489"/>
            </a:xfrm>
            <a:prstGeom prst="ellipse">
              <a:avLst/>
            </a:prstGeom>
            <a:gradFill>
              <a:gsLst>
                <a:gs pos="0">
                  <a:srgbClr val="BE422B">
                    <a:alpha val="32968"/>
                  </a:srgbClr>
                </a:gs>
                <a:gs pos="14286">
                  <a:srgbClr val="BE422B">
                    <a:alpha val="30764"/>
                  </a:srgbClr>
                </a:gs>
                <a:gs pos="28571">
                  <a:srgbClr val="BE422B">
                    <a:alpha val="24833"/>
                  </a:srgbClr>
                </a:gs>
                <a:gs pos="42857">
                  <a:srgbClr val="BE422B">
                    <a:alpha val="17075"/>
                  </a:srgbClr>
                </a:gs>
                <a:gs pos="57143">
                  <a:srgbClr val="BE422B">
                    <a:alpha val="9855"/>
                  </a:srgbClr>
                </a:gs>
                <a:gs pos="71429">
                  <a:srgbClr val="BE422B">
                    <a:alpha val="4740"/>
                  </a:srgbClr>
                </a:gs>
                <a:gs pos="85714">
                  <a:srgbClr val="BE422B">
                    <a:alpha val="1902"/>
                  </a:srgbClr>
                </a:gs>
                <a:gs pos="100000">
                  <a:srgbClr val="BE422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8691162">
              <a:off x="2615401" y="2721558"/>
              <a:ext cx="471659" cy="282634"/>
            </a:xfrm>
            <a:prstGeom prst="ellipse">
              <a:avLst/>
            </a:prstGeom>
            <a:gradFill>
              <a:gsLst>
                <a:gs pos="0">
                  <a:srgbClr val="AF4029">
                    <a:alpha val="27953"/>
                  </a:srgbClr>
                </a:gs>
                <a:gs pos="14286">
                  <a:srgbClr val="AF4029">
                    <a:alpha val="26017"/>
                  </a:srgbClr>
                </a:gs>
                <a:gs pos="28571">
                  <a:srgbClr val="AF4029">
                    <a:alpha val="20861"/>
                  </a:srgbClr>
                </a:gs>
                <a:gs pos="42857">
                  <a:srgbClr val="AF4029">
                    <a:alpha val="14227"/>
                  </a:srgbClr>
                </a:gs>
                <a:gs pos="57143">
                  <a:srgbClr val="AF4029">
                    <a:alpha val="8152"/>
                  </a:srgbClr>
                </a:gs>
                <a:gs pos="71429">
                  <a:srgbClr val="AF4029">
                    <a:alpha val="3902"/>
                  </a:srgbClr>
                </a:gs>
                <a:gs pos="85714">
                  <a:srgbClr val="AF4029">
                    <a:alpha val="1562"/>
                  </a:srgbClr>
                </a:gs>
                <a:gs pos="100000">
                  <a:srgbClr val="AF4029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-9529474">
              <a:off x="2454414" y="2812513"/>
              <a:ext cx="513731" cy="199542"/>
            </a:xfrm>
            <a:prstGeom prst="ellipse">
              <a:avLst/>
            </a:prstGeom>
            <a:gradFill>
              <a:gsLst>
                <a:gs pos="0">
                  <a:srgbClr val="B30016">
                    <a:alpha val="9799"/>
                  </a:srgbClr>
                </a:gs>
                <a:gs pos="14286">
                  <a:srgbClr val="B30016">
                    <a:alpha val="9043"/>
                  </a:srgbClr>
                </a:gs>
                <a:gs pos="28571">
                  <a:srgbClr val="B30016">
                    <a:alpha val="7095"/>
                  </a:srgbClr>
                </a:gs>
                <a:gs pos="42857">
                  <a:srgbClr val="B30016">
                    <a:alpha val="4713"/>
                  </a:srgbClr>
                </a:gs>
                <a:gs pos="57143">
                  <a:srgbClr val="B30016">
                    <a:alpha val="2639"/>
                  </a:srgbClr>
                </a:gs>
                <a:gs pos="71429">
                  <a:srgbClr val="B30016">
                    <a:alpha val="1244"/>
                  </a:srgbClr>
                </a:gs>
                <a:gs pos="85714">
                  <a:srgbClr val="B30016">
                    <a:alpha val="494"/>
                  </a:srgbClr>
                </a:gs>
                <a:gs pos="100000">
                  <a:srgbClr val="B30016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-9589753">
              <a:off x="1299781" y="3026678"/>
              <a:ext cx="486709" cy="121940"/>
            </a:xfrm>
            <a:prstGeom prst="ellipse">
              <a:avLst/>
            </a:prstGeom>
            <a:gradFill>
              <a:gsLst>
                <a:gs pos="0">
                  <a:srgbClr val="C38964">
                    <a:alpha val="32968"/>
                  </a:srgbClr>
                </a:gs>
                <a:gs pos="14286">
                  <a:srgbClr val="C38964">
                    <a:alpha val="30764"/>
                  </a:srgbClr>
                </a:gs>
                <a:gs pos="28571">
                  <a:srgbClr val="C38964">
                    <a:alpha val="24833"/>
                  </a:srgbClr>
                </a:gs>
                <a:gs pos="42857">
                  <a:srgbClr val="C38964">
                    <a:alpha val="17075"/>
                  </a:srgbClr>
                </a:gs>
                <a:gs pos="57143">
                  <a:srgbClr val="C38964">
                    <a:alpha val="9855"/>
                  </a:srgbClr>
                </a:gs>
                <a:gs pos="71429">
                  <a:srgbClr val="C38964">
                    <a:alpha val="4740"/>
                  </a:srgbClr>
                </a:gs>
                <a:gs pos="85714">
                  <a:srgbClr val="C38964">
                    <a:alpha val="1902"/>
                  </a:srgbClr>
                </a:gs>
                <a:gs pos="100000">
                  <a:srgbClr val="C389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6596308">
              <a:off x="1414205" y="2903630"/>
              <a:ext cx="290555" cy="268399"/>
            </a:xfrm>
            <a:prstGeom prst="ellipse">
              <a:avLst/>
            </a:prstGeom>
            <a:gradFill>
              <a:gsLst>
                <a:gs pos="0">
                  <a:srgbClr val="9D2D00">
                    <a:alpha val="23327"/>
                  </a:srgbClr>
                </a:gs>
                <a:gs pos="14286">
                  <a:srgbClr val="9D2D00">
                    <a:alpha val="21662"/>
                  </a:srgbClr>
                </a:gs>
                <a:gs pos="28571">
                  <a:srgbClr val="9D2D00">
                    <a:alpha val="17268"/>
                  </a:srgbClr>
                </a:gs>
                <a:gs pos="42857">
                  <a:srgbClr val="9D2D00">
                    <a:alpha val="11692"/>
                  </a:srgbClr>
                </a:gs>
                <a:gs pos="57143">
                  <a:srgbClr val="9D2D00">
                    <a:alpha val="6658"/>
                  </a:srgbClr>
                </a:gs>
                <a:gs pos="71429">
                  <a:srgbClr val="9D2D00">
                    <a:alpha val="3173"/>
                  </a:srgbClr>
                </a:gs>
                <a:gs pos="85714">
                  <a:srgbClr val="9D2D00">
                    <a:alpha val="1267"/>
                  </a:srgbClr>
                </a:gs>
                <a:gs pos="100000">
                  <a:srgbClr val="9D2D00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-10739000">
              <a:off x="1385446" y="372508"/>
              <a:ext cx="566743" cy="70677"/>
            </a:xfrm>
            <a:prstGeom prst="ellipse">
              <a:avLst/>
            </a:prstGeom>
            <a:gradFill>
              <a:gsLst>
                <a:gs pos="0">
                  <a:srgbClr val="A90025">
                    <a:alpha val="32968"/>
                  </a:srgbClr>
                </a:gs>
                <a:gs pos="14286">
                  <a:srgbClr val="A90025">
                    <a:alpha val="30764"/>
                  </a:srgbClr>
                </a:gs>
                <a:gs pos="28571">
                  <a:srgbClr val="A90025">
                    <a:alpha val="24833"/>
                  </a:srgbClr>
                </a:gs>
                <a:gs pos="42857">
                  <a:srgbClr val="A90025">
                    <a:alpha val="17075"/>
                  </a:srgbClr>
                </a:gs>
                <a:gs pos="57143">
                  <a:srgbClr val="A90025">
                    <a:alpha val="9855"/>
                  </a:srgbClr>
                </a:gs>
                <a:gs pos="71429">
                  <a:srgbClr val="A90025">
                    <a:alpha val="4740"/>
                  </a:srgbClr>
                </a:gs>
                <a:gs pos="85714">
                  <a:srgbClr val="A90025">
                    <a:alpha val="1902"/>
                  </a:srgbClr>
                </a:gs>
                <a:gs pos="100000">
                  <a:srgbClr val="A9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10491081">
              <a:off x="2794828" y="862854"/>
              <a:ext cx="331724" cy="175619"/>
            </a:xfrm>
            <a:prstGeom prst="ellipse">
              <a:avLst/>
            </a:prstGeom>
            <a:gradFill>
              <a:gsLst>
                <a:gs pos="0">
                  <a:srgbClr val="A27043">
                    <a:alpha val="20839"/>
                  </a:srgbClr>
                </a:gs>
                <a:gs pos="14286">
                  <a:srgbClr val="A27043">
                    <a:alpha val="19329"/>
                  </a:srgbClr>
                </a:gs>
                <a:gs pos="28571">
                  <a:srgbClr val="A27043">
                    <a:alpha val="15361"/>
                  </a:srgbClr>
                </a:gs>
                <a:gs pos="42857">
                  <a:srgbClr val="A27043">
                    <a:alpha val="10362"/>
                  </a:srgbClr>
                </a:gs>
                <a:gs pos="57143">
                  <a:srgbClr val="A27043">
                    <a:alpha val="5881"/>
                  </a:srgbClr>
                </a:gs>
                <a:gs pos="71429">
                  <a:srgbClr val="A27043">
                    <a:alpha val="2797"/>
                  </a:srgbClr>
                </a:gs>
                <a:gs pos="85714">
                  <a:srgbClr val="A27043">
                    <a:alpha val="1116"/>
                  </a:srgbClr>
                </a:gs>
                <a:gs pos="100000">
                  <a:srgbClr val="A27043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-10572417">
              <a:off x="1740636" y="269684"/>
              <a:ext cx="530272" cy="271479"/>
            </a:xfrm>
            <a:prstGeom prst="ellipse">
              <a:avLst/>
            </a:prstGeom>
            <a:gradFill>
              <a:gsLst>
                <a:gs pos="0">
                  <a:srgbClr val="FF0048">
                    <a:alpha val="14880"/>
                  </a:srgbClr>
                </a:gs>
                <a:gs pos="14286">
                  <a:srgbClr val="FF0048">
                    <a:alpha val="13764"/>
                  </a:srgbClr>
                </a:gs>
                <a:gs pos="28571">
                  <a:srgbClr val="FF0048">
                    <a:alpha val="10861"/>
                  </a:srgbClr>
                </a:gs>
                <a:gs pos="42857">
                  <a:srgbClr val="FF0048">
                    <a:alpha val="7264"/>
                  </a:srgbClr>
                </a:gs>
                <a:gs pos="57143">
                  <a:srgbClr val="FF0048">
                    <a:alpha val="4093"/>
                  </a:srgbClr>
                </a:gs>
                <a:gs pos="71429">
                  <a:srgbClr val="FF0048">
                    <a:alpha val="1937"/>
                  </a:srgbClr>
                </a:gs>
                <a:gs pos="85714">
                  <a:srgbClr val="FF0048">
                    <a:alpha val="771"/>
                  </a:srgbClr>
                </a:gs>
                <a:gs pos="100000">
                  <a:srgbClr val="FF0048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10617659">
              <a:off x="2820743" y="1881202"/>
              <a:ext cx="305140" cy="301219"/>
            </a:xfrm>
            <a:prstGeom prst="ellipse">
              <a:avLst/>
            </a:prstGeom>
            <a:gradFill>
              <a:gsLst>
                <a:gs pos="0">
                  <a:srgbClr val="00593A">
                    <a:alpha val="3671"/>
                  </a:srgbClr>
                </a:gs>
                <a:gs pos="14286">
                  <a:srgbClr val="00593A">
                    <a:alpha val="3379"/>
                  </a:srgbClr>
                </a:gs>
                <a:gs pos="28571">
                  <a:srgbClr val="00593A">
                    <a:alpha val="2634"/>
                  </a:srgbClr>
                </a:gs>
                <a:gs pos="42857">
                  <a:srgbClr val="00593A">
                    <a:alpha val="1736"/>
                  </a:srgbClr>
                </a:gs>
                <a:gs pos="57143">
                  <a:srgbClr val="00593A">
                    <a:alpha val="965"/>
                  </a:srgbClr>
                </a:gs>
                <a:gs pos="71429">
                  <a:srgbClr val="00593A">
                    <a:alpha val="453"/>
                  </a:srgbClr>
                </a:gs>
                <a:gs pos="85714">
                  <a:srgbClr val="00593A">
                    <a:alpha val="179"/>
                  </a:srgbClr>
                </a:gs>
                <a:gs pos="100000">
                  <a:srgbClr val="00593A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9933136">
              <a:off x="2729127" y="1334942"/>
              <a:ext cx="388123" cy="208667"/>
            </a:xfrm>
            <a:prstGeom prst="ellipse">
              <a:avLst/>
            </a:prstGeom>
            <a:gradFill>
              <a:gsLst>
                <a:gs pos="0">
                  <a:srgbClr val="C33F1E">
                    <a:alpha val="7819"/>
                  </a:srgbClr>
                </a:gs>
                <a:gs pos="14286">
                  <a:srgbClr val="C33F1E">
                    <a:alpha val="7210"/>
                  </a:srgbClr>
                </a:gs>
                <a:gs pos="28571">
                  <a:srgbClr val="C33F1E">
                    <a:alpha val="5645"/>
                  </a:srgbClr>
                </a:gs>
                <a:gs pos="42857">
                  <a:srgbClr val="C33F1E">
                    <a:alpha val="3739"/>
                  </a:srgbClr>
                </a:gs>
                <a:gs pos="57143">
                  <a:srgbClr val="C33F1E">
                    <a:alpha val="2090"/>
                  </a:srgbClr>
                </a:gs>
                <a:gs pos="71429">
                  <a:srgbClr val="C33F1E">
                    <a:alpha val="984"/>
                  </a:srgbClr>
                </a:gs>
                <a:gs pos="85714">
                  <a:srgbClr val="C33F1E">
                    <a:alpha val="390"/>
                  </a:srgbClr>
                </a:gs>
                <a:gs pos="100000">
                  <a:srgbClr val="C33F1E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-10759408">
              <a:off x="2675755" y="1954538"/>
              <a:ext cx="284418" cy="284294"/>
            </a:xfrm>
            <a:prstGeom prst="ellipse">
              <a:avLst/>
            </a:prstGeom>
            <a:gradFill>
              <a:gsLst>
                <a:gs pos="0">
                  <a:srgbClr val="890000">
                    <a:alpha val="2630"/>
                  </a:srgbClr>
                </a:gs>
                <a:gs pos="14286">
                  <a:srgbClr val="890000">
                    <a:alpha val="2420"/>
                  </a:srgbClr>
                </a:gs>
                <a:gs pos="28571">
                  <a:srgbClr val="890000">
                    <a:alpha val="1884"/>
                  </a:srgbClr>
                </a:gs>
                <a:gs pos="42857">
                  <a:srgbClr val="890000">
                    <a:alpha val="1240"/>
                  </a:srgbClr>
                </a:gs>
                <a:gs pos="57143">
                  <a:srgbClr val="890000">
                    <a:alpha val="689"/>
                  </a:srgbClr>
                </a:gs>
                <a:gs pos="71429">
                  <a:srgbClr val="890000">
                    <a:alpha val="323"/>
                  </a:srgbClr>
                </a:gs>
                <a:gs pos="85714">
                  <a:srgbClr val="890000">
                    <a:alpha val="128"/>
                  </a:srgbClr>
                </a:gs>
                <a:gs pos="100000">
                  <a:srgbClr val="8900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10274430">
              <a:off x="2427622" y="3149616"/>
              <a:ext cx="342379" cy="56935"/>
            </a:xfrm>
            <a:prstGeom prst="ellipse">
              <a:avLst/>
            </a:prstGeom>
            <a:gradFill>
              <a:gsLst>
                <a:gs pos="0">
                  <a:srgbClr val="00003A">
                    <a:alpha val="32968"/>
                  </a:srgbClr>
                </a:gs>
                <a:gs pos="14286">
                  <a:srgbClr val="00003A">
                    <a:alpha val="30764"/>
                  </a:srgbClr>
                </a:gs>
                <a:gs pos="28571">
                  <a:srgbClr val="00003A">
                    <a:alpha val="24833"/>
                  </a:srgbClr>
                </a:gs>
                <a:gs pos="42857">
                  <a:srgbClr val="00003A">
                    <a:alpha val="17075"/>
                  </a:srgbClr>
                </a:gs>
                <a:gs pos="57143">
                  <a:srgbClr val="00003A">
                    <a:alpha val="9855"/>
                  </a:srgbClr>
                </a:gs>
                <a:gs pos="71429">
                  <a:srgbClr val="00003A">
                    <a:alpha val="4740"/>
                  </a:srgbClr>
                </a:gs>
                <a:gs pos="85714">
                  <a:srgbClr val="00003A">
                    <a:alpha val="1902"/>
                  </a:srgbClr>
                </a:gs>
                <a:gs pos="100000">
                  <a:srgbClr val="000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6329851">
              <a:off x="1229148" y="268321"/>
              <a:ext cx="363171" cy="170756"/>
            </a:xfrm>
            <a:prstGeom prst="ellipse">
              <a:avLst/>
            </a:prstGeom>
            <a:gradFill>
              <a:gsLst>
                <a:gs pos="0">
                  <a:srgbClr val="AE4043">
                    <a:alpha val="31169"/>
                  </a:srgbClr>
                </a:gs>
                <a:gs pos="14286">
                  <a:srgbClr val="AE4043">
                    <a:alpha val="29058"/>
                  </a:srgbClr>
                </a:gs>
                <a:gs pos="28571">
                  <a:srgbClr val="AE4043">
                    <a:alpha val="23399"/>
                  </a:srgbClr>
                </a:gs>
                <a:gs pos="42857">
                  <a:srgbClr val="AE4043">
                    <a:alpha val="16041"/>
                  </a:srgbClr>
                </a:gs>
                <a:gs pos="57143">
                  <a:srgbClr val="AE4043">
                    <a:alpha val="9233"/>
                  </a:srgbClr>
                </a:gs>
                <a:gs pos="71429">
                  <a:srgbClr val="AE4043">
                    <a:alpha val="4434"/>
                  </a:srgbClr>
                </a:gs>
                <a:gs pos="85714">
                  <a:srgbClr val="AE4043">
                    <a:alpha val="1777"/>
                  </a:srgbClr>
                </a:gs>
                <a:gs pos="100000">
                  <a:srgbClr val="AE4043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5111739">
              <a:off x="1499960" y="3113423"/>
              <a:ext cx="317311" cy="313443"/>
            </a:xfrm>
            <a:prstGeom prst="ellipse">
              <a:avLst/>
            </a:prstGeom>
            <a:gradFill>
              <a:gsLst>
                <a:gs pos="0">
                  <a:srgbClr val="742C15">
                    <a:alpha val="20307"/>
                  </a:srgbClr>
                </a:gs>
                <a:gs pos="14286">
                  <a:srgbClr val="742C15">
                    <a:alpha val="18830"/>
                  </a:srgbClr>
                </a:gs>
                <a:gs pos="28571">
                  <a:srgbClr val="742C15">
                    <a:alpha val="14955"/>
                  </a:srgbClr>
                </a:gs>
                <a:gs pos="42857">
                  <a:srgbClr val="742C15">
                    <a:alpha val="10080"/>
                  </a:srgbClr>
                </a:gs>
                <a:gs pos="57143">
                  <a:srgbClr val="742C15">
                    <a:alpha val="5717"/>
                  </a:srgbClr>
                </a:gs>
                <a:gs pos="71429">
                  <a:srgbClr val="742C15">
                    <a:alpha val="2718"/>
                  </a:srgbClr>
                </a:gs>
                <a:gs pos="85714">
                  <a:srgbClr val="742C15">
                    <a:alpha val="1084"/>
                  </a:srgbClr>
                </a:gs>
                <a:gs pos="100000">
                  <a:srgbClr val="742C15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-9361232">
              <a:off x="3012172" y="955100"/>
              <a:ext cx="414877" cy="199175"/>
            </a:xfrm>
            <a:prstGeom prst="ellipse">
              <a:avLst/>
            </a:prstGeom>
            <a:gradFill>
              <a:gsLst>
                <a:gs pos="0">
                  <a:srgbClr val="C65B43">
                    <a:alpha val="12207"/>
                  </a:srgbClr>
                </a:gs>
                <a:gs pos="14286">
                  <a:srgbClr val="C65B43">
                    <a:alpha val="11278"/>
                  </a:srgbClr>
                </a:gs>
                <a:gs pos="28571">
                  <a:srgbClr val="C65B43">
                    <a:alpha val="8872"/>
                  </a:srgbClr>
                </a:gs>
                <a:gs pos="42857">
                  <a:srgbClr val="C65B43">
                    <a:alpha val="5912"/>
                  </a:srgbClr>
                </a:gs>
                <a:gs pos="57143">
                  <a:srgbClr val="C65B43">
                    <a:alpha val="3320"/>
                  </a:srgbClr>
                </a:gs>
                <a:gs pos="71429">
                  <a:srgbClr val="C65B43">
                    <a:alpha val="1568"/>
                  </a:srgbClr>
                </a:gs>
                <a:gs pos="85714">
                  <a:srgbClr val="C65B43">
                    <a:alpha val="623"/>
                  </a:srgbClr>
                </a:gs>
                <a:gs pos="100000">
                  <a:srgbClr val="C65B43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-9819699">
              <a:off x="1630685" y="1645930"/>
              <a:ext cx="387846" cy="141806"/>
            </a:xfrm>
            <a:prstGeom prst="ellipse">
              <a:avLst/>
            </a:prstGeom>
            <a:gradFill>
              <a:gsLst>
                <a:gs pos="0">
                  <a:srgbClr val="AB441B">
                    <a:alpha val="27665"/>
                  </a:srgbClr>
                </a:gs>
                <a:gs pos="14286">
                  <a:srgbClr val="AB441B">
                    <a:alpha val="25745"/>
                  </a:srgbClr>
                </a:gs>
                <a:gs pos="28571">
                  <a:srgbClr val="AB441B">
                    <a:alpha val="20636"/>
                  </a:srgbClr>
                </a:gs>
                <a:gs pos="42857">
                  <a:srgbClr val="AB441B">
                    <a:alpha val="14066"/>
                  </a:srgbClr>
                </a:gs>
                <a:gs pos="57143">
                  <a:srgbClr val="AB441B">
                    <a:alpha val="8057"/>
                  </a:srgbClr>
                </a:gs>
                <a:gs pos="71429">
                  <a:srgbClr val="AB441B">
                    <a:alpha val="3856"/>
                  </a:srgbClr>
                </a:gs>
                <a:gs pos="85714">
                  <a:srgbClr val="AB441B">
                    <a:alpha val="1543"/>
                  </a:srgbClr>
                </a:gs>
                <a:gs pos="100000">
                  <a:srgbClr val="AB441B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8413258">
              <a:off x="994772" y="204998"/>
              <a:ext cx="426289" cy="342813"/>
            </a:xfrm>
            <a:prstGeom prst="ellipse">
              <a:avLst/>
            </a:prstGeom>
            <a:gradFill>
              <a:gsLst>
                <a:gs pos="0">
                  <a:srgbClr val="B1001B">
                    <a:alpha val="32968"/>
                  </a:srgbClr>
                </a:gs>
                <a:gs pos="14286">
                  <a:srgbClr val="B1001B">
                    <a:alpha val="30764"/>
                  </a:srgbClr>
                </a:gs>
                <a:gs pos="28571">
                  <a:srgbClr val="B1001B">
                    <a:alpha val="24833"/>
                  </a:srgbClr>
                </a:gs>
                <a:gs pos="42857">
                  <a:srgbClr val="B1001B">
                    <a:alpha val="17075"/>
                  </a:srgbClr>
                </a:gs>
                <a:gs pos="57143">
                  <a:srgbClr val="B1001B">
                    <a:alpha val="9855"/>
                  </a:srgbClr>
                </a:gs>
                <a:gs pos="71429">
                  <a:srgbClr val="B1001B">
                    <a:alpha val="4740"/>
                  </a:srgbClr>
                </a:gs>
                <a:gs pos="85714">
                  <a:srgbClr val="B1001B">
                    <a:alpha val="1902"/>
                  </a:srgbClr>
                </a:gs>
                <a:gs pos="100000">
                  <a:srgbClr val="B100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5755063">
              <a:off x="1778423" y="1693805"/>
              <a:ext cx="332104" cy="250438"/>
            </a:xfrm>
            <a:prstGeom prst="ellipse">
              <a:avLst/>
            </a:prstGeom>
            <a:gradFill>
              <a:gsLst>
                <a:gs pos="0">
                  <a:srgbClr val="C74C00">
                    <a:alpha val="6136"/>
                  </a:srgbClr>
                </a:gs>
                <a:gs pos="14286">
                  <a:srgbClr val="C74C00">
                    <a:alpha val="5654"/>
                  </a:srgbClr>
                </a:gs>
                <a:gs pos="28571">
                  <a:srgbClr val="C74C00">
                    <a:alpha val="4419"/>
                  </a:srgbClr>
                </a:gs>
                <a:gs pos="42857">
                  <a:srgbClr val="C74C00">
                    <a:alpha val="2921"/>
                  </a:srgbClr>
                </a:gs>
                <a:gs pos="57143">
                  <a:srgbClr val="C74C00">
                    <a:alpha val="1629"/>
                  </a:srgbClr>
                </a:gs>
                <a:gs pos="71429">
                  <a:srgbClr val="C74C00">
                    <a:alpha val="766"/>
                  </a:srgbClr>
                </a:gs>
                <a:gs pos="85714">
                  <a:srgbClr val="C74C00">
                    <a:alpha val="304"/>
                  </a:srgbClr>
                </a:gs>
                <a:gs pos="100000">
                  <a:srgbClr val="C74C0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10659969">
              <a:off x="1718570" y="1664757"/>
              <a:ext cx="301241" cy="275321"/>
            </a:xfrm>
            <a:prstGeom prst="ellipse">
              <a:avLst/>
            </a:prstGeom>
            <a:gradFill>
              <a:gsLst>
                <a:gs pos="0">
                  <a:srgbClr val="5C4356">
                    <a:alpha val="2709"/>
                  </a:srgbClr>
                </a:gs>
                <a:gs pos="14286">
                  <a:srgbClr val="5C4356">
                    <a:alpha val="2493"/>
                  </a:srgbClr>
                </a:gs>
                <a:gs pos="28571">
                  <a:srgbClr val="5C4356">
                    <a:alpha val="1941"/>
                  </a:srgbClr>
                </a:gs>
                <a:gs pos="42857">
                  <a:srgbClr val="5C4356">
                    <a:alpha val="1277"/>
                  </a:srgbClr>
                </a:gs>
                <a:gs pos="57143">
                  <a:srgbClr val="5C4356">
                    <a:alpha val="710"/>
                  </a:srgbClr>
                </a:gs>
                <a:gs pos="71429">
                  <a:srgbClr val="5C4356">
                    <a:alpha val="333"/>
                  </a:srgbClr>
                </a:gs>
                <a:gs pos="85714">
                  <a:srgbClr val="5C4356">
                    <a:alpha val="132"/>
                  </a:srgbClr>
                </a:gs>
                <a:gs pos="100000">
                  <a:srgbClr val="5C4356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4626876">
              <a:off x="2207872" y="630143"/>
              <a:ext cx="392207" cy="33815"/>
            </a:xfrm>
            <a:prstGeom prst="ellipse">
              <a:avLst/>
            </a:prstGeom>
            <a:gradFill>
              <a:gsLst>
                <a:gs pos="0">
                  <a:srgbClr val="B30000">
                    <a:alpha val="24793"/>
                  </a:srgbClr>
                </a:gs>
                <a:gs pos="14286">
                  <a:srgbClr val="B30000">
                    <a:alpha val="23039"/>
                  </a:srgbClr>
                </a:gs>
                <a:gs pos="28571">
                  <a:srgbClr val="B30000">
                    <a:alpha val="18399"/>
                  </a:srgbClr>
                </a:gs>
                <a:gs pos="42857">
                  <a:srgbClr val="B30000">
                    <a:alpha val="12486"/>
                  </a:srgbClr>
                </a:gs>
                <a:gs pos="57143">
                  <a:srgbClr val="B30000">
                    <a:alpha val="7124"/>
                  </a:srgbClr>
                </a:gs>
                <a:gs pos="71429">
                  <a:srgbClr val="B30000">
                    <a:alpha val="3400"/>
                  </a:srgbClr>
                </a:gs>
                <a:gs pos="85714">
                  <a:srgbClr val="B30000">
                    <a:alpha val="1359"/>
                  </a:srgbClr>
                </a:gs>
                <a:gs pos="100000">
                  <a:srgbClr val="B30000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-10474393">
              <a:off x="1351559" y="3115754"/>
              <a:ext cx="567603" cy="53801"/>
            </a:xfrm>
            <a:prstGeom prst="ellipse">
              <a:avLst/>
            </a:prstGeom>
            <a:gradFill>
              <a:gsLst>
                <a:gs pos="0">
                  <a:srgbClr val="CB984A">
                    <a:alpha val="17125"/>
                  </a:srgbClr>
                </a:gs>
                <a:gs pos="14286">
                  <a:srgbClr val="CB984A">
                    <a:alpha val="15856"/>
                  </a:srgbClr>
                </a:gs>
                <a:gs pos="28571">
                  <a:srgbClr val="CB984A">
                    <a:alpha val="12545"/>
                  </a:srgbClr>
                </a:gs>
                <a:gs pos="42857">
                  <a:srgbClr val="CB984A">
                    <a:alpha val="8417"/>
                  </a:srgbClr>
                </a:gs>
                <a:gs pos="57143">
                  <a:srgbClr val="CB984A">
                    <a:alpha val="4755"/>
                  </a:srgbClr>
                </a:gs>
                <a:gs pos="71429">
                  <a:srgbClr val="CB984A">
                    <a:alpha val="2255"/>
                  </a:srgbClr>
                </a:gs>
                <a:gs pos="85714">
                  <a:srgbClr val="CB984A">
                    <a:alpha val="898"/>
                  </a:srgbClr>
                </a:gs>
                <a:gs pos="100000">
                  <a:srgbClr val="CB984A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3118372">
              <a:off x="2526300" y="479349"/>
              <a:ext cx="332110" cy="239084"/>
            </a:xfrm>
            <a:prstGeom prst="ellipse">
              <a:avLst/>
            </a:prstGeom>
            <a:gradFill>
              <a:gsLst>
                <a:gs pos="0">
                  <a:srgbClr val="DE6144">
                    <a:alpha val="16176"/>
                  </a:srgbClr>
                </a:gs>
                <a:gs pos="14286">
                  <a:srgbClr val="DE6144">
                    <a:alpha val="14971"/>
                  </a:srgbClr>
                </a:gs>
                <a:gs pos="28571">
                  <a:srgbClr val="DE6144">
                    <a:alpha val="11832"/>
                  </a:srgbClr>
                </a:gs>
                <a:gs pos="42857">
                  <a:srgbClr val="DE6144">
                    <a:alpha val="7928"/>
                  </a:srgbClr>
                </a:gs>
                <a:gs pos="57143">
                  <a:srgbClr val="DE6144">
                    <a:alpha val="4474"/>
                  </a:srgbClr>
                </a:gs>
                <a:gs pos="71429">
                  <a:srgbClr val="DE6144">
                    <a:alpha val="2120"/>
                  </a:srgbClr>
                </a:gs>
                <a:gs pos="85714">
                  <a:srgbClr val="DE6144">
                    <a:alpha val="844"/>
                  </a:srgbClr>
                </a:gs>
                <a:gs pos="100000">
                  <a:srgbClr val="DE6144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8774159">
              <a:off x="3390906" y="1371826"/>
              <a:ext cx="483412" cy="216965"/>
            </a:xfrm>
            <a:prstGeom prst="ellipse">
              <a:avLst/>
            </a:prstGeom>
            <a:gradFill>
              <a:gsLst>
                <a:gs pos="0">
                  <a:srgbClr val="000100">
                    <a:alpha val="9259"/>
                  </a:srgbClr>
                </a:gs>
                <a:gs pos="14286">
                  <a:srgbClr val="000100">
                    <a:alpha val="8543"/>
                  </a:srgbClr>
                </a:gs>
                <a:gs pos="28571">
                  <a:srgbClr val="000100">
                    <a:alpha val="6699"/>
                  </a:srgbClr>
                </a:gs>
                <a:gs pos="42857">
                  <a:srgbClr val="000100">
                    <a:alpha val="4446"/>
                  </a:srgbClr>
                </a:gs>
                <a:gs pos="57143">
                  <a:srgbClr val="000100">
                    <a:alpha val="2489"/>
                  </a:srgbClr>
                </a:gs>
                <a:gs pos="71429">
                  <a:srgbClr val="000100">
                    <a:alpha val="1173"/>
                  </a:srgbClr>
                </a:gs>
                <a:gs pos="85714">
                  <a:srgbClr val="000100">
                    <a:alpha val="465"/>
                  </a:srgbClr>
                </a:gs>
                <a:gs pos="100000">
                  <a:srgbClr val="000100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10470996">
              <a:off x="2215124" y="3018247"/>
              <a:ext cx="564682" cy="193564"/>
            </a:xfrm>
            <a:prstGeom prst="ellipse">
              <a:avLst/>
            </a:prstGeom>
            <a:gradFill>
              <a:gsLst>
                <a:gs pos="0">
                  <a:srgbClr val="CA8358">
                    <a:alpha val="32968"/>
                  </a:srgbClr>
                </a:gs>
                <a:gs pos="14286">
                  <a:srgbClr val="CA8358">
                    <a:alpha val="30764"/>
                  </a:srgbClr>
                </a:gs>
                <a:gs pos="28571">
                  <a:srgbClr val="CA8358">
                    <a:alpha val="24833"/>
                  </a:srgbClr>
                </a:gs>
                <a:gs pos="42857">
                  <a:srgbClr val="CA8358">
                    <a:alpha val="17075"/>
                  </a:srgbClr>
                </a:gs>
                <a:gs pos="57143">
                  <a:srgbClr val="CA8358">
                    <a:alpha val="9855"/>
                  </a:srgbClr>
                </a:gs>
                <a:gs pos="71429">
                  <a:srgbClr val="CA8358">
                    <a:alpha val="4740"/>
                  </a:srgbClr>
                </a:gs>
                <a:gs pos="85714">
                  <a:srgbClr val="CA8358">
                    <a:alpha val="1902"/>
                  </a:srgbClr>
                </a:gs>
                <a:gs pos="100000">
                  <a:srgbClr val="CA83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-8620128">
              <a:off x="1660200" y="2954320"/>
              <a:ext cx="341586" cy="271403"/>
            </a:xfrm>
            <a:prstGeom prst="ellipse">
              <a:avLst/>
            </a:prstGeom>
            <a:gradFill>
              <a:gsLst>
                <a:gs pos="0">
                  <a:srgbClr val="7E977B">
                    <a:alpha val="12474"/>
                  </a:srgbClr>
                </a:gs>
                <a:gs pos="14286">
                  <a:srgbClr val="7E977B">
                    <a:alpha val="11526"/>
                  </a:srgbClr>
                </a:gs>
                <a:gs pos="28571">
                  <a:srgbClr val="7E977B">
                    <a:alpha val="9070"/>
                  </a:srgbClr>
                </a:gs>
                <a:gs pos="42857">
                  <a:srgbClr val="7E977B">
                    <a:alpha val="6046"/>
                  </a:srgbClr>
                </a:gs>
                <a:gs pos="57143">
                  <a:srgbClr val="7E977B">
                    <a:alpha val="3397"/>
                  </a:srgbClr>
                </a:gs>
                <a:gs pos="71429">
                  <a:srgbClr val="7E977B">
                    <a:alpha val="1605"/>
                  </a:srgbClr>
                </a:gs>
                <a:gs pos="85714">
                  <a:srgbClr val="7E977B">
                    <a:alpha val="638"/>
                  </a:srgbClr>
                </a:gs>
                <a:gs pos="100000">
                  <a:srgbClr val="7E977B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4082100">
              <a:off x="3104930" y="1051015"/>
              <a:ext cx="451568" cy="207979"/>
            </a:xfrm>
            <a:prstGeom prst="ellipse">
              <a:avLst/>
            </a:prstGeom>
            <a:gradFill>
              <a:gsLst>
                <a:gs pos="0">
                  <a:srgbClr val="BC4535">
                    <a:alpha val="32968"/>
                  </a:srgbClr>
                </a:gs>
                <a:gs pos="14286">
                  <a:srgbClr val="BC4535">
                    <a:alpha val="30764"/>
                  </a:srgbClr>
                </a:gs>
                <a:gs pos="28571">
                  <a:srgbClr val="BC4535">
                    <a:alpha val="24833"/>
                  </a:srgbClr>
                </a:gs>
                <a:gs pos="42857">
                  <a:srgbClr val="BC4535">
                    <a:alpha val="17075"/>
                  </a:srgbClr>
                </a:gs>
                <a:gs pos="57143">
                  <a:srgbClr val="BC4535">
                    <a:alpha val="9855"/>
                  </a:srgbClr>
                </a:gs>
                <a:gs pos="71429">
                  <a:srgbClr val="BC4535">
                    <a:alpha val="4740"/>
                  </a:srgbClr>
                </a:gs>
                <a:gs pos="85714">
                  <a:srgbClr val="BC4535">
                    <a:alpha val="1902"/>
                  </a:srgbClr>
                </a:gs>
                <a:gs pos="100000">
                  <a:srgbClr val="BC45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4852663">
              <a:off x="2926088" y="1922642"/>
              <a:ext cx="296204" cy="291538"/>
            </a:xfrm>
            <a:prstGeom prst="ellipse">
              <a:avLst/>
            </a:prstGeom>
            <a:gradFill>
              <a:gsLst>
                <a:gs pos="0">
                  <a:srgbClr val="8D141F">
                    <a:alpha val="6051"/>
                  </a:srgbClr>
                </a:gs>
                <a:gs pos="14286">
                  <a:srgbClr val="8D141F">
                    <a:alpha val="5575"/>
                  </a:srgbClr>
                </a:gs>
                <a:gs pos="28571">
                  <a:srgbClr val="8D141F">
                    <a:alpha val="4356"/>
                  </a:srgbClr>
                </a:gs>
                <a:gs pos="42857">
                  <a:srgbClr val="8D141F">
                    <a:alpha val="2879"/>
                  </a:srgbClr>
                </a:gs>
                <a:gs pos="57143">
                  <a:srgbClr val="8D141F">
                    <a:alpha val="1606"/>
                  </a:srgbClr>
                </a:gs>
                <a:gs pos="71429">
                  <a:srgbClr val="8D141F">
                    <a:alpha val="755"/>
                  </a:srgbClr>
                </a:gs>
                <a:gs pos="85714">
                  <a:srgbClr val="8D141F">
                    <a:alpha val="299"/>
                  </a:srgbClr>
                </a:gs>
                <a:gs pos="100000">
                  <a:srgbClr val="8D141F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-10673534">
              <a:off x="1580603" y="3160223"/>
              <a:ext cx="562377" cy="223805"/>
            </a:xfrm>
            <a:prstGeom prst="ellipse">
              <a:avLst/>
            </a:prstGeom>
            <a:gradFill>
              <a:gsLst>
                <a:gs pos="0">
                  <a:srgbClr val="D16749">
                    <a:alpha val="32968"/>
                  </a:srgbClr>
                </a:gs>
                <a:gs pos="14286">
                  <a:srgbClr val="D16749">
                    <a:alpha val="30764"/>
                  </a:srgbClr>
                </a:gs>
                <a:gs pos="28571">
                  <a:srgbClr val="D16749">
                    <a:alpha val="24833"/>
                  </a:srgbClr>
                </a:gs>
                <a:gs pos="42857">
                  <a:srgbClr val="D16749">
                    <a:alpha val="17075"/>
                  </a:srgbClr>
                </a:gs>
                <a:gs pos="57143">
                  <a:srgbClr val="D16749">
                    <a:alpha val="9855"/>
                  </a:srgbClr>
                </a:gs>
                <a:gs pos="71429">
                  <a:srgbClr val="D16749">
                    <a:alpha val="4740"/>
                  </a:srgbClr>
                </a:gs>
                <a:gs pos="85714">
                  <a:srgbClr val="D16749">
                    <a:alpha val="1902"/>
                  </a:srgbClr>
                </a:gs>
                <a:gs pos="100000">
                  <a:srgbClr val="D167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4306121">
              <a:off x="3081783" y="1496621"/>
              <a:ext cx="322328" cy="280778"/>
            </a:xfrm>
            <a:prstGeom prst="ellipse">
              <a:avLst/>
            </a:prstGeom>
            <a:gradFill>
              <a:gsLst>
                <a:gs pos="0">
                  <a:srgbClr val="8D001C">
                    <a:alpha val="6991"/>
                  </a:srgbClr>
                </a:gs>
                <a:gs pos="14286">
                  <a:srgbClr val="8D001C">
                    <a:alpha val="6445"/>
                  </a:srgbClr>
                </a:gs>
                <a:gs pos="28571">
                  <a:srgbClr val="8D001C">
                    <a:alpha val="5041"/>
                  </a:srgbClr>
                </a:gs>
                <a:gs pos="42857">
                  <a:srgbClr val="8D001C">
                    <a:alpha val="3336"/>
                  </a:srgbClr>
                </a:gs>
                <a:gs pos="57143">
                  <a:srgbClr val="8D001C">
                    <a:alpha val="1862"/>
                  </a:srgbClr>
                </a:gs>
                <a:gs pos="71429">
                  <a:srgbClr val="8D001C">
                    <a:alpha val="876"/>
                  </a:srgbClr>
                </a:gs>
                <a:gs pos="85714">
                  <a:srgbClr val="8D001C">
                    <a:alpha val="347"/>
                  </a:srgbClr>
                </a:gs>
                <a:gs pos="100000">
                  <a:srgbClr val="8D001C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5112652">
              <a:off x="3004773" y="1329804"/>
              <a:ext cx="303994" cy="285534"/>
            </a:xfrm>
            <a:prstGeom prst="ellipse">
              <a:avLst/>
            </a:prstGeom>
            <a:gradFill>
              <a:gsLst>
                <a:gs pos="0">
                  <a:srgbClr val="846A40">
                    <a:alpha val="9541"/>
                  </a:srgbClr>
                </a:gs>
                <a:gs pos="14286">
                  <a:srgbClr val="846A40">
                    <a:alpha val="8805"/>
                  </a:srgbClr>
                </a:gs>
                <a:gs pos="28571">
                  <a:srgbClr val="846A40">
                    <a:alpha val="6906"/>
                  </a:srgbClr>
                </a:gs>
                <a:gs pos="42857">
                  <a:srgbClr val="846A40">
                    <a:alpha val="4585"/>
                  </a:srgbClr>
                </a:gs>
                <a:gs pos="57143">
                  <a:srgbClr val="846A40">
                    <a:alpha val="2567"/>
                  </a:srgbClr>
                </a:gs>
                <a:gs pos="71429">
                  <a:srgbClr val="846A40">
                    <a:alpha val="1210"/>
                  </a:srgbClr>
                </a:gs>
                <a:gs pos="85714">
                  <a:srgbClr val="846A40">
                    <a:alpha val="480"/>
                  </a:srgbClr>
                </a:gs>
                <a:gs pos="100000">
                  <a:srgbClr val="846A4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10797699">
              <a:off x="2949492" y="1455255"/>
              <a:ext cx="287973" cy="251385"/>
            </a:xfrm>
            <a:prstGeom prst="ellipse">
              <a:avLst/>
            </a:prstGeom>
            <a:gradFill>
              <a:gsLst>
                <a:gs pos="0">
                  <a:srgbClr val="C64A21">
                    <a:alpha val="17723"/>
                  </a:srgbClr>
                </a:gs>
                <a:gs pos="14286">
                  <a:srgbClr val="C64A21">
                    <a:alpha val="16414"/>
                  </a:srgbClr>
                </a:gs>
                <a:gs pos="28571">
                  <a:srgbClr val="C64A21">
                    <a:alpha val="12996"/>
                  </a:srgbClr>
                </a:gs>
                <a:gs pos="42857">
                  <a:srgbClr val="C64A21">
                    <a:alpha val="8727"/>
                  </a:srgbClr>
                </a:gs>
                <a:gs pos="57143">
                  <a:srgbClr val="C64A21">
                    <a:alpha val="4934"/>
                  </a:srgbClr>
                </a:gs>
                <a:gs pos="71429">
                  <a:srgbClr val="C64A21">
                    <a:alpha val="2341"/>
                  </a:srgbClr>
                </a:gs>
                <a:gs pos="85714">
                  <a:srgbClr val="C64A21">
                    <a:alpha val="932"/>
                  </a:srgbClr>
                </a:gs>
                <a:gs pos="100000">
                  <a:srgbClr val="C64A21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6657688">
              <a:off x="3157508" y="2419527"/>
              <a:ext cx="731177" cy="419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10284028">
              <a:off x="1739704" y="395645"/>
              <a:ext cx="549427" cy="168167"/>
            </a:xfrm>
            <a:prstGeom prst="ellipse">
              <a:avLst/>
            </a:prstGeom>
            <a:gradFill>
              <a:gsLst>
                <a:gs pos="0">
                  <a:srgbClr val="C1654A">
                    <a:alpha val="32968"/>
                  </a:srgbClr>
                </a:gs>
                <a:gs pos="14286">
                  <a:srgbClr val="C1654A">
                    <a:alpha val="30764"/>
                  </a:srgbClr>
                </a:gs>
                <a:gs pos="28571">
                  <a:srgbClr val="C1654A">
                    <a:alpha val="24833"/>
                  </a:srgbClr>
                </a:gs>
                <a:gs pos="42857">
                  <a:srgbClr val="C1654A">
                    <a:alpha val="17075"/>
                  </a:srgbClr>
                </a:gs>
                <a:gs pos="57143">
                  <a:srgbClr val="C1654A">
                    <a:alpha val="9855"/>
                  </a:srgbClr>
                </a:gs>
                <a:gs pos="71429">
                  <a:srgbClr val="C1654A">
                    <a:alpha val="4740"/>
                  </a:srgbClr>
                </a:gs>
                <a:gs pos="85714">
                  <a:srgbClr val="C1654A">
                    <a:alpha val="1902"/>
                  </a:srgbClr>
                </a:gs>
                <a:gs pos="100000">
                  <a:srgbClr val="C165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9634382">
              <a:off x="1344579" y="280934"/>
              <a:ext cx="610421" cy="56654"/>
            </a:xfrm>
            <a:prstGeom prst="ellipse">
              <a:avLst/>
            </a:prstGeom>
            <a:gradFill>
              <a:gsLst>
                <a:gs pos="0">
                  <a:srgbClr val="920036">
                    <a:alpha val="32968"/>
                  </a:srgbClr>
                </a:gs>
                <a:gs pos="14286">
                  <a:srgbClr val="920036">
                    <a:alpha val="30764"/>
                  </a:srgbClr>
                </a:gs>
                <a:gs pos="28571">
                  <a:srgbClr val="920036">
                    <a:alpha val="24833"/>
                  </a:srgbClr>
                </a:gs>
                <a:gs pos="42857">
                  <a:srgbClr val="920036">
                    <a:alpha val="17075"/>
                  </a:srgbClr>
                </a:gs>
                <a:gs pos="57143">
                  <a:srgbClr val="920036">
                    <a:alpha val="9855"/>
                  </a:srgbClr>
                </a:gs>
                <a:gs pos="71429">
                  <a:srgbClr val="920036">
                    <a:alpha val="4740"/>
                  </a:srgbClr>
                </a:gs>
                <a:gs pos="85714">
                  <a:srgbClr val="920036">
                    <a:alpha val="1902"/>
                  </a:srgbClr>
                </a:gs>
                <a:gs pos="100000">
                  <a:srgbClr val="9200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7007540">
              <a:off x="2784650" y="682709"/>
              <a:ext cx="246937" cy="237469"/>
            </a:xfrm>
            <a:prstGeom prst="ellipse">
              <a:avLst/>
            </a:prstGeom>
            <a:gradFill>
              <a:gsLst>
                <a:gs pos="0">
                  <a:srgbClr val="EC4E3E">
                    <a:alpha val="10621"/>
                  </a:srgbClr>
                </a:gs>
                <a:gs pos="14286">
                  <a:srgbClr val="EC4E3E">
                    <a:alpha val="9806"/>
                  </a:srgbClr>
                </a:gs>
                <a:gs pos="28571">
                  <a:srgbClr val="EC4E3E">
                    <a:alpha val="7701"/>
                  </a:srgbClr>
                </a:gs>
                <a:gs pos="42857">
                  <a:srgbClr val="EC4E3E">
                    <a:alpha val="5120"/>
                  </a:srgbClr>
                </a:gs>
                <a:gs pos="57143">
                  <a:srgbClr val="EC4E3E">
                    <a:alpha val="2870"/>
                  </a:srgbClr>
                </a:gs>
                <a:gs pos="71429">
                  <a:srgbClr val="EC4E3E">
                    <a:alpha val="1354"/>
                  </a:srgbClr>
                </a:gs>
                <a:gs pos="85714">
                  <a:srgbClr val="EC4E3E">
                    <a:alpha val="538"/>
                  </a:srgbClr>
                </a:gs>
                <a:gs pos="100000">
                  <a:srgbClr val="EC4E3E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-10543435">
              <a:off x="1585562" y="-11679"/>
              <a:ext cx="764911" cy="42492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-10268605">
              <a:off x="2175826" y="300742"/>
              <a:ext cx="477990" cy="201034"/>
            </a:xfrm>
            <a:prstGeom prst="ellipse">
              <a:avLst/>
            </a:prstGeom>
            <a:gradFill>
              <a:gsLst>
                <a:gs pos="0">
                  <a:srgbClr val="D67E61">
                    <a:alpha val="16166"/>
                  </a:srgbClr>
                </a:gs>
                <a:gs pos="14286">
                  <a:srgbClr val="D67E61">
                    <a:alpha val="14962"/>
                  </a:srgbClr>
                </a:gs>
                <a:gs pos="28571">
                  <a:srgbClr val="D67E61">
                    <a:alpha val="11824"/>
                  </a:srgbClr>
                </a:gs>
                <a:gs pos="42857">
                  <a:srgbClr val="D67E61">
                    <a:alpha val="7922"/>
                  </a:srgbClr>
                </a:gs>
                <a:gs pos="57143">
                  <a:srgbClr val="D67E61">
                    <a:alpha val="4470"/>
                  </a:srgbClr>
                </a:gs>
                <a:gs pos="71429">
                  <a:srgbClr val="D67E61">
                    <a:alpha val="2118"/>
                  </a:srgbClr>
                </a:gs>
                <a:gs pos="85714">
                  <a:srgbClr val="D67E61">
                    <a:alpha val="843"/>
                  </a:srgbClr>
                </a:gs>
                <a:gs pos="100000">
                  <a:srgbClr val="D67E61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-10476574">
              <a:off x="1677402" y="3364522"/>
              <a:ext cx="405413" cy="224022"/>
            </a:xfrm>
            <a:prstGeom prst="ellipse">
              <a:avLst/>
            </a:prstGeom>
            <a:gradFill>
              <a:gsLst>
                <a:gs pos="0">
                  <a:srgbClr val="CE4232">
                    <a:alpha val="32968"/>
                  </a:srgbClr>
                </a:gs>
                <a:gs pos="14286">
                  <a:srgbClr val="CE4232">
                    <a:alpha val="30764"/>
                  </a:srgbClr>
                </a:gs>
                <a:gs pos="28571">
                  <a:srgbClr val="CE4232">
                    <a:alpha val="24833"/>
                  </a:srgbClr>
                </a:gs>
                <a:gs pos="42857">
                  <a:srgbClr val="CE4232">
                    <a:alpha val="17075"/>
                  </a:srgbClr>
                </a:gs>
                <a:gs pos="57143">
                  <a:srgbClr val="CE4232">
                    <a:alpha val="9855"/>
                  </a:srgbClr>
                </a:gs>
                <a:gs pos="71429">
                  <a:srgbClr val="CE4232">
                    <a:alpha val="4740"/>
                  </a:srgbClr>
                </a:gs>
                <a:gs pos="85714">
                  <a:srgbClr val="CE4232">
                    <a:alpha val="1902"/>
                  </a:srgbClr>
                </a:gs>
                <a:gs pos="100000">
                  <a:srgbClr val="CE42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10007053">
              <a:off x="2870267" y="806056"/>
              <a:ext cx="386787" cy="122892"/>
            </a:xfrm>
            <a:prstGeom prst="ellipse">
              <a:avLst/>
            </a:prstGeom>
            <a:gradFill>
              <a:gsLst>
                <a:gs pos="0">
                  <a:srgbClr val="DB742E">
                    <a:alpha val="13926"/>
                  </a:srgbClr>
                </a:gs>
                <a:gs pos="14286">
                  <a:srgbClr val="DB742E">
                    <a:alpha val="12875"/>
                  </a:srgbClr>
                </a:gs>
                <a:gs pos="28571">
                  <a:srgbClr val="DB742E">
                    <a:alpha val="10149"/>
                  </a:srgbClr>
                </a:gs>
                <a:gs pos="42857">
                  <a:srgbClr val="DB742E">
                    <a:alpha val="6779"/>
                  </a:srgbClr>
                </a:gs>
                <a:gs pos="57143">
                  <a:srgbClr val="DB742E">
                    <a:alpha val="3815"/>
                  </a:srgbClr>
                </a:gs>
                <a:gs pos="71429">
                  <a:srgbClr val="DB742E">
                    <a:alpha val="1804"/>
                  </a:srgbClr>
                </a:gs>
                <a:gs pos="85714">
                  <a:srgbClr val="DB742E">
                    <a:alpha val="717"/>
                  </a:srgbClr>
                </a:gs>
                <a:gs pos="100000">
                  <a:srgbClr val="DB742E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-10386994">
              <a:off x="2013738" y="3015582"/>
              <a:ext cx="380117" cy="187906"/>
            </a:xfrm>
            <a:prstGeom prst="ellipse">
              <a:avLst/>
            </a:prstGeom>
            <a:gradFill>
              <a:gsLst>
                <a:gs pos="0">
                  <a:srgbClr val="BA7B58">
                    <a:alpha val="32968"/>
                  </a:srgbClr>
                </a:gs>
                <a:gs pos="14286">
                  <a:srgbClr val="BA7B58">
                    <a:alpha val="30764"/>
                  </a:srgbClr>
                </a:gs>
                <a:gs pos="28571">
                  <a:srgbClr val="BA7B58">
                    <a:alpha val="24833"/>
                  </a:srgbClr>
                </a:gs>
                <a:gs pos="42857">
                  <a:srgbClr val="BA7B58">
                    <a:alpha val="17075"/>
                  </a:srgbClr>
                </a:gs>
                <a:gs pos="57143">
                  <a:srgbClr val="BA7B58">
                    <a:alpha val="9855"/>
                  </a:srgbClr>
                </a:gs>
                <a:gs pos="71429">
                  <a:srgbClr val="BA7B58">
                    <a:alpha val="4740"/>
                  </a:srgbClr>
                </a:gs>
                <a:gs pos="85714">
                  <a:srgbClr val="BA7B58">
                    <a:alpha val="1902"/>
                  </a:srgbClr>
                </a:gs>
                <a:gs pos="100000">
                  <a:srgbClr val="BA7B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5055923">
              <a:off x="2349573" y="337047"/>
              <a:ext cx="313585" cy="254209"/>
            </a:xfrm>
            <a:prstGeom prst="ellipse">
              <a:avLst/>
            </a:prstGeom>
            <a:gradFill>
              <a:gsLst>
                <a:gs pos="0">
                  <a:srgbClr val="FF3C59">
                    <a:alpha val="5147"/>
                  </a:srgbClr>
                </a:gs>
                <a:gs pos="14286">
                  <a:srgbClr val="FF3C59">
                    <a:alpha val="4741"/>
                  </a:srgbClr>
                </a:gs>
                <a:gs pos="28571">
                  <a:srgbClr val="FF3C59">
                    <a:alpha val="3701"/>
                  </a:srgbClr>
                </a:gs>
                <a:gs pos="42857">
                  <a:srgbClr val="FF3C59">
                    <a:alpha val="2443"/>
                  </a:srgbClr>
                </a:gs>
                <a:gs pos="57143">
                  <a:srgbClr val="FF3C59">
                    <a:alpha val="1361"/>
                  </a:srgbClr>
                </a:gs>
                <a:gs pos="71429">
                  <a:srgbClr val="FF3C59">
                    <a:alpha val="639"/>
                  </a:srgbClr>
                </a:gs>
                <a:gs pos="85714">
                  <a:srgbClr val="FF3C59">
                    <a:alpha val="253"/>
                  </a:srgbClr>
                </a:gs>
                <a:gs pos="100000">
                  <a:srgbClr val="FF3C59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7341641">
              <a:off x="1588077" y="1677486"/>
              <a:ext cx="287628" cy="180221"/>
            </a:xfrm>
            <a:prstGeom prst="ellipse">
              <a:avLst/>
            </a:prstGeom>
            <a:gradFill>
              <a:gsLst>
                <a:gs pos="0">
                  <a:srgbClr val="5D7F3A">
                    <a:alpha val="7319"/>
                  </a:srgbClr>
                </a:gs>
                <a:gs pos="14286">
                  <a:srgbClr val="5D7F3A">
                    <a:alpha val="6747"/>
                  </a:srgbClr>
                </a:gs>
                <a:gs pos="28571">
                  <a:srgbClr val="5D7F3A">
                    <a:alpha val="5279"/>
                  </a:srgbClr>
                </a:gs>
                <a:gs pos="42857">
                  <a:srgbClr val="5D7F3A">
                    <a:alpha val="3495"/>
                  </a:srgbClr>
                </a:gs>
                <a:gs pos="57143">
                  <a:srgbClr val="5D7F3A">
                    <a:alpha val="1952"/>
                  </a:srgbClr>
                </a:gs>
                <a:gs pos="71429">
                  <a:srgbClr val="5D7F3A">
                    <a:alpha val="919"/>
                  </a:srgbClr>
                </a:gs>
                <a:gs pos="85714">
                  <a:srgbClr val="5D7F3A">
                    <a:alpha val="364"/>
                  </a:srgbClr>
                </a:gs>
                <a:gs pos="100000">
                  <a:srgbClr val="5D7F3A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9476191">
              <a:off x="1155741" y="149831"/>
              <a:ext cx="330078" cy="292065"/>
            </a:xfrm>
            <a:prstGeom prst="ellipse">
              <a:avLst/>
            </a:prstGeom>
            <a:gradFill>
              <a:gsLst>
                <a:gs pos="0">
                  <a:srgbClr val="FF674C">
                    <a:alpha val="32968"/>
                  </a:srgbClr>
                </a:gs>
                <a:gs pos="14286">
                  <a:srgbClr val="FF674C">
                    <a:alpha val="30764"/>
                  </a:srgbClr>
                </a:gs>
                <a:gs pos="28571">
                  <a:srgbClr val="FF674C">
                    <a:alpha val="24833"/>
                  </a:srgbClr>
                </a:gs>
                <a:gs pos="42857">
                  <a:srgbClr val="FF674C">
                    <a:alpha val="17075"/>
                  </a:srgbClr>
                </a:gs>
                <a:gs pos="57143">
                  <a:srgbClr val="FF674C">
                    <a:alpha val="9855"/>
                  </a:srgbClr>
                </a:gs>
                <a:gs pos="71429">
                  <a:srgbClr val="FF674C">
                    <a:alpha val="4740"/>
                  </a:srgbClr>
                </a:gs>
                <a:gs pos="85714">
                  <a:srgbClr val="FF674C">
                    <a:alpha val="1902"/>
                  </a:srgbClr>
                </a:gs>
                <a:gs pos="100000">
                  <a:srgbClr val="FF67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10534343">
              <a:off x="1535051" y="412267"/>
              <a:ext cx="617397" cy="90216"/>
            </a:xfrm>
            <a:prstGeom prst="ellipse">
              <a:avLst/>
            </a:prstGeom>
            <a:gradFill>
              <a:gsLst>
                <a:gs pos="0">
                  <a:srgbClr val="C9694E">
                    <a:alpha val="23533"/>
                  </a:srgbClr>
                </a:gs>
                <a:gs pos="14286">
                  <a:srgbClr val="C9694E">
                    <a:alpha val="21855"/>
                  </a:srgbClr>
                </a:gs>
                <a:gs pos="28571">
                  <a:srgbClr val="C9694E">
                    <a:alpha val="17426"/>
                  </a:srgbClr>
                </a:gs>
                <a:gs pos="42857">
                  <a:srgbClr val="C9694E">
                    <a:alpha val="11803"/>
                  </a:srgbClr>
                </a:gs>
                <a:gs pos="57143">
                  <a:srgbClr val="C9694E">
                    <a:alpha val="6722"/>
                  </a:srgbClr>
                </a:gs>
                <a:gs pos="71429">
                  <a:srgbClr val="C9694E">
                    <a:alpha val="3205"/>
                  </a:srgbClr>
                </a:gs>
                <a:gs pos="85714">
                  <a:srgbClr val="C9694E">
                    <a:alpha val="1280"/>
                  </a:srgbClr>
                </a:gs>
                <a:gs pos="100000">
                  <a:srgbClr val="C9694E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9955259">
              <a:off x="2723518" y="624254"/>
              <a:ext cx="306195" cy="181998"/>
            </a:xfrm>
            <a:prstGeom prst="ellipse">
              <a:avLst/>
            </a:prstGeom>
            <a:gradFill>
              <a:gsLst>
                <a:gs pos="0">
                  <a:srgbClr val="FF6F42">
                    <a:alpha val="17286"/>
                  </a:srgbClr>
                </a:gs>
                <a:gs pos="14286">
                  <a:srgbClr val="FF6F42">
                    <a:alpha val="16007"/>
                  </a:srgbClr>
                </a:gs>
                <a:gs pos="28571">
                  <a:srgbClr val="FF6F42">
                    <a:alpha val="12667"/>
                  </a:srgbClr>
                </a:gs>
                <a:gs pos="42857">
                  <a:srgbClr val="FF6F42">
                    <a:alpha val="8500"/>
                  </a:srgbClr>
                </a:gs>
                <a:gs pos="57143">
                  <a:srgbClr val="FF6F42">
                    <a:alpha val="4803"/>
                  </a:srgbClr>
                </a:gs>
                <a:gs pos="71429">
                  <a:srgbClr val="FF6F42">
                    <a:alpha val="2278"/>
                  </a:srgbClr>
                </a:gs>
                <a:gs pos="85714">
                  <a:srgbClr val="FF6F42">
                    <a:alpha val="907"/>
                  </a:srgbClr>
                </a:gs>
                <a:gs pos="100000">
                  <a:srgbClr val="FF6F42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10576227">
              <a:off x="1698018" y="361156"/>
              <a:ext cx="328877" cy="45218"/>
            </a:xfrm>
            <a:prstGeom prst="ellipse">
              <a:avLst/>
            </a:prstGeom>
            <a:gradFill>
              <a:gsLst>
                <a:gs pos="0">
                  <a:srgbClr val="C9671F">
                    <a:alpha val="32968"/>
                  </a:srgbClr>
                </a:gs>
                <a:gs pos="14286">
                  <a:srgbClr val="C9671F">
                    <a:alpha val="30764"/>
                  </a:srgbClr>
                </a:gs>
                <a:gs pos="28571">
                  <a:srgbClr val="C9671F">
                    <a:alpha val="24833"/>
                  </a:srgbClr>
                </a:gs>
                <a:gs pos="42857">
                  <a:srgbClr val="C9671F">
                    <a:alpha val="17075"/>
                  </a:srgbClr>
                </a:gs>
                <a:gs pos="57143">
                  <a:srgbClr val="C9671F">
                    <a:alpha val="9855"/>
                  </a:srgbClr>
                </a:gs>
                <a:gs pos="71429">
                  <a:srgbClr val="C9671F">
                    <a:alpha val="4740"/>
                  </a:srgbClr>
                </a:gs>
                <a:gs pos="85714">
                  <a:srgbClr val="C9671F">
                    <a:alpha val="1902"/>
                  </a:srgbClr>
                </a:gs>
                <a:gs pos="100000">
                  <a:srgbClr val="C967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9674016">
              <a:off x="1117986" y="178611"/>
              <a:ext cx="382021" cy="274898"/>
            </a:xfrm>
            <a:prstGeom prst="ellipse">
              <a:avLst/>
            </a:prstGeom>
            <a:gradFill>
              <a:gsLst>
                <a:gs pos="0">
                  <a:srgbClr val="860028">
                    <a:alpha val="28467"/>
                  </a:srgbClr>
                </a:gs>
                <a:gs pos="14286">
                  <a:srgbClr val="860028">
                    <a:alpha val="26503"/>
                  </a:srgbClr>
                </a:gs>
                <a:gs pos="28571">
                  <a:srgbClr val="860028">
                    <a:alpha val="21265"/>
                  </a:srgbClr>
                </a:gs>
                <a:gs pos="42857">
                  <a:srgbClr val="860028">
                    <a:alpha val="14514"/>
                  </a:srgbClr>
                </a:gs>
                <a:gs pos="57143">
                  <a:srgbClr val="860028">
                    <a:alpha val="8323"/>
                  </a:srgbClr>
                </a:gs>
                <a:gs pos="71429">
                  <a:srgbClr val="860028">
                    <a:alpha val="3986"/>
                  </a:srgbClr>
                </a:gs>
                <a:gs pos="85714">
                  <a:srgbClr val="860028">
                    <a:alpha val="1596"/>
                  </a:srgbClr>
                </a:gs>
                <a:gs pos="100000">
                  <a:srgbClr val="860028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10112045">
              <a:off x="2429881" y="443330"/>
              <a:ext cx="352681" cy="171175"/>
            </a:xfrm>
            <a:prstGeom prst="ellipse">
              <a:avLst/>
            </a:prstGeom>
            <a:gradFill>
              <a:gsLst>
                <a:gs pos="0">
                  <a:srgbClr val="D43A51">
                    <a:alpha val="7553"/>
                  </a:srgbClr>
                </a:gs>
                <a:gs pos="14286">
                  <a:srgbClr val="D43A51">
                    <a:alpha val="6964"/>
                  </a:srgbClr>
                </a:gs>
                <a:gs pos="28571">
                  <a:srgbClr val="D43A51">
                    <a:alpha val="5450"/>
                  </a:srgbClr>
                </a:gs>
                <a:gs pos="42857">
                  <a:srgbClr val="D43A51">
                    <a:alpha val="3609"/>
                  </a:srgbClr>
                </a:gs>
                <a:gs pos="57143">
                  <a:srgbClr val="D43A51">
                    <a:alpha val="2016"/>
                  </a:srgbClr>
                </a:gs>
                <a:gs pos="71429">
                  <a:srgbClr val="D43A51">
                    <a:alpha val="949"/>
                  </a:srgbClr>
                </a:gs>
                <a:gs pos="85714">
                  <a:srgbClr val="D43A51">
                    <a:alpha val="376"/>
                  </a:srgbClr>
                </a:gs>
                <a:gs pos="100000">
                  <a:srgbClr val="D43A51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10186893">
              <a:off x="1445768" y="3138777"/>
              <a:ext cx="288318" cy="270333"/>
            </a:xfrm>
            <a:prstGeom prst="ellipse">
              <a:avLst/>
            </a:prstGeom>
            <a:gradFill>
              <a:gsLst>
                <a:gs pos="0">
                  <a:srgbClr val="C44100">
                    <a:alpha val="3348"/>
                  </a:srgbClr>
                </a:gs>
                <a:gs pos="14286">
                  <a:srgbClr val="C44100">
                    <a:alpha val="3081"/>
                  </a:srgbClr>
                </a:gs>
                <a:gs pos="28571">
                  <a:srgbClr val="C44100">
                    <a:alpha val="2401"/>
                  </a:srgbClr>
                </a:gs>
                <a:gs pos="42857">
                  <a:srgbClr val="C44100">
                    <a:alpha val="1581"/>
                  </a:srgbClr>
                </a:gs>
                <a:gs pos="57143">
                  <a:srgbClr val="C44100">
                    <a:alpha val="879"/>
                  </a:srgbClr>
                </a:gs>
                <a:gs pos="71429">
                  <a:srgbClr val="C44100">
                    <a:alpha val="413"/>
                  </a:srgbClr>
                </a:gs>
                <a:gs pos="85714">
                  <a:srgbClr val="C44100">
                    <a:alpha val="163"/>
                  </a:srgbClr>
                </a:gs>
                <a:gs pos="100000">
                  <a:srgbClr val="C441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-10740359">
              <a:off x="2900264" y="1715805"/>
              <a:ext cx="293274" cy="291717"/>
            </a:xfrm>
            <a:prstGeom prst="ellipse">
              <a:avLst/>
            </a:prstGeom>
            <a:gradFill>
              <a:gsLst>
                <a:gs pos="0">
                  <a:srgbClr val="7E1F00">
                    <a:alpha val="5001"/>
                  </a:srgbClr>
                </a:gs>
                <a:gs pos="14286">
                  <a:srgbClr val="7E1F00">
                    <a:alpha val="4606"/>
                  </a:srgbClr>
                </a:gs>
                <a:gs pos="28571">
                  <a:srgbClr val="7E1F00">
                    <a:alpha val="3595"/>
                  </a:srgbClr>
                </a:gs>
                <a:gs pos="42857">
                  <a:srgbClr val="7E1F00">
                    <a:alpha val="2373"/>
                  </a:srgbClr>
                </a:gs>
                <a:gs pos="57143">
                  <a:srgbClr val="7E1F00">
                    <a:alpha val="1322"/>
                  </a:srgbClr>
                </a:gs>
                <a:gs pos="71429">
                  <a:srgbClr val="7E1F00">
                    <a:alpha val="621"/>
                  </a:srgbClr>
                </a:gs>
                <a:gs pos="85714">
                  <a:srgbClr val="7E1F00">
                    <a:alpha val="246"/>
                  </a:srgbClr>
                </a:gs>
                <a:gs pos="100000">
                  <a:srgbClr val="7E1F00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6283163">
              <a:off x="3198774" y="2260465"/>
              <a:ext cx="747442" cy="43334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10558873">
              <a:off x="1582875" y="-66554"/>
              <a:ext cx="436210" cy="374729"/>
            </a:xfrm>
            <a:prstGeom prst="ellipse">
              <a:avLst/>
            </a:prstGeom>
            <a:gradFill>
              <a:gsLst>
                <a:gs pos="0">
                  <a:srgbClr val="000000">
                    <a:alpha val="22500"/>
                  </a:srgbClr>
                </a:gs>
                <a:gs pos="14286">
                  <a:srgbClr val="000000">
                    <a:alpha val="20886"/>
                  </a:srgbClr>
                </a:gs>
                <a:gs pos="28571">
                  <a:srgbClr val="000000">
                    <a:alpha val="16632"/>
                  </a:srgbClr>
                </a:gs>
                <a:gs pos="42857">
                  <a:srgbClr val="000000">
                    <a:alpha val="11247"/>
                  </a:srgbClr>
                </a:gs>
                <a:gs pos="57143">
                  <a:srgbClr val="000000">
                    <a:alpha val="6397"/>
                  </a:srgbClr>
                </a:gs>
                <a:gs pos="71429">
                  <a:srgbClr val="000000">
                    <a:alpha val="3047"/>
                  </a:srgbClr>
                </a:gs>
                <a:gs pos="85714">
                  <a:srgbClr val="000000">
                    <a:alpha val="1216"/>
                  </a:srgbClr>
                </a:gs>
                <a:gs pos="100000">
                  <a:srgbClr val="000000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9152288">
              <a:off x="2273587" y="3434741"/>
              <a:ext cx="668088" cy="35126"/>
            </a:xfrm>
            <a:prstGeom prst="ellipse">
              <a:avLst/>
            </a:prstGeom>
            <a:gradFill>
              <a:gsLst>
                <a:gs pos="0">
                  <a:srgbClr val="000302">
                    <a:alpha val="32968"/>
                  </a:srgbClr>
                </a:gs>
                <a:gs pos="14286">
                  <a:srgbClr val="000302">
                    <a:alpha val="30764"/>
                  </a:srgbClr>
                </a:gs>
                <a:gs pos="28571">
                  <a:srgbClr val="000302">
                    <a:alpha val="24833"/>
                  </a:srgbClr>
                </a:gs>
                <a:gs pos="42857">
                  <a:srgbClr val="000302">
                    <a:alpha val="17075"/>
                  </a:srgbClr>
                </a:gs>
                <a:gs pos="57143">
                  <a:srgbClr val="000302">
                    <a:alpha val="9855"/>
                  </a:srgbClr>
                </a:gs>
                <a:gs pos="71429">
                  <a:srgbClr val="000302">
                    <a:alpha val="4740"/>
                  </a:srgbClr>
                </a:gs>
                <a:gs pos="85714">
                  <a:srgbClr val="000302">
                    <a:alpha val="1902"/>
                  </a:srgbClr>
                </a:gs>
                <a:gs pos="100000">
                  <a:srgbClr val="0003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3840216">
              <a:off x="3076014" y="1009330"/>
              <a:ext cx="318609" cy="260956"/>
            </a:xfrm>
            <a:prstGeom prst="ellipse">
              <a:avLst/>
            </a:prstGeom>
            <a:gradFill>
              <a:gsLst>
                <a:gs pos="0">
                  <a:srgbClr val="E47961">
                    <a:alpha val="4464"/>
                  </a:srgbClr>
                </a:gs>
                <a:gs pos="14286">
                  <a:srgbClr val="E47961">
                    <a:alpha val="4110"/>
                  </a:srgbClr>
                </a:gs>
                <a:gs pos="28571">
                  <a:srgbClr val="E47961">
                    <a:alpha val="3206"/>
                  </a:srgbClr>
                </a:gs>
                <a:gs pos="42857">
                  <a:srgbClr val="E47961">
                    <a:alpha val="2115"/>
                  </a:srgbClr>
                </a:gs>
                <a:gs pos="57143">
                  <a:srgbClr val="E47961">
                    <a:alpha val="1177"/>
                  </a:srgbClr>
                </a:gs>
                <a:gs pos="71429">
                  <a:srgbClr val="E47961">
                    <a:alpha val="553"/>
                  </a:srgbClr>
                </a:gs>
                <a:gs pos="85714">
                  <a:srgbClr val="E47961">
                    <a:alpha val="219"/>
                  </a:srgbClr>
                </a:gs>
                <a:gs pos="100000">
                  <a:srgbClr val="E47961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-9534736">
              <a:off x="2915917" y="1568290"/>
              <a:ext cx="294982" cy="286157"/>
            </a:xfrm>
            <a:prstGeom prst="ellipse">
              <a:avLst/>
            </a:prstGeom>
            <a:gradFill>
              <a:gsLst>
                <a:gs pos="0">
                  <a:srgbClr val="BC5421">
                    <a:alpha val="10641"/>
                  </a:srgbClr>
                </a:gs>
                <a:gs pos="14286">
                  <a:srgbClr val="BC5421">
                    <a:alpha val="9824"/>
                  </a:srgbClr>
                </a:gs>
                <a:gs pos="28571">
                  <a:srgbClr val="BC5421">
                    <a:alpha val="7715"/>
                  </a:srgbClr>
                </a:gs>
                <a:gs pos="42857">
                  <a:srgbClr val="BC5421">
                    <a:alpha val="5130"/>
                  </a:srgbClr>
                </a:gs>
                <a:gs pos="57143">
                  <a:srgbClr val="BC5421">
                    <a:alpha val="2876"/>
                  </a:srgbClr>
                </a:gs>
                <a:gs pos="71429">
                  <a:srgbClr val="BC5421">
                    <a:alpha val="1357"/>
                  </a:srgbClr>
                </a:gs>
                <a:gs pos="85714">
                  <a:srgbClr val="BC5421">
                    <a:alpha val="539"/>
                  </a:srgbClr>
                </a:gs>
                <a:gs pos="100000">
                  <a:srgbClr val="BC5421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10137925">
              <a:off x="1443459" y="3313767"/>
              <a:ext cx="347229" cy="244872"/>
            </a:xfrm>
            <a:prstGeom prst="ellipse">
              <a:avLst/>
            </a:prstGeom>
            <a:gradFill>
              <a:gsLst>
                <a:gs pos="0">
                  <a:srgbClr val="C33635">
                    <a:alpha val="23595"/>
                  </a:srgbClr>
                </a:gs>
                <a:gs pos="14286">
                  <a:srgbClr val="C33635">
                    <a:alpha val="21914"/>
                  </a:srgbClr>
                </a:gs>
                <a:gs pos="28571">
                  <a:srgbClr val="C33635">
                    <a:alpha val="17474"/>
                  </a:srgbClr>
                </a:gs>
                <a:gs pos="42857">
                  <a:srgbClr val="C33635">
                    <a:alpha val="11836"/>
                  </a:srgbClr>
                </a:gs>
                <a:gs pos="57143">
                  <a:srgbClr val="C33635">
                    <a:alpha val="6742"/>
                  </a:srgbClr>
                </a:gs>
                <a:gs pos="71429">
                  <a:srgbClr val="C33635">
                    <a:alpha val="3215"/>
                  </a:srgbClr>
                </a:gs>
                <a:gs pos="85714">
                  <a:srgbClr val="C33635">
                    <a:alpha val="1284"/>
                  </a:srgbClr>
                </a:gs>
                <a:gs pos="100000">
                  <a:srgbClr val="C33635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-8847487">
              <a:off x="2913578" y="787971"/>
              <a:ext cx="386502" cy="337523"/>
            </a:xfrm>
            <a:prstGeom prst="ellipse">
              <a:avLst/>
            </a:prstGeom>
            <a:gradFill>
              <a:gsLst>
                <a:gs pos="0">
                  <a:srgbClr val="C04737">
                    <a:alpha val="29339"/>
                  </a:srgbClr>
                </a:gs>
                <a:gs pos="14286">
                  <a:srgbClr val="C04737">
                    <a:alpha val="27326"/>
                  </a:srgbClr>
                </a:gs>
                <a:gs pos="28571">
                  <a:srgbClr val="C04737">
                    <a:alpha val="21951"/>
                  </a:srgbClr>
                </a:gs>
                <a:gs pos="42857">
                  <a:srgbClr val="C04737">
                    <a:alpha val="15004"/>
                  </a:srgbClr>
                </a:gs>
                <a:gs pos="57143">
                  <a:srgbClr val="C04737">
                    <a:alpha val="8614"/>
                  </a:srgbClr>
                </a:gs>
                <a:gs pos="71429">
                  <a:srgbClr val="C04737">
                    <a:alpha val="4129"/>
                  </a:srgbClr>
                </a:gs>
                <a:gs pos="85714">
                  <a:srgbClr val="C04737">
                    <a:alpha val="1653"/>
                  </a:srgbClr>
                </a:gs>
                <a:gs pos="100000">
                  <a:srgbClr val="C04737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6352830">
              <a:off x="2852766" y="2271198"/>
              <a:ext cx="646035" cy="345942"/>
            </a:xfrm>
            <a:prstGeom prst="ellipse">
              <a:avLst/>
            </a:prstGeom>
            <a:gradFill>
              <a:gsLst>
                <a:gs pos="0">
                  <a:srgbClr val="FF002A">
                    <a:alpha val="32968"/>
                  </a:srgbClr>
                </a:gs>
                <a:gs pos="14286">
                  <a:srgbClr val="FF002A">
                    <a:alpha val="30764"/>
                  </a:srgbClr>
                </a:gs>
                <a:gs pos="28571">
                  <a:srgbClr val="FF002A">
                    <a:alpha val="24833"/>
                  </a:srgbClr>
                </a:gs>
                <a:gs pos="42857">
                  <a:srgbClr val="FF002A">
                    <a:alpha val="17075"/>
                  </a:srgbClr>
                </a:gs>
                <a:gs pos="57143">
                  <a:srgbClr val="FF002A">
                    <a:alpha val="9855"/>
                  </a:srgbClr>
                </a:gs>
                <a:gs pos="71429">
                  <a:srgbClr val="FF002A">
                    <a:alpha val="4740"/>
                  </a:srgbClr>
                </a:gs>
                <a:gs pos="85714">
                  <a:srgbClr val="FF002A">
                    <a:alpha val="1902"/>
                  </a:srgbClr>
                </a:gs>
                <a:gs pos="100000">
                  <a:srgbClr val="FF00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8103759">
              <a:off x="2697717" y="740919"/>
              <a:ext cx="336679" cy="204964"/>
            </a:xfrm>
            <a:prstGeom prst="ellipse">
              <a:avLst/>
            </a:prstGeom>
            <a:gradFill>
              <a:gsLst>
                <a:gs pos="0">
                  <a:srgbClr val="A78952">
                    <a:alpha val="8014"/>
                  </a:srgbClr>
                </a:gs>
                <a:gs pos="14286">
                  <a:srgbClr val="A78952">
                    <a:alpha val="7390"/>
                  </a:srgbClr>
                </a:gs>
                <a:gs pos="28571">
                  <a:srgbClr val="A78952">
                    <a:alpha val="5787"/>
                  </a:srgbClr>
                </a:gs>
                <a:gs pos="42857">
                  <a:srgbClr val="A78952">
                    <a:alpha val="3835"/>
                  </a:srgbClr>
                </a:gs>
                <a:gs pos="57143">
                  <a:srgbClr val="A78952">
                    <a:alpha val="2143"/>
                  </a:srgbClr>
                </a:gs>
                <a:gs pos="71429">
                  <a:srgbClr val="A78952">
                    <a:alpha val="1009"/>
                  </a:srgbClr>
                </a:gs>
                <a:gs pos="85714">
                  <a:srgbClr val="A78952">
                    <a:alpha val="400"/>
                  </a:srgbClr>
                </a:gs>
                <a:gs pos="100000">
                  <a:srgbClr val="A78952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10509595">
              <a:off x="1486020" y="3324860"/>
              <a:ext cx="439657" cy="241875"/>
            </a:xfrm>
            <a:prstGeom prst="ellipse">
              <a:avLst/>
            </a:prstGeom>
            <a:gradFill>
              <a:gsLst>
                <a:gs pos="0">
                  <a:srgbClr val="FF6544">
                    <a:alpha val="20349"/>
                  </a:srgbClr>
                </a:gs>
                <a:gs pos="14286">
                  <a:srgbClr val="FF6544">
                    <a:alpha val="18870"/>
                  </a:srgbClr>
                </a:gs>
                <a:gs pos="28571">
                  <a:srgbClr val="FF6544">
                    <a:alpha val="14987"/>
                  </a:srgbClr>
                </a:gs>
                <a:gs pos="42857">
                  <a:srgbClr val="FF6544">
                    <a:alpha val="10102"/>
                  </a:srgbClr>
                </a:gs>
                <a:gs pos="57143">
                  <a:srgbClr val="FF6544">
                    <a:alpha val="5730"/>
                  </a:srgbClr>
                </a:gs>
                <a:gs pos="71429">
                  <a:srgbClr val="FF6544">
                    <a:alpha val="2724"/>
                  </a:srgbClr>
                </a:gs>
                <a:gs pos="85714">
                  <a:srgbClr val="FF6544">
                    <a:alpha val="1086"/>
                  </a:srgbClr>
                </a:gs>
                <a:gs pos="100000">
                  <a:srgbClr val="FF6544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7061631">
              <a:off x="2623845" y="571486"/>
              <a:ext cx="305915" cy="251873"/>
            </a:xfrm>
            <a:prstGeom prst="ellipse">
              <a:avLst/>
            </a:prstGeom>
            <a:gradFill>
              <a:gsLst>
                <a:gs pos="0">
                  <a:srgbClr val="C83220">
                    <a:alpha val="8891"/>
                  </a:srgbClr>
                </a:gs>
                <a:gs pos="14286">
                  <a:srgbClr val="C83220">
                    <a:alpha val="8202"/>
                  </a:srgbClr>
                </a:gs>
                <a:gs pos="28571">
                  <a:srgbClr val="C83220">
                    <a:alpha val="6429"/>
                  </a:srgbClr>
                </a:gs>
                <a:gs pos="42857">
                  <a:srgbClr val="C83220">
                    <a:alpha val="4265"/>
                  </a:srgbClr>
                </a:gs>
                <a:gs pos="57143">
                  <a:srgbClr val="C83220">
                    <a:alpha val="2386"/>
                  </a:srgbClr>
                </a:gs>
                <a:gs pos="71429">
                  <a:srgbClr val="C83220">
                    <a:alpha val="1124"/>
                  </a:srgbClr>
                </a:gs>
                <a:gs pos="85714">
                  <a:srgbClr val="C83220">
                    <a:alpha val="446"/>
                  </a:srgbClr>
                </a:gs>
                <a:gs pos="100000">
                  <a:srgbClr val="C83220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-9604420">
              <a:off x="1479314" y="3282411"/>
              <a:ext cx="388335" cy="281031"/>
            </a:xfrm>
            <a:prstGeom prst="ellipse">
              <a:avLst/>
            </a:prstGeom>
            <a:gradFill>
              <a:gsLst>
                <a:gs pos="0">
                  <a:srgbClr val="670019">
                    <a:alpha val="18899"/>
                  </a:srgbClr>
                </a:gs>
                <a:gs pos="14286">
                  <a:srgbClr val="670019">
                    <a:alpha val="17513"/>
                  </a:srgbClr>
                </a:gs>
                <a:gs pos="28571">
                  <a:srgbClr val="670019">
                    <a:alpha val="13885"/>
                  </a:srgbClr>
                </a:gs>
                <a:gs pos="42857">
                  <a:srgbClr val="670019">
                    <a:alpha val="9340"/>
                  </a:srgbClr>
                </a:gs>
                <a:gs pos="57143">
                  <a:srgbClr val="670019">
                    <a:alpha val="5288"/>
                  </a:srgbClr>
                </a:gs>
                <a:gs pos="71429">
                  <a:srgbClr val="670019">
                    <a:alpha val="2511"/>
                  </a:srgbClr>
                </a:gs>
                <a:gs pos="85714">
                  <a:srgbClr val="670019">
                    <a:alpha val="1001"/>
                  </a:srgbClr>
                </a:gs>
                <a:gs pos="100000">
                  <a:srgbClr val="670019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10425374">
              <a:off x="1293706" y="47759"/>
              <a:ext cx="798810" cy="214617"/>
            </a:xfrm>
            <a:prstGeom prst="ellipse">
              <a:avLst/>
            </a:prstGeom>
            <a:gradFill>
              <a:gsLst>
                <a:gs pos="0">
                  <a:srgbClr val="D95440">
                    <a:alpha val="32968"/>
                  </a:srgbClr>
                </a:gs>
                <a:gs pos="14286">
                  <a:srgbClr val="D95440">
                    <a:alpha val="30764"/>
                  </a:srgbClr>
                </a:gs>
                <a:gs pos="28571">
                  <a:srgbClr val="D95440">
                    <a:alpha val="24833"/>
                  </a:srgbClr>
                </a:gs>
                <a:gs pos="42857">
                  <a:srgbClr val="D95440">
                    <a:alpha val="17075"/>
                  </a:srgbClr>
                </a:gs>
                <a:gs pos="57143">
                  <a:srgbClr val="D95440">
                    <a:alpha val="9855"/>
                  </a:srgbClr>
                </a:gs>
                <a:gs pos="71429">
                  <a:srgbClr val="D95440">
                    <a:alpha val="4740"/>
                  </a:srgbClr>
                </a:gs>
                <a:gs pos="85714">
                  <a:srgbClr val="D95440">
                    <a:alpha val="1902"/>
                  </a:srgbClr>
                </a:gs>
                <a:gs pos="100000">
                  <a:srgbClr val="D954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5937603">
              <a:off x="3140821" y="1713924"/>
              <a:ext cx="283786" cy="273984"/>
            </a:xfrm>
            <a:prstGeom prst="ellipse">
              <a:avLst/>
            </a:prstGeom>
            <a:gradFill>
              <a:gsLst>
                <a:gs pos="0">
                  <a:srgbClr val="00315E">
                    <a:alpha val="2422"/>
                  </a:srgbClr>
                </a:gs>
                <a:gs pos="14286">
                  <a:srgbClr val="00315E">
                    <a:alpha val="2228"/>
                  </a:srgbClr>
                </a:gs>
                <a:gs pos="28571">
                  <a:srgbClr val="00315E">
                    <a:alpha val="1734"/>
                  </a:srgbClr>
                </a:gs>
                <a:gs pos="42857">
                  <a:srgbClr val="00315E">
                    <a:alpha val="1141"/>
                  </a:srgbClr>
                </a:gs>
                <a:gs pos="57143">
                  <a:srgbClr val="00315E">
                    <a:alpha val="634"/>
                  </a:srgbClr>
                </a:gs>
                <a:gs pos="71429">
                  <a:srgbClr val="00315E">
                    <a:alpha val="297"/>
                  </a:srgbClr>
                </a:gs>
                <a:gs pos="85714">
                  <a:srgbClr val="00315E">
                    <a:alpha val="118"/>
                  </a:srgbClr>
                </a:gs>
                <a:gs pos="100000">
                  <a:srgbClr val="00315E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4287112">
              <a:off x="2417351" y="546252"/>
              <a:ext cx="423432" cy="152268"/>
            </a:xfrm>
            <a:prstGeom prst="ellipse">
              <a:avLst/>
            </a:prstGeom>
            <a:gradFill>
              <a:gsLst>
                <a:gs pos="0">
                  <a:srgbClr val="D85E4E">
                    <a:alpha val="9070"/>
                  </a:srgbClr>
                </a:gs>
                <a:gs pos="14286">
                  <a:srgbClr val="D85E4E">
                    <a:alpha val="8368"/>
                  </a:srgbClr>
                </a:gs>
                <a:gs pos="28571">
                  <a:srgbClr val="D85E4E">
                    <a:alpha val="6560"/>
                  </a:srgbClr>
                </a:gs>
                <a:gs pos="42857">
                  <a:srgbClr val="D85E4E">
                    <a:alpha val="4353"/>
                  </a:srgbClr>
                </a:gs>
                <a:gs pos="57143">
                  <a:srgbClr val="D85E4E">
                    <a:alpha val="2436"/>
                  </a:srgbClr>
                </a:gs>
                <a:gs pos="71429">
                  <a:srgbClr val="D85E4E">
                    <a:alpha val="1148"/>
                  </a:srgbClr>
                </a:gs>
                <a:gs pos="85714">
                  <a:srgbClr val="D85E4E">
                    <a:alpha val="455"/>
                  </a:srgbClr>
                </a:gs>
                <a:gs pos="100000">
                  <a:srgbClr val="D85E4E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-8955600">
              <a:off x="1366035" y="3191167"/>
              <a:ext cx="405607" cy="72408"/>
            </a:xfrm>
            <a:prstGeom prst="ellipse">
              <a:avLst/>
            </a:prstGeom>
            <a:gradFill>
              <a:gsLst>
                <a:gs pos="0">
                  <a:srgbClr val="FFD079">
                    <a:alpha val="6464"/>
                  </a:srgbClr>
                </a:gs>
                <a:gs pos="14286">
                  <a:srgbClr val="FFD079">
                    <a:alpha val="5957"/>
                  </a:srgbClr>
                </a:gs>
                <a:gs pos="28571">
                  <a:srgbClr val="FFD079">
                    <a:alpha val="4657"/>
                  </a:srgbClr>
                </a:gs>
                <a:gs pos="42857">
                  <a:srgbClr val="FFD079">
                    <a:alpha val="3080"/>
                  </a:srgbClr>
                </a:gs>
                <a:gs pos="57143">
                  <a:srgbClr val="FFD079">
                    <a:alpha val="1718"/>
                  </a:srgbClr>
                </a:gs>
                <a:gs pos="71429">
                  <a:srgbClr val="FFD079">
                    <a:alpha val="808"/>
                  </a:srgbClr>
                </a:gs>
                <a:gs pos="85714">
                  <a:srgbClr val="FFD079">
                    <a:alpha val="320"/>
                  </a:srgbClr>
                </a:gs>
                <a:gs pos="100000">
                  <a:srgbClr val="FFD079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7975675">
              <a:off x="3047620" y="1980142"/>
              <a:ext cx="399013" cy="345571"/>
            </a:xfrm>
            <a:prstGeom prst="ellipse">
              <a:avLst/>
            </a:prstGeom>
            <a:gradFill>
              <a:gsLst>
                <a:gs pos="0">
                  <a:srgbClr val="A53B33">
                    <a:alpha val="28595"/>
                  </a:srgbClr>
                </a:gs>
                <a:gs pos="14286">
                  <a:srgbClr val="A53B33">
                    <a:alpha val="26623"/>
                  </a:srgbClr>
                </a:gs>
                <a:gs pos="28571">
                  <a:srgbClr val="A53B33">
                    <a:alpha val="21365"/>
                  </a:srgbClr>
                </a:gs>
                <a:gs pos="42857">
                  <a:srgbClr val="A53B33">
                    <a:alpha val="14586"/>
                  </a:srgbClr>
                </a:gs>
                <a:gs pos="57143">
                  <a:srgbClr val="A53B33">
                    <a:alpha val="8365"/>
                  </a:srgbClr>
                </a:gs>
                <a:gs pos="71429">
                  <a:srgbClr val="A53B33">
                    <a:alpha val="4007"/>
                  </a:srgbClr>
                </a:gs>
                <a:gs pos="85714">
                  <a:srgbClr val="A53B33">
                    <a:alpha val="1604"/>
                  </a:srgbClr>
                </a:gs>
                <a:gs pos="100000">
                  <a:srgbClr val="A53B33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-8981990">
              <a:off x="1459056" y="3233292"/>
              <a:ext cx="562022" cy="68387"/>
            </a:xfrm>
            <a:prstGeom prst="ellipse">
              <a:avLst/>
            </a:prstGeom>
            <a:gradFill>
              <a:gsLst>
                <a:gs pos="0">
                  <a:srgbClr val="BB684E">
                    <a:alpha val="32968"/>
                  </a:srgbClr>
                </a:gs>
                <a:gs pos="14286">
                  <a:srgbClr val="BB684E">
                    <a:alpha val="30764"/>
                  </a:srgbClr>
                </a:gs>
                <a:gs pos="28571">
                  <a:srgbClr val="BB684E">
                    <a:alpha val="24833"/>
                  </a:srgbClr>
                </a:gs>
                <a:gs pos="42857">
                  <a:srgbClr val="BB684E">
                    <a:alpha val="17075"/>
                  </a:srgbClr>
                </a:gs>
                <a:gs pos="57143">
                  <a:srgbClr val="BB684E">
                    <a:alpha val="9855"/>
                  </a:srgbClr>
                </a:gs>
                <a:gs pos="71429">
                  <a:srgbClr val="BB684E">
                    <a:alpha val="4740"/>
                  </a:srgbClr>
                </a:gs>
                <a:gs pos="85714">
                  <a:srgbClr val="BB684E">
                    <a:alpha val="1902"/>
                  </a:srgbClr>
                </a:gs>
                <a:gs pos="100000">
                  <a:srgbClr val="BB68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5563803">
              <a:off x="3213044" y="1855446"/>
              <a:ext cx="677965" cy="127872"/>
            </a:xfrm>
            <a:prstGeom prst="ellipse">
              <a:avLst/>
            </a:prstGeom>
            <a:gradFill>
              <a:gsLst>
                <a:gs pos="0">
                  <a:srgbClr val="D15642">
                    <a:alpha val="32968"/>
                  </a:srgbClr>
                </a:gs>
                <a:gs pos="14286">
                  <a:srgbClr val="D15642">
                    <a:alpha val="30764"/>
                  </a:srgbClr>
                </a:gs>
                <a:gs pos="28571">
                  <a:srgbClr val="D15642">
                    <a:alpha val="24833"/>
                  </a:srgbClr>
                </a:gs>
                <a:gs pos="42857">
                  <a:srgbClr val="D15642">
                    <a:alpha val="17075"/>
                  </a:srgbClr>
                </a:gs>
                <a:gs pos="57143">
                  <a:srgbClr val="D15642">
                    <a:alpha val="9855"/>
                  </a:srgbClr>
                </a:gs>
                <a:gs pos="71429">
                  <a:srgbClr val="D15642">
                    <a:alpha val="4740"/>
                  </a:srgbClr>
                </a:gs>
                <a:gs pos="85714">
                  <a:srgbClr val="D15642">
                    <a:alpha val="1902"/>
                  </a:srgbClr>
                </a:gs>
                <a:gs pos="100000">
                  <a:srgbClr val="D156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3595042">
              <a:off x="-92002" y="2737570"/>
              <a:ext cx="728884" cy="45138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8895650">
              <a:off x="2736624" y="1065500"/>
              <a:ext cx="467907" cy="251257"/>
            </a:xfrm>
            <a:prstGeom prst="ellipse">
              <a:avLst/>
            </a:prstGeom>
            <a:gradFill>
              <a:gsLst>
                <a:gs pos="0">
                  <a:srgbClr val="780025">
                    <a:alpha val="32968"/>
                  </a:srgbClr>
                </a:gs>
                <a:gs pos="14286">
                  <a:srgbClr val="780025">
                    <a:alpha val="30764"/>
                  </a:srgbClr>
                </a:gs>
                <a:gs pos="28571">
                  <a:srgbClr val="780025">
                    <a:alpha val="24833"/>
                  </a:srgbClr>
                </a:gs>
                <a:gs pos="42857">
                  <a:srgbClr val="780025">
                    <a:alpha val="17075"/>
                  </a:srgbClr>
                </a:gs>
                <a:gs pos="57143">
                  <a:srgbClr val="780025">
                    <a:alpha val="9855"/>
                  </a:srgbClr>
                </a:gs>
                <a:gs pos="71429">
                  <a:srgbClr val="780025">
                    <a:alpha val="4740"/>
                  </a:srgbClr>
                </a:gs>
                <a:gs pos="85714">
                  <a:srgbClr val="780025">
                    <a:alpha val="1902"/>
                  </a:srgbClr>
                </a:gs>
                <a:gs pos="100000">
                  <a:srgbClr val="78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8022927">
              <a:off x="3037443" y="490096"/>
              <a:ext cx="163221" cy="64760"/>
            </a:xfrm>
            <a:prstGeom prst="ellipse">
              <a:avLst/>
            </a:prstGeom>
            <a:gradFill>
              <a:gsLst>
                <a:gs pos="0">
                  <a:srgbClr val="FF7E62">
                    <a:alpha val="32968"/>
                  </a:srgbClr>
                </a:gs>
                <a:gs pos="14286">
                  <a:srgbClr val="FF7E62">
                    <a:alpha val="30764"/>
                  </a:srgbClr>
                </a:gs>
                <a:gs pos="28571">
                  <a:srgbClr val="FF7E62">
                    <a:alpha val="24833"/>
                  </a:srgbClr>
                </a:gs>
                <a:gs pos="42857">
                  <a:srgbClr val="FF7E62">
                    <a:alpha val="17075"/>
                  </a:srgbClr>
                </a:gs>
                <a:gs pos="57143">
                  <a:srgbClr val="FF7E62">
                    <a:alpha val="9855"/>
                  </a:srgbClr>
                </a:gs>
                <a:gs pos="71429">
                  <a:srgbClr val="FF7E62">
                    <a:alpha val="4740"/>
                  </a:srgbClr>
                </a:gs>
                <a:gs pos="85714">
                  <a:srgbClr val="FF7E62">
                    <a:alpha val="1902"/>
                  </a:srgbClr>
                </a:gs>
                <a:gs pos="100000">
                  <a:srgbClr val="FF7E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10573985">
              <a:off x="1475005" y="3172852"/>
              <a:ext cx="491460" cy="87512"/>
            </a:xfrm>
            <a:prstGeom prst="ellipse">
              <a:avLst/>
            </a:prstGeom>
            <a:gradFill>
              <a:gsLst>
                <a:gs pos="0">
                  <a:srgbClr val="BF6E4A">
                    <a:alpha val="32108"/>
                  </a:srgbClr>
                </a:gs>
                <a:gs pos="14286">
                  <a:srgbClr val="BF6E4A">
                    <a:alpha val="29948"/>
                  </a:srgbClr>
                </a:gs>
                <a:gs pos="28571">
                  <a:srgbClr val="BF6E4A">
                    <a:alpha val="24146"/>
                  </a:srgbClr>
                </a:gs>
                <a:gs pos="42857">
                  <a:srgbClr val="BF6E4A">
                    <a:alpha val="16579"/>
                  </a:srgbClr>
                </a:gs>
                <a:gs pos="57143">
                  <a:srgbClr val="BF6E4A">
                    <a:alpha val="9556"/>
                  </a:srgbClr>
                </a:gs>
                <a:gs pos="71429">
                  <a:srgbClr val="BF6E4A">
                    <a:alpha val="4593"/>
                  </a:srgbClr>
                </a:gs>
                <a:gs pos="85714">
                  <a:srgbClr val="BF6E4A">
                    <a:alpha val="1842"/>
                  </a:srgbClr>
                </a:gs>
                <a:gs pos="100000">
                  <a:srgbClr val="BF6E4A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5506033">
              <a:off x="3265480" y="1835264"/>
              <a:ext cx="736015" cy="473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3523130">
              <a:off x="2940365" y="793182"/>
              <a:ext cx="512843" cy="238607"/>
            </a:xfrm>
            <a:prstGeom prst="ellipse">
              <a:avLst/>
            </a:prstGeom>
            <a:gradFill>
              <a:gsLst>
                <a:gs pos="0">
                  <a:srgbClr val="D5523D">
                    <a:alpha val="32968"/>
                  </a:srgbClr>
                </a:gs>
                <a:gs pos="14286">
                  <a:srgbClr val="D5523D">
                    <a:alpha val="30764"/>
                  </a:srgbClr>
                </a:gs>
                <a:gs pos="28571">
                  <a:srgbClr val="D5523D">
                    <a:alpha val="24833"/>
                  </a:srgbClr>
                </a:gs>
                <a:gs pos="42857">
                  <a:srgbClr val="D5523D">
                    <a:alpha val="17075"/>
                  </a:srgbClr>
                </a:gs>
                <a:gs pos="57143">
                  <a:srgbClr val="D5523D">
                    <a:alpha val="9855"/>
                  </a:srgbClr>
                </a:gs>
                <a:gs pos="71429">
                  <a:srgbClr val="D5523D">
                    <a:alpha val="4740"/>
                  </a:srgbClr>
                </a:gs>
                <a:gs pos="85714">
                  <a:srgbClr val="D5523D">
                    <a:alpha val="1902"/>
                  </a:srgbClr>
                </a:gs>
                <a:gs pos="100000">
                  <a:srgbClr val="D552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-10377592">
              <a:off x="1687767" y="48437"/>
              <a:ext cx="753277" cy="151403"/>
            </a:xfrm>
            <a:prstGeom prst="ellipse">
              <a:avLst/>
            </a:prstGeom>
            <a:gradFill>
              <a:gsLst>
                <a:gs pos="0">
                  <a:srgbClr val="CE5342">
                    <a:alpha val="32968"/>
                  </a:srgbClr>
                </a:gs>
                <a:gs pos="14286">
                  <a:srgbClr val="CE5342">
                    <a:alpha val="30764"/>
                  </a:srgbClr>
                </a:gs>
                <a:gs pos="28571">
                  <a:srgbClr val="CE5342">
                    <a:alpha val="24833"/>
                  </a:srgbClr>
                </a:gs>
                <a:gs pos="42857">
                  <a:srgbClr val="CE5342">
                    <a:alpha val="17075"/>
                  </a:srgbClr>
                </a:gs>
                <a:gs pos="57143">
                  <a:srgbClr val="CE5342">
                    <a:alpha val="9855"/>
                  </a:srgbClr>
                </a:gs>
                <a:gs pos="71429">
                  <a:srgbClr val="CE5342">
                    <a:alpha val="4740"/>
                  </a:srgbClr>
                </a:gs>
                <a:gs pos="85714">
                  <a:srgbClr val="CE5342">
                    <a:alpha val="1902"/>
                  </a:srgbClr>
                </a:gs>
                <a:gs pos="100000">
                  <a:srgbClr val="CE53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-8820126">
              <a:off x="1466673" y="3286587"/>
              <a:ext cx="591033" cy="53790"/>
            </a:xfrm>
            <a:prstGeom prst="ellipse">
              <a:avLst/>
            </a:prstGeom>
            <a:gradFill>
              <a:gsLst>
                <a:gs pos="0">
                  <a:srgbClr val="9A0033">
                    <a:alpha val="32968"/>
                  </a:srgbClr>
                </a:gs>
                <a:gs pos="14286">
                  <a:srgbClr val="9A0033">
                    <a:alpha val="30764"/>
                  </a:srgbClr>
                </a:gs>
                <a:gs pos="28571">
                  <a:srgbClr val="9A0033">
                    <a:alpha val="24833"/>
                  </a:srgbClr>
                </a:gs>
                <a:gs pos="42857">
                  <a:srgbClr val="9A0033">
                    <a:alpha val="17075"/>
                  </a:srgbClr>
                </a:gs>
                <a:gs pos="57143">
                  <a:srgbClr val="9A0033">
                    <a:alpha val="9855"/>
                  </a:srgbClr>
                </a:gs>
                <a:gs pos="71429">
                  <a:srgbClr val="9A0033">
                    <a:alpha val="4740"/>
                  </a:srgbClr>
                </a:gs>
                <a:gs pos="85714">
                  <a:srgbClr val="9A0033">
                    <a:alpha val="1902"/>
                  </a:srgbClr>
                </a:gs>
                <a:gs pos="100000">
                  <a:srgbClr val="9A00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-10547464">
              <a:off x="1740527" y="341162"/>
              <a:ext cx="581220" cy="54926"/>
            </a:xfrm>
            <a:prstGeom prst="ellipse">
              <a:avLst/>
            </a:prstGeom>
            <a:gradFill>
              <a:gsLst>
                <a:gs pos="0">
                  <a:srgbClr val="A75B2C">
                    <a:alpha val="32968"/>
                  </a:srgbClr>
                </a:gs>
                <a:gs pos="14286">
                  <a:srgbClr val="A75B2C">
                    <a:alpha val="30764"/>
                  </a:srgbClr>
                </a:gs>
                <a:gs pos="28571">
                  <a:srgbClr val="A75B2C">
                    <a:alpha val="24833"/>
                  </a:srgbClr>
                </a:gs>
                <a:gs pos="42857">
                  <a:srgbClr val="A75B2C">
                    <a:alpha val="17075"/>
                  </a:srgbClr>
                </a:gs>
                <a:gs pos="57143">
                  <a:srgbClr val="A75B2C">
                    <a:alpha val="9855"/>
                  </a:srgbClr>
                </a:gs>
                <a:gs pos="71429">
                  <a:srgbClr val="A75B2C">
                    <a:alpha val="4740"/>
                  </a:srgbClr>
                </a:gs>
                <a:gs pos="85714">
                  <a:srgbClr val="A75B2C">
                    <a:alpha val="1902"/>
                  </a:srgbClr>
                </a:gs>
                <a:gs pos="100000">
                  <a:srgbClr val="A75B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-10760731">
              <a:off x="3064398" y="1460331"/>
              <a:ext cx="407114" cy="316634"/>
            </a:xfrm>
            <a:prstGeom prst="ellipse">
              <a:avLst/>
            </a:prstGeom>
            <a:gradFill>
              <a:gsLst>
                <a:gs pos="0">
                  <a:srgbClr val="00704D">
                    <a:alpha val="9406"/>
                  </a:srgbClr>
                </a:gs>
                <a:gs pos="14286">
                  <a:srgbClr val="00704D">
                    <a:alpha val="8679"/>
                  </a:srgbClr>
                </a:gs>
                <a:gs pos="28571">
                  <a:srgbClr val="00704D">
                    <a:alpha val="6807"/>
                  </a:srgbClr>
                </a:gs>
                <a:gs pos="42857">
                  <a:srgbClr val="00704D">
                    <a:alpha val="4519"/>
                  </a:srgbClr>
                </a:gs>
                <a:gs pos="57143">
                  <a:srgbClr val="00704D">
                    <a:alpha val="2530"/>
                  </a:srgbClr>
                </a:gs>
                <a:gs pos="71429">
                  <a:srgbClr val="00704D">
                    <a:alpha val="1192"/>
                  </a:srgbClr>
                </a:gs>
                <a:gs pos="85714">
                  <a:srgbClr val="00704D">
                    <a:alpha val="473"/>
                  </a:srgbClr>
                </a:gs>
                <a:gs pos="100000">
                  <a:srgbClr val="00704D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6474430">
              <a:off x="-260550" y="1249490"/>
              <a:ext cx="711746" cy="50799"/>
            </a:xfrm>
            <a:prstGeom prst="ellipse">
              <a:avLst/>
            </a:prstGeom>
            <a:gradFill>
              <a:gsLst>
                <a:gs pos="0">
                  <a:srgbClr val="000103">
                    <a:alpha val="32968"/>
                  </a:srgbClr>
                </a:gs>
                <a:gs pos="14286">
                  <a:srgbClr val="000103">
                    <a:alpha val="30764"/>
                  </a:srgbClr>
                </a:gs>
                <a:gs pos="28571">
                  <a:srgbClr val="000103">
                    <a:alpha val="24833"/>
                  </a:srgbClr>
                </a:gs>
                <a:gs pos="42857">
                  <a:srgbClr val="000103">
                    <a:alpha val="17075"/>
                  </a:srgbClr>
                </a:gs>
                <a:gs pos="57143">
                  <a:srgbClr val="000103">
                    <a:alpha val="9855"/>
                  </a:srgbClr>
                </a:gs>
                <a:gs pos="71429">
                  <a:srgbClr val="000103">
                    <a:alpha val="4740"/>
                  </a:srgbClr>
                </a:gs>
                <a:gs pos="85714">
                  <a:srgbClr val="000103">
                    <a:alpha val="1902"/>
                  </a:srgbClr>
                </a:gs>
                <a:gs pos="100000">
                  <a:srgbClr val="0001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4378698">
              <a:off x="3023373" y="1275693"/>
              <a:ext cx="471470" cy="244191"/>
            </a:xfrm>
            <a:prstGeom prst="ellipse">
              <a:avLst/>
            </a:prstGeom>
            <a:gradFill>
              <a:gsLst>
                <a:gs pos="0">
                  <a:srgbClr val="F87451">
                    <a:alpha val="24062"/>
                  </a:srgbClr>
                </a:gs>
                <a:gs pos="14286">
                  <a:srgbClr val="F87451">
                    <a:alpha val="22353"/>
                  </a:srgbClr>
                </a:gs>
                <a:gs pos="28571">
                  <a:srgbClr val="F87451">
                    <a:alpha val="17835"/>
                  </a:srgbClr>
                </a:gs>
                <a:gs pos="42857">
                  <a:srgbClr val="F87451">
                    <a:alpha val="12089"/>
                  </a:srgbClr>
                </a:gs>
                <a:gs pos="57143">
                  <a:srgbClr val="F87451">
                    <a:alpha val="6891"/>
                  </a:srgbClr>
                </a:gs>
                <a:gs pos="71429">
                  <a:srgbClr val="F87451">
                    <a:alpha val="3287"/>
                  </a:srgbClr>
                </a:gs>
                <a:gs pos="85714">
                  <a:srgbClr val="F87451">
                    <a:alpha val="1313"/>
                  </a:srgbClr>
                </a:gs>
                <a:gs pos="100000">
                  <a:srgbClr val="F87451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-10509046">
              <a:off x="1357981" y="3443245"/>
              <a:ext cx="759020" cy="150729"/>
            </a:xfrm>
            <a:prstGeom prst="ellipse">
              <a:avLst/>
            </a:prstGeom>
            <a:gradFill>
              <a:gsLst>
                <a:gs pos="0">
                  <a:srgbClr val="E8543B">
                    <a:alpha val="32968"/>
                  </a:srgbClr>
                </a:gs>
                <a:gs pos="14286">
                  <a:srgbClr val="E8543B">
                    <a:alpha val="30764"/>
                  </a:srgbClr>
                </a:gs>
                <a:gs pos="28571">
                  <a:srgbClr val="E8543B">
                    <a:alpha val="24833"/>
                  </a:srgbClr>
                </a:gs>
                <a:gs pos="42857">
                  <a:srgbClr val="E8543B">
                    <a:alpha val="17075"/>
                  </a:srgbClr>
                </a:gs>
                <a:gs pos="57143">
                  <a:srgbClr val="E8543B">
                    <a:alpha val="9855"/>
                  </a:srgbClr>
                </a:gs>
                <a:gs pos="71429">
                  <a:srgbClr val="E8543B">
                    <a:alpha val="4740"/>
                  </a:srgbClr>
                </a:gs>
                <a:gs pos="85714">
                  <a:srgbClr val="E8543B">
                    <a:alpha val="1902"/>
                  </a:srgbClr>
                </a:gs>
                <a:gs pos="100000">
                  <a:srgbClr val="E854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4693612">
              <a:off x="3161616" y="1488003"/>
              <a:ext cx="664717" cy="189825"/>
            </a:xfrm>
            <a:prstGeom prst="ellipse">
              <a:avLst/>
            </a:prstGeom>
            <a:gradFill>
              <a:gsLst>
                <a:gs pos="0">
                  <a:srgbClr val="E45C47">
                    <a:alpha val="32968"/>
                  </a:srgbClr>
                </a:gs>
                <a:gs pos="14286">
                  <a:srgbClr val="E45C47">
                    <a:alpha val="30764"/>
                  </a:srgbClr>
                </a:gs>
                <a:gs pos="28571">
                  <a:srgbClr val="E45C47">
                    <a:alpha val="24833"/>
                  </a:srgbClr>
                </a:gs>
                <a:gs pos="42857">
                  <a:srgbClr val="E45C47">
                    <a:alpha val="17075"/>
                  </a:srgbClr>
                </a:gs>
                <a:gs pos="57143">
                  <a:srgbClr val="E45C47">
                    <a:alpha val="9855"/>
                  </a:srgbClr>
                </a:gs>
                <a:gs pos="71429">
                  <a:srgbClr val="E45C47">
                    <a:alpha val="4740"/>
                  </a:srgbClr>
                </a:gs>
                <a:gs pos="85714">
                  <a:srgbClr val="E45C47">
                    <a:alpha val="1902"/>
                  </a:srgbClr>
                </a:gs>
                <a:gs pos="100000">
                  <a:srgbClr val="E45C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8909947">
              <a:off x="565151" y="243129"/>
              <a:ext cx="670972" cy="33397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5313073">
              <a:off x="3175047" y="1908049"/>
              <a:ext cx="481331" cy="299533"/>
            </a:xfrm>
            <a:prstGeom prst="ellipse">
              <a:avLst/>
            </a:prstGeom>
            <a:gradFill>
              <a:gsLst>
                <a:gs pos="0">
                  <a:srgbClr val="FF6651">
                    <a:alpha val="32968"/>
                  </a:srgbClr>
                </a:gs>
                <a:gs pos="14286">
                  <a:srgbClr val="FF6651">
                    <a:alpha val="30764"/>
                  </a:srgbClr>
                </a:gs>
                <a:gs pos="28571">
                  <a:srgbClr val="FF6651">
                    <a:alpha val="24833"/>
                  </a:srgbClr>
                </a:gs>
                <a:gs pos="42857">
                  <a:srgbClr val="FF6651">
                    <a:alpha val="17075"/>
                  </a:srgbClr>
                </a:gs>
                <a:gs pos="57143">
                  <a:srgbClr val="FF6651">
                    <a:alpha val="9855"/>
                  </a:srgbClr>
                </a:gs>
                <a:gs pos="71429">
                  <a:srgbClr val="FF6651">
                    <a:alpha val="4740"/>
                  </a:srgbClr>
                </a:gs>
                <a:gs pos="85714">
                  <a:srgbClr val="FF6651">
                    <a:alpha val="1902"/>
                  </a:srgbClr>
                </a:gs>
                <a:gs pos="100000">
                  <a:srgbClr val="FF66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5862880">
              <a:off x="-314822" y="1548562"/>
              <a:ext cx="688818" cy="34981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-10201204">
              <a:off x="1890340" y="25583"/>
              <a:ext cx="586819" cy="3172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-9073644">
              <a:off x="2489616" y="276107"/>
              <a:ext cx="666638" cy="45134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4672299">
              <a:off x="-295817" y="2139801"/>
              <a:ext cx="679206" cy="35401"/>
            </a:xfrm>
            <a:prstGeom prst="ellipse">
              <a:avLst/>
            </a:prstGeom>
            <a:gradFill>
              <a:gsLst>
                <a:gs pos="0">
                  <a:srgbClr val="000103">
                    <a:alpha val="32968"/>
                  </a:srgbClr>
                </a:gs>
                <a:gs pos="14286">
                  <a:srgbClr val="000103">
                    <a:alpha val="30764"/>
                  </a:srgbClr>
                </a:gs>
                <a:gs pos="28571">
                  <a:srgbClr val="000103">
                    <a:alpha val="24833"/>
                  </a:srgbClr>
                </a:gs>
                <a:gs pos="42857">
                  <a:srgbClr val="000103">
                    <a:alpha val="17075"/>
                  </a:srgbClr>
                </a:gs>
                <a:gs pos="57143">
                  <a:srgbClr val="000103">
                    <a:alpha val="9855"/>
                  </a:srgbClr>
                </a:gs>
                <a:gs pos="71429">
                  <a:srgbClr val="000103">
                    <a:alpha val="4740"/>
                  </a:srgbClr>
                </a:gs>
                <a:gs pos="85714">
                  <a:srgbClr val="000103">
                    <a:alpha val="1902"/>
                  </a:srgbClr>
                </a:gs>
                <a:gs pos="100000">
                  <a:srgbClr val="0001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6618458">
              <a:off x="-66673" y="1185526"/>
              <a:ext cx="423033" cy="34071"/>
            </a:xfrm>
            <a:prstGeom prst="ellipse">
              <a:avLst/>
            </a:prstGeom>
            <a:gradFill>
              <a:gsLst>
                <a:gs pos="0">
                  <a:srgbClr val="FF755C">
                    <a:alpha val="32968"/>
                  </a:srgbClr>
                </a:gs>
                <a:gs pos="14286">
                  <a:srgbClr val="FF755C">
                    <a:alpha val="30764"/>
                  </a:srgbClr>
                </a:gs>
                <a:gs pos="28571">
                  <a:srgbClr val="FF755C">
                    <a:alpha val="24833"/>
                  </a:srgbClr>
                </a:gs>
                <a:gs pos="42857">
                  <a:srgbClr val="FF755C">
                    <a:alpha val="17075"/>
                  </a:srgbClr>
                </a:gs>
                <a:gs pos="57143">
                  <a:srgbClr val="FF755C">
                    <a:alpha val="9855"/>
                  </a:srgbClr>
                </a:gs>
                <a:gs pos="71429">
                  <a:srgbClr val="FF755C">
                    <a:alpha val="4740"/>
                  </a:srgbClr>
                </a:gs>
                <a:gs pos="85714">
                  <a:srgbClr val="FF755C">
                    <a:alpha val="1902"/>
                  </a:srgbClr>
                </a:gs>
                <a:gs pos="100000">
                  <a:srgbClr val="FF75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10659156">
              <a:off x="1365281" y="-8403"/>
              <a:ext cx="734394" cy="325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5222672">
              <a:off x="-310798" y="1901206"/>
              <a:ext cx="650846" cy="31414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-9801277">
              <a:off x="1902892" y="45206"/>
              <a:ext cx="743356" cy="336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-10391600">
              <a:off x="1649525" y="-5375"/>
              <a:ext cx="750213" cy="415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10445592">
              <a:off x="1607458" y="3609665"/>
              <a:ext cx="703624" cy="34750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3392600">
              <a:off x="1926804" y="3419060"/>
              <a:ext cx="838443" cy="297472"/>
            </a:xfrm>
            <a:prstGeom prst="ellipse">
              <a:avLst/>
            </a:prstGeom>
            <a:gradFill>
              <a:gsLst>
                <a:gs pos="0">
                  <a:srgbClr val="020003">
                    <a:alpha val="3226"/>
                  </a:srgbClr>
                </a:gs>
                <a:gs pos="14286">
                  <a:srgbClr val="020003">
                    <a:alpha val="2969"/>
                  </a:srgbClr>
                </a:gs>
                <a:gs pos="28571">
                  <a:srgbClr val="020003">
                    <a:alpha val="2313"/>
                  </a:srgbClr>
                </a:gs>
                <a:gs pos="42857">
                  <a:srgbClr val="020003">
                    <a:alpha val="1523"/>
                  </a:srgbClr>
                </a:gs>
                <a:gs pos="57143">
                  <a:srgbClr val="020003">
                    <a:alpha val="847"/>
                  </a:srgbClr>
                </a:gs>
                <a:gs pos="71429">
                  <a:srgbClr val="020003">
                    <a:alpha val="397"/>
                  </a:srgbClr>
                </a:gs>
                <a:gs pos="85714">
                  <a:srgbClr val="020003">
                    <a:alpha val="157"/>
                  </a:srgbClr>
                </a:gs>
                <a:gs pos="100000">
                  <a:srgbClr val="020003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10404289">
              <a:off x="1249633" y="3428558"/>
              <a:ext cx="796776" cy="225364"/>
            </a:xfrm>
            <a:prstGeom prst="ellipse">
              <a:avLst/>
            </a:prstGeom>
            <a:gradFill>
              <a:gsLst>
                <a:gs pos="0">
                  <a:srgbClr val="000500">
                    <a:alpha val="19073"/>
                  </a:srgbClr>
                </a:gs>
                <a:gs pos="14286">
                  <a:srgbClr val="000500">
                    <a:alpha val="17676"/>
                  </a:srgbClr>
                </a:gs>
                <a:gs pos="28571">
                  <a:srgbClr val="000500">
                    <a:alpha val="14017"/>
                  </a:srgbClr>
                </a:gs>
                <a:gs pos="42857">
                  <a:srgbClr val="000500">
                    <a:alpha val="9431"/>
                  </a:srgbClr>
                </a:gs>
                <a:gs pos="57143">
                  <a:srgbClr val="000500">
                    <a:alpha val="5341"/>
                  </a:srgbClr>
                </a:gs>
                <a:gs pos="71429">
                  <a:srgbClr val="000500">
                    <a:alpha val="2537"/>
                  </a:srgbClr>
                </a:gs>
                <a:gs pos="85714">
                  <a:srgbClr val="000500">
                    <a:alpha val="1011"/>
                  </a:srgbClr>
                </a:gs>
                <a:gs pos="100000">
                  <a:srgbClr val="0005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4162945">
              <a:off x="759191" y="3339101"/>
              <a:ext cx="611026" cy="475023"/>
            </a:xfrm>
            <a:prstGeom prst="ellipse">
              <a:avLst/>
            </a:prstGeom>
            <a:gradFill>
              <a:gsLst>
                <a:gs pos="0">
                  <a:srgbClr val="030001">
                    <a:alpha val="1218"/>
                  </a:srgbClr>
                </a:gs>
                <a:gs pos="14286">
                  <a:srgbClr val="030001">
                    <a:alpha val="1120"/>
                  </a:srgbClr>
                </a:gs>
                <a:gs pos="28571">
                  <a:srgbClr val="030001">
                    <a:alpha val="871"/>
                  </a:srgbClr>
                </a:gs>
                <a:gs pos="42857">
                  <a:srgbClr val="030001">
                    <a:alpha val="572"/>
                  </a:srgbClr>
                </a:gs>
                <a:gs pos="57143">
                  <a:srgbClr val="030001">
                    <a:alpha val="317"/>
                  </a:srgbClr>
                </a:gs>
                <a:gs pos="71429">
                  <a:srgbClr val="030001">
                    <a:alpha val="149"/>
                  </a:srgbClr>
                </a:gs>
                <a:gs pos="85714">
                  <a:srgbClr val="030001">
                    <a:alpha val="59"/>
                  </a:srgbClr>
                </a:gs>
                <a:gs pos="100000">
                  <a:srgbClr val="030001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10136147">
              <a:off x="2008988" y="3102735"/>
              <a:ext cx="676369" cy="337818"/>
            </a:xfrm>
            <a:prstGeom prst="ellipse">
              <a:avLst/>
            </a:prstGeom>
            <a:gradFill>
              <a:gsLst>
                <a:gs pos="0">
                  <a:srgbClr val="FF7250">
                    <a:alpha val="32383"/>
                  </a:srgbClr>
                </a:gs>
                <a:gs pos="14286">
                  <a:srgbClr val="FF7250">
                    <a:alpha val="30209"/>
                  </a:srgbClr>
                </a:gs>
                <a:gs pos="28571">
                  <a:srgbClr val="FF7250">
                    <a:alpha val="24366"/>
                  </a:srgbClr>
                </a:gs>
                <a:gs pos="42857">
                  <a:srgbClr val="FF7250">
                    <a:alpha val="16738"/>
                  </a:srgbClr>
                </a:gs>
                <a:gs pos="57143">
                  <a:srgbClr val="FF7250">
                    <a:alpha val="9652"/>
                  </a:srgbClr>
                </a:gs>
                <a:gs pos="71429">
                  <a:srgbClr val="FF7250">
                    <a:alpha val="4640"/>
                  </a:srgbClr>
                </a:gs>
                <a:gs pos="85714">
                  <a:srgbClr val="FF7250">
                    <a:alpha val="1861"/>
                  </a:srgbClr>
                </a:gs>
                <a:gs pos="100000">
                  <a:srgbClr val="FF7250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10694509">
              <a:off x="1817972" y="3174731"/>
              <a:ext cx="743935" cy="320205"/>
            </a:xfrm>
            <a:prstGeom prst="ellipse">
              <a:avLst/>
            </a:prstGeom>
            <a:gradFill>
              <a:gsLst>
                <a:gs pos="0">
                  <a:srgbClr val="C22523">
                    <a:alpha val="32968"/>
                  </a:srgbClr>
                </a:gs>
                <a:gs pos="14286">
                  <a:srgbClr val="C22523">
                    <a:alpha val="30764"/>
                  </a:srgbClr>
                </a:gs>
                <a:gs pos="28571">
                  <a:srgbClr val="C22523">
                    <a:alpha val="24833"/>
                  </a:srgbClr>
                </a:gs>
                <a:gs pos="42857">
                  <a:srgbClr val="C22523">
                    <a:alpha val="17075"/>
                  </a:srgbClr>
                </a:gs>
                <a:gs pos="57143">
                  <a:srgbClr val="C22523">
                    <a:alpha val="9855"/>
                  </a:srgbClr>
                </a:gs>
                <a:gs pos="71429">
                  <a:srgbClr val="C22523">
                    <a:alpha val="4740"/>
                  </a:srgbClr>
                </a:gs>
                <a:gs pos="85714">
                  <a:srgbClr val="C22523">
                    <a:alpha val="1902"/>
                  </a:srgbClr>
                </a:gs>
                <a:gs pos="100000">
                  <a:srgbClr val="C225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-10563632">
              <a:off x="1597121" y="3253182"/>
              <a:ext cx="727967" cy="274138"/>
            </a:xfrm>
            <a:prstGeom prst="ellipse">
              <a:avLst/>
            </a:prstGeom>
            <a:gradFill>
              <a:gsLst>
                <a:gs pos="0">
                  <a:srgbClr val="D6533B">
                    <a:alpha val="32165"/>
                  </a:srgbClr>
                </a:gs>
                <a:gs pos="14286">
                  <a:srgbClr val="D6533B">
                    <a:alpha val="30002"/>
                  </a:srgbClr>
                </a:gs>
                <a:gs pos="28571">
                  <a:srgbClr val="D6533B">
                    <a:alpha val="24192"/>
                  </a:srgbClr>
                </a:gs>
                <a:gs pos="42857">
                  <a:srgbClr val="D6533B">
                    <a:alpha val="16612"/>
                  </a:srgbClr>
                </a:gs>
                <a:gs pos="57143">
                  <a:srgbClr val="D6533B">
                    <a:alpha val="9576"/>
                  </a:srgbClr>
                </a:gs>
                <a:gs pos="71429">
                  <a:srgbClr val="D6533B">
                    <a:alpha val="4603"/>
                  </a:srgbClr>
                </a:gs>
                <a:gs pos="85714">
                  <a:srgbClr val="D6533B">
                    <a:alpha val="1846"/>
                  </a:srgbClr>
                </a:gs>
                <a:gs pos="100000">
                  <a:srgbClr val="D6533B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10226186">
              <a:off x="1483732" y="3156205"/>
              <a:ext cx="674799" cy="357643"/>
            </a:xfrm>
            <a:prstGeom prst="ellipse">
              <a:avLst/>
            </a:prstGeom>
            <a:gradFill>
              <a:gsLst>
                <a:gs pos="0">
                  <a:srgbClr val="BA2721">
                    <a:alpha val="21774"/>
                  </a:srgbClr>
                </a:gs>
                <a:gs pos="14286">
                  <a:srgbClr val="BA2721">
                    <a:alpha val="20204"/>
                  </a:srgbClr>
                </a:gs>
                <a:gs pos="28571">
                  <a:srgbClr val="BA2721">
                    <a:alpha val="16075"/>
                  </a:srgbClr>
                </a:gs>
                <a:gs pos="42857">
                  <a:srgbClr val="BA2721">
                    <a:alpha val="10859"/>
                  </a:srgbClr>
                </a:gs>
                <a:gs pos="57143">
                  <a:srgbClr val="BA2721">
                    <a:alpha val="6171"/>
                  </a:srgbClr>
                </a:gs>
                <a:gs pos="71429">
                  <a:srgbClr val="BA2721">
                    <a:alpha val="2937"/>
                  </a:srgbClr>
                </a:gs>
                <a:gs pos="85714">
                  <a:srgbClr val="BA2721">
                    <a:alpha val="1172"/>
                  </a:srgbClr>
                </a:gs>
                <a:gs pos="100000">
                  <a:srgbClr val="BA2721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-10111701">
              <a:off x="1216938" y="3192085"/>
              <a:ext cx="664473" cy="330133"/>
            </a:xfrm>
            <a:prstGeom prst="ellipse">
              <a:avLst/>
            </a:prstGeom>
            <a:gradFill>
              <a:gsLst>
                <a:gs pos="0">
                  <a:srgbClr val="D6553A">
                    <a:alpha val="32947"/>
                  </a:srgbClr>
                </a:gs>
                <a:gs pos="14286">
                  <a:srgbClr val="D6553A">
                    <a:alpha val="30744"/>
                  </a:srgbClr>
                </a:gs>
                <a:gs pos="28571">
                  <a:srgbClr val="D6553A">
                    <a:alpha val="24816"/>
                  </a:srgbClr>
                </a:gs>
                <a:gs pos="42857">
                  <a:srgbClr val="D6553A">
                    <a:alpha val="17063"/>
                  </a:srgbClr>
                </a:gs>
                <a:gs pos="57143">
                  <a:srgbClr val="D6553A">
                    <a:alpha val="9848"/>
                  </a:srgbClr>
                </a:gs>
                <a:gs pos="71429">
                  <a:srgbClr val="D6553A">
                    <a:alpha val="4737"/>
                  </a:srgbClr>
                </a:gs>
                <a:gs pos="85714">
                  <a:srgbClr val="D6553A">
                    <a:alpha val="1901"/>
                  </a:srgbClr>
                </a:gs>
                <a:gs pos="100000">
                  <a:srgbClr val="D655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-10034396">
              <a:off x="967276" y="3105581"/>
              <a:ext cx="643313" cy="359342"/>
            </a:xfrm>
            <a:prstGeom prst="ellipse">
              <a:avLst/>
            </a:prstGeom>
            <a:gradFill>
              <a:gsLst>
                <a:gs pos="0">
                  <a:srgbClr val="DD001F">
                    <a:alpha val="13675"/>
                  </a:srgbClr>
                </a:gs>
                <a:gs pos="14286">
                  <a:srgbClr val="DD001F">
                    <a:alpha val="12642"/>
                  </a:srgbClr>
                </a:gs>
                <a:gs pos="28571">
                  <a:srgbClr val="DD001F">
                    <a:alpha val="9962"/>
                  </a:srgbClr>
                </a:gs>
                <a:gs pos="42857">
                  <a:srgbClr val="DD001F">
                    <a:alpha val="6652"/>
                  </a:srgbClr>
                </a:gs>
                <a:gs pos="57143">
                  <a:srgbClr val="DD001F">
                    <a:alpha val="3742"/>
                  </a:srgbClr>
                </a:gs>
                <a:gs pos="71429">
                  <a:srgbClr val="DD001F">
                    <a:alpha val="1770"/>
                  </a:srgbClr>
                </a:gs>
                <a:gs pos="85714">
                  <a:srgbClr val="DD001F">
                    <a:alpha val="704"/>
                  </a:srgbClr>
                </a:gs>
                <a:gs pos="100000">
                  <a:srgbClr val="DD001F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9412269">
              <a:off x="2365727" y="2909173"/>
              <a:ext cx="745278" cy="330809"/>
            </a:xfrm>
            <a:prstGeom prst="ellipse">
              <a:avLst/>
            </a:prstGeom>
            <a:gradFill>
              <a:gsLst>
                <a:gs pos="0">
                  <a:srgbClr val="FF4733">
                    <a:alpha val="22449"/>
                  </a:srgbClr>
                </a:gs>
                <a:gs pos="14286">
                  <a:srgbClr val="FF4733">
                    <a:alpha val="20838"/>
                  </a:srgbClr>
                </a:gs>
                <a:gs pos="28571">
                  <a:srgbClr val="FF4733">
                    <a:alpha val="16593"/>
                  </a:srgbClr>
                </a:gs>
                <a:gs pos="42857">
                  <a:srgbClr val="FF4733">
                    <a:alpha val="11220"/>
                  </a:srgbClr>
                </a:gs>
                <a:gs pos="57143">
                  <a:srgbClr val="FF4733">
                    <a:alpha val="6382"/>
                  </a:srgbClr>
                </a:gs>
                <a:gs pos="71429">
                  <a:srgbClr val="FF4733">
                    <a:alpha val="3040"/>
                  </a:srgbClr>
                </a:gs>
                <a:gs pos="85714">
                  <a:srgbClr val="FF4733">
                    <a:alpha val="1213"/>
                  </a:srgbClr>
                </a:gs>
                <a:gs pos="100000">
                  <a:srgbClr val="FF4733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7775420">
              <a:off x="2153139" y="2882675"/>
              <a:ext cx="686289" cy="443424"/>
            </a:xfrm>
            <a:prstGeom prst="ellipse">
              <a:avLst/>
            </a:prstGeom>
            <a:gradFill>
              <a:gsLst>
                <a:gs pos="0">
                  <a:srgbClr val="AE0010">
                    <a:alpha val="32487"/>
                  </a:srgbClr>
                </a:gs>
                <a:gs pos="14286">
                  <a:srgbClr val="AE0010">
                    <a:alpha val="30307"/>
                  </a:srgbClr>
                </a:gs>
                <a:gs pos="28571">
                  <a:srgbClr val="AE0010">
                    <a:alpha val="24448"/>
                  </a:srgbClr>
                </a:gs>
                <a:gs pos="42857">
                  <a:srgbClr val="AE0010">
                    <a:alpha val="16797"/>
                  </a:srgbClr>
                </a:gs>
                <a:gs pos="57143">
                  <a:srgbClr val="AE0010">
                    <a:alpha val="9687"/>
                  </a:srgbClr>
                </a:gs>
                <a:gs pos="71429">
                  <a:srgbClr val="AE0010">
                    <a:alpha val="4658"/>
                  </a:srgbClr>
                </a:gs>
                <a:gs pos="85714">
                  <a:srgbClr val="AE0010">
                    <a:alpha val="1868"/>
                  </a:srgbClr>
                </a:gs>
                <a:gs pos="100000">
                  <a:srgbClr val="AE001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8673724">
              <a:off x="1929357" y="2914759"/>
              <a:ext cx="759961" cy="464338"/>
            </a:xfrm>
            <a:prstGeom prst="ellipse">
              <a:avLst/>
            </a:prstGeom>
            <a:gradFill>
              <a:gsLst>
                <a:gs pos="0">
                  <a:srgbClr val="C63F33">
                    <a:alpha val="28110"/>
                  </a:srgbClr>
                </a:gs>
                <a:gs pos="14286">
                  <a:srgbClr val="C63F33">
                    <a:alpha val="26165"/>
                  </a:srgbClr>
                </a:gs>
                <a:gs pos="28571">
                  <a:srgbClr val="C63F33">
                    <a:alpha val="20984"/>
                  </a:srgbClr>
                </a:gs>
                <a:gs pos="42857">
                  <a:srgbClr val="C63F33">
                    <a:alpha val="14314"/>
                  </a:srgbClr>
                </a:gs>
                <a:gs pos="57143">
                  <a:srgbClr val="C63F33">
                    <a:alpha val="8204"/>
                  </a:srgbClr>
                </a:gs>
                <a:gs pos="71429">
                  <a:srgbClr val="C63F33">
                    <a:alpha val="3928"/>
                  </a:srgbClr>
                </a:gs>
                <a:gs pos="85714">
                  <a:srgbClr val="C63F33">
                    <a:alpha val="1572"/>
                  </a:srgbClr>
                </a:gs>
                <a:gs pos="100000">
                  <a:srgbClr val="C63F33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-10038819">
              <a:off x="1815851" y="3113114"/>
              <a:ext cx="715872" cy="310450"/>
            </a:xfrm>
            <a:prstGeom prst="ellipse">
              <a:avLst/>
            </a:prstGeom>
            <a:gradFill>
              <a:gsLst>
                <a:gs pos="0">
                  <a:srgbClr val="AA4430">
                    <a:alpha val="32968"/>
                  </a:srgbClr>
                </a:gs>
                <a:gs pos="14286">
                  <a:srgbClr val="AA4430">
                    <a:alpha val="30764"/>
                  </a:srgbClr>
                </a:gs>
                <a:gs pos="28571">
                  <a:srgbClr val="AA4430">
                    <a:alpha val="24833"/>
                  </a:srgbClr>
                </a:gs>
                <a:gs pos="42857">
                  <a:srgbClr val="AA4430">
                    <a:alpha val="17075"/>
                  </a:srgbClr>
                </a:gs>
                <a:gs pos="57143">
                  <a:srgbClr val="AA4430">
                    <a:alpha val="9855"/>
                  </a:srgbClr>
                </a:gs>
                <a:gs pos="71429">
                  <a:srgbClr val="AA4430">
                    <a:alpha val="4740"/>
                  </a:srgbClr>
                </a:gs>
                <a:gs pos="85714">
                  <a:srgbClr val="AA4430">
                    <a:alpha val="1902"/>
                  </a:srgbClr>
                </a:gs>
                <a:gs pos="100000">
                  <a:srgbClr val="AA44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-8732740">
              <a:off x="1647811" y="2919256"/>
              <a:ext cx="743813" cy="483501"/>
            </a:xfrm>
            <a:prstGeom prst="ellipse">
              <a:avLst/>
            </a:prstGeom>
            <a:gradFill>
              <a:gsLst>
                <a:gs pos="0">
                  <a:srgbClr val="FF6D50">
                    <a:alpha val="16929"/>
                  </a:srgbClr>
                </a:gs>
                <a:gs pos="14286">
                  <a:srgbClr val="FF6D50">
                    <a:alpha val="15674"/>
                  </a:srgbClr>
                </a:gs>
                <a:gs pos="28571">
                  <a:srgbClr val="FF6D50">
                    <a:alpha val="12398"/>
                  </a:srgbClr>
                </a:gs>
                <a:gs pos="42857">
                  <a:srgbClr val="FF6D50">
                    <a:alpha val="8316"/>
                  </a:srgbClr>
                </a:gs>
                <a:gs pos="57143">
                  <a:srgbClr val="FF6D50">
                    <a:alpha val="4697"/>
                  </a:srgbClr>
                </a:gs>
                <a:gs pos="71429">
                  <a:srgbClr val="FF6D50">
                    <a:alpha val="2227"/>
                  </a:srgbClr>
                </a:gs>
                <a:gs pos="85714">
                  <a:srgbClr val="FF6D50">
                    <a:alpha val="887"/>
                  </a:srgbClr>
                </a:gs>
                <a:gs pos="100000">
                  <a:srgbClr val="FF6D5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10776084">
              <a:off x="1463624" y="2836663"/>
              <a:ext cx="603951" cy="553423"/>
            </a:xfrm>
            <a:prstGeom prst="ellipse">
              <a:avLst/>
            </a:prstGeom>
            <a:gradFill>
              <a:gsLst>
                <a:gs pos="0">
                  <a:srgbClr val="F80013">
                    <a:alpha val="14877"/>
                  </a:srgbClr>
                </a:gs>
                <a:gs pos="14286">
                  <a:srgbClr val="F80013">
                    <a:alpha val="13761"/>
                  </a:srgbClr>
                </a:gs>
                <a:gs pos="28571">
                  <a:srgbClr val="F80013">
                    <a:alpha val="10859"/>
                  </a:srgbClr>
                </a:gs>
                <a:gs pos="42857">
                  <a:srgbClr val="F80013">
                    <a:alpha val="7263"/>
                  </a:srgbClr>
                </a:gs>
                <a:gs pos="57143">
                  <a:srgbClr val="F80013">
                    <a:alpha val="4092"/>
                  </a:srgbClr>
                </a:gs>
                <a:gs pos="71429">
                  <a:srgbClr val="F80013">
                    <a:alpha val="1937"/>
                  </a:srgbClr>
                </a:gs>
                <a:gs pos="85714">
                  <a:srgbClr val="F80013">
                    <a:alpha val="770"/>
                  </a:srgbClr>
                </a:gs>
                <a:gs pos="100000">
                  <a:srgbClr val="F80013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2826936">
              <a:off x="1166801" y="2839965"/>
              <a:ext cx="731941" cy="559708"/>
            </a:xfrm>
            <a:prstGeom prst="ellipse">
              <a:avLst/>
            </a:prstGeom>
            <a:gradFill>
              <a:gsLst>
                <a:gs pos="0">
                  <a:srgbClr val="E30023">
                    <a:alpha val="18537"/>
                  </a:srgbClr>
                </a:gs>
                <a:gs pos="14286">
                  <a:srgbClr val="E30023">
                    <a:alpha val="17175"/>
                  </a:srgbClr>
                </a:gs>
                <a:gs pos="28571">
                  <a:srgbClr val="E30023">
                    <a:alpha val="13611"/>
                  </a:srgbClr>
                </a:gs>
                <a:gs pos="42857">
                  <a:srgbClr val="E30023">
                    <a:alpha val="9151"/>
                  </a:srgbClr>
                </a:gs>
                <a:gs pos="57143">
                  <a:srgbClr val="E30023">
                    <a:alpha val="5179"/>
                  </a:srgbClr>
                </a:gs>
                <a:gs pos="71429">
                  <a:srgbClr val="E30023">
                    <a:alpha val="2458"/>
                  </a:srgbClr>
                </a:gs>
                <a:gs pos="85714">
                  <a:srgbClr val="E30023">
                    <a:alpha val="979"/>
                  </a:srgbClr>
                </a:gs>
                <a:gs pos="100000">
                  <a:srgbClr val="E30023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-8370589">
              <a:off x="947714" y="2862571"/>
              <a:ext cx="705355" cy="549395"/>
            </a:xfrm>
            <a:prstGeom prst="ellipse">
              <a:avLst/>
            </a:prstGeom>
            <a:gradFill>
              <a:gsLst>
                <a:gs pos="0">
                  <a:srgbClr val="CE001C">
                    <a:alpha val="22063"/>
                  </a:srgbClr>
                </a:gs>
                <a:gs pos="14286">
                  <a:srgbClr val="CE001C">
                    <a:alpha val="20476"/>
                  </a:srgbClr>
                </a:gs>
                <a:gs pos="28571">
                  <a:srgbClr val="CE001C">
                    <a:alpha val="16297"/>
                  </a:srgbClr>
                </a:gs>
                <a:gs pos="42857">
                  <a:srgbClr val="CE001C">
                    <a:alpha val="11013"/>
                  </a:srgbClr>
                </a:gs>
                <a:gs pos="57143">
                  <a:srgbClr val="CE001C">
                    <a:alpha val="6261"/>
                  </a:srgbClr>
                </a:gs>
                <a:gs pos="71429">
                  <a:srgbClr val="CE001C">
                    <a:alpha val="2981"/>
                  </a:srgbClr>
                </a:gs>
                <a:gs pos="85714">
                  <a:srgbClr val="CE001C">
                    <a:alpha val="1190"/>
                  </a:srgbClr>
                </a:gs>
                <a:gs pos="100000">
                  <a:srgbClr val="CE001C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3230912">
              <a:off x="736041" y="2993528"/>
              <a:ext cx="645164" cy="295480"/>
            </a:xfrm>
            <a:prstGeom prst="ellipse">
              <a:avLst/>
            </a:prstGeom>
            <a:gradFill>
              <a:gsLst>
                <a:gs pos="0">
                  <a:srgbClr val="FF7C5F">
                    <a:alpha val="14746"/>
                  </a:srgbClr>
                </a:gs>
                <a:gs pos="14286">
                  <a:srgbClr val="FF7C5F">
                    <a:alpha val="13639"/>
                  </a:srgbClr>
                </a:gs>
                <a:gs pos="28571">
                  <a:srgbClr val="FF7C5F">
                    <a:alpha val="10761"/>
                  </a:srgbClr>
                </a:gs>
                <a:gs pos="42857">
                  <a:srgbClr val="FF7C5F">
                    <a:alpha val="7196"/>
                  </a:srgbClr>
                </a:gs>
                <a:gs pos="57143">
                  <a:srgbClr val="FF7C5F">
                    <a:alpha val="4053"/>
                  </a:srgbClr>
                </a:gs>
                <a:gs pos="71429">
                  <a:srgbClr val="FF7C5F">
                    <a:alpha val="1918"/>
                  </a:srgbClr>
                </a:gs>
                <a:gs pos="85714">
                  <a:srgbClr val="FF7C5F">
                    <a:alpha val="763"/>
                  </a:srgbClr>
                </a:gs>
                <a:gs pos="100000">
                  <a:srgbClr val="FF7C5F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7937346">
              <a:off x="2528686" y="2738581"/>
              <a:ext cx="919417" cy="309794"/>
            </a:xfrm>
            <a:prstGeom prst="ellipse">
              <a:avLst/>
            </a:prstGeom>
            <a:gradFill>
              <a:gsLst>
                <a:gs pos="0">
                  <a:srgbClr val="FF6444">
                    <a:alpha val="32968"/>
                  </a:srgbClr>
                </a:gs>
                <a:gs pos="14286">
                  <a:srgbClr val="FF6444">
                    <a:alpha val="30764"/>
                  </a:srgbClr>
                </a:gs>
                <a:gs pos="28571">
                  <a:srgbClr val="FF6444">
                    <a:alpha val="24833"/>
                  </a:srgbClr>
                </a:gs>
                <a:gs pos="42857">
                  <a:srgbClr val="FF6444">
                    <a:alpha val="17075"/>
                  </a:srgbClr>
                </a:gs>
                <a:gs pos="57143">
                  <a:srgbClr val="FF6444">
                    <a:alpha val="9855"/>
                  </a:srgbClr>
                </a:gs>
                <a:gs pos="71429">
                  <a:srgbClr val="FF6444">
                    <a:alpha val="4740"/>
                  </a:srgbClr>
                </a:gs>
                <a:gs pos="85714">
                  <a:srgbClr val="FF6444">
                    <a:alpha val="1902"/>
                  </a:srgbClr>
                </a:gs>
                <a:gs pos="100000">
                  <a:srgbClr val="FF64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8926124">
              <a:off x="2423018" y="2805571"/>
              <a:ext cx="794407" cy="343883"/>
            </a:xfrm>
            <a:prstGeom prst="ellipse">
              <a:avLst/>
            </a:prstGeom>
            <a:gradFill>
              <a:gsLst>
                <a:gs pos="0">
                  <a:srgbClr val="C8553C">
                    <a:alpha val="32968"/>
                  </a:srgbClr>
                </a:gs>
                <a:gs pos="14286">
                  <a:srgbClr val="C8553C">
                    <a:alpha val="30764"/>
                  </a:srgbClr>
                </a:gs>
                <a:gs pos="28571">
                  <a:srgbClr val="C8553C">
                    <a:alpha val="24833"/>
                  </a:srgbClr>
                </a:gs>
                <a:gs pos="42857">
                  <a:srgbClr val="C8553C">
                    <a:alpha val="17075"/>
                  </a:srgbClr>
                </a:gs>
                <a:gs pos="57143">
                  <a:srgbClr val="C8553C">
                    <a:alpha val="9855"/>
                  </a:srgbClr>
                </a:gs>
                <a:gs pos="71429">
                  <a:srgbClr val="C8553C">
                    <a:alpha val="4740"/>
                  </a:srgbClr>
                </a:gs>
                <a:gs pos="85714">
                  <a:srgbClr val="C8553C">
                    <a:alpha val="1902"/>
                  </a:srgbClr>
                </a:gs>
                <a:gs pos="100000">
                  <a:srgbClr val="C855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9591337">
              <a:off x="2250653" y="2704853"/>
              <a:ext cx="710741" cy="530823"/>
            </a:xfrm>
            <a:prstGeom prst="ellipse">
              <a:avLst/>
            </a:prstGeom>
            <a:gradFill>
              <a:gsLst>
                <a:gs pos="0">
                  <a:srgbClr val="E75C43">
                    <a:alpha val="32968"/>
                  </a:srgbClr>
                </a:gs>
                <a:gs pos="14286">
                  <a:srgbClr val="E75C43">
                    <a:alpha val="30764"/>
                  </a:srgbClr>
                </a:gs>
                <a:gs pos="28571">
                  <a:srgbClr val="E75C43">
                    <a:alpha val="24833"/>
                  </a:srgbClr>
                </a:gs>
                <a:gs pos="42857">
                  <a:srgbClr val="E75C43">
                    <a:alpha val="17075"/>
                  </a:srgbClr>
                </a:gs>
                <a:gs pos="57143">
                  <a:srgbClr val="E75C43">
                    <a:alpha val="9855"/>
                  </a:srgbClr>
                </a:gs>
                <a:gs pos="71429">
                  <a:srgbClr val="E75C43">
                    <a:alpha val="4740"/>
                  </a:srgbClr>
                </a:gs>
                <a:gs pos="85714">
                  <a:srgbClr val="E75C43">
                    <a:alpha val="1902"/>
                  </a:srgbClr>
                </a:gs>
                <a:gs pos="100000">
                  <a:srgbClr val="E75C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4551124">
              <a:off x="2006804" y="2656694"/>
              <a:ext cx="706523" cy="563933"/>
            </a:xfrm>
            <a:prstGeom prst="ellipse">
              <a:avLst/>
            </a:prstGeom>
            <a:gradFill>
              <a:gsLst>
                <a:gs pos="0">
                  <a:srgbClr val="F96A4A">
                    <a:alpha val="24587"/>
                  </a:srgbClr>
                </a:gs>
                <a:gs pos="14286">
                  <a:srgbClr val="F96A4A">
                    <a:alpha val="22846"/>
                  </a:srgbClr>
                </a:gs>
                <a:gs pos="28571">
                  <a:srgbClr val="F96A4A">
                    <a:alpha val="18240"/>
                  </a:srgbClr>
                </a:gs>
                <a:gs pos="42857">
                  <a:srgbClr val="F96A4A">
                    <a:alpha val="12374"/>
                  </a:srgbClr>
                </a:gs>
                <a:gs pos="57143">
                  <a:srgbClr val="F96A4A">
                    <a:alpha val="7058"/>
                  </a:srgbClr>
                </a:gs>
                <a:gs pos="71429">
                  <a:srgbClr val="F96A4A">
                    <a:alpha val="3368"/>
                  </a:srgbClr>
                </a:gs>
                <a:gs pos="85714">
                  <a:srgbClr val="F96A4A">
                    <a:alpha val="1346"/>
                  </a:srgbClr>
                </a:gs>
                <a:gs pos="100000">
                  <a:srgbClr val="F96A4A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2736125">
              <a:off x="1760270" y="2677941"/>
              <a:ext cx="716574" cy="653954"/>
            </a:xfrm>
            <a:prstGeom prst="ellipse">
              <a:avLst/>
            </a:prstGeom>
            <a:gradFill>
              <a:gsLst>
                <a:gs pos="0">
                  <a:srgbClr val="F1001D">
                    <a:alpha val="20183"/>
                  </a:srgbClr>
                </a:gs>
                <a:gs pos="14286">
                  <a:srgbClr val="F1001D">
                    <a:alpha val="18715"/>
                  </a:srgbClr>
                </a:gs>
                <a:gs pos="28571">
                  <a:srgbClr val="F1001D">
                    <a:alpha val="14861"/>
                  </a:srgbClr>
                </a:gs>
                <a:gs pos="42857">
                  <a:srgbClr val="F1001D">
                    <a:alpha val="10015"/>
                  </a:srgbClr>
                </a:gs>
                <a:gs pos="57143">
                  <a:srgbClr val="F1001D">
                    <a:alpha val="5680"/>
                  </a:srgbClr>
                </a:gs>
                <a:gs pos="71429">
                  <a:srgbClr val="F1001D">
                    <a:alpha val="2700"/>
                  </a:srgbClr>
                </a:gs>
                <a:gs pos="85714">
                  <a:srgbClr val="F1001D">
                    <a:alpha val="1076"/>
                  </a:srgbClr>
                </a:gs>
                <a:gs pos="100000">
                  <a:srgbClr val="F1001D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10398050">
              <a:off x="1580967" y="2599840"/>
              <a:ext cx="627924" cy="596666"/>
            </a:xfrm>
            <a:prstGeom prst="ellipse">
              <a:avLst/>
            </a:prstGeom>
            <a:gradFill>
              <a:gsLst>
                <a:gs pos="0">
                  <a:srgbClr val="E56148">
                    <a:alpha val="27857"/>
                  </a:srgbClr>
                </a:gs>
                <a:gs pos="14286">
                  <a:srgbClr val="E56148">
                    <a:alpha val="25927"/>
                  </a:srgbClr>
                </a:gs>
                <a:gs pos="28571">
                  <a:srgbClr val="E56148">
                    <a:alpha val="20786"/>
                  </a:srgbClr>
                </a:gs>
                <a:gs pos="42857">
                  <a:srgbClr val="E56148">
                    <a:alpha val="14174"/>
                  </a:srgbClr>
                </a:gs>
                <a:gs pos="57143">
                  <a:srgbClr val="E56148">
                    <a:alpha val="8120"/>
                  </a:srgbClr>
                </a:gs>
                <a:gs pos="71429">
                  <a:srgbClr val="E56148">
                    <a:alpha val="3887"/>
                  </a:srgbClr>
                </a:gs>
                <a:gs pos="85714">
                  <a:srgbClr val="E56148">
                    <a:alpha val="1555"/>
                  </a:srgbClr>
                </a:gs>
                <a:gs pos="100000">
                  <a:srgbClr val="E56148">
                    <a:alpha val="5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10753555">
              <a:off x="1381524" y="2704838"/>
              <a:ext cx="649177" cy="518969"/>
            </a:xfrm>
            <a:prstGeom prst="ellipse">
              <a:avLst/>
            </a:prstGeom>
            <a:gradFill>
              <a:gsLst>
                <a:gs pos="0">
                  <a:srgbClr val="F1644A">
                    <a:alpha val="17371"/>
                  </a:srgbClr>
                </a:gs>
                <a:gs pos="14286">
                  <a:srgbClr val="F1644A">
                    <a:alpha val="16086"/>
                  </a:srgbClr>
                </a:gs>
                <a:gs pos="28571">
                  <a:srgbClr val="F1644A">
                    <a:alpha val="12731"/>
                  </a:srgbClr>
                </a:gs>
                <a:gs pos="42857">
                  <a:srgbClr val="F1644A">
                    <a:alpha val="8545"/>
                  </a:srgbClr>
                </a:gs>
                <a:gs pos="57143">
                  <a:srgbClr val="F1644A">
                    <a:alpha val="4829"/>
                  </a:srgbClr>
                </a:gs>
                <a:gs pos="71429">
                  <a:srgbClr val="F1644A">
                    <a:alpha val="2290"/>
                  </a:srgbClr>
                </a:gs>
                <a:gs pos="85714">
                  <a:srgbClr val="F1644A">
                    <a:alpha val="912"/>
                  </a:srgbClr>
                </a:gs>
                <a:gs pos="100000">
                  <a:srgbClr val="F1644A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-9669105">
              <a:off x="1199682" y="2641800"/>
              <a:ext cx="620167" cy="527641"/>
            </a:xfrm>
            <a:prstGeom prst="ellipse">
              <a:avLst/>
            </a:prstGeom>
            <a:gradFill>
              <a:gsLst>
                <a:gs pos="0">
                  <a:srgbClr val="F37256">
                    <a:alpha val="25343"/>
                  </a:srgbClr>
                </a:gs>
                <a:gs pos="14286">
                  <a:srgbClr val="F37256">
                    <a:alpha val="23558"/>
                  </a:srgbClr>
                </a:gs>
                <a:gs pos="28571">
                  <a:srgbClr val="F37256">
                    <a:alpha val="18826"/>
                  </a:srgbClr>
                </a:gs>
                <a:gs pos="42857">
                  <a:srgbClr val="F37256">
                    <a:alpha val="12786"/>
                  </a:srgbClr>
                </a:gs>
                <a:gs pos="57143">
                  <a:srgbClr val="F37256">
                    <a:alpha val="7301"/>
                  </a:srgbClr>
                </a:gs>
                <a:gs pos="71429">
                  <a:srgbClr val="F37256">
                    <a:alpha val="3486"/>
                  </a:srgbClr>
                </a:gs>
                <a:gs pos="85714">
                  <a:srgbClr val="F37256">
                    <a:alpha val="1393"/>
                  </a:srgbClr>
                </a:gs>
                <a:gs pos="100000">
                  <a:srgbClr val="F37256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-9437976">
              <a:off x="1060558" y="2774879"/>
              <a:ext cx="574720" cy="328414"/>
            </a:xfrm>
            <a:prstGeom prst="ellipse">
              <a:avLst/>
            </a:prstGeom>
            <a:gradFill>
              <a:gsLst>
                <a:gs pos="0">
                  <a:srgbClr val="FF8B6C">
                    <a:alpha val="17457"/>
                  </a:srgbClr>
                </a:gs>
                <a:gs pos="14286">
                  <a:srgbClr val="FF8B6C">
                    <a:alpha val="16166"/>
                  </a:srgbClr>
                </a:gs>
                <a:gs pos="28571">
                  <a:srgbClr val="FF8B6C">
                    <a:alpha val="12795"/>
                  </a:srgbClr>
                </a:gs>
                <a:gs pos="42857">
                  <a:srgbClr val="FF8B6C">
                    <a:alpha val="8589"/>
                  </a:srgbClr>
                </a:gs>
                <a:gs pos="57143">
                  <a:srgbClr val="FF8B6C">
                    <a:alpha val="4854"/>
                  </a:srgbClr>
                </a:gs>
                <a:gs pos="71429">
                  <a:srgbClr val="FF8B6C">
                    <a:alpha val="2302"/>
                  </a:srgbClr>
                </a:gs>
                <a:gs pos="85714">
                  <a:srgbClr val="FF8B6C">
                    <a:alpha val="917"/>
                  </a:srgbClr>
                </a:gs>
                <a:gs pos="100000">
                  <a:srgbClr val="FF8B6C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-8179255">
              <a:off x="785833" y="2757457"/>
              <a:ext cx="699708" cy="448765"/>
            </a:xfrm>
            <a:prstGeom prst="ellipse">
              <a:avLst/>
            </a:prstGeom>
            <a:gradFill>
              <a:gsLst>
                <a:gs pos="0">
                  <a:srgbClr val="E60000">
                    <a:alpha val="32968"/>
                  </a:srgbClr>
                </a:gs>
                <a:gs pos="14286">
                  <a:srgbClr val="E60000">
                    <a:alpha val="30764"/>
                  </a:srgbClr>
                </a:gs>
                <a:gs pos="28571">
                  <a:srgbClr val="E60000">
                    <a:alpha val="24833"/>
                  </a:srgbClr>
                </a:gs>
                <a:gs pos="42857">
                  <a:srgbClr val="E60000">
                    <a:alpha val="17075"/>
                  </a:srgbClr>
                </a:gs>
                <a:gs pos="57143">
                  <a:srgbClr val="E60000">
                    <a:alpha val="9855"/>
                  </a:srgbClr>
                </a:gs>
                <a:gs pos="71429">
                  <a:srgbClr val="E60000">
                    <a:alpha val="4740"/>
                  </a:srgbClr>
                </a:gs>
                <a:gs pos="85714">
                  <a:srgbClr val="E60000">
                    <a:alpha val="1902"/>
                  </a:srgbClr>
                </a:gs>
                <a:gs pos="100000">
                  <a:srgbClr val="E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3637005">
              <a:off x="615029" y="2787925"/>
              <a:ext cx="656195" cy="425046"/>
            </a:xfrm>
            <a:prstGeom prst="ellipse">
              <a:avLst/>
            </a:prstGeom>
            <a:gradFill>
              <a:gsLst>
                <a:gs pos="0">
                  <a:srgbClr val="FF0030">
                    <a:alpha val="11946"/>
                  </a:srgbClr>
                </a:gs>
                <a:gs pos="14286">
                  <a:srgbClr val="FF0030">
                    <a:alpha val="11035"/>
                  </a:srgbClr>
                </a:gs>
                <a:gs pos="28571">
                  <a:srgbClr val="FF0030">
                    <a:alpha val="8679"/>
                  </a:srgbClr>
                </a:gs>
                <a:gs pos="42857">
                  <a:srgbClr val="FF0030">
                    <a:alpha val="5781"/>
                  </a:srgbClr>
                </a:gs>
                <a:gs pos="57143">
                  <a:srgbClr val="FF0030">
                    <a:alpha val="3246"/>
                  </a:srgbClr>
                </a:gs>
                <a:gs pos="71429">
                  <a:srgbClr val="FF0030">
                    <a:alpha val="1533"/>
                  </a:srgbClr>
                </a:gs>
                <a:gs pos="85714">
                  <a:srgbClr val="FF0030">
                    <a:alpha val="609"/>
                  </a:srgbClr>
                </a:gs>
                <a:gs pos="100000">
                  <a:srgbClr val="FF0030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7655756">
              <a:off x="2607775" y="2599809"/>
              <a:ext cx="763874" cy="402796"/>
            </a:xfrm>
            <a:prstGeom prst="ellipse">
              <a:avLst/>
            </a:prstGeom>
            <a:gradFill>
              <a:gsLst>
                <a:gs pos="0">
                  <a:srgbClr val="B9412F">
                    <a:alpha val="32968"/>
                  </a:srgbClr>
                </a:gs>
                <a:gs pos="14286">
                  <a:srgbClr val="B9412F">
                    <a:alpha val="30764"/>
                  </a:srgbClr>
                </a:gs>
                <a:gs pos="28571">
                  <a:srgbClr val="B9412F">
                    <a:alpha val="24833"/>
                  </a:srgbClr>
                </a:gs>
                <a:gs pos="42857">
                  <a:srgbClr val="B9412F">
                    <a:alpha val="17075"/>
                  </a:srgbClr>
                </a:gs>
                <a:gs pos="57143">
                  <a:srgbClr val="B9412F">
                    <a:alpha val="9855"/>
                  </a:srgbClr>
                </a:gs>
                <a:gs pos="71429">
                  <a:srgbClr val="B9412F">
                    <a:alpha val="4740"/>
                  </a:srgbClr>
                </a:gs>
                <a:gs pos="85714">
                  <a:srgbClr val="B9412F">
                    <a:alpha val="1902"/>
                  </a:srgbClr>
                </a:gs>
                <a:gs pos="100000">
                  <a:srgbClr val="B941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8919597">
              <a:off x="2408821" y="2453845"/>
              <a:ext cx="796186" cy="583255"/>
            </a:xfrm>
            <a:prstGeom prst="ellipse">
              <a:avLst/>
            </a:prstGeom>
            <a:gradFill>
              <a:gsLst>
                <a:gs pos="0">
                  <a:srgbClr val="EB5B3F">
                    <a:alpha val="32968"/>
                  </a:srgbClr>
                </a:gs>
                <a:gs pos="14286">
                  <a:srgbClr val="EB5B3F">
                    <a:alpha val="30764"/>
                  </a:srgbClr>
                </a:gs>
                <a:gs pos="28571">
                  <a:srgbClr val="EB5B3F">
                    <a:alpha val="24833"/>
                  </a:srgbClr>
                </a:gs>
                <a:gs pos="42857">
                  <a:srgbClr val="EB5B3F">
                    <a:alpha val="17075"/>
                  </a:srgbClr>
                </a:gs>
                <a:gs pos="57143">
                  <a:srgbClr val="EB5B3F">
                    <a:alpha val="9855"/>
                  </a:srgbClr>
                </a:gs>
                <a:gs pos="71429">
                  <a:srgbClr val="EB5B3F">
                    <a:alpha val="4740"/>
                  </a:srgbClr>
                </a:gs>
                <a:gs pos="85714">
                  <a:srgbClr val="EB5B3F">
                    <a:alpha val="1902"/>
                  </a:srgbClr>
                </a:gs>
                <a:gs pos="100000">
                  <a:srgbClr val="EB5B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-9506686">
              <a:off x="2186595" y="2451850"/>
              <a:ext cx="684939" cy="576604"/>
            </a:xfrm>
            <a:prstGeom prst="ellipse">
              <a:avLst/>
            </a:prstGeom>
            <a:gradFill>
              <a:gsLst>
                <a:gs pos="0">
                  <a:srgbClr val="EF6447">
                    <a:alpha val="32459"/>
                  </a:srgbClr>
                </a:gs>
                <a:gs pos="14286">
                  <a:srgbClr val="EF6447">
                    <a:alpha val="30281"/>
                  </a:srgbClr>
                </a:gs>
                <a:gs pos="28571">
                  <a:srgbClr val="EF6447">
                    <a:alpha val="24426"/>
                  </a:srgbClr>
                </a:gs>
                <a:gs pos="42857">
                  <a:srgbClr val="EF6447">
                    <a:alpha val="16781"/>
                  </a:srgbClr>
                </a:gs>
                <a:gs pos="57143">
                  <a:srgbClr val="EF6447">
                    <a:alpha val="9678"/>
                  </a:srgbClr>
                </a:gs>
                <a:gs pos="71429">
                  <a:srgbClr val="EF6447">
                    <a:alpha val="4653"/>
                  </a:srgbClr>
                </a:gs>
                <a:gs pos="85714">
                  <a:srgbClr val="EF6447">
                    <a:alpha val="1866"/>
                  </a:srgbClr>
                </a:gs>
                <a:gs pos="100000">
                  <a:srgbClr val="EF6447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10687923">
              <a:off x="2023856" y="2433677"/>
              <a:ext cx="627522" cy="577778"/>
            </a:xfrm>
            <a:prstGeom prst="ellipse">
              <a:avLst/>
            </a:prstGeom>
            <a:gradFill>
              <a:gsLst>
                <a:gs pos="0">
                  <a:srgbClr val="FA634B">
                    <a:alpha val="18172"/>
                  </a:srgbClr>
                </a:gs>
                <a:gs pos="14286">
                  <a:srgbClr val="FA634B">
                    <a:alpha val="16834"/>
                  </a:srgbClr>
                </a:gs>
                <a:gs pos="28571">
                  <a:srgbClr val="FA634B">
                    <a:alpha val="13335"/>
                  </a:srgbClr>
                </a:gs>
                <a:gs pos="42857">
                  <a:srgbClr val="FA634B">
                    <a:alpha val="8961"/>
                  </a:srgbClr>
                </a:gs>
                <a:gs pos="57143">
                  <a:srgbClr val="FA634B">
                    <a:alpha val="5069"/>
                  </a:srgbClr>
                </a:gs>
                <a:gs pos="71429">
                  <a:srgbClr val="FA634B">
                    <a:alpha val="2406"/>
                  </a:srgbClr>
                </a:gs>
                <a:gs pos="85714">
                  <a:srgbClr val="FA634B">
                    <a:alpha val="958"/>
                  </a:srgbClr>
                </a:gs>
                <a:gs pos="100000">
                  <a:srgbClr val="FA634B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3580471">
              <a:off x="1823771" y="2474372"/>
              <a:ext cx="606846" cy="572601"/>
            </a:xfrm>
            <a:prstGeom prst="ellipse">
              <a:avLst/>
            </a:prstGeom>
            <a:gradFill>
              <a:gsLst>
                <a:gs pos="0">
                  <a:srgbClr val="EE5D45">
                    <a:alpha val="32473"/>
                  </a:srgbClr>
                </a:gs>
                <a:gs pos="14286">
                  <a:srgbClr val="EE5D45">
                    <a:alpha val="30294"/>
                  </a:srgbClr>
                </a:gs>
                <a:gs pos="28571">
                  <a:srgbClr val="EE5D45">
                    <a:alpha val="24437"/>
                  </a:srgbClr>
                </a:gs>
                <a:gs pos="42857">
                  <a:srgbClr val="EE5D45">
                    <a:alpha val="16789"/>
                  </a:srgbClr>
                </a:gs>
                <a:gs pos="57143">
                  <a:srgbClr val="EE5D45">
                    <a:alpha val="9683"/>
                  </a:srgbClr>
                </a:gs>
                <a:gs pos="71429">
                  <a:srgbClr val="EE5D45">
                    <a:alpha val="4655"/>
                  </a:srgbClr>
                </a:gs>
                <a:gs pos="85714">
                  <a:srgbClr val="EE5D45">
                    <a:alpha val="1867"/>
                  </a:srgbClr>
                </a:gs>
                <a:gs pos="100000">
                  <a:srgbClr val="EE5D45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-8924422">
              <a:off x="1609241" y="2419431"/>
              <a:ext cx="659556" cy="601323"/>
            </a:xfrm>
            <a:prstGeom prst="ellipse">
              <a:avLst/>
            </a:prstGeom>
            <a:gradFill>
              <a:gsLst>
                <a:gs pos="0">
                  <a:srgbClr val="E55F44">
                    <a:alpha val="22090"/>
                  </a:srgbClr>
                </a:gs>
                <a:gs pos="14286">
                  <a:srgbClr val="E55F44">
                    <a:alpha val="20501"/>
                  </a:srgbClr>
                </a:gs>
                <a:gs pos="28571">
                  <a:srgbClr val="E55F44">
                    <a:alpha val="16317"/>
                  </a:srgbClr>
                </a:gs>
                <a:gs pos="42857">
                  <a:srgbClr val="E55F44">
                    <a:alpha val="11027"/>
                  </a:srgbClr>
                </a:gs>
                <a:gs pos="57143">
                  <a:srgbClr val="E55F44">
                    <a:alpha val="6269"/>
                  </a:srgbClr>
                </a:gs>
                <a:gs pos="71429">
                  <a:srgbClr val="E55F44">
                    <a:alpha val="2985"/>
                  </a:srgbClr>
                </a:gs>
                <a:gs pos="85714">
                  <a:srgbClr val="E55F44">
                    <a:alpha val="1191"/>
                  </a:srgbClr>
                </a:gs>
                <a:gs pos="100000">
                  <a:srgbClr val="E55F44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6704423">
              <a:off x="1394358" y="2450455"/>
              <a:ext cx="660359" cy="612205"/>
            </a:xfrm>
            <a:prstGeom prst="ellipse">
              <a:avLst/>
            </a:prstGeom>
            <a:gradFill>
              <a:gsLst>
                <a:gs pos="0">
                  <a:srgbClr val="EC5B44">
                    <a:alpha val="32495"/>
                  </a:srgbClr>
                </a:gs>
                <a:gs pos="14286">
                  <a:srgbClr val="EC5B44">
                    <a:alpha val="30315"/>
                  </a:srgbClr>
                </a:gs>
                <a:gs pos="28571">
                  <a:srgbClr val="EC5B44">
                    <a:alpha val="24455"/>
                  </a:srgbClr>
                </a:gs>
                <a:gs pos="42857">
                  <a:srgbClr val="EC5B44">
                    <a:alpha val="16802"/>
                  </a:srgbClr>
                </a:gs>
                <a:gs pos="57143">
                  <a:srgbClr val="EC5B44">
                    <a:alpha val="9690"/>
                  </a:srgbClr>
                </a:gs>
                <a:gs pos="71429">
                  <a:srgbClr val="EC5B44">
                    <a:alpha val="4659"/>
                  </a:srgbClr>
                </a:gs>
                <a:gs pos="85714">
                  <a:srgbClr val="EC5B44">
                    <a:alpha val="1869"/>
                  </a:srgbClr>
                </a:gs>
                <a:gs pos="100000">
                  <a:srgbClr val="EC5B44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8151457">
              <a:off x="1191807" y="2415684"/>
              <a:ext cx="692123" cy="575567"/>
            </a:xfrm>
            <a:prstGeom prst="ellipse">
              <a:avLst/>
            </a:prstGeom>
            <a:gradFill>
              <a:gsLst>
                <a:gs pos="0">
                  <a:srgbClr val="F36449">
                    <a:alpha val="32968"/>
                  </a:srgbClr>
                </a:gs>
                <a:gs pos="14286">
                  <a:srgbClr val="F36449">
                    <a:alpha val="30764"/>
                  </a:srgbClr>
                </a:gs>
                <a:gs pos="28571">
                  <a:srgbClr val="F36449">
                    <a:alpha val="24833"/>
                  </a:srgbClr>
                </a:gs>
                <a:gs pos="42857">
                  <a:srgbClr val="F36449">
                    <a:alpha val="17075"/>
                  </a:srgbClr>
                </a:gs>
                <a:gs pos="57143">
                  <a:srgbClr val="F36449">
                    <a:alpha val="9855"/>
                  </a:srgbClr>
                </a:gs>
                <a:gs pos="71429">
                  <a:srgbClr val="F36449">
                    <a:alpha val="4740"/>
                  </a:srgbClr>
                </a:gs>
                <a:gs pos="85714">
                  <a:srgbClr val="F36449">
                    <a:alpha val="1902"/>
                  </a:srgbClr>
                </a:gs>
                <a:gs pos="100000">
                  <a:srgbClr val="F364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-10651467">
              <a:off x="992663" y="2496161"/>
              <a:ext cx="653714" cy="500038"/>
            </a:xfrm>
            <a:prstGeom prst="ellipse">
              <a:avLst/>
            </a:prstGeom>
            <a:gradFill>
              <a:gsLst>
                <a:gs pos="0">
                  <a:srgbClr val="FF7A5D">
                    <a:alpha val="32968"/>
                  </a:srgbClr>
                </a:gs>
                <a:gs pos="14286">
                  <a:srgbClr val="FF7A5D">
                    <a:alpha val="30764"/>
                  </a:srgbClr>
                </a:gs>
                <a:gs pos="28571">
                  <a:srgbClr val="FF7A5D">
                    <a:alpha val="24833"/>
                  </a:srgbClr>
                </a:gs>
                <a:gs pos="42857">
                  <a:srgbClr val="FF7A5D">
                    <a:alpha val="17075"/>
                  </a:srgbClr>
                </a:gs>
                <a:gs pos="57143">
                  <a:srgbClr val="FF7A5D">
                    <a:alpha val="9855"/>
                  </a:srgbClr>
                </a:gs>
                <a:gs pos="71429">
                  <a:srgbClr val="FF7A5D">
                    <a:alpha val="4740"/>
                  </a:srgbClr>
                </a:gs>
                <a:gs pos="85714">
                  <a:srgbClr val="FF7A5D">
                    <a:alpha val="1902"/>
                  </a:srgbClr>
                </a:gs>
                <a:gs pos="100000">
                  <a:srgbClr val="FF7A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9184461">
              <a:off x="840127" y="2543804"/>
              <a:ext cx="529307" cy="384121"/>
            </a:xfrm>
            <a:prstGeom prst="ellipse">
              <a:avLst/>
            </a:prstGeom>
            <a:gradFill>
              <a:gsLst>
                <a:gs pos="0">
                  <a:srgbClr val="FE9571">
                    <a:alpha val="32968"/>
                  </a:srgbClr>
                </a:gs>
                <a:gs pos="14286">
                  <a:srgbClr val="FE9571">
                    <a:alpha val="30764"/>
                  </a:srgbClr>
                </a:gs>
                <a:gs pos="28571">
                  <a:srgbClr val="FE9571">
                    <a:alpha val="24833"/>
                  </a:srgbClr>
                </a:gs>
                <a:gs pos="42857">
                  <a:srgbClr val="FE9571">
                    <a:alpha val="17075"/>
                  </a:srgbClr>
                </a:gs>
                <a:gs pos="57143">
                  <a:srgbClr val="FE9571">
                    <a:alpha val="9855"/>
                  </a:srgbClr>
                </a:gs>
                <a:gs pos="71429">
                  <a:srgbClr val="FE9571">
                    <a:alpha val="4740"/>
                  </a:srgbClr>
                </a:gs>
                <a:gs pos="85714">
                  <a:srgbClr val="FE9571">
                    <a:alpha val="1902"/>
                  </a:srgbClr>
                </a:gs>
                <a:gs pos="100000">
                  <a:srgbClr val="FE95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3870694">
              <a:off x="619562" y="2447966"/>
              <a:ext cx="680749" cy="589420"/>
            </a:xfrm>
            <a:prstGeom prst="ellipse">
              <a:avLst/>
            </a:prstGeom>
            <a:gradFill>
              <a:gsLst>
                <a:gs pos="0">
                  <a:srgbClr val="EB002F">
                    <a:alpha val="32505"/>
                  </a:srgbClr>
                </a:gs>
                <a:gs pos="14286">
                  <a:srgbClr val="EB002F">
                    <a:alpha val="30325"/>
                  </a:srgbClr>
                </a:gs>
                <a:gs pos="28571">
                  <a:srgbClr val="EB002F">
                    <a:alpha val="24463"/>
                  </a:srgbClr>
                </a:gs>
                <a:gs pos="42857">
                  <a:srgbClr val="EB002F">
                    <a:alpha val="16808"/>
                  </a:srgbClr>
                </a:gs>
                <a:gs pos="57143">
                  <a:srgbClr val="EB002F">
                    <a:alpha val="9694"/>
                  </a:srgbClr>
                </a:gs>
                <a:gs pos="71429">
                  <a:srgbClr val="EB002F">
                    <a:alpha val="4661"/>
                  </a:srgbClr>
                </a:gs>
                <a:gs pos="85714">
                  <a:srgbClr val="EB002F">
                    <a:alpha val="1870"/>
                  </a:srgbClr>
                </a:gs>
                <a:gs pos="100000">
                  <a:srgbClr val="EB002F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-8372168">
              <a:off x="310317" y="2577937"/>
              <a:ext cx="685797" cy="366069"/>
            </a:xfrm>
            <a:prstGeom prst="ellipse">
              <a:avLst/>
            </a:prstGeom>
            <a:gradFill>
              <a:gsLst>
                <a:gs pos="0">
                  <a:srgbClr val="FF0000">
                    <a:alpha val="25003"/>
                  </a:srgbClr>
                </a:gs>
                <a:gs pos="14286">
                  <a:srgbClr val="FF0000">
                    <a:alpha val="23237"/>
                  </a:srgbClr>
                </a:gs>
                <a:gs pos="28571">
                  <a:srgbClr val="FF0000">
                    <a:alpha val="18562"/>
                  </a:srgbClr>
                </a:gs>
                <a:gs pos="42857">
                  <a:srgbClr val="FF0000">
                    <a:alpha val="12600"/>
                  </a:srgbClr>
                </a:gs>
                <a:gs pos="57143">
                  <a:srgbClr val="FF0000">
                    <a:alpha val="7191"/>
                  </a:srgbClr>
                </a:gs>
                <a:gs pos="71429">
                  <a:srgbClr val="FF0000">
                    <a:alpha val="3433"/>
                  </a:srgbClr>
                </a:gs>
                <a:gs pos="85714">
                  <a:srgbClr val="FF0000">
                    <a:alpha val="1372"/>
                  </a:srgbClr>
                </a:gs>
                <a:gs pos="100000">
                  <a:srgbClr val="FF0000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4407408">
              <a:off x="221182" y="2504085"/>
              <a:ext cx="673191" cy="340063"/>
            </a:xfrm>
            <a:prstGeom prst="ellipse">
              <a:avLst/>
            </a:prstGeom>
            <a:gradFill>
              <a:gsLst>
                <a:gs pos="0">
                  <a:srgbClr val="CE6A4E">
                    <a:alpha val="29526"/>
                  </a:srgbClr>
                </a:gs>
                <a:gs pos="14286">
                  <a:srgbClr val="CE6A4E">
                    <a:alpha val="27503"/>
                  </a:srgbClr>
                </a:gs>
                <a:gs pos="28571">
                  <a:srgbClr val="CE6A4E">
                    <a:alpha val="22098"/>
                  </a:srgbClr>
                </a:gs>
                <a:gs pos="42857">
                  <a:srgbClr val="CE6A4E">
                    <a:alpha val="15109"/>
                  </a:srgbClr>
                </a:gs>
                <a:gs pos="57143">
                  <a:srgbClr val="CE6A4E">
                    <a:alpha val="8676"/>
                  </a:srgbClr>
                </a:gs>
                <a:gs pos="71429">
                  <a:srgbClr val="CE6A4E">
                    <a:alpha val="4159"/>
                  </a:srgbClr>
                </a:gs>
                <a:gs pos="85714">
                  <a:srgbClr val="CE6A4E">
                    <a:alpha val="1666"/>
                  </a:srgbClr>
                </a:gs>
                <a:gs pos="100000">
                  <a:srgbClr val="CE6A4E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-8173914">
              <a:off x="3096161" y="2281256"/>
              <a:ext cx="580516" cy="467865"/>
            </a:xfrm>
            <a:prstGeom prst="ellipse">
              <a:avLst/>
            </a:prstGeom>
            <a:gradFill>
              <a:gsLst>
                <a:gs pos="0">
                  <a:srgbClr val="000000">
                    <a:alpha val="8429"/>
                  </a:srgbClr>
                </a:gs>
                <a:gs pos="14286">
                  <a:srgbClr val="000000">
                    <a:alpha val="7774"/>
                  </a:srgbClr>
                </a:gs>
                <a:gs pos="28571">
                  <a:srgbClr val="000000">
                    <a:alpha val="6091"/>
                  </a:srgbClr>
                </a:gs>
                <a:gs pos="42857">
                  <a:srgbClr val="000000">
                    <a:alpha val="4038"/>
                  </a:srgbClr>
                </a:gs>
                <a:gs pos="57143">
                  <a:srgbClr val="000000">
                    <a:alpha val="2258"/>
                  </a:srgbClr>
                </a:gs>
                <a:gs pos="71429">
                  <a:srgbClr val="000000">
                    <a:alpha val="1063"/>
                  </a:srgbClr>
                </a:gs>
                <a:gs pos="85714">
                  <a:srgbClr val="000000">
                    <a:alpha val="422"/>
                  </a:srgbClr>
                </a:gs>
                <a:gs pos="100000">
                  <a:srgbClr val="000000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7174040">
              <a:off x="2725978" y="2364885"/>
              <a:ext cx="793293" cy="421310"/>
            </a:xfrm>
            <a:prstGeom prst="ellipse">
              <a:avLst/>
            </a:prstGeom>
            <a:gradFill>
              <a:gsLst>
                <a:gs pos="0">
                  <a:srgbClr val="DD553C">
                    <a:alpha val="32234"/>
                  </a:srgbClr>
                </a:gs>
                <a:gs pos="14286">
                  <a:srgbClr val="DD553C">
                    <a:alpha val="30067"/>
                  </a:srgbClr>
                </a:gs>
                <a:gs pos="28571">
                  <a:srgbClr val="DD553C">
                    <a:alpha val="24246"/>
                  </a:srgbClr>
                </a:gs>
                <a:gs pos="42857">
                  <a:srgbClr val="DD553C">
                    <a:alpha val="16651"/>
                  </a:srgbClr>
                </a:gs>
                <a:gs pos="57143">
                  <a:srgbClr val="DD553C">
                    <a:alpha val="9600"/>
                  </a:srgbClr>
                </a:gs>
                <a:gs pos="71429">
                  <a:srgbClr val="DD553C">
                    <a:alpha val="4614"/>
                  </a:srgbClr>
                </a:gs>
                <a:gs pos="85714">
                  <a:srgbClr val="DD553C">
                    <a:alpha val="1851"/>
                  </a:srgbClr>
                </a:gs>
                <a:gs pos="100000">
                  <a:srgbClr val="DD553C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7201306">
              <a:off x="2575153" y="2220526"/>
              <a:ext cx="778459" cy="600425"/>
            </a:xfrm>
            <a:prstGeom prst="ellipse">
              <a:avLst/>
            </a:prstGeom>
            <a:gradFill>
              <a:gsLst>
                <a:gs pos="0">
                  <a:srgbClr val="EE563F">
                    <a:alpha val="30039"/>
                  </a:srgbClr>
                </a:gs>
                <a:gs pos="14286">
                  <a:srgbClr val="EE563F">
                    <a:alpha val="27988"/>
                  </a:srgbClr>
                </a:gs>
                <a:gs pos="28571">
                  <a:srgbClr val="EE563F">
                    <a:alpha val="22503"/>
                  </a:srgbClr>
                </a:gs>
                <a:gs pos="42857">
                  <a:srgbClr val="EE563F">
                    <a:alpha val="15398"/>
                  </a:srgbClr>
                </a:gs>
                <a:gs pos="57143">
                  <a:srgbClr val="EE563F">
                    <a:alpha val="8849"/>
                  </a:srgbClr>
                </a:gs>
                <a:gs pos="71429">
                  <a:srgbClr val="EE563F">
                    <a:alpha val="4244"/>
                  </a:srgbClr>
                </a:gs>
                <a:gs pos="85714">
                  <a:srgbClr val="EE563F">
                    <a:alpha val="1700"/>
                  </a:srgbClr>
                </a:gs>
                <a:gs pos="100000">
                  <a:srgbClr val="EE563F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-10300209">
              <a:off x="2365356" y="2257488"/>
              <a:ext cx="728653" cy="623549"/>
            </a:xfrm>
            <a:prstGeom prst="ellipse">
              <a:avLst/>
            </a:prstGeom>
            <a:gradFill>
              <a:gsLst>
                <a:gs pos="0">
                  <a:srgbClr val="DE553A">
                    <a:alpha val="30025"/>
                  </a:srgbClr>
                </a:gs>
                <a:gs pos="14286">
                  <a:srgbClr val="DE553A">
                    <a:alpha val="27975"/>
                  </a:srgbClr>
                </a:gs>
                <a:gs pos="28571">
                  <a:srgbClr val="DE553A">
                    <a:alpha val="22492"/>
                  </a:srgbClr>
                </a:gs>
                <a:gs pos="42857">
                  <a:srgbClr val="DE553A">
                    <a:alpha val="15391"/>
                  </a:srgbClr>
                </a:gs>
                <a:gs pos="57143">
                  <a:srgbClr val="DE553A">
                    <a:alpha val="8845"/>
                  </a:srgbClr>
                </a:gs>
                <a:gs pos="71429">
                  <a:srgbClr val="DE553A">
                    <a:alpha val="4242"/>
                  </a:srgbClr>
                </a:gs>
                <a:gs pos="85714">
                  <a:srgbClr val="DE553A">
                    <a:alpha val="1699"/>
                  </a:srgbClr>
                </a:gs>
                <a:gs pos="100000">
                  <a:srgbClr val="DE553A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10793074">
              <a:off x="2253233" y="2206061"/>
              <a:ext cx="669433" cy="611086"/>
            </a:xfrm>
            <a:prstGeom prst="ellipse">
              <a:avLst/>
            </a:prstGeom>
            <a:gradFill>
              <a:gsLst>
                <a:gs pos="0">
                  <a:srgbClr val="DD4D39">
                    <a:alpha val="32968"/>
                  </a:srgbClr>
                </a:gs>
                <a:gs pos="14286">
                  <a:srgbClr val="DD4D39">
                    <a:alpha val="30764"/>
                  </a:srgbClr>
                </a:gs>
                <a:gs pos="28571">
                  <a:srgbClr val="DD4D39">
                    <a:alpha val="24833"/>
                  </a:srgbClr>
                </a:gs>
                <a:gs pos="42857">
                  <a:srgbClr val="DD4D39">
                    <a:alpha val="17075"/>
                  </a:srgbClr>
                </a:gs>
                <a:gs pos="57143">
                  <a:srgbClr val="DD4D39">
                    <a:alpha val="9855"/>
                  </a:srgbClr>
                </a:gs>
                <a:gs pos="71429">
                  <a:srgbClr val="DD4D39">
                    <a:alpha val="4740"/>
                  </a:srgbClr>
                </a:gs>
                <a:gs pos="85714">
                  <a:srgbClr val="DD4D39">
                    <a:alpha val="1902"/>
                  </a:srgbClr>
                </a:gs>
                <a:gs pos="100000">
                  <a:srgbClr val="DD4D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-10369682">
              <a:off x="2038236" y="2216755"/>
              <a:ext cx="666773" cy="618092"/>
            </a:xfrm>
            <a:prstGeom prst="ellipse">
              <a:avLst/>
            </a:prstGeom>
            <a:gradFill>
              <a:gsLst>
                <a:gs pos="0">
                  <a:srgbClr val="FF5F41">
                    <a:alpha val="23955"/>
                  </a:srgbClr>
                </a:gs>
                <a:gs pos="14286">
                  <a:srgbClr val="FF5F41">
                    <a:alpha val="22252"/>
                  </a:srgbClr>
                </a:gs>
                <a:gs pos="28571">
                  <a:srgbClr val="FF5F41">
                    <a:alpha val="17752"/>
                  </a:srgbClr>
                </a:gs>
                <a:gs pos="42857">
                  <a:srgbClr val="FF5F41">
                    <a:alpha val="12031"/>
                  </a:srgbClr>
                </a:gs>
                <a:gs pos="57143">
                  <a:srgbClr val="FF5F41">
                    <a:alpha val="6857"/>
                  </a:srgbClr>
                </a:gs>
                <a:gs pos="71429">
                  <a:srgbClr val="FF5F41">
                    <a:alpha val="3270"/>
                  </a:srgbClr>
                </a:gs>
                <a:gs pos="85714">
                  <a:srgbClr val="FF5F41">
                    <a:alpha val="1306"/>
                  </a:srgbClr>
                </a:gs>
                <a:gs pos="100000">
                  <a:srgbClr val="FF5F41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3940813">
              <a:off x="1860429" y="2261567"/>
              <a:ext cx="621564" cy="569823"/>
            </a:xfrm>
            <a:prstGeom prst="ellipse">
              <a:avLst/>
            </a:prstGeom>
            <a:gradFill>
              <a:gsLst>
                <a:gs pos="0">
                  <a:srgbClr val="FD6046">
                    <a:alpha val="23289"/>
                  </a:srgbClr>
                </a:gs>
                <a:gs pos="14286">
                  <a:srgbClr val="FD6046">
                    <a:alpha val="21626"/>
                  </a:srgbClr>
                </a:gs>
                <a:gs pos="28571">
                  <a:srgbClr val="FD6046">
                    <a:alpha val="17238"/>
                  </a:srgbClr>
                </a:gs>
                <a:gs pos="42857">
                  <a:srgbClr val="FD6046">
                    <a:alpha val="11671"/>
                  </a:srgbClr>
                </a:gs>
                <a:gs pos="57143">
                  <a:srgbClr val="FD6046">
                    <a:alpha val="6645"/>
                  </a:srgbClr>
                </a:gs>
                <a:gs pos="71429">
                  <a:srgbClr val="FD6046">
                    <a:alpha val="3168"/>
                  </a:srgbClr>
                </a:gs>
                <a:gs pos="85714">
                  <a:srgbClr val="FD6046">
                    <a:alpha val="1265"/>
                  </a:srgbClr>
                </a:gs>
                <a:gs pos="100000">
                  <a:srgbClr val="FD6046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9099459">
              <a:off x="1601134" y="2266444"/>
              <a:ext cx="678819" cy="597617"/>
            </a:xfrm>
            <a:prstGeom prst="ellipse">
              <a:avLst/>
            </a:prstGeom>
            <a:gradFill>
              <a:gsLst>
                <a:gs pos="0">
                  <a:srgbClr val="EA543E">
                    <a:alpha val="32968"/>
                  </a:srgbClr>
                </a:gs>
                <a:gs pos="14286">
                  <a:srgbClr val="EA543E">
                    <a:alpha val="30764"/>
                  </a:srgbClr>
                </a:gs>
                <a:gs pos="28571">
                  <a:srgbClr val="EA543E">
                    <a:alpha val="24833"/>
                  </a:srgbClr>
                </a:gs>
                <a:gs pos="42857">
                  <a:srgbClr val="EA543E">
                    <a:alpha val="17075"/>
                  </a:srgbClr>
                </a:gs>
                <a:gs pos="57143">
                  <a:srgbClr val="EA543E">
                    <a:alpha val="9855"/>
                  </a:srgbClr>
                </a:gs>
                <a:gs pos="71429">
                  <a:srgbClr val="EA543E">
                    <a:alpha val="4740"/>
                  </a:srgbClr>
                </a:gs>
                <a:gs pos="85714">
                  <a:srgbClr val="EA543E">
                    <a:alpha val="1902"/>
                  </a:srgbClr>
                </a:gs>
                <a:gs pos="100000">
                  <a:srgbClr val="EA54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8825243">
              <a:off x="1407764" y="2202924"/>
              <a:ext cx="632456" cy="620338"/>
            </a:xfrm>
            <a:prstGeom prst="ellipse">
              <a:avLst/>
            </a:prstGeom>
            <a:gradFill>
              <a:gsLst>
                <a:gs pos="0">
                  <a:srgbClr val="FF644B">
                    <a:alpha val="23025"/>
                  </a:srgbClr>
                </a:gs>
                <a:gs pos="14286">
                  <a:srgbClr val="FF644B">
                    <a:alpha val="21379"/>
                  </a:srgbClr>
                </a:gs>
                <a:gs pos="28571">
                  <a:srgbClr val="FF644B">
                    <a:alpha val="17035"/>
                  </a:srgbClr>
                </a:gs>
                <a:gs pos="42857">
                  <a:srgbClr val="FF644B">
                    <a:alpha val="11529"/>
                  </a:srgbClr>
                </a:gs>
                <a:gs pos="57143">
                  <a:srgbClr val="FF644B">
                    <a:alpha val="6562"/>
                  </a:srgbClr>
                </a:gs>
                <a:gs pos="71429">
                  <a:srgbClr val="FF644B">
                    <a:alpha val="3127"/>
                  </a:srgbClr>
                </a:gs>
                <a:gs pos="85714">
                  <a:srgbClr val="FF644B">
                    <a:alpha val="1249"/>
                  </a:srgbClr>
                </a:gs>
                <a:gs pos="100000">
                  <a:srgbClr val="FF644B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8849440">
              <a:off x="1180755" y="2252337"/>
              <a:ext cx="598434" cy="517225"/>
            </a:xfrm>
            <a:prstGeom prst="ellipse">
              <a:avLst/>
            </a:prstGeom>
            <a:gradFill>
              <a:gsLst>
                <a:gs pos="0">
                  <a:srgbClr val="F8000B">
                    <a:alpha val="27909"/>
                  </a:srgbClr>
                </a:gs>
                <a:gs pos="14286">
                  <a:srgbClr val="F8000B">
                    <a:alpha val="25975"/>
                  </a:srgbClr>
                </a:gs>
                <a:gs pos="28571">
                  <a:srgbClr val="F8000B">
                    <a:alpha val="20827"/>
                  </a:srgbClr>
                </a:gs>
                <a:gs pos="42857">
                  <a:srgbClr val="F8000B">
                    <a:alpha val="14202"/>
                  </a:srgbClr>
                </a:gs>
                <a:gs pos="57143">
                  <a:srgbClr val="F8000B">
                    <a:alpha val="8137"/>
                  </a:srgbClr>
                </a:gs>
                <a:gs pos="71429">
                  <a:srgbClr val="F8000B">
                    <a:alpha val="3895"/>
                  </a:srgbClr>
                </a:gs>
                <a:gs pos="85714">
                  <a:srgbClr val="F8000B">
                    <a:alpha val="1559"/>
                  </a:srgbClr>
                </a:gs>
                <a:gs pos="100000">
                  <a:srgbClr val="F8000B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3507725">
              <a:off x="1001090" y="2298976"/>
              <a:ext cx="614130" cy="549893"/>
            </a:xfrm>
            <a:prstGeom prst="ellipse">
              <a:avLst/>
            </a:prstGeom>
            <a:gradFill>
              <a:gsLst>
                <a:gs pos="0">
                  <a:srgbClr val="FF4232">
                    <a:alpha val="16804"/>
                  </a:srgbClr>
                </a:gs>
                <a:gs pos="14286">
                  <a:srgbClr val="FF4232">
                    <a:alpha val="15557"/>
                  </a:srgbClr>
                </a:gs>
                <a:gs pos="28571">
                  <a:srgbClr val="FF4232">
                    <a:alpha val="12304"/>
                  </a:srgbClr>
                </a:gs>
                <a:gs pos="42857">
                  <a:srgbClr val="FF4232">
                    <a:alpha val="8251"/>
                  </a:srgbClr>
                </a:gs>
                <a:gs pos="57143">
                  <a:srgbClr val="FF4232">
                    <a:alpha val="4660"/>
                  </a:srgbClr>
                </a:gs>
                <a:gs pos="71429">
                  <a:srgbClr val="FF4232">
                    <a:alpha val="2209"/>
                  </a:srgbClr>
                </a:gs>
                <a:gs pos="85714">
                  <a:srgbClr val="FF4232">
                    <a:alpha val="879"/>
                  </a:srgbClr>
                </a:gs>
                <a:gs pos="100000">
                  <a:srgbClr val="FF4232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7460798">
              <a:off x="879140" y="2274245"/>
              <a:ext cx="612393" cy="556765"/>
            </a:xfrm>
            <a:prstGeom prst="ellipse">
              <a:avLst/>
            </a:prstGeom>
            <a:gradFill>
              <a:gsLst>
                <a:gs pos="0">
                  <a:srgbClr val="F60026">
                    <a:alpha val="32968"/>
                  </a:srgbClr>
                </a:gs>
                <a:gs pos="14286">
                  <a:srgbClr val="F60026">
                    <a:alpha val="30764"/>
                  </a:srgbClr>
                </a:gs>
                <a:gs pos="28571">
                  <a:srgbClr val="F60026">
                    <a:alpha val="24833"/>
                  </a:srgbClr>
                </a:gs>
                <a:gs pos="42857">
                  <a:srgbClr val="F60026">
                    <a:alpha val="17075"/>
                  </a:srgbClr>
                </a:gs>
                <a:gs pos="57143">
                  <a:srgbClr val="F60026">
                    <a:alpha val="9855"/>
                  </a:srgbClr>
                </a:gs>
                <a:gs pos="71429">
                  <a:srgbClr val="F60026">
                    <a:alpha val="4740"/>
                  </a:srgbClr>
                </a:gs>
                <a:gs pos="85714">
                  <a:srgbClr val="F60026">
                    <a:alpha val="1902"/>
                  </a:srgbClr>
                </a:gs>
                <a:gs pos="100000">
                  <a:srgbClr val="F600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7815783">
              <a:off x="618167" y="2191765"/>
              <a:ext cx="677612" cy="617618"/>
            </a:xfrm>
            <a:prstGeom prst="ellipse">
              <a:avLst/>
            </a:prstGeom>
            <a:gradFill>
              <a:gsLst>
                <a:gs pos="0">
                  <a:srgbClr val="FF0024">
                    <a:alpha val="24785"/>
                  </a:srgbClr>
                </a:gs>
                <a:gs pos="14286">
                  <a:srgbClr val="FF0024">
                    <a:alpha val="23032"/>
                  </a:srgbClr>
                </a:gs>
                <a:gs pos="28571">
                  <a:srgbClr val="FF0024">
                    <a:alpha val="18393"/>
                  </a:srgbClr>
                </a:gs>
                <a:gs pos="42857">
                  <a:srgbClr val="FF0024">
                    <a:alpha val="12481"/>
                  </a:srgbClr>
                </a:gs>
                <a:gs pos="57143">
                  <a:srgbClr val="FF0024">
                    <a:alpha val="7121"/>
                  </a:srgbClr>
                </a:gs>
                <a:gs pos="71429">
                  <a:srgbClr val="FF0024">
                    <a:alpha val="3399"/>
                  </a:srgbClr>
                </a:gs>
                <a:gs pos="85714">
                  <a:srgbClr val="FF0024">
                    <a:alpha val="1358"/>
                  </a:srgbClr>
                </a:gs>
                <a:gs pos="100000">
                  <a:srgbClr val="FF0024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3376196">
              <a:off x="360117" y="2280586"/>
              <a:ext cx="676375" cy="595773"/>
            </a:xfrm>
            <a:prstGeom prst="ellipse">
              <a:avLst/>
            </a:prstGeom>
            <a:gradFill>
              <a:gsLst>
                <a:gs pos="0">
                  <a:srgbClr val="F10011">
                    <a:alpha val="23477"/>
                  </a:srgbClr>
                </a:gs>
                <a:gs pos="14286">
                  <a:srgbClr val="F10011">
                    <a:alpha val="21803"/>
                  </a:srgbClr>
                </a:gs>
                <a:gs pos="28571">
                  <a:srgbClr val="F10011">
                    <a:alpha val="17383"/>
                  </a:srgbClr>
                </a:gs>
                <a:gs pos="42857">
                  <a:srgbClr val="F10011">
                    <a:alpha val="11773"/>
                  </a:srgbClr>
                </a:gs>
                <a:gs pos="57143">
                  <a:srgbClr val="F10011">
                    <a:alpha val="6705"/>
                  </a:srgbClr>
                </a:gs>
                <a:gs pos="71429">
                  <a:srgbClr val="F10011">
                    <a:alpha val="3197"/>
                  </a:srgbClr>
                </a:gs>
                <a:gs pos="85714">
                  <a:srgbClr val="F10011">
                    <a:alpha val="1276"/>
                  </a:srgbClr>
                </a:gs>
                <a:gs pos="100000">
                  <a:srgbClr val="F10011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4068066">
              <a:off x="124320" y="2360797"/>
              <a:ext cx="694651" cy="362798"/>
            </a:xfrm>
            <a:prstGeom prst="ellipse">
              <a:avLst/>
            </a:prstGeom>
            <a:gradFill>
              <a:gsLst>
                <a:gs pos="0">
                  <a:srgbClr val="F26A4F">
                    <a:alpha val="32968"/>
                  </a:srgbClr>
                </a:gs>
                <a:gs pos="14286">
                  <a:srgbClr val="F26A4F">
                    <a:alpha val="30764"/>
                  </a:srgbClr>
                </a:gs>
                <a:gs pos="28571">
                  <a:srgbClr val="F26A4F">
                    <a:alpha val="24833"/>
                  </a:srgbClr>
                </a:gs>
                <a:gs pos="42857">
                  <a:srgbClr val="F26A4F">
                    <a:alpha val="17075"/>
                  </a:srgbClr>
                </a:gs>
                <a:gs pos="57143">
                  <a:srgbClr val="F26A4F">
                    <a:alpha val="9855"/>
                  </a:srgbClr>
                </a:gs>
                <a:gs pos="71429">
                  <a:srgbClr val="F26A4F">
                    <a:alpha val="4740"/>
                  </a:srgbClr>
                </a:gs>
                <a:gs pos="85714">
                  <a:srgbClr val="F26A4F">
                    <a:alpha val="1902"/>
                  </a:srgbClr>
                </a:gs>
                <a:gs pos="100000">
                  <a:srgbClr val="F26A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6824582">
              <a:off x="2923620" y="2177739"/>
              <a:ext cx="755788" cy="342040"/>
            </a:xfrm>
            <a:prstGeom prst="ellipse">
              <a:avLst/>
            </a:prstGeom>
            <a:gradFill>
              <a:gsLst>
                <a:gs pos="0">
                  <a:srgbClr val="D95541">
                    <a:alpha val="32968"/>
                  </a:srgbClr>
                </a:gs>
                <a:gs pos="14286">
                  <a:srgbClr val="D95541">
                    <a:alpha val="30764"/>
                  </a:srgbClr>
                </a:gs>
                <a:gs pos="28571">
                  <a:srgbClr val="D95541">
                    <a:alpha val="24833"/>
                  </a:srgbClr>
                </a:gs>
                <a:gs pos="42857">
                  <a:srgbClr val="D95541">
                    <a:alpha val="17075"/>
                  </a:srgbClr>
                </a:gs>
                <a:gs pos="57143">
                  <a:srgbClr val="D95541">
                    <a:alpha val="9855"/>
                  </a:srgbClr>
                </a:gs>
                <a:gs pos="71429">
                  <a:srgbClr val="D95541">
                    <a:alpha val="4740"/>
                  </a:srgbClr>
                </a:gs>
                <a:gs pos="85714">
                  <a:srgbClr val="D95541">
                    <a:alpha val="1902"/>
                  </a:srgbClr>
                </a:gs>
                <a:gs pos="100000">
                  <a:srgbClr val="D955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7324921">
              <a:off x="2774032" y="2191642"/>
              <a:ext cx="794354" cy="454799"/>
            </a:xfrm>
            <a:prstGeom prst="ellipse">
              <a:avLst/>
            </a:prstGeom>
            <a:gradFill>
              <a:gsLst>
                <a:gs pos="0">
                  <a:srgbClr val="9A452C">
                    <a:alpha val="32968"/>
                  </a:srgbClr>
                </a:gs>
                <a:gs pos="14286">
                  <a:srgbClr val="9A452C">
                    <a:alpha val="30764"/>
                  </a:srgbClr>
                </a:gs>
                <a:gs pos="28571">
                  <a:srgbClr val="9A452C">
                    <a:alpha val="24833"/>
                  </a:srgbClr>
                </a:gs>
                <a:gs pos="42857">
                  <a:srgbClr val="9A452C">
                    <a:alpha val="17075"/>
                  </a:srgbClr>
                </a:gs>
                <a:gs pos="57143">
                  <a:srgbClr val="9A452C">
                    <a:alpha val="9855"/>
                  </a:srgbClr>
                </a:gs>
                <a:gs pos="71429">
                  <a:srgbClr val="9A452C">
                    <a:alpha val="4740"/>
                  </a:srgbClr>
                </a:gs>
                <a:gs pos="85714">
                  <a:srgbClr val="9A452C">
                    <a:alpha val="1902"/>
                  </a:srgbClr>
                </a:gs>
                <a:gs pos="100000">
                  <a:srgbClr val="9A45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-8661524">
              <a:off x="2651380" y="2045010"/>
              <a:ext cx="675065" cy="604698"/>
            </a:xfrm>
            <a:prstGeom prst="ellipse">
              <a:avLst/>
            </a:prstGeom>
            <a:gradFill>
              <a:gsLst>
                <a:gs pos="0">
                  <a:srgbClr val="D54B34">
                    <a:alpha val="27856"/>
                  </a:srgbClr>
                </a:gs>
                <a:gs pos="14286">
                  <a:srgbClr val="D54B34">
                    <a:alpha val="25925"/>
                  </a:srgbClr>
                </a:gs>
                <a:gs pos="28571">
                  <a:srgbClr val="D54B34">
                    <a:alpha val="20785"/>
                  </a:srgbClr>
                </a:gs>
                <a:gs pos="42857">
                  <a:srgbClr val="D54B34">
                    <a:alpha val="14173"/>
                  </a:srgbClr>
                </a:gs>
                <a:gs pos="57143">
                  <a:srgbClr val="D54B34">
                    <a:alpha val="8120"/>
                  </a:srgbClr>
                </a:gs>
                <a:gs pos="71429">
                  <a:srgbClr val="D54B34">
                    <a:alpha val="3887"/>
                  </a:srgbClr>
                </a:gs>
                <a:gs pos="85714">
                  <a:srgbClr val="D54B34">
                    <a:alpha val="1555"/>
                  </a:srgbClr>
                </a:gs>
                <a:gs pos="100000">
                  <a:srgbClr val="D54B34">
                    <a:alpha val="5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5769018">
              <a:off x="2437232" y="2050525"/>
              <a:ext cx="662336" cy="527497"/>
            </a:xfrm>
            <a:prstGeom prst="ellipse">
              <a:avLst/>
            </a:prstGeom>
            <a:gradFill>
              <a:gsLst>
                <a:gs pos="0">
                  <a:srgbClr val="FC5F43">
                    <a:alpha val="24009"/>
                  </a:srgbClr>
                </a:gs>
                <a:gs pos="14286">
                  <a:srgbClr val="FC5F43">
                    <a:alpha val="22303"/>
                  </a:srgbClr>
                </a:gs>
                <a:gs pos="28571">
                  <a:srgbClr val="FC5F43">
                    <a:alpha val="17793"/>
                  </a:srgbClr>
                </a:gs>
                <a:gs pos="42857">
                  <a:srgbClr val="FC5F43">
                    <a:alpha val="12060"/>
                  </a:srgbClr>
                </a:gs>
                <a:gs pos="57143">
                  <a:srgbClr val="FC5F43">
                    <a:alpha val="6874"/>
                  </a:srgbClr>
                </a:gs>
                <a:gs pos="71429">
                  <a:srgbClr val="FC5F43">
                    <a:alpha val="3278"/>
                  </a:srgbClr>
                </a:gs>
                <a:gs pos="85714">
                  <a:srgbClr val="FC5F43">
                    <a:alpha val="1309"/>
                  </a:srgbClr>
                </a:gs>
                <a:gs pos="100000">
                  <a:srgbClr val="FC5F43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3927455">
              <a:off x="2230812" y="2022750"/>
              <a:ext cx="629300" cy="580068"/>
            </a:xfrm>
            <a:prstGeom prst="ellipse">
              <a:avLst/>
            </a:prstGeom>
            <a:gradFill>
              <a:gsLst>
                <a:gs pos="0">
                  <a:srgbClr val="FF6D47">
                    <a:alpha val="26435"/>
                  </a:srgbClr>
                </a:gs>
                <a:gs pos="14286">
                  <a:srgbClr val="FF6D47">
                    <a:alpha val="24585"/>
                  </a:srgbClr>
                </a:gs>
                <a:gs pos="28571">
                  <a:srgbClr val="FF6D47">
                    <a:alpha val="19675"/>
                  </a:srgbClr>
                </a:gs>
                <a:gs pos="42857">
                  <a:srgbClr val="FF6D47">
                    <a:alpha val="13386"/>
                  </a:srgbClr>
                </a:gs>
                <a:gs pos="57143">
                  <a:srgbClr val="FF6D47">
                    <a:alpha val="7654"/>
                  </a:srgbClr>
                </a:gs>
                <a:gs pos="71429">
                  <a:srgbClr val="FF6D47">
                    <a:alpha val="3659"/>
                  </a:srgbClr>
                </a:gs>
                <a:gs pos="85714">
                  <a:srgbClr val="FF6D47">
                    <a:alpha val="1463"/>
                  </a:srgbClr>
                </a:gs>
                <a:gs pos="100000">
                  <a:srgbClr val="FF6D47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4574173">
              <a:off x="2020479" y="2011515"/>
              <a:ext cx="647544" cy="590202"/>
            </a:xfrm>
            <a:prstGeom prst="ellipse">
              <a:avLst/>
            </a:prstGeom>
            <a:gradFill>
              <a:gsLst>
                <a:gs pos="0">
                  <a:srgbClr val="FF6447">
                    <a:alpha val="25428"/>
                  </a:srgbClr>
                </a:gs>
                <a:gs pos="14286">
                  <a:srgbClr val="FF6447">
                    <a:alpha val="23637"/>
                  </a:srgbClr>
                </a:gs>
                <a:gs pos="28571">
                  <a:srgbClr val="FF6447">
                    <a:alpha val="18892"/>
                  </a:srgbClr>
                </a:gs>
                <a:gs pos="42857">
                  <a:srgbClr val="FF6447">
                    <a:alpha val="12833"/>
                  </a:srgbClr>
                </a:gs>
                <a:gs pos="57143">
                  <a:srgbClr val="FF6447">
                    <a:alpha val="7328"/>
                  </a:srgbClr>
                </a:gs>
                <a:gs pos="71429">
                  <a:srgbClr val="FF6447">
                    <a:alpha val="3500"/>
                  </a:srgbClr>
                </a:gs>
                <a:gs pos="85714">
                  <a:srgbClr val="FF6447">
                    <a:alpha val="1399"/>
                  </a:srgbClr>
                </a:gs>
                <a:gs pos="100000">
                  <a:srgbClr val="FF6447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4066895">
              <a:off x="1865618" y="2064188"/>
              <a:ext cx="630909" cy="609263"/>
            </a:xfrm>
            <a:prstGeom prst="ellipse">
              <a:avLst/>
            </a:prstGeom>
            <a:gradFill>
              <a:gsLst>
                <a:gs pos="0">
                  <a:srgbClr val="FE5E44">
                    <a:alpha val="16203"/>
                  </a:srgbClr>
                </a:gs>
                <a:gs pos="14286">
                  <a:srgbClr val="FE5E44">
                    <a:alpha val="14996"/>
                  </a:srgbClr>
                </a:gs>
                <a:gs pos="28571">
                  <a:srgbClr val="FE5E44">
                    <a:alpha val="11852"/>
                  </a:srgbClr>
                </a:gs>
                <a:gs pos="42857">
                  <a:srgbClr val="FE5E44">
                    <a:alpha val="7942"/>
                  </a:srgbClr>
                </a:gs>
                <a:gs pos="57143">
                  <a:srgbClr val="FE5E44">
                    <a:alpha val="4481"/>
                  </a:srgbClr>
                </a:gs>
                <a:gs pos="71429">
                  <a:srgbClr val="FE5E44">
                    <a:alpha val="2123"/>
                  </a:srgbClr>
                </a:gs>
                <a:gs pos="85714">
                  <a:srgbClr val="FE5E44">
                    <a:alpha val="845"/>
                  </a:srgbClr>
                </a:gs>
                <a:gs pos="100000">
                  <a:srgbClr val="FE5E44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6235697">
              <a:off x="1660886" y="2090285"/>
              <a:ext cx="657486" cy="561473"/>
            </a:xfrm>
            <a:prstGeom prst="ellipse">
              <a:avLst/>
            </a:prstGeom>
            <a:gradFill>
              <a:gsLst>
                <a:gs pos="0">
                  <a:srgbClr val="FF6C4D">
                    <a:alpha val="26332"/>
                  </a:srgbClr>
                </a:gs>
                <a:gs pos="14286">
                  <a:srgbClr val="FF6C4D">
                    <a:alpha val="24488"/>
                  </a:srgbClr>
                </a:gs>
                <a:gs pos="28571">
                  <a:srgbClr val="FF6C4D">
                    <a:alpha val="19595"/>
                  </a:srgbClr>
                </a:gs>
                <a:gs pos="42857">
                  <a:srgbClr val="FF6C4D">
                    <a:alpha val="13329"/>
                  </a:srgbClr>
                </a:gs>
                <a:gs pos="57143">
                  <a:srgbClr val="FF6C4D">
                    <a:alpha val="7620"/>
                  </a:srgbClr>
                </a:gs>
                <a:gs pos="71429">
                  <a:srgbClr val="FF6C4D">
                    <a:alpha val="3642"/>
                  </a:srgbClr>
                </a:gs>
                <a:gs pos="85714">
                  <a:srgbClr val="FF6C4D">
                    <a:alpha val="1456"/>
                  </a:srgbClr>
                </a:gs>
                <a:gs pos="100000">
                  <a:srgbClr val="FF6C4D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7829197">
              <a:off x="1455113" y="2061078"/>
              <a:ext cx="646195" cy="542780"/>
            </a:xfrm>
            <a:prstGeom prst="ellipse">
              <a:avLst/>
            </a:prstGeom>
            <a:gradFill>
              <a:gsLst>
                <a:gs pos="0">
                  <a:srgbClr val="EA0000">
                    <a:alpha val="22690"/>
                  </a:srgbClr>
                </a:gs>
                <a:gs pos="14286">
                  <a:srgbClr val="EA0000">
                    <a:alpha val="21064"/>
                  </a:srgbClr>
                </a:gs>
                <a:gs pos="28571">
                  <a:srgbClr val="EA0000">
                    <a:alpha val="16778"/>
                  </a:srgbClr>
                </a:gs>
                <a:gs pos="42857">
                  <a:srgbClr val="EA0000">
                    <a:alpha val="11349"/>
                  </a:srgbClr>
                </a:gs>
                <a:gs pos="57143">
                  <a:srgbClr val="EA0000">
                    <a:alpha val="6457"/>
                  </a:srgbClr>
                </a:gs>
                <a:gs pos="71429">
                  <a:srgbClr val="EA0000">
                    <a:alpha val="3076"/>
                  </a:srgbClr>
                </a:gs>
                <a:gs pos="85714">
                  <a:srgbClr val="EA0000">
                    <a:alpha val="1228"/>
                  </a:srgbClr>
                </a:gs>
                <a:gs pos="100000">
                  <a:srgbClr val="EA0000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-10037937">
              <a:off x="1210437" y="2075466"/>
              <a:ext cx="709452" cy="507234"/>
            </a:xfrm>
            <a:prstGeom prst="ellipse">
              <a:avLst/>
            </a:prstGeom>
            <a:gradFill>
              <a:gsLst>
                <a:gs pos="0">
                  <a:srgbClr val="F80027">
                    <a:alpha val="27275"/>
                  </a:srgbClr>
                </a:gs>
                <a:gs pos="14286">
                  <a:srgbClr val="F80027">
                    <a:alpha val="25377"/>
                  </a:srgbClr>
                </a:gs>
                <a:gs pos="28571">
                  <a:srgbClr val="F80027">
                    <a:alpha val="20330"/>
                  </a:srgbClr>
                </a:gs>
                <a:gs pos="42857">
                  <a:srgbClr val="F80027">
                    <a:alpha val="13850"/>
                  </a:srgbClr>
                </a:gs>
                <a:gs pos="57143">
                  <a:srgbClr val="F80027">
                    <a:alpha val="7929"/>
                  </a:srgbClr>
                </a:gs>
                <a:gs pos="71429">
                  <a:srgbClr val="F80027">
                    <a:alpha val="3793"/>
                  </a:srgbClr>
                </a:gs>
                <a:gs pos="85714">
                  <a:srgbClr val="F80027">
                    <a:alpha val="1517"/>
                  </a:srgbClr>
                </a:gs>
                <a:gs pos="100000">
                  <a:srgbClr val="F80027">
                    <a:alpha val="5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-8487051">
              <a:off x="961406" y="2005052"/>
              <a:ext cx="696759" cy="663054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4178382">
              <a:off x="748036" y="2064018"/>
              <a:ext cx="642211" cy="532550"/>
            </a:xfrm>
            <a:prstGeom prst="ellipse">
              <a:avLst/>
            </a:prstGeom>
            <a:gradFill>
              <a:gsLst>
                <a:gs pos="0">
                  <a:srgbClr val="FF582C">
                    <a:alpha val="23916"/>
                  </a:srgbClr>
                </a:gs>
                <a:gs pos="14286">
                  <a:srgbClr val="FF582C">
                    <a:alpha val="22215"/>
                  </a:srgbClr>
                </a:gs>
                <a:gs pos="28571">
                  <a:srgbClr val="FF582C">
                    <a:alpha val="17721"/>
                  </a:srgbClr>
                </a:gs>
                <a:gs pos="42857">
                  <a:srgbClr val="FF582C">
                    <a:alpha val="12010"/>
                  </a:srgbClr>
                </a:gs>
                <a:gs pos="57143">
                  <a:srgbClr val="FF582C">
                    <a:alpha val="6844"/>
                  </a:srgbClr>
                </a:gs>
                <a:gs pos="71429">
                  <a:srgbClr val="FF582C">
                    <a:alpha val="3264"/>
                  </a:srgbClr>
                </a:gs>
                <a:gs pos="85714">
                  <a:srgbClr val="FF582C">
                    <a:alpha val="1304"/>
                  </a:srgbClr>
                </a:gs>
                <a:gs pos="100000">
                  <a:srgbClr val="FF582C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-9559121">
              <a:off x="527522" y="2060577"/>
              <a:ext cx="688370" cy="631441"/>
            </a:xfrm>
            <a:prstGeom prst="ellipse">
              <a:avLst/>
            </a:prstGeom>
            <a:gradFill>
              <a:gsLst>
                <a:gs pos="0">
                  <a:srgbClr val="F60000">
                    <a:alpha val="26681"/>
                  </a:srgbClr>
                </a:gs>
                <a:gs pos="14286">
                  <a:srgbClr val="F60000">
                    <a:alpha val="24818"/>
                  </a:srgbClr>
                </a:gs>
                <a:gs pos="28571">
                  <a:srgbClr val="F60000">
                    <a:alpha val="19867"/>
                  </a:srgbClr>
                </a:gs>
                <a:gs pos="42857">
                  <a:srgbClr val="F60000">
                    <a:alpha val="13522"/>
                  </a:srgbClr>
                </a:gs>
                <a:gs pos="57143">
                  <a:srgbClr val="F60000">
                    <a:alpha val="7734"/>
                  </a:srgbClr>
                </a:gs>
                <a:gs pos="71429">
                  <a:srgbClr val="F60000">
                    <a:alpha val="3698"/>
                  </a:srgbClr>
                </a:gs>
                <a:gs pos="85714">
                  <a:srgbClr val="F60000">
                    <a:alpha val="1479"/>
                  </a:srgbClr>
                </a:gs>
                <a:gs pos="100000">
                  <a:srgbClr val="F60000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-9933085">
              <a:off x="330668" y="2000160"/>
              <a:ext cx="700870" cy="608046"/>
            </a:xfrm>
            <a:prstGeom prst="ellipse">
              <a:avLst/>
            </a:prstGeom>
            <a:gradFill>
              <a:gsLst>
                <a:gs pos="0">
                  <a:srgbClr val="FF001C">
                    <a:alpha val="30391"/>
                  </a:srgbClr>
                </a:gs>
                <a:gs pos="14286">
                  <a:srgbClr val="FF001C">
                    <a:alpha val="28321"/>
                  </a:srgbClr>
                </a:gs>
                <a:gs pos="28571">
                  <a:srgbClr val="FF001C">
                    <a:alpha val="22782"/>
                  </a:srgbClr>
                </a:gs>
                <a:gs pos="42857">
                  <a:srgbClr val="FF001C">
                    <a:alpha val="15598"/>
                  </a:srgbClr>
                </a:gs>
                <a:gs pos="57143">
                  <a:srgbClr val="FF001C">
                    <a:alpha val="8968"/>
                  </a:srgbClr>
                </a:gs>
                <a:gs pos="71429">
                  <a:srgbClr val="FF001C">
                    <a:alpha val="4303"/>
                  </a:srgbClr>
                </a:gs>
                <a:gs pos="85714">
                  <a:srgbClr val="FF001C">
                    <a:alpha val="1724"/>
                  </a:srgbClr>
                </a:gs>
                <a:gs pos="100000">
                  <a:srgbClr val="FF001C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3786068">
              <a:off x="102036" y="2255121"/>
              <a:ext cx="643197" cy="330841"/>
            </a:xfrm>
            <a:prstGeom prst="ellipse">
              <a:avLst/>
            </a:prstGeom>
            <a:gradFill>
              <a:gsLst>
                <a:gs pos="0">
                  <a:srgbClr val="E26A51">
                    <a:alpha val="28685"/>
                  </a:srgbClr>
                </a:gs>
                <a:gs pos="14286">
                  <a:srgbClr val="E26A51">
                    <a:alpha val="26708"/>
                  </a:srgbClr>
                </a:gs>
                <a:gs pos="28571">
                  <a:srgbClr val="E26A51">
                    <a:alpha val="21436"/>
                  </a:srgbClr>
                </a:gs>
                <a:gs pos="42857">
                  <a:srgbClr val="E26A51">
                    <a:alpha val="14636"/>
                  </a:srgbClr>
                </a:gs>
                <a:gs pos="57143">
                  <a:srgbClr val="E26A51">
                    <a:alpha val="8395"/>
                  </a:srgbClr>
                </a:gs>
                <a:gs pos="71429">
                  <a:srgbClr val="E26A51">
                    <a:alpha val="4021"/>
                  </a:srgbClr>
                </a:gs>
                <a:gs pos="85714">
                  <a:srgbClr val="E26A51">
                    <a:alpha val="1610"/>
                  </a:srgbClr>
                </a:gs>
                <a:gs pos="100000">
                  <a:srgbClr val="E26A51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9186871">
              <a:off x="3223244" y="1930730"/>
              <a:ext cx="763293" cy="378708"/>
            </a:xfrm>
            <a:prstGeom prst="ellipse">
              <a:avLst/>
            </a:prstGeom>
            <a:gradFill>
              <a:gsLst>
                <a:gs pos="0">
                  <a:srgbClr val="000001">
                    <a:alpha val="11833"/>
                  </a:srgbClr>
                </a:gs>
                <a:gs pos="14286">
                  <a:srgbClr val="000001">
                    <a:alpha val="10931"/>
                  </a:srgbClr>
                </a:gs>
                <a:gs pos="28571">
                  <a:srgbClr val="000001">
                    <a:alpha val="8596"/>
                  </a:srgbClr>
                </a:gs>
                <a:gs pos="42857">
                  <a:srgbClr val="000001">
                    <a:alpha val="5725"/>
                  </a:srgbClr>
                </a:gs>
                <a:gs pos="57143">
                  <a:srgbClr val="000001">
                    <a:alpha val="3214"/>
                  </a:srgbClr>
                </a:gs>
                <a:gs pos="71429">
                  <a:srgbClr val="000001">
                    <a:alpha val="1517"/>
                  </a:srgbClr>
                </a:gs>
                <a:gs pos="85714">
                  <a:srgbClr val="000001">
                    <a:alpha val="603"/>
                  </a:srgbClr>
                </a:gs>
                <a:gs pos="100000">
                  <a:srgbClr val="000001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5502632">
              <a:off x="3044636" y="1975793"/>
              <a:ext cx="678176" cy="311483"/>
            </a:xfrm>
            <a:prstGeom prst="ellipse">
              <a:avLst/>
            </a:prstGeom>
            <a:gradFill>
              <a:gsLst>
                <a:gs pos="0">
                  <a:srgbClr val="EF5F44">
                    <a:alpha val="32968"/>
                  </a:srgbClr>
                </a:gs>
                <a:gs pos="14286">
                  <a:srgbClr val="EF5F44">
                    <a:alpha val="30764"/>
                  </a:srgbClr>
                </a:gs>
                <a:gs pos="28571">
                  <a:srgbClr val="EF5F44">
                    <a:alpha val="24833"/>
                  </a:srgbClr>
                </a:gs>
                <a:gs pos="42857">
                  <a:srgbClr val="EF5F44">
                    <a:alpha val="17075"/>
                  </a:srgbClr>
                </a:gs>
                <a:gs pos="57143">
                  <a:srgbClr val="EF5F44">
                    <a:alpha val="9855"/>
                  </a:srgbClr>
                </a:gs>
                <a:gs pos="71429">
                  <a:srgbClr val="EF5F44">
                    <a:alpha val="4740"/>
                  </a:srgbClr>
                </a:gs>
                <a:gs pos="85714">
                  <a:srgbClr val="EF5F44">
                    <a:alpha val="1902"/>
                  </a:srgbClr>
                </a:gs>
                <a:gs pos="100000">
                  <a:srgbClr val="EF5F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6189912">
              <a:off x="2867488" y="1909559"/>
              <a:ext cx="743159" cy="503515"/>
            </a:xfrm>
            <a:prstGeom prst="ellipse">
              <a:avLst/>
            </a:prstGeom>
            <a:gradFill>
              <a:gsLst>
                <a:gs pos="0">
                  <a:srgbClr val="B64631">
                    <a:alpha val="32968"/>
                  </a:srgbClr>
                </a:gs>
                <a:gs pos="14286">
                  <a:srgbClr val="B64631">
                    <a:alpha val="30764"/>
                  </a:srgbClr>
                </a:gs>
                <a:gs pos="28571">
                  <a:srgbClr val="B64631">
                    <a:alpha val="24833"/>
                  </a:srgbClr>
                </a:gs>
                <a:gs pos="42857">
                  <a:srgbClr val="B64631">
                    <a:alpha val="17075"/>
                  </a:srgbClr>
                </a:gs>
                <a:gs pos="57143">
                  <a:srgbClr val="B64631">
                    <a:alpha val="9855"/>
                  </a:srgbClr>
                </a:gs>
                <a:gs pos="71429">
                  <a:srgbClr val="B64631">
                    <a:alpha val="4740"/>
                  </a:srgbClr>
                </a:gs>
                <a:gs pos="85714">
                  <a:srgbClr val="B64631">
                    <a:alpha val="1902"/>
                  </a:srgbClr>
                </a:gs>
                <a:gs pos="100000">
                  <a:srgbClr val="B646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9391213">
              <a:off x="2667859" y="1866309"/>
              <a:ext cx="705837" cy="628051"/>
            </a:xfrm>
            <a:prstGeom prst="ellipse">
              <a:avLst/>
            </a:prstGeom>
            <a:gradFill>
              <a:gsLst>
                <a:gs pos="0">
                  <a:srgbClr val="E55239">
                    <a:alpha val="29184"/>
                  </a:srgbClr>
                </a:gs>
                <a:gs pos="14286">
                  <a:srgbClr val="E55239">
                    <a:alpha val="27180"/>
                  </a:srgbClr>
                </a:gs>
                <a:gs pos="28571">
                  <a:srgbClr val="E55239">
                    <a:alpha val="21829"/>
                  </a:srgbClr>
                </a:gs>
                <a:gs pos="42857">
                  <a:srgbClr val="E55239">
                    <a:alpha val="14916"/>
                  </a:srgbClr>
                </a:gs>
                <a:gs pos="57143">
                  <a:srgbClr val="E55239">
                    <a:alpha val="8562"/>
                  </a:srgbClr>
                </a:gs>
                <a:gs pos="71429">
                  <a:srgbClr val="E55239">
                    <a:alpha val="4103"/>
                  </a:srgbClr>
                </a:gs>
                <a:gs pos="85714">
                  <a:srgbClr val="E55239">
                    <a:alpha val="1643"/>
                  </a:srgbClr>
                </a:gs>
                <a:gs pos="100000">
                  <a:srgbClr val="E55239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-10027218">
              <a:off x="2416924" y="1792119"/>
              <a:ext cx="648893" cy="619696"/>
            </a:xfrm>
            <a:prstGeom prst="ellipse">
              <a:avLst/>
            </a:prstGeom>
            <a:gradFill>
              <a:gsLst>
                <a:gs pos="0">
                  <a:srgbClr val="E46040">
                    <a:alpha val="29322"/>
                  </a:srgbClr>
                </a:gs>
                <a:gs pos="14286">
                  <a:srgbClr val="E46040">
                    <a:alpha val="27310"/>
                  </a:srgbClr>
                </a:gs>
                <a:gs pos="28571">
                  <a:srgbClr val="E46040">
                    <a:alpha val="21938"/>
                  </a:srgbClr>
                </a:gs>
                <a:gs pos="42857">
                  <a:srgbClr val="E46040">
                    <a:alpha val="14994"/>
                  </a:srgbClr>
                </a:gs>
                <a:gs pos="57143">
                  <a:srgbClr val="E46040">
                    <a:alpha val="8608"/>
                  </a:srgbClr>
                </a:gs>
                <a:gs pos="71429">
                  <a:srgbClr val="E46040">
                    <a:alpha val="4126"/>
                  </a:srgbClr>
                </a:gs>
                <a:gs pos="85714">
                  <a:srgbClr val="E46040">
                    <a:alpha val="1652"/>
                  </a:srgbClr>
                </a:gs>
                <a:gs pos="100000">
                  <a:srgbClr val="E46040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-9624879">
              <a:off x="2254052" y="1935145"/>
              <a:ext cx="659272" cy="522544"/>
            </a:xfrm>
            <a:prstGeom prst="ellipse">
              <a:avLst/>
            </a:prstGeom>
            <a:gradFill>
              <a:gsLst>
                <a:gs pos="0">
                  <a:srgbClr val="D1001A">
                    <a:alpha val="32924"/>
                  </a:srgbClr>
                </a:gs>
                <a:gs pos="14286">
                  <a:srgbClr val="D1001A">
                    <a:alpha val="30722"/>
                  </a:srgbClr>
                </a:gs>
                <a:gs pos="28571">
                  <a:srgbClr val="D1001A">
                    <a:alpha val="24797"/>
                  </a:srgbClr>
                </a:gs>
                <a:gs pos="42857">
                  <a:srgbClr val="D1001A">
                    <a:alpha val="17050"/>
                  </a:srgbClr>
                </a:gs>
                <a:gs pos="57143">
                  <a:srgbClr val="D1001A">
                    <a:alpha val="9839"/>
                  </a:srgbClr>
                </a:gs>
                <a:gs pos="71429">
                  <a:srgbClr val="D1001A">
                    <a:alpha val="4733"/>
                  </a:srgbClr>
                </a:gs>
                <a:gs pos="85714">
                  <a:srgbClr val="D1001A">
                    <a:alpha val="1899"/>
                  </a:srgbClr>
                </a:gs>
                <a:gs pos="100000">
                  <a:srgbClr val="D1001A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-10744456">
              <a:off x="2053653" y="1818291"/>
              <a:ext cx="626501" cy="570090"/>
            </a:xfrm>
            <a:prstGeom prst="ellipse">
              <a:avLst/>
            </a:prstGeom>
            <a:gradFill>
              <a:gsLst>
                <a:gs pos="0">
                  <a:srgbClr val="FF6C48">
                    <a:alpha val="26335"/>
                  </a:srgbClr>
                </a:gs>
                <a:gs pos="14286">
                  <a:srgbClr val="FF6C48">
                    <a:alpha val="24491"/>
                  </a:srgbClr>
                </a:gs>
                <a:gs pos="28571">
                  <a:srgbClr val="FF6C48">
                    <a:alpha val="19597"/>
                  </a:srgbClr>
                </a:gs>
                <a:gs pos="42857">
                  <a:srgbClr val="FF6C48">
                    <a:alpha val="13331"/>
                  </a:srgbClr>
                </a:gs>
                <a:gs pos="57143">
                  <a:srgbClr val="FF6C48">
                    <a:alpha val="7621"/>
                  </a:srgbClr>
                </a:gs>
                <a:gs pos="71429">
                  <a:srgbClr val="FF6C48">
                    <a:alpha val="3643"/>
                  </a:srgbClr>
                </a:gs>
                <a:gs pos="85714">
                  <a:srgbClr val="FF6C48">
                    <a:alpha val="1457"/>
                  </a:srgbClr>
                </a:gs>
                <a:gs pos="100000">
                  <a:srgbClr val="FF6C48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4412388">
              <a:off x="1770178" y="1798423"/>
              <a:ext cx="660014" cy="622652"/>
            </a:xfrm>
            <a:prstGeom prst="ellipse">
              <a:avLst/>
            </a:prstGeom>
            <a:gradFill>
              <a:gsLst>
                <a:gs pos="0">
                  <a:srgbClr val="FF4031">
                    <a:alpha val="26818"/>
                  </a:srgbClr>
                </a:gs>
                <a:gs pos="14286">
                  <a:srgbClr val="FF4031">
                    <a:alpha val="24947"/>
                  </a:srgbClr>
                </a:gs>
                <a:gs pos="28571">
                  <a:srgbClr val="FF4031">
                    <a:alpha val="19974"/>
                  </a:srgbClr>
                </a:gs>
                <a:gs pos="42857">
                  <a:srgbClr val="FF4031">
                    <a:alpha val="13597"/>
                  </a:srgbClr>
                </a:gs>
                <a:gs pos="57143">
                  <a:srgbClr val="FF4031">
                    <a:alpha val="7779"/>
                  </a:srgbClr>
                </a:gs>
                <a:gs pos="71429">
                  <a:srgbClr val="FF4031">
                    <a:alpha val="3720"/>
                  </a:srgbClr>
                </a:gs>
                <a:gs pos="85714">
                  <a:srgbClr val="FF4031">
                    <a:alpha val="1488"/>
                  </a:srgbClr>
                </a:gs>
                <a:gs pos="100000">
                  <a:srgbClr val="FF4031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9357713">
              <a:off x="1582227" y="1851143"/>
              <a:ext cx="662754" cy="617185"/>
            </a:xfrm>
            <a:prstGeom prst="ellipse">
              <a:avLst/>
            </a:prstGeom>
            <a:gradFill>
              <a:gsLst>
                <a:gs pos="0">
                  <a:srgbClr val="FD704D">
                    <a:alpha val="28234"/>
                  </a:srgbClr>
                </a:gs>
                <a:gs pos="14286">
                  <a:srgbClr val="FD704D">
                    <a:alpha val="26283"/>
                  </a:srgbClr>
                </a:gs>
                <a:gs pos="28571">
                  <a:srgbClr val="FD704D">
                    <a:alpha val="21082"/>
                  </a:srgbClr>
                </a:gs>
                <a:gs pos="42857">
                  <a:srgbClr val="FD704D">
                    <a:alpha val="14384"/>
                  </a:srgbClr>
                </a:gs>
                <a:gs pos="57143">
                  <a:srgbClr val="FD704D">
                    <a:alpha val="8245"/>
                  </a:srgbClr>
                </a:gs>
                <a:gs pos="71429">
                  <a:srgbClr val="FD704D">
                    <a:alpha val="3948"/>
                  </a:srgbClr>
                </a:gs>
                <a:gs pos="85714">
                  <a:srgbClr val="FD704D">
                    <a:alpha val="1580"/>
                  </a:srgbClr>
                </a:gs>
                <a:gs pos="100000">
                  <a:srgbClr val="FD704D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3675968">
              <a:off x="1344372" y="1829734"/>
              <a:ext cx="697388" cy="610902"/>
            </a:xfrm>
            <a:prstGeom prst="ellipse">
              <a:avLst/>
            </a:prstGeom>
            <a:gradFill>
              <a:gsLst>
                <a:gs pos="0">
                  <a:srgbClr val="F97853">
                    <a:alpha val="31317"/>
                  </a:srgbClr>
                </a:gs>
                <a:gs pos="14286">
                  <a:srgbClr val="F97853">
                    <a:alpha val="29198"/>
                  </a:srgbClr>
                </a:gs>
                <a:gs pos="28571">
                  <a:srgbClr val="F97853">
                    <a:alpha val="23516"/>
                  </a:srgbClr>
                </a:gs>
                <a:gs pos="42857">
                  <a:srgbClr val="F97853">
                    <a:alpha val="16125"/>
                  </a:srgbClr>
                </a:gs>
                <a:gs pos="57143">
                  <a:srgbClr val="F97853">
                    <a:alpha val="9284"/>
                  </a:srgbClr>
                </a:gs>
                <a:gs pos="71429">
                  <a:srgbClr val="F97853">
                    <a:alpha val="4459"/>
                  </a:srgbClr>
                </a:gs>
                <a:gs pos="85714">
                  <a:srgbClr val="F97853">
                    <a:alpha val="1787"/>
                  </a:srgbClr>
                </a:gs>
                <a:gs pos="100000">
                  <a:srgbClr val="F97853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-9285533">
              <a:off x="1195333" y="1853883"/>
              <a:ext cx="668202" cy="626654"/>
            </a:xfrm>
            <a:prstGeom prst="ellipse">
              <a:avLst/>
            </a:prstGeom>
            <a:gradFill>
              <a:gsLst>
                <a:gs pos="0">
                  <a:srgbClr val="F26648">
                    <a:alpha val="32968"/>
                  </a:srgbClr>
                </a:gs>
                <a:gs pos="14286">
                  <a:srgbClr val="F26648">
                    <a:alpha val="30764"/>
                  </a:srgbClr>
                </a:gs>
                <a:gs pos="28571">
                  <a:srgbClr val="F26648">
                    <a:alpha val="24833"/>
                  </a:srgbClr>
                </a:gs>
                <a:gs pos="42857">
                  <a:srgbClr val="F26648">
                    <a:alpha val="17075"/>
                  </a:srgbClr>
                </a:gs>
                <a:gs pos="57143">
                  <a:srgbClr val="F26648">
                    <a:alpha val="9855"/>
                  </a:srgbClr>
                </a:gs>
                <a:gs pos="71429">
                  <a:srgbClr val="F26648">
                    <a:alpha val="4740"/>
                  </a:srgbClr>
                </a:gs>
                <a:gs pos="85714">
                  <a:srgbClr val="F26648">
                    <a:alpha val="1902"/>
                  </a:srgbClr>
                </a:gs>
                <a:gs pos="100000">
                  <a:srgbClr val="F266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9552078">
              <a:off x="968365" y="1833715"/>
              <a:ext cx="657502" cy="625679"/>
            </a:xfrm>
            <a:prstGeom prst="ellipse">
              <a:avLst/>
            </a:prstGeom>
            <a:gradFill>
              <a:gsLst>
                <a:gs pos="0">
                  <a:srgbClr val="FF7A58">
                    <a:alpha val="32968"/>
                  </a:srgbClr>
                </a:gs>
                <a:gs pos="14286">
                  <a:srgbClr val="FF7A58">
                    <a:alpha val="30764"/>
                  </a:srgbClr>
                </a:gs>
                <a:gs pos="28571">
                  <a:srgbClr val="FF7A58">
                    <a:alpha val="24833"/>
                  </a:srgbClr>
                </a:gs>
                <a:gs pos="42857">
                  <a:srgbClr val="FF7A58">
                    <a:alpha val="17075"/>
                  </a:srgbClr>
                </a:gs>
                <a:gs pos="57143">
                  <a:srgbClr val="FF7A58">
                    <a:alpha val="9855"/>
                  </a:srgbClr>
                </a:gs>
                <a:gs pos="71429">
                  <a:srgbClr val="FF7A58">
                    <a:alpha val="4740"/>
                  </a:srgbClr>
                </a:gs>
                <a:gs pos="85714">
                  <a:srgbClr val="FF7A58">
                    <a:alpha val="1902"/>
                  </a:srgbClr>
                </a:gs>
                <a:gs pos="100000">
                  <a:srgbClr val="FF7A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-10478683">
              <a:off x="741390" y="1804019"/>
              <a:ext cx="690555" cy="670115"/>
            </a:xfrm>
            <a:prstGeom prst="ellipse">
              <a:avLst/>
            </a:prstGeom>
            <a:gradFill>
              <a:gsLst>
                <a:gs pos="0">
                  <a:srgbClr val="FF6343">
                    <a:alpha val="32632"/>
                  </a:srgbClr>
                </a:gs>
                <a:gs pos="14286">
                  <a:srgbClr val="FF6343">
                    <a:alpha val="30444"/>
                  </a:srgbClr>
                </a:gs>
                <a:gs pos="28571">
                  <a:srgbClr val="FF6343">
                    <a:alpha val="24564"/>
                  </a:srgbClr>
                </a:gs>
                <a:gs pos="42857">
                  <a:srgbClr val="FF6343">
                    <a:alpha val="16881"/>
                  </a:srgbClr>
                </a:gs>
                <a:gs pos="57143">
                  <a:srgbClr val="FF6343">
                    <a:alpha val="9738"/>
                  </a:srgbClr>
                </a:gs>
                <a:gs pos="71429">
                  <a:srgbClr val="FF6343">
                    <a:alpha val="4682"/>
                  </a:srgbClr>
                </a:gs>
                <a:gs pos="85714">
                  <a:srgbClr val="FF6343">
                    <a:alpha val="1878"/>
                  </a:srgbClr>
                </a:gs>
                <a:gs pos="100000">
                  <a:srgbClr val="FF6343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2752737">
              <a:off x="628350" y="1767647"/>
              <a:ext cx="677355" cy="634909"/>
            </a:xfrm>
            <a:prstGeom prst="ellipse">
              <a:avLst/>
            </a:prstGeom>
            <a:gradFill>
              <a:gsLst>
                <a:gs pos="0">
                  <a:srgbClr val="FF5A4D">
                    <a:alpha val="29858"/>
                  </a:srgbClr>
                </a:gs>
                <a:gs pos="14286">
                  <a:srgbClr val="FF5A4D">
                    <a:alpha val="27817"/>
                  </a:srgbClr>
                </a:gs>
                <a:gs pos="28571">
                  <a:srgbClr val="FF5A4D">
                    <a:alpha val="22360"/>
                  </a:srgbClr>
                </a:gs>
                <a:gs pos="42857">
                  <a:srgbClr val="FF5A4D">
                    <a:alpha val="15296"/>
                  </a:srgbClr>
                </a:gs>
                <a:gs pos="57143">
                  <a:srgbClr val="FF5A4D">
                    <a:alpha val="8788"/>
                  </a:srgbClr>
                </a:gs>
                <a:gs pos="71429">
                  <a:srgbClr val="FF5A4D">
                    <a:alpha val="4214"/>
                  </a:srgbClr>
                </a:gs>
                <a:gs pos="85714">
                  <a:srgbClr val="FF5A4D">
                    <a:alpha val="1688"/>
                  </a:srgbClr>
                </a:gs>
                <a:gs pos="100000">
                  <a:srgbClr val="FF5A4D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-10532852">
              <a:off x="423132" y="1849701"/>
              <a:ext cx="619438" cy="516946"/>
            </a:xfrm>
            <a:prstGeom prst="ellipse">
              <a:avLst/>
            </a:prstGeom>
            <a:gradFill>
              <a:gsLst>
                <a:gs pos="0">
                  <a:srgbClr val="FF876F">
                    <a:alpha val="20056"/>
                  </a:srgbClr>
                </a:gs>
                <a:gs pos="14286">
                  <a:srgbClr val="FF876F">
                    <a:alpha val="18596"/>
                  </a:srgbClr>
                </a:gs>
                <a:gs pos="28571">
                  <a:srgbClr val="FF876F">
                    <a:alpha val="14764"/>
                  </a:srgbClr>
                </a:gs>
                <a:gs pos="42857">
                  <a:srgbClr val="FF876F">
                    <a:alpha val="9948"/>
                  </a:srgbClr>
                </a:gs>
                <a:gs pos="57143">
                  <a:srgbClr val="FF876F">
                    <a:alpha val="5641"/>
                  </a:srgbClr>
                </a:gs>
                <a:gs pos="71429">
                  <a:srgbClr val="FF876F">
                    <a:alpha val="2681"/>
                  </a:srgbClr>
                </a:gs>
                <a:gs pos="85714">
                  <a:srgbClr val="FF876F">
                    <a:alpha val="1069"/>
                  </a:srgbClr>
                </a:gs>
                <a:gs pos="100000">
                  <a:srgbClr val="FF876F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5380233">
              <a:off x="139301" y="1843610"/>
              <a:ext cx="693322" cy="558699"/>
            </a:xfrm>
            <a:prstGeom prst="ellipse">
              <a:avLst/>
            </a:prstGeom>
            <a:gradFill>
              <a:gsLst>
                <a:gs pos="0">
                  <a:srgbClr val="FF0042">
                    <a:alpha val="13962"/>
                  </a:srgbClr>
                </a:gs>
                <a:gs pos="14286">
                  <a:srgbClr val="FF0042">
                    <a:alpha val="12909"/>
                  </a:srgbClr>
                </a:gs>
                <a:gs pos="28571">
                  <a:srgbClr val="FF0042">
                    <a:alpha val="10176"/>
                  </a:srgbClr>
                </a:gs>
                <a:gs pos="42857">
                  <a:srgbClr val="FF0042">
                    <a:alpha val="6797"/>
                  </a:srgbClr>
                </a:gs>
                <a:gs pos="57143">
                  <a:srgbClr val="FF0042">
                    <a:alpha val="3825"/>
                  </a:srgbClr>
                </a:gs>
                <a:gs pos="71429">
                  <a:srgbClr val="FF0042">
                    <a:alpha val="1809"/>
                  </a:srgbClr>
                </a:gs>
                <a:gs pos="85714">
                  <a:srgbClr val="FF0042">
                    <a:alpha val="719"/>
                  </a:srgbClr>
                </a:gs>
                <a:gs pos="100000">
                  <a:srgbClr val="FF0042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4799911">
              <a:off x="-6812" y="1951387"/>
              <a:ext cx="658947" cy="353089"/>
            </a:xfrm>
            <a:prstGeom prst="ellipse">
              <a:avLst/>
            </a:prstGeom>
            <a:gradFill>
              <a:gsLst>
                <a:gs pos="0">
                  <a:srgbClr val="B60000">
                    <a:alpha val="17413"/>
                  </a:srgbClr>
                </a:gs>
                <a:gs pos="14286">
                  <a:srgbClr val="B60000">
                    <a:alpha val="16125"/>
                  </a:srgbClr>
                </a:gs>
                <a:gs pos="28571">
                  <a:srgbClr val="B60000">
                    <a:alpha val="12763"/>
                  </a:srgbClr>
                </a:gs>
                <a:gs pos="42857">
                  <a:srgbClr val="B60000">
                    <a:alpha val="8566"/>
                  </a:srgbClr>
                </a:gs>
                <a:gs pos="57143">
                  <a:srgbClr val="B60000">
                    <a:alpha val="4841"/>
                  </a:srgbClr>
                </a:gs>
                <a:gs pos="71429">
                  <a:srgbClr val="B60000">
                    <a:alpha val="2296"/>
                  </a:srgbClr>
                </a:gs>
                <a:gs pos="85714">
                  <a:srgbClr val="B60000">
                    <a:alpha val="914"/>
                  </a:srgbClr>
                </a:gs>
                <a:gs pos="100000">
                  <a:srgbClr val="B60000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6035901">
              <a:off x="3003938" y="1870743"/>
              <a:ext cx="815288" cy="306371"/>
            </a:xfrm>
            <a:prstGeom prst="ellipse">
              <a:avLst/>
            </a:prstGeom>
            <a:gradFill>
              <a:gsLst>
                <a:gs pos="0">
                  <a:srgbClr val="79271D">
                    <a:alpha val="32968"/>
                  </a:srgbClr>
                </a:gs>
                <a:gs pos="14286">
                  <a:srgbClr val="79271D">
                    <a:alpha val="30764"/>
                  </a:srgbClr>
                </a:gs>
                <a:gs pos="28571">
                  <a:srgbClr val="79271D">
                    <a:alpha val="24833"/>
                  </a:srgbClr>
                </a:gs>
                <a:gs pos="42857">
                  <a:srgbClr val="79271D">
                    <a:alpha val="17075"/>
                  </a:srgbClr>
                </a:gs>
                <a:gs pos="57143">
                  <a:srgbClr val="79271D">
                    <a:alpha val="9855"/>
                  </a:srgbClr>
                </a:gs>
                <a:gs pos="71429">
                  <a:srgbClr val="79271D">
                    <a:alpha val="4740"/>
                  </a:srgbClr>
                </a:gs>
                <a:gs pos="85714">
                  <a:srgbClr val="79271D">
                    <a:alpha val="1902"/>
                  </a:srgbClr>
                </a:gs>
                <a:gs pos="100000">
                  <a:srgbClr val="79271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6447737">
              <a:off x="2791913" y="1614796"/>
              <a:ext cx="736828" cy="637668"/>
            </a:xfrm>
            <a:prstGeom prst="ellipse">
              <a:avLst/>
            </a:prstGeom>
            <a:gradFill>
              <a:gsLst>
                <a:gs pos="0">
                  <a:srgbClr val="D64F37">
                    <a:alpha val="31911"/>
                  </a:srgbClr>
                </a:gs>
                <a:gs pos="14286">
                  <a:srgbClr val="D64F37">
                    <a:alpha val="29761"/>
                  </a:srgbClr>
                </a:gs>
                <a:gs pos="28571">
                  <a:srgbClr val="D64F37">
                    <a:alpha val="23989"/>
                  </a:srgbClr>
                </a:gs>
                <a:gs pos="42857">
                  <a:srgbClr val="D64F37">
                    <a:alpha val="16466"/>
                  </a:srgbClr>
                </a:gs>
                <a:gs pos="57143">
                  <a:srgbClr val="D64F37">
                    <a:alpha val="9488"/>
                  </a:srgbClr>
                </a:gs>
                <a:gs pos="71429">
                  <a:srgbClr val="D64F37">
                    <a:alpha val="4559"/>
                  </a:srgbClr>
                </a:gs>
                <a:gs pos="85714">
                  <a:srgbClr val="D64F37">
                    <a:alpha val="1828"/>
                  </a:srgbClr>
                </a:gs>
                <a:gs pos="100000">
                  <a:srgbClr val="D64F37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7815825">
              <a:off x="2640521" y="1687561"/>
              <a:ext cx="611465" cy="525278"/>
            </a:xfrm>
            <a:prstGeom prst="ellipse">
              <a:avLst/>
            </a:prstGeom>
            <a:gradFill>
              <a:gsLst>
                <a:gs pos="0">
                  <a:srgbClr val="E85238">
                    <a:alpha val="23689"/>
                  </a:srgbClr>
                </a:gs>
                <a:gs pos="14286">
                  <a:srgbClr val="E85238">
                    <a:alpha val="22002"/>
                  </a:srgbClr>
                </a:gs>
                <a:gs pos="28571">
                  <a:srgbClr val="E85238">
                    <a:alpha val="17547"/>
                  </a:srgbClr>
                </a:gs>
                <a:gs pos="42857">
                  <a:srgbClr val="E85238">
                    <a:alpha val="11887"/>
                  </a:srgbClr>
                </a:gs>
                <a:gs pos="57143">
                  <a:srgbClr val="E85238">
                    <a:alpha val="6772"/>
                  </a:srgbClr>
                </a:gs>
                <a:gs pos="71429">
                  <a:srgbClr val="E85238">
                    <a:alpha val="3229"/>
                  </a:srgbClr>
                </a:gs>
                <a:gs pos="85714">
                  <a:srgbClr val="E85238">
                    <a:alpha val="1290"/>
                  </a:srgbClr>
                </a:gs>
                <a:gs pos="100000">
                  <a:srgbClr val="E85238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8653214">
              <a:off x="2443964" y="1572613"/>
              <a:ext cx="674261" cy="612772"/>
            </a:xfrm>
            <a:prstGeom prst="ellipse">
              <a:avLst/>
            </a:prstGeom>
            <a:gradFill>
              <a:gsLst>
                <a:gs pos="0">
                  <a:srgbClr val="DE5133">
                    <a:alpha val="32791"/>
                  </a:srgbClr>
                </a:gs>
                <a:gs pos="14286">
                  <a:srgbClr val="DE5133">
                    <a:alpha val="30596"/>
                  </a:srgbClr>
                </a:gs>
                <a:gs pos="28571">
                  <a:srgbClr val="DE5133">
                    <a:alpha val="24691"/>
                  </a:srgbClr>
                </a:gs>
                <a:gs pos="42857">
                  <a:srgbClr val="DE5133">
                    <a:alpha val="16973"/>
                  </a:srgbClr>
                </a:gs>
                <a:gs pos="57143">
                  <a:srgbClr val="DE5133">
                    <a:alpha val="9793"/>
                  </a:srgbClr>
                </a:gs>
                <a:gs pos="71429">
                  <a:srgbClr val="DE5133">
                    <a:alpha val="4710"/>
                  </a:srgbClr>
                </a:gs>
                <a:gs pos="85714">
                  <a:srgbClr val="DE5133">
                    <a:alpha val="1890"/>
                  </a:srgbClr>
                </a:gs>
                <a:gs pos="100000">
                  <a:srgbClr val="DE5133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3160116">
              <a:off x="2208984" y="1659732"/>
              <a:ext cx="686382" cy="618771"/>
            </a:xfrm>
            <a:prstGeom prst="ellipse">
              <a:avLst/>
            </a:prstGeom>
            <a:gradFill>
              <a:gsLst>
                <a:gs pos="0">
                  <a:srgbClr val="F65338">
                    <a:alpha val="31116"/>
                  </a:srgbClr>
                </a:gs>
                <a:gs pos="14286">
                  <a:srgbClr val="F65338">
                    <a:alpha val="29008"/>
                  </a:srgbClr>
                </a:gs>
                <a:gs pos="28571">
                  <a:srgbClr val="F65338">
                    <a:alpha val="23357"/>
                  </a:srgbClr>
                </a:gs>
                <a:gs pos="42857">
                  <a:srgbClr val="F65338">
                    <a:alpha val="16011"/>
                  </a:srgbClr>
                </a:gs>
                <a:gs pos="57143">
                  <a:srgbClr val="F65338">
                    <a:alpha val="9215"/>
                  </a:srgbClr>
                </a:gs>
                <a:gs pos="71429">
                  <a:srgbClr val="F65338">
                    <a:alpha val="4425"/>
                  </a:srgbClr>
                </a:gs>
                <a:gs pos="85714">
                  <a:srgbClr val="F65338">
                    <a:alpha val="1774"/>
                  </a:srgbClr>
                </a:gs>
                <a:gs pos="100000">
                  <a:srgbClr val="F65338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8809840">
              <a:off x="1985526" y="1646130"/>
              <a:ext cx="692628" cy="563711"/>
            </a:xfrm>
            <a:prstGeom prst="ellipse">
              <a:avLst/>
            </a:prstGeom>
            <a:gradFill>
              <a:gsLst>
                <a:gs pos="0">
                  <a:srgbClr val="F55635">
                    <a:alpha val="32968"/>
                  </a:srgbClr>
                </a:gs>
                <a:gs pos="14286">
                  <a:srgbClr val="F55635">
                    <a:alpha val="30764"/>
                  </a:srgbClr>
                </a:gs>
                <a:gs pos="28571">
                  <a:srgbClr val="F55635">
                    <a:alpha val="24833"/>
                  </a:srgbClr>
                </a:gs>
                <a:gs pos="42857">
                  <a:srgbClr val="F55635">
                    <a:alpha val="17075"/>
                  </a:srgbClr>
                </a:gs>
                <a:gs pos="57143">
                  <a:srgbClr val="F55635">
                    <a:alpha val="9855"/>
                  </a:srgbClr>
                </a:gs>
                <a:gs pos="71429">
                  <a:srgbClr val="F55635">
                    <a:alpha val="4740"/>
                  </a:srgbClr>
                </a:gs>
                <a:gs pos="85714">
                  <a:srgbClr val="F55635">
                    <a:alpha val="1902"/>
                  </a:srgbClr>
                </a:gs>
                <a:gs pos="100000">
                  <a:srgbClr val="F556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-8372162">
              <a:off x="1811183" y="1597214"/>
              <a:ext cx="652215" cy="602986"/>
            </a:xfrm>
            <a:prstGeom prst="ellipse">
              <a:avLst/>
            </a:prstGeom>
            <a:gradFill>
              <a:gsLst>
                <a:gs pos="0">
                  <a:srgbClr val="FF633F">
                    <a:alpha val="27334"/>
                  </a:srgbClr>
                </a:gs>
                <a:gs pos="14286">
                  <a:srgbClr val="FF633F">
                    <a:alpha val="25432"/>
                  </a:srgbClr>
                </a:gs>
                <a:gs pos="28571">
                  <a:srgbClr val="FF633F">
                    <a:alpha val="20376"/>
                  </a:srgbClr>
                </a:gs>
                <a:gs pos="42857">
                  <a:srgbClr val="FF633F">
                    <a:alpha val="13882"/>
                  </a:srgbClr>
                </a:gs>
                <a:gs pos="57143">
                  <a:srgbClr val="FF633F">
                    <a:alpha val="7948"/>
                  </a:srgbClr>
                </a:gs>
                <a:gs pos="71429">
                  <a:srgbClr val="FF633F">
                    <a:alpha val="3802"/>
                  </a:srgbClr>
                </a:gs>
                <a:gs pos="85714">
                  <a:srgbClr val="FF633F">
                    <a:alpha val="1521"/>
                  </a:srgbClr>
                </a:gs>
                <a:gs pos="100000">
                  <a:srgbClr val="FF633F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8990434">
              <a:off x="1659475" y="1717378"/>
              <a:ext cx="634726" cy="528294"/>
            </a:xfrm>
            <a:prstGeom prst="ellipse">
              <a:avLst/>
            </a:prstGeom>
            <a:gradFill>
              <a:gsLst>
                <a:gs pos="0">
                  <a:srgbClr val="DD5A38">
                    <a:alpha val="32592"/>
                  </a:srgbClr>
                </a:gs>
                <a:gs pos="14286">
                  <a:srgbClr val="DD5A38">
                    <a:alpha val="30407"/>
                  </a:srgbClr>
                </a:gs>
                <a:gs pos="28571">
                  <a:srgbClr val="DD5A38">
                    <a:alpha val="24533"/>
                  </a:srgbClr>
                </a:gs>
                <a:gs pos="42857">
                  <a:srgbClr val="DD5A38">
                    <a:alpha val="16858"/>
                  </a:srgbClr>
                </a:gs>
                <a:gs pos="57143">
                  <a:srgbClr val="DD5A38">
                    <a:alpha val="9724"/>
                  </a:srgbClr>
                </a:gs>
                <a:gs pos="71429">
                  <a:srgbClr val="DD5A38">
                    <a:alpha val="4676"/>
                  </a:srgbClr>
                </a:gs>
                <a:gs pos="85714">
                  <a:srgbClr val="DD5A38">
                    <a:alpha val="1876"/>
                  </a:srgbClr>
                </a:gs>
                <a:gs pos="100000">
                  <a:srgbClr val="DD5A38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4138108">
              <a:off x="1319771" y="1676060"/>
              <a:ext cx="684626" cy="597099"/>
            </a:xfrm>
            <a:prstGeom prst="ellipse">
              <a:avLst/>
            </a:prstGeom>
            <a:gradFill>
              <a:gsLst>
                <a:gs pos="0">
                  <a:srgbClr val="D65130">
                    <a:alpha val="32864"/>
                  </a:srgbClr>
                </a:gs>
                <a:gs pos="14286">
                  <a:srgbClr val="D65130">
                    <a:alpha val="30665"/>
                  </a:srgbClr>
                </a:gs>
                <a:gs pos="28571">
                  <a:srgbClr val="D65130">
                    <a:alpha val="24749"/>
                  </a:srgbClr>
                </a:gs>
                <a:gs pos="42857">
                  <a:srgbClr val="D65130">
                    <a:alpha val="17015"/>
                  </a:srgbClr>
                </a:gs>
                <a:gs pos="57143">
                  <a:srgbClr val="D65130">
                    <a:alpha val="9818"/>
                  </a:srgbClr>
                </a:gs>
                <a:gs pos="71429">
                  <a:srgbClr val="D65130">
                    <a:alpha val="4722"/>
                  </a:srgbClr>
                </a:gs>
                <a:gs pos="85714">
                  <a:srgbClr val="D65130">
                    <a:alpha val="1895"/>
                  </a:srgbClr>
                </a:gs>
                <a:gs pos="100000">
                  <a:srgbClr val="D6513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6476006">
              <a:off x="1168244" y="1669303"/>
              <a:ext cx="652940" cy="570758"/>
            </a:xfrm>
            <a:prstGeom prst="ellipse">
              <a:avLst/>
            </a:prstGeom>
            <a:gradFill>
              <a:gsLst>
                <a:gs pos="0">
                  <a:srgbClr val="FE683F">
                    <a:alpha val="13756"/>
                  </a:srgbClr>
                </a:gs>
                <a:gs pos="14286">
                  <a:srgbClr val="FE683F">
                    <a:alpha val="12717"/>
                  </a:srgbClr>
                </a:gs>
                <a:gs pos="28571">
                  <a:srgbClr val="FE683F">
                    <a:alpha val="10023"/>
                  </a:srgbClr>
                </a:gs>
                <a:gs pos="42857">
                  <a:srgbClr val="FE683F">
                    <a:alpha val="6693"/>
                  </a:srgbClr>
                </a:gs>
                <a:gs pos="57143">
                  <a:srgbClr val="FE683F">
                    <a:alpha val="3766"/>
                  </a:srgbClr>
                </a:gs>
                <a:gs pos="71429">
                  <a:srgbClr val="FE683F">
                    <a:alpha val="1781"/>
                  </a:srgbClr>
                </a:gs>
                <a:gs pos="85714">
                  <a:srgbClr val="FE683F">
                    <a:alpha val="708"/>
                  </a:srgbClr>
                </a:gs>
                <a:gs pos="100000">
                  <a:srgbClr val="FE683F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3746373">
              <a:off x="996390" y="1650562"/>
              <a:ext cx="684920" cy="599465"/>
            </a:xfrm>
            <a:prstGeom prst="ellipse">
              <a:avLst/>
            </a:prstGeom>
            <a:gradFill>
              <a:gsLst>
                <a:gs pos="0">
                  <a:srgbClr val="FE5936">
                    <a:alpha val="24097"/>
                  </a:srgbClr>
                </a:gs>
                <a:gs pos="14286">
                  <a:srgbClr val="FE5936">
                    <a:alpha val="22385"/>
                  </a:srgbClr>
                </a:gs>
                <a:gs pos="28571">
                  <a:srgbClr val="FE5936">
                    <a:alpha val="17861"/>
                  </a:srgbClr>
                </a:gs>
                <a:gs pos="42857">
                  <a:srgbClr val="FE5936">
                    <a:alpha val="12108"/>
                  </a:srgbClr>
                </a:gs>
                <a:gs pos="57143">
                  <a:srgbClr val="FE5936">
                    <a:alpha val="6902"/>
                  </a:srgbClr>
                </a:gs>
                <a:gs pos="71429">
                  <a:srgbClr val="FE5936">
                    <a:alpha val="3292"/>
                  </a:srgbClr>
                </a:gs>
                <a:gs pos="85714">
                  <a:srgbClr val="FE5936">
                    <a:alpha val="1315"/>
                  </a:srgbClr>
                </a:gs>
                <a:gs pos="100000">
                  <a:srgbClr val="FE5936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7215763">
              <a:off x="696375" y="1724853"/>
              <a:ext cx="685707" cy="554329"/>
            </a:xfrm>
            <a:prstGeom prst="ellipse">
              <a:avLst/>
            </a:prstGeom>
            <a:gradFill>
              <a:gsLst>
                <a:gs pos="0">
                  <a:srgbClr val="E35D3F">
                    <a:alpha val="32968"/>
                  </a:srgbClr>
                </a:gs>
                <a:gs pos="14286">
                  <a:srgbClr val="E35D3F">
                    <a:alpha val="30764"/>
                  </a:srgbClr>
                </a:gs>
                <a:gs pos="28571">
                  <a:srgbClr val="E35D3F">
                    <a:alpha val="24833"/>
                  </a:srgbClr>
                </a:gs>
                <a:gs pos="42857">
                  <a:srgbClr val="E35D3F">
                    <a:alpha val="17075"/>
                  </a:srgbClr>
                </a:gs>
                <a:gs pos="57143">
                  <a:srgbClr val="E35D3F">
                    <a:alpha val="9855"/>
                  </a:srgbClr>
                </a:gs>
                <a:gs pos="71429">
                  <a:srgbClr val="E35D3F">
                    <a:alpha val="4740"/>
                  </a:srgbClr>
                </a:gs>
                <a:gs pos="85714">
                  <a:srgbClr val="E35D3F">
                    <a:alpha val="1902"/>
                  </a:srgbClr>
                </a:gs>
                <a:gs pos="100000">
                  <a:srgbClr val="E35D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6969889">
              <a:off x="616070" y="1616563"/>
              <a:ext cx="656192" cy="589325"/>
            </a:xfrm>
            <a:prstGeom prst="ellipse">
              <a:avLst/>
            </a:prstGeom>
            <a:gradFill>
              <a:gsLst>
                <a:gs pos="0">
                  <a:srgbClr val="FF8760">
                    <a:alpha val="32968"/>
                  </a:srgbClr>
                </a:gs>
                <a:gs pos="14286">
                  <a:srgbClr val="FF8760">
                    <a:alpha val="30764"/>
                  </a:srgbClr>
                </a:gs>
                <a:gs pos="28571">
                  <a:srgbClr val="FF8760">
                    <a:alpha val="24833"/>
                  </a:srgbClr>
                </a:gs>
                <a:gs pos="42857">
                  <a:srgbClr val="FF8760">
                    <a:alpha val="17075"/>
                  </a:srgbClr>
                </a:gs>
                <a:gs pos="57143">
                  <a:srgbClr val="FF8760">
                    <a:alpha val="9855"/>
                  </a:srgbClr>
                </a:gs>
                <a:gs pos="71429">
                  <a:srgbClr val="FF8760">
                    <a:alpha val="4740"/>
                  </a:srgbClr>
                </a:gs>
                <a:gs pos="85714">
                  <a:srgbClr val="FF8760">
                    <a:alpha val="1902"/>
                  </a:srgbClr>
                </a:gs>
                <a:gs pos="100000">
                  <a:srgbClr val="FF87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9696873">
              <a:off x="435837" y="1630638"/>
              <a:ext cx="664278" cy="607849"/>
            </a:xfrm>
            <a:prstGeom prst="ellipse">
              <a:avLst/>
            </a:prstGeom>
            <a:gradFill>
              <a:gsLst>
                <a:gs pos="0">
                  <a:srgbClr val="FF0012">
                    <a:alpha val="15861"/>
                  </a:srgbClr>
                </a:gs>
                <a:gs pos="14286">
                  <a:srgbClr val="FF0012">
                    <a:alpha val="14678"/>
                  </a:srgbClr>
                </a:gs>
                <a:gs pos="28571">
                  <a:srgbClr val="FF0012">
                    <a:alpha val="11596"/>
                  </a:srgbClr>
                </a:gs>
                <a:gs pos="42857">
                  <a:srgbClr val="FF0012">
                    <a:alpha val="7766"/>
                  </a:srgbClr>
                </a:gs>
                <a:gs pos="57143">
                  <a:srgbClr val="FF0012">
                    <a:alpha val="4381"/>
                  </a:srgbClr>
                </a:gs>
                <a:gs pos="71429">
                  <a:srgbClr val="FF0012">
                    <a:alpha val="2075"/>
                  </a:srgbClr>
                </a:gs>
                <a:gs pos="85714">
                  <a:srgbClr val="FF0012">
                    <a:alpha val="826"/>
                  </a:srgbClr>
                </a:gs>
                <a:gs pos="100000">
                  <a:srgbClr val="FF0012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2942029">
              <a:off x="160040" y="1640987"/>
              <a:ext cx="686131" cy="445863"/>
            </a:xfrm>
            <a:prstGeom prst="ellipse">
              <a:avLst/>
            </a:prstGeom>
            <a:gradFill>
              <a:gsLst>
                <a:gs pos="0">
                  <a:srgbClr val="FF0000">
                    <a:alpha val="30547"/>
                  </a:srgbClr>
                </a:gs>
                <a:gs pos="14286">
                  <a:srgbClr val="FF0000">
                    <a:alpha val="28469"/>
                  </a:srgbClr>
                </a:gs>
                <a:gs pos="28571">
                  <a:srgbClr val="FF0000">
                    <a:alpha val="22905"/>
                  </a:srgbClr>
                </a:gs>
                <a:gs pos="42857">
                  <a:srgbClr val="FF0000">
                    <a:alpha val="15686"/>
                  </a:srgbClr>
                </a:gs>
                <a:gs pos="57143">
                  <a:srgbClr val="FF0000">
                    <a:alpha val="9021"/>
                  </a:srgbClr>
                </a:gs>
                <a:gs pos="71429">
                  <a:srgbClr val="FF0000">
                    <a:alpha val="4329"/>
                  </a:srgbClr>
                </a:gs>
                <a:gs pos="85714">
                  <a:srgbClr val="FF0000">
                    <a:alpha val="1735"/>
                  </a:srgbClr>
                </a:gs>
                <a:gs pos="100000">
                  <a:srgbClr val="FF0000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5377125">
              <a:off x="-85091" y="1774274"/>
              <a:ext cx="644604" cy="274683"/>
            </a:xfrm>
            <a:prstGeom prst="ellipse">
              <a:avLst/>
            </a:prstGeom>
            <a:gradFill>
              <a:gsLst>
                <a:gs pos="0">
                  <a:srgbClr val="EC6B4F">
                    <a:alpha val="32968"/>
                  </a:srgbClr>
                </a:gs>
                <a:gs pos="14286">
                  <a:srgbClr val="EC6B4F">
                    <a:alpha val="30764"/>
                  </a:srgbClr>
                </a:gs>
                <a:gs pos="28571">
                  <a:srgbClr val="EC6B4F">
                    <a:alpha val="24833"/>
                  </a:srgbClr>
                </a:gs>
                <a:gs pos="42857">
                  <a:srgbClr val="EC6B4F">
                    <a:alpha val="17075"/>
                  </a:srgbClr>
                </a:gs>
                <a:gs pos="57143">
                  <a:srgbClr val="EC6B4F">
                    <a:alpha val="9855"/>
                  </a:srgbClr>
                </a:gs>
                <a:gs pos="71429">
                  <a:srgbClr val="EC6B4F">
                    <a:alpha val="4740"/>
                  </a:srgbClr>
                </a:gs>
                <a:gs pos="85714">
                  <a:srgbClr val="EC6B4F">
                    <a:alpha val="1902"/>
                  </a:srgbClr>
                </a:gs>
                <a:gs pos="100000">
                  <a:srgbClr val="EC6B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6023652">
              <a:off x="3018053" y="1522918"/>
              <a:ext cx="686135" cy="352699"/>
            </a:xfrm>
            <a:prstGeom prst="ellipse">
              <a:avLst/>
            </a:prstGeom>
            <a:gradFill>
              <a:gsLst>
                <a:gs pos="0">
                  <a:srgbClr val="D8533C">
                    <a:alpha val="32968"/>
                  </a:srgbClr>
                </a:gs>
                <a:gs pos="14286">
                  <a:srgbClr val="D8533C">
                    <a:alpha val="30764"/>
                  </a:srgbClr>
                </a:gs>
                <a:gs pos="28571">
                  <a:srgbClr val="D8533C">
                    <a:alpha val="24833"/>
                  </a:srgbClr>
                </a:gs>
                <a:gs pos="42857">
                  <a:srgbClr val="D8533C">
                    <a:alpha val="17075"/>
                  </a:srgbClr>
                </a:gs>
                <a:gs pos="57143">
                  <a:srgbClr val="D8533C">
                    <a:alpha val="9855"/>
                  </a:srgbClr>
                </a:gs>
                <a:gs pos="71429">
                  <a:srgbClr val="D8533C">
                    <a:alpha val="4740"/>
                  </a:srgbClr>
                </a:gs>
                <a:gs pos="85714">
                  <a:srgbClr val="D8533C">
                    <a:alpha val="1902"/>
                  </a:srgbClr>
                </a:gs>
                <a:gs pos="100000">
                  <a:srgbClr val="D853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-8221389">
              <a:off x="2829543" y="1521031"/>
              <a:ext cx="697712" cy="506226"/>
            </a:xfrm>
            <a:prstGeom prst="ellipse">
              <a:avLst/>
            </a:prstGeom>
            <a:gradFill>
              <a:gsLst>
                <a:gs pos="0">
                  <a:srgbClr val="C64531">
                    <a:alpha val="32257"/>
                  </a:srgbClr>
                </a:gs>
                <a:gs pos="14286">
                  <a:srgbClr val="C64531">
                    <a:alpha val="30089"/>
                  </a:srgbClr>
                </a:gs>
                <a:gs pos="28571">
                  <a:srgbClr val="C64531">
                    <a:alpha val="24265"/>
                  </a:srgbClr>
                </a:gs>
                <a:gs pos="42857">
                  <a:srgbClr val="C64531">
                    <a:alpha val="16665"/>
                  </a:srgbClr>
                </a:gs>
                <a:gs pos="57143">
                  <a:srgbClr val="C64531">
                    <a:alpha val="9608"/>
                  </a:srgbClr>
                </a:gs>
                <a:gs pos="71429">
                  <a:srgbClr val="C64531">
                    <a:alpha val="4618"/>
                  </a:srgbClr>
                </a:gs>
                <a:gs pos="85714">
                  <a:srgbClr val="C64531">
                    <a:alpha val="1852"/>
                  </a:srgbClr>
                </a:gs>
                <a:gs pos="100000">
                  <a:srgbClr val="C64531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6143948">
              <a:off x="2654946" y="1492603"/>
              <a:ext cx="661796" cy="457134"/>
            </a:xfrm>
            <a:prstGeom prst="ellipse">
              <a:avLst/>
            </a:prstGeom>
            <a:gradFill>
              <a:gsLst>
                <a:gs pos="0">
                  <a:srgbClr val="FE563D">
                    <a:alpha val="17528"/>
                  </a:srgbClr>
                </a:gs>
                <a:gs pos="14286">
                  <a:srgbClr val="FE563D">
                    <a:alpha val="16232"/>
                  </a:srgbClr>
                </a:gs>
                <a:gs pos="28571">
                  <a:srgbClr val="FE563D">
                    <a:alpha val="12849"/>
                  </a:srgbClr>
                </a:gs>
                <a:gs pos="42857">
                  <a:srgbClr val="FE563D">
                    <a:alpha val="8626"/>
                  </a:srgbClr>
                </a:gs>
                <a:gs pos="57143">
                  <a:srgbClr val="FE563D">
                    <a:alpha val="4875"/>
                  </a:srgbClr>
                </a:gs>
                <a:gs pos="71429">
                  <a:srgbClr val="FE563D">
                    <a:alpha val="2312"/>
                  </a:srgbClr>
                </a:gs>
                <a:gs pos="85714">
                  <a:srgbClr val="FE563D">
                    <a:alpha val="921"/>
                  </a:srgbClr>
                </a:gs>
                <a:gs pos="100000">
                  <a:srgbClr val="FE563D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4747571">
              <a:off x="2434079" y="1386518"/>
              <a:ext cx="648597" cy="592344"/>
            </a:xfrm>
            <a:prstGeom prst="ellipse">
              <a:avLst/>
            </a:prstGeom>
            <a:gradFill>
              <a:gsLst>
                <a:gs pos="0">
                  <a:srgbClr val="F64B37">
                    <a:alpha val="21982"/>
                  </a:srgbClr>
                </a:gs>
                <a:gs pos="14286">
                  <a:srgbClr val="F64B37">
                    <a:alpha val="20400"/>
                  </a:srgbClr>
                </a:gs>
                <a:gs pos="28571">
                  <a:srgbClr val="F64B37">
                    <a:alpha val="16235"/>
                  </a:srgbClr>
                </a:gs>
                <a:gs pos="42857">
                  <a:srgbClr val="F64B37">
                    <a:alpha val="10970"/>
                  </a:srgbClr>
                </a:gs>
                <a:gs pos="57143">
                  <a:srgbClr val="F64B37">
                    <a:alpha val="6236"/>
                  </a:srgbClr>
                </a:gs>
                <a:gs pos="71429">
                  <a:srgbClr val="F64B37">
                    <a:alpha val="2969"/>
                  </a:srgbClr>
                </a:gs>
                <a:gs pos="85714">
                  <a:srgbClr val="F64B37">
                    <a:alpha val="1185"/>
                  </a:srgbClr>
                </a:gs>
                <a:gs pos="100000">
                  <a:srgbClr val="F64B37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7809751">
              <a:off x="2199124" y="1406217"/>
              <a:ext cx="694970" cy="675058"/>
            </a:xfrm>
            <a:prstGeom prst="ellipse">
              <a:avLst/>
            </a:prstGeom>
            <a:gradFill>
              <a:gsLst>
                <a:gs pos="0">
                  <a:srgbClr val="FA5238">
                    <a:alpha val="32713"/>
                  </a:srgbClr>
                </a:gs>
                <a:gs pos="14286">
                  <a:srgbClr val="FA5238">
                    <a:alpha val="30521"/>
                  </a:srgbClr>
                </a:gs>
                <a:gs pos="28571">
                  <a:srgbClr val="FA5238">
                    <a:alpha val="24629"/>
                  </a:srgbClr>
                </a:gs>
                <a:gs pos="42857">
                  <a:srgbClr val="FA5238">
                    <a:alpha val="16928"/>
                  </a:srgbClr>
                </a:gs>
                <a:gs pos="57143">
                  <a:srgbClr val="FA5238">
                    <a:alpha val="9766"/>
                  </a:srgbClr>
                </a:gs>
                <a:gs pos="71429">
                  <a:srgbClr val="FA5238">
                    <a:alpha val="4696"/>
                  </a:srgbClr>
                </a:gs>
                <a:gs pos="85714">
                  <a:srgbClr val="FA5238">
                    <a:alpha val="1884"/>
                  </a:srgbClr>
                </a:gs>
                <a:gs pos="100000">
                  <a:srgbClr val="FA5238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-9954855">
              <a:off x="1966849" y="1420579"/>
              <a:ext cx="689517" cy="604869"/>
            </a:xfrm>
            <a:prstGeom prst="ellipse">
              <a:avLst/>
            </a:prstGeom>
            <a:gradFill>
              <a:gsLst>
                <a:gs pos="0">
                  <a:srgbClr val="F55234">
                    <a:alpha val="25462"/>
                  </a:srgbClr>
                </a:gs>
                <a:gs pos="14286">
                  <a:srgbClr val="F55234">
                    <a:alpha val="23669"/>
                  </a:srgbClr>
                </a:gs>
                <a:gs pos="28571">
                  <a:srgbClr val="F55234">
                    <a:alpha val="18918"/>
                  </a:srgbClr>
                </a:gs>
                <a:gs pos="42857">
                  <a:srgbClr val="F55234">
                    <a:alpha val="12851"/>
                  </a:srgbClr>
                </a:gs>
                <a:gs pos="57143">
                  <a:srgbClr val="F55234">
                    <a:alpha val="7339"/>
                  </a:srgbClr>
                </a:gs>
                <a:gs pos="71429">
                  <a:srgbClr val="F55234">
                    <a:alpha val="3505"/>
                  </a:srgbClr>
                </a:gs>
                <a:gs pos="85714">
                  <a:srgbClr val="F55234">
                    <a:alpha val="1401"/>
                  </a:srgbClr>
                </a:gs>
                <a:gs pos="100000">
                  <a:srgbClr val="F55234">
                    <a:alpha val="4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5707373">
              <a:off x="1861095" y="1381260"/>
              <a:ext cx="633523" cy="627036"/>
            </a:xfrm>
            <a:prstGeom prst="ellipse">
              <a:avLst/>
            </a:prstGeom>
            <a:gradFill>
              <a:gsLst>
                <a:gs pos="0">
                  <a:srgbClr val="F55731">
                    <a:alpha val="32598"/>
                  </a:srgbClr>
                </a:gs>
                <a:gs pos="14286">
                  <a:srgbClr val="F55731">
                    <a:alpha val="30412"/>
                  </a:srgbClr>
                </a:gs>
                <a:gs pos="28571">
                  <a:srgbClr val="F55731">
                    <a:alpha val="24537"/>
                  </a:srgbClr>
                </a:gs>
                <a:gs pos="42857">
                  <a:srgbClr val="F55731">
                    <a:alpha val="16861"/>
                  </a:srgbClr>
                </a:gs>
                <a:gs pos="57143">
                  <a:srgbClr val="F55731">
                    <a:alpha val="9726"/>
                  </a:srgbClr>
                </a:gs>
                <a:gs pos="71429">
                  <a:srgbClr val="F55731">
                    <a:alpha val="4677"/>
                  </a:srgbClr>
                </a:gs>
                <a:gs pos="85714">
                  <a:srgbClr val="F55731">
                    <a:alpha val="1876"/>
                  </a:srgbClr>
                </a:gs>
                <a:gs pos="100000">
                  <a:srgbClr val="F55731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7841757">
              <a:off x="1557819" y="1486147"/>
              <a:ext cx="701996" cy="589563"/>
            </a:xfrm>
            <a:prstGeom prst="ellipse">
              <a:avLst/>
            </a:prstGeom>
            <a:gradFill>
              <a:gsLst>
                <a:gs pos="0">
                  <a:srgbClr val="DE2300">
                    <a:alpha val="24179"/>
                  </a:srgbClr>
                </a:gs>
                <a:gs pos="14286">
                  <a:srgbClr val="DE2300">
                    <a:alpha val="22463"/>
                  </a:srgbClr>
                </a:gs>
                <a:gs pos="28571">
                  <a:srgbClr val="DE2300">
                    <a:alpha val="17925"/>
                  </a:srgbClr>
                </a:gs>
                <a:gs pos="42857">
                  <a:srgbClr val="DE2300">
                    <a:alpha val="12153"/>
                  </a:srgbClr>
                </a:gs>
                <a:gs pos="57143">
                  <a:srgbClr val="DE2300">
                    <a:alpha val="6928"/>
                  </a:srgbClr>
                </a:gs>
                <a:gs pos="71429">
                  <a:srgbClr val="DE2300">
                    <a:alpha val="3305"/>
                  </a:srgbClr>
                </a:gs>
                <a:gs pos="85714">
                  <a:srgbClr val="DE2300">
                    <a:alpha val="1320"/>
                  </a:srgbClr>
                </a:gs>
                <a:gs pos="100000">
                  <a:srgbClr val="DE2300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2776680">
              <a:off x="1407726" y="1496636"/>
              <a:ext cx="680658" cy="537598"/>
            </a:xfrm>
            <a:prstGeom prst="ellipse">
              <a:avLst/>
            </a:prstGeom>
            <a:gradFill>
              <a:gsLst>
                <a:gs pos="0">
                  <a:srgbClr val="D42603">
                    <a:alpha val="20238"/>
                  </a:srgbClr>
                </a:gs>
                <a:gs pos="14286">
                  <a:srgbClr val="D42603">
                    <a:alpha val="18765"/>
                  </a:srgbClr>
                </a:gs>
                <a:gs pos="28571">
                  <a:srgbClr val="D42603">
                    <a:alpha val="14902"/>
                  </a:srgbClr>
                </a:gs>
                <a:gs pos="42857">
                  <a:srgbClr val="D42603">
                    <a:alpha val="10044"/>
                  </a:srgbClr>
                </a:gs>
                <a:gs pos="57143">
                  <a:srgbClr val="D42603">
                    <a:alpha val="5696"/>
                  </a:srgbClr>
                </a:gs>
                <a:gs pos="71429">
                  <a:srgbClr val="D42603">
                    <a:alpha val="2708"/>
                  </a:srgbClr>
                </a:gs>
                <a:gs pos="85714">
                  <a:srgbClr val="D42603">
                    <a:alpha val="1080"/>
                  </a:srgbClr>
                </a:gs>
                <a:gs pos="100000">
                  <a:srgbClr val="D42603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8778426">
              <a:off x="1136347" y="1419523"/>
              <a:ext cx="684566" cy="634101"/>
            </a:xfrm>
            <a:prstGeom prst="ellipse">
              <a:avLst/>
            </a:prstGeom>
            <a:gradFill>
              <a:gsLst>
                <a:gs pos="0">
                  <a:srgbClr val="FC583B">
                    <a:alpha val="32968"/>
                  </a:srgbClr>
                </a:gs>
                <a:gs pos="14286">
                  <a:srgbClr val="FC583B">
                    <a:alpha val="30764"/>
                  </a:srgbClr>
                </a:gs>
                <a:gs pos="28571">
                  <a:srgbClr val="FC583B">
                    <a:alpha val="24833"/>
                  </a:srgbClr>
                </a:gs>
                <a:gs pos="42857">
                  <a:srgbClr val="FC583B">
                    <a:alpha val="17075"/>
                  </a:srgbClr>
                </a:gs>
                <a:gs pos="57143">
                  <a:srgbClr val="FC583B">
                    <a:alpha val="9855"/>
                  </a:srgbClr>
                </a:gs>
                <a:gs pos="71429">
                  <a:srgbClr val="FC583B">
                    <a:alpha val="4740"/>
                  </a:srgbClr>
                </a:gs>
                <a:gs pos="85714">
                  <a:srgbClr val="FC583B">
                    <a:alpha val="1902"/>
                  </a:srgbClr>
                </a:gs>
                <a:gs pos="100000">
                  <a:srgbClr val="FC58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8752461">
              <a:off x="1034691" y="1406477"/>
              <a:ext cx="653825" cy="636736"/>
            </a:xfrm>
            <a:prstGeom prst="ellipse">
              <a:avLst/>
            </a:prstGeom>
            <a:gradFill>
              <a:gsLst>
                <a:gs pos="0">
                  <a:srgbClr val="D36037">
                    <a:alpha val="32968"/>
                  </a:srgbClr>
                </a:gs>
                <a:gs pos="14286">
                  <a:srgbClr val="D36037">
                    <a:alpha val="30764"/>
                  </a:srgbClr>
                </a:gs>
                <a:gs pos="28571">
                  <a:srgbClr val="D36037">
                    <a:alpha val="24833"/>
                  </a:srgbClr>
                </a:gs>
                <a:gs pos="42857">
                  <a:srgbClr val="D36037">
                    <a:alpha val="17075"/>
                  </a:srgbClr>
                </a:gs>
                <a:gs pos="57143">
                  <a:srgbClr val="D36037">
                    <a:alpha val="9855"/>
                  </a:srgbClr>
                </a:gs>
                <a:gs pos="71429">
                  <a:srgbClr val="D36037">
                    <a:alpha val="4740"/>
                  </a:srgbClr>
                </a:gs>
                <a:gs pos="85714">
                  <a:srgbClr val="D36037">
                    <a:alpha val="1902"/>
                  </a:srgbClr>
                </a:gs>
                <a:gs pos="100000">
                  <a:srgbClr val="D36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8178455">
              <a:off x="794413" y="1437898"/>
              <a:ext cx="694129" cy="669297"/>
            </a:xfrm>
            <a:prstGeom prst="ellipse">
              <a:avLst/>
            </a:prstGeom>
            <a:gradFill>
              <a:gsLst>
                <a:gs pos="0">
                  <a:srgbClr val="FF5A42">
                    <a:alpha val="32968"/>
                  </a:srgbClr>
                </a:gs>
                <a:gs pos="14286">
                  <a:srgbClr val="FF5A42">
                    <a:alpha val="30764"/>
                  </a:srgbClr>
                </a:gs>
                <a:gs pos="28571">
                  <a:srgbClr val="FF5A42">
                    <a:alpha val="24833"/>
                  </a:srgbClr>
                </a:gs>
                <a:gs pos="42857">
                  <a:srgbClr val="FF5A42">
                    <a:alpha val="17075"/>
                  </a:srgbClr>
                </a:gs>
                <a:gs pos="57143">
                  <a:srgbClr val="FF5A42">
                    <a:alpha val="9855"/>
                  </a:srgbClr>
                </a:gs>
                <a:gs pos="71429">
                  <a:srgbClr val="FF5A42">
                    <a:alpha val="4740"/>
                  </a:srgbClr>
                </a:gs>
                <a:gs pos="85714">
                  <a:srgbClr val="FF5A42">
                    <a:alpha val="1902"/>
                  </a:srgbClr>
                </a:gs>
                <a:gs pos="100000">
                  <a:srgbClr val="FF5A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4178553">
              <a:off x="572856" y="1453110"/>
              <a:ext cx="638883" cy="611400"/>
            </a:xfrm>
            <a:prstGeom prst="ellipse">
              <a:avLst/>
            </a:prstGeom>
            <a:gradFill>
              <a:gsLst>
                <a:gs pos="0">
                  <a:srgbClr val="FF2F00">
                    <a:alpha val="19499"/>
                  </a:srgbClr>
                </a:gs>
                <a:gs pos="14286">
                  <a:srgbClr val="FF2F00">
                    <a:alpha val="18074"/>
                  </a:srgbClr>
                </a:gs>
                <a:gs pos="28571">
                  <a:srgbClr val="FF2F00">
                    <a:alpha val="14340"/>
                  </a:srgbClr>
                </a:gs>
                <a:gs pos="42857">
                  <a:srgbClr val="FF2F00">
                    <a:alpha val="9654"/>
                  </a:srgbClr>
                </a:gs>
                <a:gs pos="57143">
                  <a:srgbClr val="FF2F00">
                    <a:alpha val="5470"/>
                  </a:srgbClr>
                </a:gs>
                <a:gs pos="71429">
                  <a:srgbClr val="FF2F00">
                    <a:alpha val="2599"/>
                  </a:srgbClr>
                </a:gs>
                <a:gs pos="85714">
                  <a:srgbClr val="FF2F00">
                    <a:alpha val="1036"/>
                  </a:srgbClr>
                </a:gs>
                <a:gs pos="100000">
                  <a:srgbClr val="FF2F00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6903161">
              <a:off x="431051" y="1490949"/>
              <a:ext cx="553247" cy="453918"/>
            </a:xfrm>
            <a:prstGeom prst="ellipse">
              <a:avLst/>
            </a:prstGeom>
            <a:gradFill>
              <a:gsLst>
                <a:gs pos="0">
                  <a:srgbClr val="FFFF00">
                    <a:alpha val="9877"/>
                  </a:srgbClr>
                </a:gs>
                <a:gs pos="14286">
                  <a:srgbClr val="FFFF00">
                    <a:alpha val="9116"/>
                  </a:srgbClr>
                </a:gs>
                <a:gs pos="28571">
                  <a:srgbClr val="FFFF00">
                    <a:alpha val="7153"/>
                  </a:srgbClr>
                </a:gs>
                <a:gs pos="42857">
                  <a:srgbClr val="FFFF00">
                    <a:alpha val="4751"/>
                  </a:srgbClr>
                </a:gs>
                <a:gs pos="57143">
                  <a:srgbClr val="FFFF00">
                    <a:alpha val="2661"/>
                  </a:srgbClr>
                </a:gs>
                <a:gs pos="71429">
                  <a:srgbClr val="FFFF00">
                    <a:alpha val="1255"/>
                  </a:srgbClr>
                </a:gs>
                <a:gs pos="85714">
                  <a:srgbClr val="FFFF00">
                    <a:alpha val="498"/>
                  </a:srgbClr>
                </a:gs>
                <a:gs pos="100000">
                  <a:srgbClr val="FFFF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5750825">
              <a:off x="-44144" y="1449082"/>
              <a:ext cx="742091" cy="408538"/>
            </a:xfrm>
            <a:prstGeom prst="ellipse">
              <a:avLst/>
            </a:prstGeom>
            <a:gradFill>
              <a:gsLst>
                <a:gs pos="0">
                  <a:srgbClr val="FF0700">
                    <a:alpha val="31679"/>
                  </a:srgbClr>
                </a:gs>
                <a:gs pos="14286">
                  <a:srgbClr val="FF0700">
                    <a:alpha val="29541"/>
                  </a:srgbClr>
                </a:gs>
                <a:gs pos="28571">
                  <a:srgbClr val="FF0700">
                    <a:alpha val="23804"/>
                  </a:srgbClr>
                </a:gs>
                <a:gs pos="42857">
                  <a:srgbClr val="FF0700">
                    <a:alpha val="16333"/>
                  </a:srgbClr>
                </a:gs>
                <a:gs pos="57143">
                  <a:srgbClr val="FF0700">
                    <a:alpha val="9409"/>
                  </a:srgbClr>
                </a:gs>
                <a:gs pos="71429">
                  <a:srgbClr val="FF0700">
                    <a:alpha val="4520"/>
                  </a:srgbClr>
                </a:gs>
                <a:gs pos="85714">
                  <a:srgbClr val="FF0700">
                    <a:alpha val="1812"/>
                  </a:srgbClr>
                </a:gs>
                <a:gs pos="100000">
                  <a:srgbClr val="FF0700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3842274">
              <a:off x="3072508" y="1348974"/>
              <a:ext cx="633999" cy="476085"/>
            </a:xfrm>
            <a:prstGeom prst="ellipse">
              <a:avLst/>
            </a:prstGeom>
            <a:gradFill>
              <a:gsLst>
                <a:gs pos="0">
                  <a:srgbClr val="000000">
                    <a:alpha val="11729"/>
                  </a:srgbClr>
                </a:gs>
                <a:gs pos="14286">
                  <a:srgbClr val="000000">
                    <a:alpha val="10834"/>
                  </a:srgbClr>
                </a:gs>
                <a:gs pos="28571">
                  <a:srgbClr val="000000">
                    <a:alpha val="8519"/>
                  </a:srgbClr>
                </a:gs>
                <a:gs pos="42857">
                  <a:srgbClr val="000000">
                    <a:alpha val="5673"/>
                  </a:srgbClr>
                </a:gs>
                <a:gs pos="57143">
                  <a:srgbClr val="000000">
                    <a:alpha val="3184"/>
                  </a:srgbClr>
                </a:gs>
                <a:gs pos="71429">
                  <a:srgbClr val="000000">
                    <a:alpha val="1503"/>
                  </a:srgbClr>
                </a:gs>
                <a:gs pos="85714">
                  <a:srgbClr val="000000">
                    <a:alpha val="597"/>
                  </a:srgbClr>
                </a:gs>
                <a:gs pos="100000">
                  <a:srgbClr val="000000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4353427">
              <a:off x="2821884" y="1272482"/>
              <a:ext cx="776471" cy="505591"/>
            </a:xfrm>
            <a:prstGeom prst="ellipse">
              <a:avLst/>
            </a:prstGeom>
            <a:gradFill>
              <a:gsLst>
                <a:gs pos="0">
                  <a:srgbClr val="E14B36">
                    <a:alpha val="30283"/>
                  </a:srgbClr>
                </a:gs>
                <a:gs pos="14286">
                  <a:srgbClr val="E14B36">
                    <a:alpha val="28219"/>
                  </a:srgbClr>
                </a:gs>
                <a:gs pos="28571">
                  <a:srgbClr val="E14B36">
                    <a:alpha val="22696"/>
                  </a:srgbClr>
                </a:gs>
                <a:gs pos="42857">
                  <a:srgbClr val="E14B36">
                    <a:alpha val="15537"/>
                  </a:srgbClr>
                </a:gs>
                <a:gs pos="57143">
                  <a:srgbClr val="E14B36">
                    <a:alpha val="8932"/>
                  </a:srgbClr>
                </a:gs>
                <a:gs pos="71429">
                  <a:srgbClr val="E14B36">
                    <a:alpha val="4285"/>
                  </a:srgbClr>
                </a:gs>
                <a:gs pos="85714">
                  <a:srgbClr val="E14B36">
                    <a:alpha val="1717"/>
                  </a:srgbClr>
                </a:gs>
                <a:gs pos="100000">
                  <a:srgbClr val="E14B36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6099429">
              <a:off x="2630196" y="1276999"/>
              <a:ext cx="642222" cy="547057"/>
            </a:xfrm>
            <a:prstGeom prst="ellipse">
              <a:avLst/>
            </a:prstGeom>
            <a:gradFill>
              <a:gsLst>
                <a:gs pos="0">
                  <a:srgbClr val="E04A36">
                    <a:alpha val="23085"/>
                  </a:srgbClr>
                </a:gs>
                <a:gs pos="14286">
                  <a:srgbClr val="E04A36">
                    <a:alpha val="21435"/>
                  </a:srgbClr>
                </a:gs>
                <a:gs pos="28571">
                  <a:srgbClr val="E04A36">
                    <a:alpha val="17082"/>
                  </a:srgbClr>
                </a:gs>
                <a:gs pos="42857">
                  <a:srgbClr val="E04A36">
                    <a:alpha val="11561"/>
                  </a:srgbClr>
                </a:gs>
                <a:gs pos="57143">
                  <a:srgbClr val="E04A36">
                    <a:alpha val="6581"/>
                  </a:srgbClr>
                </a:gs>
                <a:gs pos="71429">
                  <a:srgbClr val="E04A36">
                    <a:alpha val="3136"/>
                  </a:srgbClr>
                </a:gs>
                <a:gs pos="85714">
                  <a:srgbClr val="E04A36">
                    <a:alpha val="1252"/>
                  </a:srgbClr>
                </a:gs>
                <a:gs pos="100000">
                  <a:srgbClr val="E04A36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8661815">
              <a:off x="2474350" y="1271934"/>
              <a:ext cx="638716" cy="618654"/>
            </a:xfrm>
            <a:prstGeom prst="ellipse">
              <a:avLst/>
            </a:prstGeom>
            <a:gradFill>
              <a:gsLst>
                <a:gs pos="0">
                  <a:srgbClr val="DD4B32">
                    <a:alpha val="29417"/>
                  </a:srgbClr>
                </a:gs>
                <a:gs pos="14286">
                  <a:srgbClr val="DD4B32">
                    <a:alpha val="27400"/>
                  </a:srgbClr>
                </a:gs>
                <a:gs pos="28571">
                  <a:srgbClr val="DD4B32">
                    <a:alpha val="22013"/>
                  </a:srgbClr>
                </a:gs>
                <a:gs pos="42857">
                  <a:srgbClr val="DD4B32">
                    <a:alpha val="15048"/>
                  </a:srgbClr>
                </a:gs>
                <a:gs pos="57143">
                  <a:srgbClr val="DD4B32">
                    <a:alpha val="8640"/>
                  </a:srgbClr>
                </a:gs>
                <a:gs pos="71429">
                  <a:srgbClr val="DD4B32">
                    <a:alpha val="4142"/>
                  </a:srgbClr>
                </a:gs>
                <a:gs pos="85714">
                  <a:srgbClr val="DD4B32">
                    <a:alpha val="1659"/>
                  </a:srgbClr>
                </a:gs>
                <a:gs pos="100000">
                  <a:srgbClr val="DD4B32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7990235">
              <a:off x="2258486" y="1209871"/>
              <a:ext cx="690844" cy="601483"/>
            </a:xfrm>
            <a:prstGeom prst="ellipse">
              <a:avLst/>
            </a:prstGeom>
            <a:gradFill>
              <a:gsLst>
                <a:gs pos="0">
                  <a:srgbClr val="EF4E34">
                    <a:alpha val="31699"/>
                  </a:srgbClr>
                </a:gs>
                <a:gs pos="14286">
                  <a:srgbClr val="EF4E34">
                    <a:alpha val="29560"/>
                  </a:srgbClr>
                </a:gs>
                <a:gs pos="28571">
                  <a:srgbClr val="EF4E34">
                    <a:alpha val="23820"/>
                  </a:srgbClr>
                </a:gs>
                <a:gs pos="42857">
                  <a:srgbClr val="EF4E34">
                    <a:alpha val="16344"/>
                  </a:srgbClr>
                </a:gs>
                <a:gs pos="57143">
                  <a:srgbClr val="EF4E34">
                    <a:alpha val="9415"/>
                  </a:srgbClr>
                </a:gs>
                <a:gs pos="71429">
                  <a:srgbClr val="EF4E34">
                    <a:alpha val="4523"/>
                  </a:srgbClr>
                </a:gs>
                <a:gs pos="85714">
                  <a:srgbClr val="EF4E34">
                    <a:alpha val="1814"/>
                  </a:srgbClr>
                </a:gs>
                <a:gs pos="100000">
                  <a:srgbClr val="EF4E34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-9555556">
              <a:off x="2051446" y="1278827"/>
              <a:ext cx="677283" cy="581341"/>
            </a:xfrm>
            <a:prstGeom prst="ellipse">
              <a:avLst/>
            </a:prstGeom>
            <a:gradFill>
              <a:gsLst>
                <a:gs pos="0">
                  <a:srgbClr val="FC563D">
                    <a:alpha val="32481"/>
                  </a:srgbClr>
                </a:gs>
                <a:gs pos="14286">
                  <a:srgbClr val="FC563D">
                    <a:alpha val="30301"/>
                  </a:srgbClr>
                </a:gs>
                <a:gs pos="28571">
                  <a:srgbClr val="FC563D">
                    <a:alpha val="24443"/>
                  </a:srgbClr>
                </a:gs>
                <a:gs pos="42857">
                  <a:srgbClr val="FC563D">
                    <a:alpha val="16794"/>
                  </a:srgbClr>
                </a:gs>
                <a:gs pos="57143">
                  <a:srgbClr val="FC563D">
                    <a:alpha val="9685"/>
                  </a:srgbClr>
                </a:gs>
                <a:gs pos="71429">
                  <a:srgbClr val="FC563D">
                    <a:alpha val="4657"/>
                  </a:srgbClr>
                </a:gs>
                <a:gs pos="85714">
                  <a:srgbClr val="FC563D">
                    <a:alpha val="1868"/>
                  </a:srgbClr>
                </a:gs>
                <a:gs pos="100000">
                  <a:srgbClr val="FC563D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-9446590">
              <a:off x="1772230" y="1237995"/>
              <a:ext cx="682871" cy="623264"/>
            </a:xfrm>
            <a:prstGeom prst="ellipse">
              <a:avLst/>
            </a:prstGeom>
            <a:gradFill>
              <a:gsLst>
                <a:gs pos="0">
                  <a:srgbClr val="E45740">
                    <a:alpha val="32968"/>
                  </a:srgbClr>
                </a:gs>
                <a:gs pos="14286">
                  <a:srgbClr val="E45740">
                    <a:alpha val="30764"/>
                  </a:srgbClr>
                </a:gs>
                <a:gs pos="28571">
                  <a:srgbClr val="E45740">
                    <a:alpha val="24833"/>
                  </a:srgbClr>
                </a:gs>
                <a:gs pos="42857">
                  <a:srgbClr val="E45740">
                    <a:alpha val="17075"/>
                  </a:srgbClr>
                </a:gs>
                <a:gs pos="57143">
                  <a:srgbClr val="E45740">
                    <a:alpha val="9855"/>
                  </a:srgbClr>
                </a:gs>
                <a:gs pos="71429">
                  <a:srgbClr val="E45740">
                    <a:alpha val="4740"/>
                  </a:srgbClr>
                </a:gs>
                <a:gs pos="85714">
                  <a:srgbClr val="E45740">
                    <a:alpha val="1902"/>
                  </a:srgbClr>
                </a:gs>
                <a:gs pos="100000">
                  <a:srgbClr val="E457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-8669362">
              <a:off x="1622265" y="1267824"/>
              <a:ext cx="665971" cy="576849"/>
            </a:xfrm>
            <a:prstGeom prst="ellipse">
              <a:avLst/>
            </a:prstGeom>
            <a:gradFill>
              <a:gsLst>
                <a:gs pos="0">
                  <a:srgbClr val="FA6A3E">
                    <a:alpha val="24573"/>
                  </a:srgbClr>
                </a:gs>
                <a:gs pos="14286">
                  <a:srgbClr val="FA6A3E">
                    <a:alpha val="22833"/>
                  </a:srgbClr>
                </a:gs>
                <a:gs pos="28571">
                  <a:srgbClr val="FA6A3E">
                    <a:alpha val="18229"/>
                  </a:srgbClr>
                </a:gs>
                <a:gs pos="42857">
                  <a:srgbClr val="FA6A3E">
                    <a:alpha val="12366"/>
                  </a:srgbClr>
                </a:gs>
                <a:gs pos="57143">
                  <a:srgbClr val="FA6A3E">
                    <a:alpha val="7053"/>
                  </a:srgbClr>
                </a:gs>
                <a:gs pos="71429">
                  <a:srgbClr val="FA6A3E">
                    <a:alpha val="3366"/>
                  </a:srgbClr>
                </a:gs>
                <a:gs pos="85714">
                  <a:srgbClr val="FA6A3E">
                    <a:alpha val="1345"/>
                  </a:srgbClr>
                </a:gs>
                <a:gs pos="100000">
                  <a:srgbClr val="FA6A3E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8547943">
              <a:off x="1364190" y="1160265"/>
              <a:ext cx="694211" cy="626977"/>
            </a:xfrm>
            <a:prstGeom prst="ellipse">
              <a:avLst/>
            </a:prstGeom>
            <a:gradFill>
              <a:gsLst>
                <a:gs pos="0">
                  <a:srgbClr val="FC7C4F">
                    <a:alpha val="31570"/>
                  </a:srgbClr>
                </a:gs>
                <a:gs pos="14286">
                  <a:srgbClr val="FC7C4F">
                    <a:alpha val="29438"/>
                  </a:srgbClr>
                </a:gs>
                <a:gs pos="28571">
                  <a:srgbClr val="FC7C4F">
                    <a:alpha val="23717"/>
                  </a:srgbClr>
                </a:gs>
                <a:gs pos="42857">
                  <a:srgbClr val="FC7C4F">
                    <a:alpha val="16270"/>
                  </a:srgbClr>
                </a:gs>
                <a:gs pos="57143">
                  <a:srgbClr val="FC7C4F">
                    <a:alpha val="9371"/>
                  </a:srgbClr>
                </a:gs>
                <a:gs pos="71429">
                  <a:srgbClr val="FC7C4F">
                    <a:alpha val="4501"/>
                  </a:srgbClr>
                </a:gs>
                <a:gs pos="85714">
                  <a:srgbClr val="FC7C4F">
                    <a:alpha val="1805"/>
                  </a:srgbClr>
                </a:gs>
                <a:gs pos="100000">
                  <a:srgbClr val="FC7C4F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-8382574">
              <a:off x="1212008" y="1187269"/>
              <a:ext cx="660433" cy="604573"/>
            </a:xfrm>
            <a:prstGeom prst="ellipse">
              <a:avLst/>
            </a:prstGeom>
            <a:gradFill>
              <a:gsLst>
                <a:gs pos="0">
                  <a:srgbClr val="EC5B3E">
                    <a:alpha val="32276"/>
                  </a:srgbClr>
                </a:gs>
                <a:gs pos="14286">
                  <a:srgbClr val="EC5B3E">
                    <a:alpha val="30107"/>
                  </a:srgbClr>
                </a:gs>
                <a:gs pos="28571">
                  <a:srgbClr val="EC5B3E">
                    <a:alpha val="24280"/>
                  </a:srgbClr>
                </a:gs>
                <a:gs pos="42857">
                  <a:srgbClr val="EC5B3E">
                    <a:alpha val="16676"/>
                  </a:srgbClr>
                </a:gs>
                <a:gs pos="57143">
                  <a:srgbClr val="EC5B3E">
                    <a:alpha val="9614"/>
                  </a:srgbClr>
                </a:gs>
                <a:gs pos="71429">
                  <a:srgbClr val="EC5B3E">
                    <a:alpha val="4622"/>
                  </a:srgbClr>
                </a:gs>
                <a:gs pos="85714">
                  <a:srgbClr val="EC5B3E">
                    <a:alpha val="1854"/>
                  </a:srgbClr>
                </a:gs>
                <a:gs pos="100000">
                  <a:srgbClr val="EC5B3E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9975814">
              <a:off x="962754" y="1207075"/>
              <a:ext cx="660518" cy="654248"/>
            </a:xfrm>
            <a:prstGeom prst="ellipse">
              <a:avLst/>
            </a:prstGeom>
            <a:gradFill>
              <a:gsLst>
                <a:gs pos="0">
                  <a:srgbClr val="FE5742">
                    <a:alpha val="29496"/>
                  </a:srgbClr>
                </a:gs>
                <a:gs pos="14286">
                  <a:srgbClr val="FE5742">
                    <a:alpha val="27474"/>
                  </a:srgbClr>
                </a:gs>
                <a:gs pos="28571">
                  <a:srgbClr val="FE5742">
                    <a:alpha val="22074"/>
                  </a:srgbClr>
                </a:gs>
                <a:gs pos="42857">
                  <a:srgbClr val="FE5742">
                    <a:alpha val="15091"/>
                  </a:srgbClr>
                </a:gs>
                <a:gs pos="57143">
                  <a:srgbClr val="FE5742">
                    <a:alpha val="8666"/>
                  </a:srgbClr>
                </a:gs>
                <a:gs pos="71429">
                  <a:srgbClr val="FE5742">
                    <a:alpha val="4154"/>
                  </a:srgbClr>
                </a:gs>
                <a:gs pos="85714">
                  <a:srgbClr val="FE5742">
                    <a:alpha val="1664"/>
                  </a:srgbClr>
                </a:gs>
                <a:gs pos="100000">
                  <a:srgbClr val="FE5742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4705680">
              <a:off x="818904" y="1201527"/>
              <a:ext cx="632936" cy="597423"/>
            </a:xfrm>
            <a:prstGeom prst="ellipse">
              <a:avLst/>
            </a:prstGeom>
            <a:gradFill>
              <a:gsLst>
                <a:gs pos="0">
                  <a:srgbClr val="FF7A55">
                    <a:alpha val="32968"/>
                  </a:srgbClr>
                </a:gs>
                <a:gs pos="14286">
                  <a:srgbClr val="FF7A55">
                    <a:alpha val="30764"/>
                  </a:srgbClr>
                </a:gs>
                <a:gs pos="28571">
                  <a:srgbClr val="FF7A55">
                    <a:alpha val="24833"/>
                  </a:srgbClr>
                </a:gs>
                <a:gs pos="42857">
                  <a:srgbClr val="FF7A55">
                    <a:alpha val="17075"/>
                  </a:srgbClr>
                </a:gs>
                <a:gs pos="57143">
                  <a:srgbClr val="FF7A55">
                    <a:alpha val="9855"/>
                  </a:srgbClr>
                </a:gs>
                <a:gs pos="71429">
                  <a:srgbClr val="FF7A55">
                    <a:alpha val="4740"/>
                  </a:srgbClr>
                </a:gs>
                <a:gs pos="85714">
                  <a:srgbClr val="FF7A55">
                    <a:alpha val="1902"/>
                  </a:srgbClr>
                </a:gs>
                <a:gs pos="100000">
                  <a:srgbClr val="FF7A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7621134">
              <a:off x="661606" y="1243240"/>
              <a:ext cx="639225" cy="557238"/>
            </a:xfrm>
            <a:prstGeom prst="ellipse">
              <a:avLst/>
            </a:prstGeom>
            <a:gradFill>
              <a:gsLst>
                <a:gs pos="0">
                  <a:srgbClr val="FF805F">
                    <a:alpha val="32167"/>
                  </a:srgbClr>
                </a:gs>
                <a:gs pos="14286">
                  <a:srgbClr val="FF805F">
                    <a:alpha val="30004"/>
                  </a:srgbClr>
                </a:gs>
                <a:gs pos="28571">
                  <a:srgbClr val="FF805F">
                    <a:alpha val="24193"/>
                  </a:srgbClr>
                </a:gs>
                <a:gs pos="42857">
                  <a:srgbClr val="FF805F">
                    <a:alpha val="16613"/>
                  </a:srgbClr>
                </a:gs>
                <a:gs pos="57143">
                  <a:srgbClr val="FF805F">
                    <a:alpha val="9577"/>
                  </a:srgbClr>
                </a:gs>
                <a:gs pos="71429">
                  <a:srgbClr val="FF805F">
                    <a:alpha val="4603"/>
                  </a:srgbClr>
                </a:gs>
                <a:gs pos="85714">
                  <a:srgbClr val="FF805F">
                    <a:alpha val="1846"/>
                  </a:srgbClr>
                </a:gs>
                <a:gs pos="100000">
                  <a:srgbClr val="FF805F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4507424">
              <a:off x="422645" y="1304418"/>
              <a:ext cx="627848" cy="507891"/>
            </a:xfrm>
            <a:prstGeom prst="ellipse">
              <a:avLst/>
            </a:prstGeom>
            <a:gradFill>
              <a:gsLst>
                <a:gs pos="0">
                  <a:srgbClr val="FF4100">
                    <a:alpha val="11087"/>
                  </a:srgbClr>
                </a:gs>
                <a:gs pos="14286">
                  <a:srgbClr val="FF4100">
                    <a:alpha val="10238"/>
                  </a:srgbClr>
                </a:gs>
                <a:gs pos="28571">
                  <a:srgbClr val="FF4100">
                    <a:alpha val="8044"/>
                  </a:srgbClr>
                </a:gs>
                <a:gs pos="42857">
                  <a:srgbClr val="FF4100">
                    <a:alpha val="5352"/>
                  </a:srgbClr>
                </a:gs>
                <a:gs pos="57143">
                  <a:srgbClr val="FF4100">
                    <a:alpha val="3002"/>
                  </a:srgbClr>
                </a:gs>
                <a:gs pos="71429">
                  <a:srgbClr val="FF4100">
                    <a:alpha val="1417"/>
                  </a:srgbClr>
                </a:gs>
                <a:gs pos="85714">
                  <a:srgbClr val="FF4100">
                    <a:alpha val="563"/>
                  </a:srgbClr>
                </a:gs>
                <a:gs pos="100000">
                  <a:srgbClr val="FF4100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9245584">
              <a:off x="167978" y="1160905"/>
              <a:ext cx="713846" cy="582940"/>
            </a:xfrm>
            <a:prstGeom prst="ellipse">
              <a:avLst/>
            </a:prstGeom>
            <a:gradFill>
              <a:gsLst>
                <a:gs pos="0">
                  <a:srgbClr val="FF0000">
                    <a:alpha val="26963"/>
                  </a:srgbClr>
                </a:gs>
                <a:gs pos="14286">
                  <a:srgbClr val="FF0000">
                    <a:alpha val="25083"/>
                  </a:srgbClr>
                </a:gs>
                <a:gs pos="28571">
                  <a:srgbClr val="FF0000">
                    <a:alpha val="20087"/>
                  </a:srgbClr>
                </a:gs>
                <a:gs pos="42857">
                  <a:srgbClr val="FF0000">
                    <a:alpha val="13677"/>
                  </a:srgbClr>
                </a:gs>
                <a:gs pos="57143">
                  <a:srgbClr val="FF0000">
                    <a:alpha val="7826"/>
                  </a:srgbClr>
                </a:gs>
                <a:gs pos="71429">
                  <a:srgbClr val="FF0000">
                    <a:alpha val="3743"/>
                  </a:srgbClr>
                </a:gs>
                <a:gs pos="85714">
                  <a:srgbClr val="FF0000">
                    <a:alpha val="1497"/>
                  </a:srgbClr>
                </a:gs>
                <a:gs pos="100000">
                  <a:srgbClr val="FF0000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5108959">
              <a:off x="-17705" y="1353980"/>
              <a:ext cx="540300" cy="242166"/>
            </a:xfrm>
            <a:prstGeom prst="ellipse">
              <a:avLst/>
            </a:prstGeom>
            <a:gradFill>
              <a:gsLst>
                <a:gs pos="0">
                  <a:srgbClr val="FF6347">
                    <a:alpha val="21127"/>
                  </a:srgbClr>
                </a:gs>
                <a:gs pos="14286">
                  <a:srgbClr val="FF6347">
                    <a:alpha val="19598"/>
                  </a:srgbClr>
                </a:gs>
                <a:gs pos="28571">
                  <a:srgbClr val="FF6347">
                    <a:alpha val="15580"/>
                  </a:srgbClr>
                </a:gs>
                <a:gs pos="42857">
                  <a:srgbClr val="FF6347">
                    <a:alpha val="10514"/>
                  </a:srgbClr>
                </a:gs>
                <a:gs pos="57143">
                  <a:srgbClr val="FF6347">
                    <a:alpha val="5970"/>
                  </a:srgbClr>
                </a:gs>
                <a:gs pos="71429">
                  <a:srgbClr val="FF6347">
                    <a:alpha val="2840"/>
                  </a:srgbClr>
                </a:gs>
                <a:gs pos="85714">
                  <a:srgbClr val="FF6347">
                    <a:alpha val="1133"/>
                  </a:srgbClr>
                </a:gs>
                <a:gs pos="100000">
                  <a:srgbClr val="FF6347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4076605">
              <a:off x="2857517" y="1201377"/>
              <a:ext cx="926045" cy="302670"/>
            </a:xfrm>
            <a:prstGeom prst="ellipse">
              <a:avLst/>
            </a:prstGeom>
            <a:gradFill>
              <a:gsLst>
                <a:gs pos="0">
                  <a:srgbClr val="FF5E46">
                    <a:alpha val="32968"/>
                  </a:srgbClr>
                </a:gs>
                <a:gs pos="14286">
                  <a:srgbClr val="FF5E46">
                    <a:alpha val="30764"/>
                  </a:srgbClr>
                </a:gs>
                <a:gs pos="28571">
                  <a:srgbClr val="FF5E46">
                    <a:alpha val="24833"/>
                  </a:srgbClr>
                </a:gs>
                <a:gs pos="42857">
                  <a:srgbClr val="FF5E46">
                    <a:alpha val="17075"/>
                  </a:srgbClr>
                </a:gs>
                <a:gs pos="57143">
                  <a:srgbClr val="FF5E46">
                    <a:alpha val="9855"/>
                  </a:srgbClr>
                </a:gs>
                <a:gs pos="71429">
                  <a:srgbClr val="FF5E46">
                    <a:alpha val="4740"/>
                  </a:srgbClr>
                </a:gs>
                <a:gs pos="85714">
                  <a:srgbClr val="FF5E46">
                    <a:alpha val="1902"/>
                  </a:srgbClr>
                </a:gs>
                <a:gs pos="100000">
                  <a:srgbClr val="FF5E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3768199">
              <a:off x="2927366" y="1127465"/>
              <a:ext cx="644168" cy="431569"/>
            </a:xfrm>
            <a:prstGeom prst="ellipse">
              <a:avLst/>
            </a:prstGeom>
            <a:gradFill>
              <a:gsLst>
                <a:gs pos="0">
                  <a:srgbClr val="843021">
                    <a:alpha val="32968"/>
                  </a:srgbClr>
                </a:gs>
                <a:gs pos="14286">
                  <a:srgbClr val="843021">
                    <a:alpha val="30764"/>
                  </a:srgbClr>
                </a:gs>
                <a:gs pos="28571">
                  <a:srgbClr val="843021">
                    <a:alpha val="24833"/>
                  </a:srgbClr>
                </a:gs>
                <a:gs pos="42857">
                  <a:srgbClr val="843021">
                    <a:alpha val="17075"/>
                  </a:srgbClr>
                </a:gs>
                <a:gs pos="57143">
                  <a:srgbClr val="843021">
                    <a:alpha val="9855"/>
                  </a:srgbClr>
                </a:gs>
                <a:gs pos="71429">
                  <a:srgbClr val="843021">
                    <a:alpha val="4740"/>
                  </a:srgbClr>
                </a:gs>
                <a:gs pos="85714">
                  <a:srgbClr val="843021">
                    <a:alpha val="1902"/>
                  </a:srgbClr>
                </a:gs>
                <a:gs pos="100000">
                  <a:srgbClr val="8430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10266878">
              <a:off x="2666899" y="1003652"/>
              <a:ext cx="743440" cy="645399"/>
            </a:xfrm>
            <a:prstGeom prst="ellipse">
              <a:avLst/>
            </a:prstGeom>
            <a:gradFill>
              <a:gsLst>
                <a:gs pos="0">
                  <a:srgbClr val="EA523A">
                    <a:alpha val="27147"/>
                  </a:srgbClr>
                </a:gs>
                <a:gs pos="14286">
                  <a:srgbClr val="EA523A">
                    <a:alpha val="25256"/>
                  </a:srgbClr>
                </a:gs>
                <a:gs pos="28571">
                  <a:srgbClr val="EA523A">
                    <a:alpha val="20230"/>
                  </a:srgbClr>
                </a:gs>
                <a:gs pos="42857">
                  <a:srgbClr val="EA523A">
                    <a:alpha val="13779"/>
                  </a:srgbClr>
                </a:gs>
                <a:gs pos="57143">
                  <a:srgbClr val="EA523A">
                    <a:alpha val="7887"/>
                  </a:srgbClr>
                </a:gs>
                <a:gs pos="71429">
                  <a:srgbClr val="EA523A">
                    <a:alpha val="3772"/>
                  </a:srgbClr>
                </a:gs>
                <a:gs pos="85714">
                  <a:srgbClr val="EA523A">
                    <a:alpha val="1509"/>
                  </a:srgbClr>
                </a:gs>
                <a:gs pos="100000">
                  <a:srgbClr val="EA523A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6648307">
              <a:off x="2411072" y="1004715"/>
              <a:ext cx="701360" cy="619919"/>
            </a:xfrm>
            <a:prstGeom prst="ellipse">
              <a:avLst/>
            </a:prstGeom>
            <a:gradFill>
              <a:gsLst>
                <a:gs pos="0">
                  <a:srgbClr val="F45338">
                    <a:alpha val="27530"/>
                  </a:srgbClr>
                </a:gs>
                <a:gs pos="14286">
                  <a:srgbClr val="F45338">
                    <a:alpha val="25618"/>
                  </a:srgbClr>
                </a:gs>
                <a:gs pos="28571">
                  <a:srgbClr val="F45338">
                    <a:alpha val="20530"/>
                  </a:srgbClr>
                </a:gs>
                <a:gs pos="42857">
                  <a:srgbClr val="F45338">
                    <a:alpha val="13991"/>
                  </a:srgbClr>
                </a:gs>
                <a:gs pos="57143">
                  <a:srgbClr val="F45338">
                    <a:alpha val="8012"/>
                  </a:srgbClr>
                </a:gs>
                <a:gs pos="71429">
                  <a:srgbClr val="F45338">
                    <a:alpha val="3834"/>
                  </a:srgbClr>
                </a:gs>
                <a:gs pos="85714">
                  <a:srgbClr val="F45338">
                    <a:alpha val="1534"/>
                  </a:srgbClr>
                </a:gs>
                <a:gs pos="100000">
                  <a:srgbClr val="F45338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-9065089">
              <a:off x="2202794" y="1067467"/>
              <a:ext cx="600604" cy="568832"/>
            </a:xfrm>
            <a:prstGeom prst="ellipse">
              <a:avLst/>
            </a:prstGeom>
            <a:gradFill>
              <a:gsLst>
                <a:gs pos="0">
                  <a:srgbClr val="ED4E33">
                    <a:alpha val="32968"/>
                  </a:srgbClr>
                </a:gs>
                <a:gs pos="14286">
                  <a:srgbClr val="ED4E33">
                    <a:alpha val="30764"/>
                  </a:srgbClr>
                </a:gs>
                <a:gs pos="28571">
                  <a:srgbClr val="ED4E33">
                    <a:alpha val="24833"/>
                  </a:srgbClr>
                </a:gs>
                <a:gs pos="42857">
                  <a:srgbClr val="ED4E33">
                    <a:alpha val="17075"/>
                  </a:srgbClr>
                </a:gs>
                <a:gs pos="57143">
                  <a:srgbClr val="ED4E33">
                    <a:alpha val="9855"/>
                  </a:srgbClr>
                </a:gs>
                <a:gs pos="71429">
                  <a:srgbClr val="ED4E33">
                    <a:alpha val="4740"/>
                  </a:srgbClr>
                </a:gs>
                <a:gs pos="85714">
                  <a:srgbClr val="ED4E33">
                    <a:alpha val="1902"/>
                  </a:srgbClr>
                </a:gs>
                <a:gs pos="100000">
                  <a:srgbClr val="ED4E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6397170">
              <a:off x="1963081" y="1096045"/>
              <a:ext cx="703263" cy="625342"/>
            </a:xfrm>
            <a:prstGeom prst="ellipse">
              <a:avLst/>
            </a:prstGeom>
            <a:gradFill>
              <a:gsLst>
                <a:gs pos="0">
                  <a:srgbClr val="F75A3D">
                    <a:alpha val="30864"/>
                  </a:srgbClr>
                </a:gs>
                <a:gs pos="14286">
                  <a:srgbClr val="F75A3D">
                    <a:alpha val="28769"/>
                  </a:srgbClr>
                </a:gs>
                <a:gs pos="28571">
                  <a:srgbClr val="F75A3D">
                    <a:alpha val="23157"/>
                  </a:srgbClr>
                </a:gs>
                <a:gs pos="42857">
                  <a:srgbClr val="F75A3D">
                    <a:alpha val="15867"/>
                  </a:srgbClr>
                </a:gs>
                <a:gs pos="57143">
                  <a:srgbClr val="F75A3D">
                    <a:alpha val="9129"/>
                  </a:srgbClr>
                </a:gs>
                <a:gs pos="71429">
                  <a:srgbClr val="F75A3D">
                    <a:alpha val="4382"/>
                  </a:srgbClr>
                </a:gs>
                <a:gs pos="85714">
                  <a:srgbClr val="F75A3D">
                    <a:alpha val="1756"/>
                  </a:srgbClr>
                </a:gs>
                <a:gs pos="100000">
                  <a:srgbClr val="F75A3D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9493712">
              <a:off x="1763437" y="1034780"/>
              <a:ext cx="681035" cy="608052"/>
            </a:xfrm>
            <a:prstGeom prst="ellipse">
              <a:avLst/>
            </a:prstGeom>
            <a:gradFill>
              <a:gsLst>
                <a:gs pos="0">
                  <a:srgbClr val="FA5F40">
                    <a:alpha val="31442"/>
                  </a:srgbClr>
                </a:gs>
                <a:gs pos="14286">
                  <a:srgbClr val="FA5F40">
                    <a:alpha val="29316"/>
                  </a:srgbClr>
                </a:gs>
                <a:gs pos="28571">
                  <a:srgbClr val="FA5F40">
                    <a:alpha val="23616"/>
                  </a:srgbClr>
                </a:gs>
                <a:gs pos="42857">
                  <a:srgbClr val="FA5F40">
                    <a:alpha val="16197"/>
                  </a:srgbClr>
                </a:gs>
                <a:gs pos="57143">
                  <a:srgbClr val="FA5F40">
                    <a:alpha val="9327"/>
                  </a:srgbClr>
                </a:gs>
                <a:gs pos="71429">
                  <a:srgbClr val="FA5F40">
                    <a:alpha val="4480"/>
                  </a:srgbClr>
                </a:gs>
                <a:gs pos="85714">
                  <a:srgbClr val="FA5F40">
                    <a:alpha val="1796"/>
                  </a:srgbClr>
                </a:gs>
                <a:gs pos="100000">
                  <a:srgbClr val="FA5F4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3151665">
              <a:off x="1523683" y="1016626"/>
              <a:ext cx="703864" cy="611530"/>
            </a:xfrm>
            <a:prstGeom prst="ellipse">
              <a:avLst/>
            </a:prstGeom>
            <a:gradFill>
              <a:gsLst>
                <a:gs pos="0">
                  <a:srgbClr val="FC6849">
                    <a:alpha val="28134"/>
                  </a:srgbClr>
                </a:gs>
                <a:gs pos="14286">
                  <a:srgbClr val="FC6849">
                    <a:alpha val="26188"/>
                  </a:srgbClr>
                </a:gs>
                <a:gs pos="28571">
                  <a:srgbClr val="FC6849">
                    <a:alpha val="21003"/>
                  </a:srgbClr>
                </a:gs>
                <a:gs pos="42857">
                  <a:srgbClr val="FC6849">
                    <a:alpha val="14328"/>
                  </a:srgbClr>
                </a:gs>
                <a:gs pos="57143">
                  <a:srgbClr val="FC6849">
                    <a:alpha val="8212"/>
                  </a:srgbClr>
                </a:gs>
                <a:gs pos="71429">
                  <a:srgbClr val="FC6849">
                    <a:alpha val="3932"/>
                  </a:srgbClr>
                </a:gs>
                <a:gs pos="85714">
                  <a:srgbClr val="FC6849">
                    <a:alpha val="1574"/>
                  </a:srgbClr>
                </a:gs>
                <a:gs pos="100000">
                  <a:srgbClr val="FC6849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4405727">
              <a:off x="1406847" y="1056146"/>
              <a:ext cx="652469" cy="647800"/>
            </a:xfrm>
            <a:prstGeom prst="ellipse">
              <a:avLst/>
            </a:prstGeom>
            <a:gradFill>
              <a:gsLst>
                <a:gs pos="0">
                  <a:srgbClr val="DE593E">
                    <a:alpha val="31108"/>
                  </a:srgbClr>
                </a:gs>
                <a:gs pos="14286">
                  <a:srgbClr val="DE593E">
                    <a:alpha val="29000"/>
                  </a:srgbClr>
                </a:gs>
                <a:gs pos="28571">
                  <a:srgbClr val="DE593E">
                    <a:alpha val="23350"/>
                  </a:srgbClr>
                </a:gs>
                <a:gs pos="42857">
                  <a:srgbClr val="DE593E">
                    <a:alpha val="16006"/>
                  </a:srgbClr>
                </a:gs>
                <a:gs pos="57143">
                  <a:srgbClr val="DE593E">
                    <a:alpha val="9213"/>
                  </a:srgbClr>
                </a:gs>
                <a:gs pos="71429">
                  <a:srgbClr val="DE593E">
                    <a:alpha val="4423"/>
                  </a:srgbClr>
                </a:gs>
                <a:gs pos="85714">
                  <a:srgbClr val="DE593E">
                    <a:alpha val="1773"/>
                  </a:srgbClr>
                </a:gs>
                <a:gs pos="100000">
                  <a:srgbClr val="DE593E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4179720">
              <a:off x="1253225" y="1036847"/>
              <a:ext cx="627703" cy="531277"/>
            </a:xfrm>
            <a:prstGeom prst="ellipse">
              <a:avLst/>
            </a:prstGeom>
            <a:gradFill>
              <a:gsLst>
                <a:gs pos="0">
                  <a:srgbClr val="EA7157">
                    <a:alpha val="26591"/>
                  </a:srgbClr>
                </a:gs>
                <a:gs pos="14286">
                  <a:srgbClr val="EA7157">
                    <a:alpha val="24732"/>
                  </a:srgbClr>
                </a:gs>
                <a:gs pos="28571">
                  <a:srgbClr val="EA7157">
                    <a:alpha val="19797"/>
                  </a:srgbClr>
                </a:gs>
                <a:gs pos="42857">
                  <a:srgbClr val="EA7157">
                    <a:alpha val="13472"/>
                  </a:srgbClr>
                </a:gs>
                <a:gs pos="57143">
                  <a:srgbClr val="EA7157">
                    <a:alpha val="7705"/>
                  </a:srgbClr>
                </a:gs>
                <a:gs pos="71429">
                  <a:srgbClr val="EA7157">
                    <a:alpha val="3684"/>
                  </a:srgbClr>
                </a:gs>
                <a:gs pos="85714">
                  <a:srgbClr val="EA7157">
                    <a:alpha val="1473"/>
                  </a:srgbClr>
                </a:gs>
                <a:gs pos="100000">
                  <a:srgbClr val="EA7157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3507304">
              <a:off x="999210" y="948523"/>
              <a:ext cx="697489" cy="657469"/>
            </a:xfrm>
            <a:prstGeom prst="ellipse">
              <a:avLst/>
            </a:prstGeom>
            <a:gradFill>
              <a:gsLst>
                <a:gs pos="0">
                  <a:srgbClr val="FB001E">
                    <a:alpha val="32961"/>
                  </a:srgbClr>
                </a:gs>
                <a:gs pos="14286">
                  <a:srgbClr val="FB001E">
                    <a:alpha val="30757"/>
                  </a:srgbClr>
                </a:gs>
                <a:gs pos="28571">
                  <a:srgbClr val="FB001E">
                    <a:alpha val="24827"/>
                  </a:srgbClr>
                </a:gs>
                <a:gs pos="42857">
                  <a:srgbClr val="FB001E">
                    <a:alpha val="17071"/>
                  </a:srgbClr>
                </a:gs>
                <a:gs pos="57143">
                  <a:srgbClr val="FB001E">
                    <a:alpha val="9852"/>
                  </a:srgbClr>
                </a:gs>
                <a:gs pos="71429">
                  <a:srgbClr val="FB001E">
                    <a:alpha val="4739"/>
                  </a:srgbClr>
                </a:gs>
                <a:gs pos="85714">
                  <a:srgbClr val="FB001E">
                    <a:alpha val="1902"/>
                  </a:srgbClr>
                </a:gs>
                <a:gs pos="100000">
                  <a:srgbClr val="FB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10250573">
              <a:off x="836687" y="969867"/>
              <a:ext cx="640692" cy="558426"/>
            </a:xfrm>
            <a:prstGeom prst="ellipse">
              <a:avLst/>
            </a:prstGeom>
            <a:gradFill>
              <a:gsLst>
                <a:gs pos="0">
                  <a:srgbClr val="F30015">
                    <a:alpha val="32086"/>
                  </a:srgbClr>
                </a:gs>
                <a:gs pos="14286">
                  <a:srgbClr val="F30015">
                    <a:alpha val="29927"/>
                  </a:srgbClr>
                </a:gs>
                <a:gs pos="28571">
                  <a:srgbClr val="F30015">
                    <a:alpha val="24128"/>
                  </a:srgbClr>
                </a:gs>
                <a:gs pos="42857">
                  <a:srgbClr val="F30015">
                    <a:alpha val="16566"/>
                  </a:srgbClr>
                </a:gs>
                <a:gs pos="57143">
                  <a:srgbClr val="F30015">
                    <a:alpha val="9549"/>
                  </a:srgbClr>
                </a:gs>
                <a:gs pos="71429">
                  <a:srgbClr val="F30015">
                    <a:alpha val="4589"/>
                  </a:srgbClr>
                </a:gs>
                <a:gs pos="85714">
                  <a:srgbClr val="F30015">
                    <a:alpha val="1840"/>
                  </a:srgbClr>
                </a:gs>
                <a:gs pos="100000">
                  <a:srgbClr val="F30015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6798625">
              <a:off x="608719" y="1041961"/>
              <a:ext cx="651551" cy="589748"/>
            </a:xfrm>
            <a:prstGeom prst="ellipse">
              <a:avLst/>
            </a:prstGeom>
            <a:gradFill>
              <a:gsLst>
                <a:gs pos="0">
                  <a:srgbClr val="FF0012">
                    <a:alpha val="21498"/>
                  </a:srgbClr>
                </a:gs>
                <a:gs pos="14286">
                  <a:srgbClr val="FF0012">
                    <a:alpha val="19946"/>
                  </a:srgbClr>
                </a:gs>
                <a:gs pos="28571">
                  <a:srgbClr val="FF0012">
                    <a:alpha val="15864"/>
                  </a:srgbClr>
                </a:gs>
                <a:gs pos="42857">
                  <a:srgbClr val="FF0012">
                    <a:alpha val="10712"/>
                  </a:srgbClr>
                </a:gs>
                <a:gs pos="57143">
                  <a:srgbClr val="FF0012">
                    <a:alpha val="6085"/>
                  </a:srgbClr>
                </a:gs>
                <a:gs pos="71429">
                  <a:srgbClr val="FF0012">
                    <a:alpha val="2896"/>
                  </a:srgbClr>
                </a:gs>
                <a:gs pos="85714">
                  <a:srgbClr val="FF0012">
                    <a:alpha val="1155"/>
                  </a:srgbClr>
                </a:gs>
                <a:gs pos="100000">
                  <a:srgbClr val="FF0012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8789025">
              <a:off x="200227" y="1017512"/>
              <a:ext cx="688351" cy="512628"/>
            </a:xfrm>
            <a:prstGeom prst="ellipse">
              <a:avLst/>
            </a:prstGeom>
            <a:gradFill>
              <a:gsLst>
                <a:gs pos="0">
                  <a:srgbClr val="FF3C00">
                    <a:alpha val="18222"/>
                  </a:srgbClr>
                </a:gs>
                <a:gs pos="14286">
                  <a:srgbClr val="FF3C00">
                    <a:alpha val="16880"/>
                  </a:srgbClr>
                </a:gs>
                <a:gs pos="28571">
                  <a:srgbClr val="FF3C00">
                    <a:alpha val="13373"/>
                  </a:srgbClr>
                </a:gs>
                <a:gs pos="42857">
                  <a:srgbClr val="FF3C00">
                    <a:alpha val="8986"/>
                  </a:srgbClr>
                </a:gs>
                <a:gs pos="57143">
                  <a:srgbClr val="FF3C00">
                    <a:alpha val="5084"/>
                  </a:srgbClr>
                </a:gs>
                <a:gs pos="71429">
                  <a:srgbClr val="FF3C00">
                    <a:alpha val="2413"/>
                  </a:srgbClr>
                </a:gs>
                <a:gs pos="85714">
                  <a:srgbClr val="FF3C00">
                    <a:alpha val="961"/>
                  </a:srgbClr>
                </a:gs>
                <a:gs pos="100000">
                  <a:srgbClr val="FF3C00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6635470">
              <a:off x="28918" y="1130565"/>
              <a:ext cx="635792" cy="354790"/>
            </a:xfrm>
            <a:prstGeom prst="ellipse">
              <a:avLst/>
            </a:prstGeom>
            <a:gradFill>
              <a:gsLst>
                <a:gs pos="0">
                  <a:srgbClr val="D00025">
                    <a:alpha val="31913"/>
                  </a:srgbClr>
                </a:gs>
                <a:gs pos="14286">
                  <a:srgbClr val="D00025">
                    <a:alpha val="29763"/>
                  </a:srgbClr>
                </a:gs>
                <a:gs pos="28571">
                  <a:srgbClr val="D00025">
                    <a:alpha val="23991"/>
                  </a:srgbClr>
                </a:gs>
                <a:gs pos="42857">
                  <a:srgbClr val="D00025">
                    <a:alpha val="16467"/>
                  </a:srgbClr>
                </a:gs>
                <a:gs pos="57143">
                  <a:srgbClr val="D00025">
                    <a:alpha val="9489"/>
                  </a:srgbClr>
                </a:gs>
                <a:gs pos="71429">
                  <a:srgbClr val="D00025">
                    <a:alpha val="4560"/>
                  </a:srgbClr>
                </a:gs>
                <a:gs pos="85714">
                  <a:srgbClr val="D00025">
                    <a:alpha val="1829"/>
                  </a:srgbClr>
                </a:gs>
                <a:gs pos="100000">
                  <a:srgbClr val="D00025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4090800">
              <a:off x="2751111" y="877738"/>
              <a:ext cx="763938" cy="426546"/>
            </a:xfrm>
            <a:prstGeom prst="ellipse">
              <a:avLst/>
            </a:prstGeom>
            <a:gradFill>
              <a:gsLst>
                <a:gs pos="0">
                  <a:srgbClr val="D95038">
                    <a:alpha val="23268"/>
                  </a:srgbClr>
                </a:gs>
                <a:gs pos="14286">
                  <a:srgbClr val="D95038">
                    <a:alpha val="21606"/>
                  </a:srgbClr>
                </a:gs>
                <a:gs pos="28571">
                  <a:srgbClr val="D95038">
                    <a:alpha val="17222"/>
                  </a:srgbClr>
                </a:gs>
                <a:gs pos="42857">
                  <a:srgbClr val="D95038">
                    <a:alpha val="11660"/>
                  </a:srgbClr>
                </a:gs>
                <a:gs pos="57143">
                  <a:srgbClr val="D95038">
                    <a:alpha val="6639"/>
                  </a:srgbClr>
                </a:gs>
                <a:gs pos="71429">
                  <a:srgbClr val="D95038">
                    <a:alpha val="3164"/>
                  </a:srgbClr>
                </a:gs>
                <a:gs pos="85714">
                  <a:srgbClr val="D95038">
                    <a:alpha val="1263"/>
                  </a:srgbClr>
                </a:gs>
                <a:gs pos="100000">
                  <a:srgbClr val="D95038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7998170">
              <a:off x="2641509" y="828542"/>
              <a:ext cx="668480" cy="617336"/>
            </a:xfrm>
            <a:prstGeom prst="ellipse">
              <a:avLst/>
            </a:prstGeom>
            <a:gradFill>
              <a:gsLst>
                <a:gs pos="0">
                  <a:srgbClr val="CC4C2F">
                    <a:alpha val="32968"/>
                  </a:srgbClr>
                </a:gs>
                <a:gs pos="14286">
                  <a:srgbClr val="CC4C2F">
                    <a:alpha val="30764"/>
                  </a:srgbClr>
                </a:gs>
                <a:gs pos="28571">
                  <a:srgbClr val="CC4C2F">
                    <a:alpha val="24833"/>
                  </a:srgbClr>
                </a:gs>
                <a:gs pos="42857">
                  <a:srgbClr val="CC4C2F">
                    <a:alpha val="17075"/>
                  </a:srgbClr>
                </a:gs>
                <a:gs pos="57143">
                  <a:srgbClr val="CC4C2F">
                    <a:alpha val="9855"/>
                  </a:srgbClr>
                </a:gs>
                <a:gs pos="71429">
                  <a:srgbClr val="CC4C2F">
                    <a:alpha val="4740"/>
                  </a:srgbClr>
                </a:gs>
                <a:gs pos="85714">
                  <a:srgbClr val="CC4C2F">
                    <a:alpha val="1902"/>
                  </a:srgbClr>
                </a:gs>
                <a:gs pos="100000">
                  <a:srgbClr val="CC4C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6792931">
              <a:off x="2473024" y="750575"/>
              <a:ext cx="682747" cy="659116"/>
            </a:xfrm>
            <a:prstGeom prst="ellipse">
              <a:avLst/>
            </a:prstGeom>
            <a:gradFill>
              <a:gsLst>
                <a:gs pos="0">
                  <a:srgbClr val="F1533D">
                    <a:alpha val="15527"/>
                  </a:srgbClr>
                </a:gs>
                <a:gs pos="14286">
                  <a:srgbClr val="F1533D">
                    <a:alpha val="14367"/>
                  </a:srgbClr>
                </a:gs>
                <a:gs pos="28571">
                  <a:srgbClr val="F1533D">
                    <a:alpha val="11345"/>
                  </a:srgbClr>
                </a:gs>
                <a:gs pos="42857">
                  <a:srgbClr val="F1533D">
                    <a:alpha val="7595"/>
                  </a:srgbClr>
                </a:gs>
                <a:gs pos="57143">
                  <a:srgbClr val="F1533D">
                    <a:alpha val="4282"/>
                  </a:srgbClr>
                </a:gs>
                <a:gs pos="71429">
                  <a:srgbClr val="F1533D">
                    <a:alpha val="2028"/>
                  </a:srgbClr>
                </a:gs>
                <a:gs pos="85714">
                  <a:srgbClr val="F1533D">
                    <a:alpha val="807"/>
                  </a:srgbClr>
                </a:gs>
                <a:gs pos="100000">
                  <a:srgbClr val="F1533D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6177324">
              <a:off x="2248297" y="858816"/>
              <a:ext cx="676461" cy="587540"/>
            </a:xfrm>
            <a:prstGeom prst="ellipse">
              <a:avLst/>
            </a:prstGeom>
            <a:gradFill>
              <a:gsLst>
                <a:gs pos="0">
                  <a:srgbClr val="FF5E43">
                    <a:alpha val="25537"/>
                  </a:srgbClr>
                </a:gs>
                <a:gs pos="14286">
                  <a:srgbClr val="FF5E43">
                    <a:alpha val="23739"/>
                  </a:srgbClr>
                </a:gs>
                <a:gs pos="28571">
                  <a:srgbClr val="FF5E43">
                    <a:alpha val="18976"/>
                  </a:srgbClr>
                </a:gs>
                <a:gs pos="42857">
                  <a:srgbClr val="FF5E43">
                    <a:alpha val="12892"/>
                  </a:srgbClr>
                </a:gs>
                <a:gs pos="57143">
                  <a:srgbClr val="FF5E43">
                    <a:alpha val="7363"/>
                  </a:srgbClr>
                </a:gs>
                <a:gs pos="71429">
                  <a:srgbClr val="FF5E43">
                    <a:alpha val="3517"/>
                  </a:srgbClr>
                </a:gs>
                <a:gs pos="85714">
                  <a:srgbClr val="FF5E43">
                    <a:alpha val="1406"/>
                  </a:srgbClr>
                </a:gs>
                <a:gs pos="100000">
                  <a:srgbClr val="FF5E43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9571143">
              <a:off x="2077031" y="785754"/>
              <a:ext cx="673232" cy="603659"/>
            </a:xfrm>
            <a:prstGeom prst="ellipse">
              <a:avLst/>
            </a:prstGeom>
            <a:gradFill>
              <a:gsLst>
                <a:gs pos="0">
                  <a:srgbClr val="C70012">
                    <a:alpha val="32968"/>
                  </a:srgbClr>
                </a:gs>
                <a:gs pos="14286">
                  <a:srgbClr val="C70012">
                    <a:alpha val="30764"/>
                  </a:srgbClr>
                </a:gs>
                <a:gs pos="28571">
                  <a:srgbClr val="C70012">
                    <a:alpha val="24833"/>
                  </a:srgbClr>
                </a:gs>
                <a:gs pos="42857">
                  <a:srgbClr val="C70012">
                    <a:alpha val="17075"/>
                  </a:srgbClr>
                </a:gs>
                <a:gs pos="57143">
                  <a:srgbClr val="C70012">
                    <a:alpha val="9855"/>
                  </a:srgbClr>
                </a:gs>
                <a:gs pos="71429">
                  <a:srgbClr val="C70012">
                    <a:alpha val="4740"/>
                  </a:srgbClr>
                </a:gs>
                <a:gs pos="85714">
                  <a:srgbClr val="C70012">
                    <a:alpha val="1902"/>
                  </a:srgbClr>
                </a:gs>
                <a:gs pos="100000">
                  <a:srgbClr val="C7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-9911210">
              <a:off x="1773175" y="767732"/>
              <a:ext cx="747860" cy="631946"/>
            </a:xfrm>
            <a:prstGeom prst="ellipse">
              <a:avLst/>
            </a:prstGeom>
            <a:gradFill>
              <a:gsLst>
                <a:gs pos="0">
                  <a:srgbClr val="FF0004">
                    <a:alpha val="20840"/>
                  </a:srgbClr>
                </a:gs>
                <a:gs pos="14286">
                  <a:srgbClr val="FF0004">
                    <a:alpha val="19329"/>
                  </a:srgbClr>
                </a:gs>
                <a:gs pos="28571">
                  <a:srgbClr val="FF0004">
                    <a:alpha val="15361"/>
                  </a:srgbClr>
                </a:gs>
                <a:gs pos="42857">
                  <a:srgbClr val="FF0004">
                    <a:alpha val="10362"/>
                  </a:srgbClr>
                </a:gs>
                <a:gs pos="57143">
                  <a:srgbClr val="FF0004">
                    <a:alpha val="5881"/>
                  </a:srgbClr>
                </a:gs>
                <a:gs pos="71429">
                  <a:srgbClr val="FF0004">
                    <a:alpha val="2797"/>
                  </a:srgbClr>
                </a:gs>
                <a:gs pos="85714">
                  <a:srgbClr val="FF0004">
                    <a:alpha val="1116"/>
                  </a:srgbClr>
                </a:gs>
                <a:gs pos="100000">
                  <a:srgbClr val="FF0004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-9347720">
              <a:off x="1612443" y="934870"/>
              <a:ext cx="686888" cy="446713"/>
            </a:xfrm>
            <a:prstGeom prst="ellipse">
              <a:avLst/>
            </a:prstGeom>
            <a:gradFill>
              <a:gsLst>
                <a:gs pos="0">
                  <a:srgbClr val="FF6B4E">
                    <a:alpha val="27011"/>
                  </a:srgbClr>
                </a:gs>
                <a:gs pos="14286">
                  <a:srgbClr val="FF6B4E">
                    <a:alpha val="25128"/>
                  </a:srgbClr>
                </a:gs>
                <a:gs pos="28571">
                  <a:srgbClr val="FF6B4E">
                    <a:alpha val="20124"/>
                  </a:srgbClr>
                </a:gs>
                <a:gs pos="42857">
                  <a:srgbClr val="FF6B4E">
                    <a:alpha val="13704"/>
                  </a:srgbClr>
                </a:gs>
                <a:gs pos="57143">
                  <a:srgbClr val="FF6B4E">
                    <a:alpha val="7842"/>
                  </a:srgbClr>
                </a:gs>
                <a:gs pos="71429">
                  <a:srgbClr val="FF6B4E">
                    <a:alpha val="3751"/>
                  </a:srgbClr>
                </a:gs>
                <a:gs pos="85714">
                  <a:srgbClr val="FF6B4E">
                    <a:alpha val="1500"/>
                  </a:srgbClr>
                </a:gs>
                <a:gs pos="100000">
                  <a:srgbClr val="FF6B4E">
                    <a:alpha val="5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8772157">
              <a:off x="1347306" y="859372"/>
              <a:ext cx="688175" cy="603080"/>
            </a:xfrm>
            <a:prstGeom prst="ellipse">
              <a:avLst/>
            </a:prstGeom>
            <a:gradFill>
              <a:gsLst>
                <a:gs pos="0">
                  <a:srgbClr val="FF654B">
                    <a:alpha val="28538"/>
                  </a:srgbClr>
                </a:gs>
                <a:gs pos="14286">
                  <a:srgbClr val="FF654B">
                    <a:alpha val="26570"/>
                  </a:srgbClr>
                </a:gs>
                <a:gs pos="28571">
                  <a:srgbClr val="FF654B">
                    <a:alpha val="21321"/>
                  </a:srgbClr>
                </a:gs>
                <a:gs pos="42857">
                  <a:srgbClr val="FF654B">
                    <a:alpha val="14554"/>
                  </a:srgbClr>
                </a:gs>
                <a:gs pos="57143">
                  <a:srgbClr val="FF654B">
                    <a:alpha val="8346"/>
                  </a:srgbClr>
                </a:gs>
                <a:gs pos="71429">
                  <a:srgbClr val="FF654B">
                    <a:alpha val="3997"/>
                  </a:srgbClr>
                </a:gs>
                <a:gs pos="85714">
                  <a:srgbClr val="FF654B">
                    <a:alpha val="1600"/>
                  </a:srgbClr>
                </a:gs>
                <a:gs pos="100000">
                  <a:srgbClr val="FF654B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4102471">
              <a:off x="1203149" y="816245"/>
              <a:ext cx="684822" cy="595246"/>
            </a:xfrm>
            <a:prstGeom prst="ellipse">
              <a:avLst/>
            </a:prstGeom>
            <a:gradFill>
              <a:gsLst>
                <a:gs pos="0">
                  <a:srgbClr val="E71800">
                    <a:alpha val="30878"/>
                  </a:srgbClr>
                </a:gs>
                <a:gs pos="14286">
                  <a:srgbClr val="E71800">
                    <a:alpha val="28782"/>
                  </a:srgbClr>
                </a:gs>
                <a:gs pos="28571">
                  <a:srgbClr val="E71800">
                    <a:alpha val="23168"/>
                  </a:srgbClr>
                </a:gs>
                <a:gs pos="42857">
                  <a:srgbClr val="E71800">
                    <a:alpha val="15875"/>
                  </a:srgbClr>
                </a:gs>
                <a:gs pos="57143">
                  <a:srgbClr val="E71800">
                    <a:alpha val="9134"/>
                  </a:srgbClr>
                </a:gs>
                <a:gs pos="71429">
                  <a:srgbClr val="E71800">
                    <a:alpha val="4385"/>
                  </a:srgbClr>
                </a:gs>
                <a:gs pos="85714">
                  <a:srgbClr val="E71800">
                    <a:alpha val="1757"/>
                  </a:srgbClr>
                </a:gs>
                <a:gs pos="100000">
                  <a:srgbClr val="E71800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9674570">
              <a:off x="1014563" y="779895"/>
              <a:ext cx="630877" cy="533870"/>
            </a:xfrm>
            <a:prstGeom prst="ellipse">
              <a:avLst/>
            </a:prstGeom>
            <a:gradFill>
              <a:gsLst>
                <a:gs pos="0">
                  <a:srgbClr val="FF7F5A">
                    <a:alpha val="32968"/>
                  </a:srgbClr>
                </a:gs>
                <a:gs pos="14286">
                  <a:srgbClr val="FF7F5A">
                    <a:alpha val="30764"/>
                  </a:srgbClr>
                </a:gs>
                <a:gs pos="28571">
                  <a:srgbClr val="FF7F5A">
                    <a:alpha val="24833"/>
                  </a:srgbClr>
                </a:gs>
                <a:gs pos="42857">
                  <a:srgbClr val="FF7F5A">
                    <a:alpha val="17075"/>
                  </a:srgbClr>
                </a:gs>
                <a:gs pos="57143">
                  <a:srgbClr val="FF7F5A">
                    <a:alpha val="9855"/>
                  </a:srgbClr>
                </a:gs>
                <a:gs pos="71429">
                  <a:srgbClr val="FF7F5A">
                    <a:alpha val="4740"/>
                  </a:srgbClr>
                </a:gs>
                <a:gs pos="85714">
                  <a:srgbClr val="FF7F5A">
                    <a:alpha val="1902"/>
                  </a:srgbClr>
                </a:gs>
                <a:gs pos="100000">
                  <a:srgbClr val="FF7F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10732822">
              <a:off x="761524" y="894028"/>
              <a:ext cx="674231" cy="474461"/>
            </a:xfrm>
            <a:prstGeom prst="ellipse">
              <a:avLst/>
            </a:prstGeom>
            <a:gradFill>
              <a:gsLst>
                <a:gs pos="0">
                  <a:srgbClr val="FF7D5C">
                    <a:alpha val="28536"/>
                  </a:srgbClr>
                </a:gs>
                <a:gs pos="14286">
                  <a:srgbClr val="FF7D5C">
                    <a:alpha val="26568"/>
                  </a:srgbClr>
                </a:gs>
                <a:gs pos="28571">
                  <a:srgbClr val="FF7D5C">
                    <a:alpha val="21319"/>
                  </a:srgbClr>
                </a:gs>
                <a:gs pos="42857">
                  <a:srgbClr val="FF7D5C">
                    <a:alpha val="14553"/>
                  </a:srgbClr>
                </a:gs>
                <a:gs pos="57143">
                  <a:srgbClr val="FF7D5C">
                    <a:alpha val="8346"/>
                  </a:srgbClr>
                </a:gs>
                <a:gs pos="71429">
                  <a:srgbClr val="FF7D5C">
                    <a:alpha val="3997"/>
                  </a:srgbClr>
                </a:gs>
                <a:gs pos="85714">
                  <a:srgbClr val="FF7D5C">
                    <a:alpha val="1600"/>
                  </a:srgbClr>
                </a:gs>
                <a:gs pos="100000">
                  <a:srgbClr val="FF7D5C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8463589">
              <a:off x="634736" y="937839"/>
              <a:ext cx="632359" cy="465681"/>
            </a:xfrm>
            <a:prstGeom prst="ellipse">
              <a:avLst/>
            </a:prstGeom>
            <a:gradFill>
              <a:gsLst>
                <a:gs pos="0">
                  <a:srgbClr val="FF865C">
                    <a:alpha val="15639"/>
                  </a:srgbClr>
                </a:gs>
                <a:gs pos="14286">
                  <a:srgbClr val="FF865C">
                    <a:alpha val="14471"/>
                  </a:srgbClr>
                </a:gs>
                <a:gs pos="28571">
                  <a:srgbClr val="FF865C">
                    <a:alpha val="11429"/>
                  </a:srgbClr>
                </a:gs>
                <a:gs pos="42857">
                  <a:srgbClr val="FF865C">
                    <a:alpha val="7652"/>
                  </a:srgbClr>
                </a:gs>
                <a:gs pos="57143">
                  <a:srgbClr val="FF865C">
                    <a:alpha val="4315"/>
                  </a:srgbClr>
                </a:gs>
                <a:gs pos="71429">
                  <a:srgbClr val="FF865C">
                    <a:alpha val="2044"/>
                  </a:srgbClr>
                </a:gs>
                <a:gs pos="85714">
                  <a:srgbClr val="FF865C">
                    <a:alpha val="813"/>
                  </a:srgbClr>
                </a:gs>
                <a:gs pos="100000">
                  <a:srgbClr val="FF865C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4055261">
              <a:off x="405235" y="871290"/>
              <a:ext cx="642522" cy="539760"/>
            </a:xfrm>
            <a:prstGeom prst="ellipse">
              <a:avLst/>
            </a:prstGeom>
            <a:gradFill>
              <a:gsLst>
                <a:gs pos="0">
                  <a:srgbClr val="F30010">
                    <a:alpha val="23501"/>
                  </a:srgbClr>
                </a:gs>
                <a:gs pos="14286">
                  <a:srgbClr val="F30010">
                    <a:alpha val="21826"/>
                  </a:srgbClr>
                </a:gs>
                <a:gs pos="28571">
                  <a:srgbClr val="F30010">
                    <a:alpha val="17402"/>
                  </a:srgbClr>
                </a:gs>
                <a:gs pos="42857">
                  <a:srgbClr val="F30010">
                    <a:alpha val="11786"/>
                  </a:srgbClr>
                </a:gs>
                <a:gs pos="57143">
                  <a:srgbClr val="F30010">
                    <a:alpha val="6713"/>
                  </a:srgbClr>
                </a:gs>
                <a:gs pos="71429">
                  <a:srgbClr val="F30010">
                    <a:alpha val="3200"/>
                  </a:srgbClr>
                </a:gs>
                <a:gs pos="85714">
                  <a:srgbClr val="F30010">
                    <a:alpha val="1278"/>
                  </a:srgbClr>
                </a:gs>
                <a:gs pos="100000">
                  <a:srgbClr val="F30010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7320464">
              <a:off x="184094" y="868821"/>
              <a:ext cx="632532" cy="398009"/>
            </a:xfrm>
            <a:prstGeom prst="ellipse">
              <a:avLst/>
            </a:prstGeom>
            <a:gradFill>
              <a:gsLst>
                <a:gs pos="0">
                  <a:srgbClr val="F67358">
                    <a:alpha val="32968"/>
                  </a:srgbClr>
                </a:gs>
                <a:gs pos="14286">
                  <a:srgbClr val="F67358">
                    <a:alpha val="30764"/>
                  </a:srgbClr>
                </a:gs>
                <a:gs pos="28571">
                  <a:srgbClr val="F67358">
                    <a:alpha val="24833"/>
                  </a:srgbClr>
                </a:gs>
                <a:gs pos="42857">
                  <a:srgbClr val="F67358">
                    <a:alpha val="17075"/>
                  </a:srgbClr>
                </a:gs>
                <a:gs pos="57143">
                  <a:srgbClr val="F67358">
                    <a:alpha val="9855"/>
                  </a:srgbClr>
                </a:gs>
                <a:gs pos="71429">
                  <a:srgbClr val="F67358">
                    <a:alpha val="4740"/>
                  </a:srgbClr>
                </a:gs>
                <a:gs pos="85714">
                  <a:srgbClr val="F67358">
                    <a:alpha val="1902"/>
                  </a:srgbClr>
                </a:gs>
                <a:gs pos="100000">
                  <a:srgbClr val="F673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3122446">
              <a:off x="2565001" y="684484"/>
              <a:ext cx="702830" cy="482370"/>
            </a:xfrm>
            <a:prstGeom prst="ellipse">
              <a:avLst/>
            </a:prstGeom>
            <a:gradFill>
              <a:gsLst>
                <a:gs pos="0">
                  <a:srgbClr val="FF4C3C">
                    <a:alpha val="10516"/>
                  </a:srgbClr>
                </a:gs>
                <a:gs pos="14286">
                  <a:srgbClr val="FF4C3C">
                    <a:alpha val="9708"/>
                  </a:srgbClr>
                </a:gs>
                <a:gs pos="28571">
                  <a:srgbClr val="FF4C3C">
                    <a:alpha val="7623"/>
                  </a:srgbClr>
                </a:gs>
                <a:gs pos="42857">
                  <a:srgbClr val="FF4C3C">
                    <a:alpha val="5068"/>
                  </a:srgbClr>
                </a:gs>
                <a:gs pos="57143">
                  <a:srgbClr val="FF4C3C">
                    <a:alpha val="2841"/>
                  </a:srgbClr>
                </a:gs>
                <a:gs pos="71429">
                  <a:srgbClr val="FF4C3C">
                    <a:alpha val="1340"/>
                  </a:srgbClr>
                </a:gs>
                <a:gs pos="85714">
                  <a:srgbClr val="FF4C3C">
                    <a:alpha val="532"/>
                  </a:srgbClr>
                </a:gs>
                <a:gs pos="100000">
                  <a:srgbClr val="FF4C3C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9711988">
              <a:off x="2426567" y="740675"/>
              <a:ext cx="637798" cy="483658"/>
            </a:xfrm>
            <a:prstGeom prst="ellipse">
              <a:avLst/>
            </a:prstGeom>
            <a:gradFill>
              <a:gsLst>
                <a:gs pos="0">
                  <a:srgbClr val="B82921">
                    <a:alpha val="27756"/>
                  </a:srgbClr>
                </a:gs>
                <a:gs pos="14286">
                  <a:srgbClr val="B82921">
                    <a:alpha val="25831"/>
                  </a:srgbClr>
                </a:gs>
                <a:gs pos="28571">
                  <a:srgbClr val="B82921">
                    <a:alpha val="20707"/>
                  </a:srgbClr>
                </a:gs>
                <a:gs pos="42857">
                  <a:srgbClr val="B82921">
                    <a:alpha val="14117"/>
                  </a:srgbClr>
                </a:gs>
                <a:gs pos="57143">
                  <a:srgbClr val="B82921">
                    <a:alpha val="8087"/>
                  </a:srgbClr>
                </a:gs>
                <a:gs pos="71429">
                  <a:srgbClr val="B82921">
                    <a:alpha val="3870"/>
                  </a:srgbClr>
                </a:gs>
                <a:gs pos="85714">
                  <a:srgbClr val="B82921">
                    <a:alpha val="1549"/>
                  </a:srgbClr>
                </a:gs>
                <a:gs pos="100000">
                  <a:srgbClr val="B82921">
                    <a:alpha val="5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-10273730">
              <a:off x="2213343" y="606248"/>
              <a:ext cx="724223" cy="579623"/>
            </a:xfrm>
            <a:prstGeom prst="ellipse">
              <a:avLst/>
            </a:prstGeom>
            <a:gradFill>
              <a:gsLst>
                <a:gs pos="0">
                  <a:srgbClr val="ED5D40">
                    <a:alpha val="32968"/>
                  </a:srgbClr>
                </a:gs>
                <a:gs pos="14286">
                  <a:srgbClr val="ED5D40">
                    <a:alpha val="30764"/>
                  </a:srgbClr>
                </a:gs>
                <a:gs pos="28571">
                  <a:srgbClr val="ED5D40">
                    <a:alpha val="24833"/>
                  </a:srgbClr>
                </a:gs>
                <a:gs pos="42857">
                  <a:srgbClr val="ED5D40">
                    <a:alpha val="17075"/>
                  </a:srgbClr>
                </a:gs>
                <a:gs pos="57143">
                  <a:srgbClr val="ED5D40">
                    <a:alpha val="9855"/>
                  </a:srgbClr>
                </a:gs>
                <a:gs pos="71429">
                  <a:srgbClr val="ED5D40">
                    <a:alpha val="4740"/>
                  </a:srgbClr>
                </a:gs>
                <a:gs pos="85714">
                  <a:srgbClr val="ED5D40">
                    <a:alpha val="1902"/>
                  </a:srgbClr>
                </a:gs>
                <a:gs pos="100000">
                  <a:srgbClr val="ED5D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-10743859">
              <a:off x="2007924" y="680360"/>
              <a:ext cx="653727" cy="509683"/>
            </a:xfrm>
            <a:prstGeom prst="ellipse">
              <a:avLst/>
            </a:prstGeom>
            <a:gradFill>
              <a:gsLst>
                <a:gs pos="0">
                  <a:srgbClr val="FF6748">
                    <a:alpha val="19384"/>
                  </a:srgbClr>
                </a:gs>
                <a:gs pos="14286">
                  <a:srgbClr val="FF6748">
                    <a:alpha val="17967"/>
                  </a:srgbClr>
                </a:gs>
                <a:gs pos="28571">
                  <a:srgbClr val="FF6748">
                    <a:alpha val="14253"/>
                  </a:srgbClr>
                </a:gs>
                <a:gs pos="42857">
                  <a:srgbClr val="FF6748">
                    <a:alpha val="9594"/>
                  </a:srgbClr>
                </a:gs>
                <a:gs pos="57143">
                  <a:srgbClr val="FF6748">
                    <a:alpha val="5436"/>
                  </a:srgbClr>
                </a:gs>
                <a:gs pos="71429">
                  <a:srgbClr val="FF6748">
                    <a:alpha val="2582"/>
                  </a:srgbClr>
                </a:gs>
                <a:gs pos="85714">
                  <a:srgbClr val="FF6748">
                    <a:alpha val="1029"/>
                  </a:srgbClr>
                </a:gs>
                <a:gs pos="100000">
                  <a:srgbClr val="FF6748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-10034821">
              <a:off x="1840954" y="592490"/>
              <a:ext cx="616351" cy="531261"/>
            </a:xfrm>
            <a:prstGeom prst="ellipse">
              <a:avLst/>
            </a:prstGeom>
            <a:gradFill>
              <a:gsLst>
                <a:gs pos="0">
                  <a:srgbClr val="DC5D42">
                    <a:alpha val="28861"/>
                  </a:srgbClr>
                </a:gs>
                <a:gs pos="14286">
                  <a:srgbClr val="DC5D42">
                    <a:alpha val="26874"/>
                  </a:srgbClr>
                </a:gs>
                <a:gs pos="28571">
                  <a:srgbClr val="DC5D42">
                    <a:alpha val="21574"/>
                  </a:srgbClr>
                </a:gs>
                <a:gs pos="42857">
                  <a:srgbClr val="DC5D42">
                    <a:alpha val="14735"/>
                  </a:srgbClr>
                </a:gs>
                <a:gs pos="57143">
                  <a:srgbClr val="DC5D42">
                    <a:alpha val="8454"/>
                  </a:srgbClr>
                </a:gs>
                <a:gs pos="71429">
                  <a:srgbClr val="DC5D42">
                    <a:alpha val="4050"/>
                  </a:srgbClr>
                </a:gs>
                <a:gs pos="85714">
                  <a:srgbClr val="DC5D42">
                    <a:alpha val="1622"/>
                  </a:srgbClr>
                </a:gs>
                <a:gs pos="100000">
                  <a:srgbClr val="DC5D42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10707352">
              <a:off x="1569582" y="649467"/>
              <a:ext cx="692907" cy="596782"/>
            </a:xfrm>
            <a:prstGeom prst="ellipse">
              <a:avLst/>
            </a:prstGeom>
            <a:gradFill>
              <a:gsLst>
                <a:gs pos="0">
                  <a:srgbClr val="FF001B">
                    <a:alpha val="17192"/>
                  </a:srgbClr>
                </a:gs>
                <a:gs pos="14286">
                  <a:srgbClr val="FF001B">
                    <a:alpha val="15919"/>
                  </a:srgbClr>
                </a:gs>
                <a:gs pos="28571">
                  <a:srgbClr val="FF001B">
                    <a:alpha val="12596"/>
                  </a:srgbClr>
                </a:gs>
                <a:gs pos="42857">
                  <a:srgbClr val="FF001B">
                    <a:alpha val="8452"/>
                  </a:srgbClr>
                </a:gs>
                <a:gs pos="57143">
                  <a:srgbClr val="FF001B">
                    <a:alpha val="4775"/>
                  </a:srgbClr>
                </a:gs>
                <a:gs pos="71429">
                  <a:srgbClr val="FF001B">
                    <a:alpha val="2264"/>
                  </a:srgbClr>
                </a:gs>
                <a:gs pos="85714">
                  <a:srgbClr val="FF001B">
                    <a:alpha val="902"/>
                  </a:srgbClr>
                </a:gs>
                <a:gs pos="100000">
                  <a:srgbClr val="FF001B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7344039">
              <a:off x="1399725" y="623696"/>
              <a:ext cx="653970" cy="563324"/>
            </a:xfrm>
            <a:prstGeom prst="ellipse">
              <a:avLst/>
            </a:prstGeom>
            <a:gradFill>
              <a:gsLst>
                <a:gs pos="0">
                  <a:srgbClr val="DF0019">
                    <a:alpha val="23477"/>
                  </a:srgbClr>
                </a:gs>
                <a:gs pos="14286">
                  <a:srgbClr val="DF0019">
                    <a:alpha val="21803"/>
                  </a:srgbClr>
                </a:gs>
                <a:gs pos="28571">
                  <a:srgbClr val="DF0019">
                    <a:alpha val="17383"/>
                  </a:srgbClr>
                </a:gs>
                <a:gs pos="42857">
                  <a:srgbClr val="DF0019">
                    <a:alpha val="11773"/>
                  </a:srgbClr>
                </a:gs>
                <a:gs pos="57143">
                  <a:srgbClr val="DF0019">
                    <a:alpha val="6705"/>
                  </a:srgbClr>
                </a:gs>
                <a:gs pos="71429">
                  <a:srgbClr val="DF0019">
                    <a:alpha val="3196"/>
                  </a:srgbClr>
                </a:gs>
                <a:gs pos="85714">
                  <a:srgbClr val="DF0019">
                    <a:alpha val="1276"/>
                  </a:srgbClr>
                </a:gs>
                <a:gs pos="100000">
                  <a:srgbClr val="DF0019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4083221">
              <a:off x="1195610" y="566513"/>
              <a:ext cx="711646" cy="570720"/>
            </a:xfrm>
            <a:prstGeom prst="ellipse">
              <a:avLst/>
            </a:prstGeom>
            <a:gradFill>
              <a:gsLst>
                <a:gs pos="0">
                  <a:srgbClr val="E70003">
                    <a:alpha val="28574"/>
                  </a:srgbClr>
                </a:gs>
                <a:gs pos="14286">
                  <a:srgbClr val="E70003">
                    <a:alpha val="26603"/>
                  </a:srgbClr>
                </a:gs>
                <a:gs pos="28571">
                  <a:srgbClr val="E70003">
                    <a:alpha val="21349"/>
                  </a:srgbClr>
                </a:gs>
                <a:gs pos="42857">
                  <a:srgbClr val="E70003">
                    <a:alpha val="14574"/>
                  </a:srgbClr>
                </a:gs>
                <a:gs pos="57143">
                  <a:srgbClr val="E70003">
                    <a:alpha val="8358"/>
                  </a:srgbClr>
                </a:gs>
                <a:gs pos="71429">
                  <a:srgbClr val="E70003">
                    <a:alpha val="4003"/>
                  </a:srgbClr>
                </a:gs>
                <a:gs pos="85714">
                  <a:srgbClr val="E70003">
                    <a:alpha val="1603"/>
                  </a:srgbClr>
                </a:gs>
                <a:gs pos="100000">
                  <a:srgbClr val="E70003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7623335">
              <a:off x="951993" y="588530"/>
              <a:ext cx="795926" cy="579364"/>
            </a:xfrm>
            <a:prstGeom prst="ellipse">
              <a:avLst/>
            </a:prstGeom>
            <a:gradFill>
              <a:gsLst>
                <a:gs pos="0">
                  <a:srgbClr val="FF0002">
                    <a:alpha val="18094"/>
                  </a:srgbClr>
                </a:gs>
                <a:gs pos="14286">
                  <a:srgbClr val="FF0002">
                    <a:alpha val="16761"/>
                  </a:srgbClr>
                </a:gs>
                <a:gs pos="28571">
                  <a:srgbClr val="FF0002">
                    <a:alpha val="13276"/>
                  </a:srgbClr>
                </a:gs>
                <a:gs pos="42857">
                  <a:srgbClr val="FF0002">
                    <a:alpha val="8920"/>
                  </a:srgbClr>
                </a:gs>
                <a:gs pos="57143">
                  <a:srgbClr val="FF0002">
                    <a:alpha val="5045"/>
                  </a:srgbClr>
                </a:gs>
                <a:gs pos="71429">
                  <a:srgbClr val="FF0002">
                    <a:alpha val="2394"/>
                  </a:srgbClr>
                </a:gs>
                <a:gs pos="85714">
                  <a:srgbClr val="FF0002">
                    <a:alpha val="954"/>
                  </a:srgbClr>
                </a:gs>
                <a:gs pos="100000">
                  <a:srgbClr val="FF000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-8869715">
              <a:off x="757918" y="637761"/>
              <a:ext cx="717642" cy="604561"/>
            </a:xfrm>
            <a:prstGeom prst="ellipse">
              <a:avLst/>
            </a:prstGeom>
            <a:gradFill>
              <a:gsLst>
                <a:gs pos="0">
                  <a:srgbClr val="EC0000">
                    <a:alpha val="27107"/>
                  </a:srgbClr>
                </a:gs>
                <a:gs pos="14286">
                  <a:srgbClr val="EC0000">
                    <a:alpha val="25218"/>
                  </a:srgbClr>
                </a:gs>
                <a:gs pos="28571">
                  <a:srgbClr val="EC0000">
                    <a:alpha val="20199"/>
                  </a:srgbClr>
                </a:gs>
                <a:gs pos="42857">
                  <a:srgbClr val="EC0000">
                    <a:alpha val="13757"/>
                  </a:srgbClr>
                </a:gs>
                <a:gs pos="57143">
                  <a:srgbClr val="EC0000">
                    <a:alpha val="7873"/>
                  </a:srgbClr>
                </a:gs>
                <a:gs pos="71429">
                  <a:srgbClr val="EC0000">
                    <a:alpha val="3766"/>
                  </a:srgbClr>
                </a:gs>
                <a:gs pos="85714">
                  <a:srgbClr val="EC0000">
                    <a:alpha val="1506"/>
                  </a:srgbClr>
                </a:gs>
                <a:gs pos="100000">
                  <a:srgbClr val="EC0000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3705845">
              <a:off x="531051" y="639709"/>
              <a:ext cx="666168" cy="576622"/>
            </a:xfrm>
            <a:prstGeom prst="ellipse">
              <a:avLst/>
            </a:prstGeom>
            <a:gradFill>
              <a:gsLst>
                <a:gs pos="0">
                  <a:srgbClr val="FF0000">
                    <a:alpha val="22807"/>
                  </a:srgbClr>
                </a:gs>
                <a:gs pos="14286">
                  <a:srgbClr val="FF0000">
                    <a:alpha val="21174"/>
                  </a:srgbClr>
                </a:gs>
                <a:gs pos="28571">
                  <a:srgbClr val="FF0000">
                    <a:alpha val="16868"/>
                  </a:srgbClr>
                </a:gs>
                <a:gs pos="42857">
                  <a:srgbClr val="FF0000">
                    <a:alpha val="11412"/>
                  </a:srgbClr>
                </a:gs>
                <a:gs pos="57143">
                  <a:srgbClr val="FF0000">
                    <a:alpha val="6494"/>
                  </a:srgbClr>
                </a:gs>
                <a:gs pos="71429">
                  <a:srgbClr val="FF0000">
                    <a:alpha val="3094"/>
                  </a:srgbClr>
                </a:gs>
                <a:gs pos="85714">
                  <a:srgbClr val="FF0000">
                    <a:alpha val="1235"/>
                  </a:srgbClr>
                </a:gs>
                <a:gs pos="100000">
                  <a:srgbClr val="FF0000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7962316">
              <a:off x="305544" y="671806"/>
              <a:ext cx="655451" cy="393708"/>
            </a:xfrm>
            <a:prstGeom prst="ellipse">
              <a:avLst/>
            </a:prstGeom>
            <a:gradFill>
              <a:gsLst>
                <a:gs pos="0">
                  <a:srgbClr val="E65743">
                    <a:alpha val="32968"/>
                  </a:srgbClr>
                </a:gs>
                <a:gs pos="14286">
                  <a:srgbClr val="E65743">
                    <a:alpha val="30764"/>
                  </a:srgbClr>
                </a:gs>
                <a:gs pos="28571">
                  <a:srgbClr val="E65743">
                    <a:alpha val="24833"/>
                  </a:srgbClr>
                </a:gs>
                <a:gs pos="42857">
                  <a:srgbClr val="E65743">
                    <a:alpha val="17075"/>
                  </a:srgbClr>
                </a:gs>
                <a:gs pos="57143">
                  <a:srgbClr val="E65743">
                    <a:alpha val="9855"/>
                  </a:srgbClr>
                </a:gs>
                <a:gs pos="71429">
                  <a:srgbClr val="E65743">
                    <a:alpha val="4740"/>
                  </a:srgbClr>
                </a:gs>
                <a:gs pos="85714">
                  <a:srgbClr val="E65743">
                    <a:alpha val="1902"/>
                  </a:srgbClr>
                </a:gs>
                <a:gs pos="100000">
                  <a:srgbClr val="E657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7747602">
              <a:off x="102048" y="798983"/>
              <a:ext cx="702029" cy="239875"/>
            </a:xfrm>
            <a:prstGeom prst="ellipse">
              <a:avLst/>
            </a:prstGeom>
            <a:gradFill>
              <a:gsLst>
                <a:gs pos="0">
                  <a:srgbClr val="E06346">
                    <a:alpha val="32968"/>
                  </a:srgbClr>
                </a:gs>
                <a:gs pos="14286">
                  <a:srgbClr val="E06346">
                    <a:alpha val="30764"/>
                  </a:srgbClr>
                </a:gs>
                <a:gs pos="28571">
                  <a:srgbClr val="E06346">
                    <a:alpha val="24833"/>
                  </a:srgbClr>
                </a:gs>
                <a:gs pos="42857">
                  <a:srgbClr val="E06346">
                    <a:alpha val="17075"/>
                  </a:srgbClr>
                </a:gs>
                <a:gs pos="57143">
                  <a:srgbClr val="E06346">
                    <a:alpha val="9855"/>
                  </a:srgbClr>
                </a:gs>
                <a:gs pos="71429">
                  <a:srgbClr val="E06346">
                    <a:alpha val="4740"/>
                  </a:srgbClr>
                </a:gs>
                <a:gs pos="85714">
                  <a:srgbClr val="E06346">
                    <a:alpha val="1902"/>
                  </a:srgbClr>
                </a:gs>
                <a:gs pos="100000">
                  <a:srgbClr val="E063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3227014">
              <a:off x="2666874" y="540958"/>
              <a:ext cx="599899" cy="318133"/>
            </a:xfrm>
            <a:prstGeom prst="ellipse">
              <a:avLst/>
            </a:prstGeom>
            <a:gradFill>
              <a:gsLst>
                <a:gs pos="0">
                  <a:srgbClr val="BA4835">
                    <a:alpha val="32968"/>
                  </a:srgbClr>
                </a:gs>
                <a:gs pos="14286">
                  <a:srgbClr val="BA4835">
                    <a:alpha val="30764"/>
                  </a:srgbClr>
                </a:gs>
                <a:gs pos="28571">
                  <a:srgbClr val="BA4835">
                    <a:alpha val="24833"/>
                  </a:srgbClr>
                </a:gs>
                <a:gs pos="42857">
                  <a:srgbClr val="BA4835">
                    <a:alpha val="17075"/>
                  </a:srgbClr>
                </a:gs>
                <a:gs pos="57143">
                  <a:srgbClr val="BA4835">
                    <a:alpha val="9855"/>
                  </a:srgbClr>
                </a:gs>
                <a:gs pos="71429">
                  <a:srgbClr val="BA4835">
                    <a:alpha val="4740"/>
                  </a:srgbClr>
                </a:gs>
                <a:gs pos="85714">
                  <a:srgbClr val="BA4835">
                    <a:alpha val="1902"/>
                  </a:srgbClr>
                </a:gs>
                <a:gs pos="100000">
                  <a:srgbClr val="BA48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3548285">
              <a:off x="2403119" y="475321"/>
              <a:ext cx="681758" cy="539124"/>
            </a:xfrm>
            <a:prstGeom prst="ellipse">
              <a:avLst/>
            </a:prstGeom>
            <a:gradFill>
              <a:gsLst>
                <a:gs pos="0">
                  <a:srgbClr val="E76242">
                    <a:alpha val="27498"/>
                  </a:srgbClr>
                </a:gs>
                <a:gs pos="14286">
                  <a:srgbClr val="E76242">
                    <a:alpha val="25587"/>
                  </a:srgbClr>
                </a:gs>
                <a:gs pos="28571">
                  <a:srgbClr val="E76242">
                    <a:alpha val="20505"/>
                  </a:srgbClr>
                </a:gs>
                <a:gs pos="42857">
                  <a:srgbClr val="E76242">
                    <a:alpha val="13974"/>
                  </a:srgbClr>
                </a:gs>
                <a:gs pos="57143">
                  <a:srgbClr val="E76242">
                    <a:alpha val="8002"/>
                  </a:srgbClr>
                </a:gs>
                <a:gs pos="71429">
                  <a:srgbClr val="E76242">
                    <a:alpha val="3829"/>
                  </a:srgbClr>
                </a:gs>
                <a:gs pos="85714">
                  <a:srgbClr val="E76242">
                    <a:alpha val="1532"/>
                  </a:srgbClr>
                </a:gs>
                <a:gs pos="100000">
                  <a:srgbClr val="E76242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-10191969">
              <a:off x="2259109" y="446332"/>
              <a:ext cx="673899" cy="640268"/>
            </a:xfrm>
            <a:prstGeom prst="ellipse">
              <a:avLst/>
            </a:prstGeom>
            <a:gradFill>
              <a:gsLst>
                <a:gs pos="0">
                  <a:srgbClr val="C84732">
                    <a:alpha val="32968"/>
                  </a:srgbClr>
                </a:gs>
                <a:gs pos="14286">
                  <a:srgbClr val="C84732">
                    <a:alpha val="30764"/>
                  </a:srgbClr>
                </a:gs>
                <a:gs pos="28571">
                  <a:srgbClr val="C84732">
                    <a:alpha val="24833"/>
                  </a:srgbClr>
                </a:gs>
                <a:gs pos="42857">
                  <a:srgbClr val="C84732">
                    <a:alpha val="17075"/>
                  </a:srgbClr>
                </a:gs>
                <a:gs pos="57143">
                  <a:srgbClr val="C84732">
                    <a:alpha val="9855"/>
                  </a:srgbClr>
                </a:gs>
                <a:gs pos="71429">
                  <a:srgbClr val="C84732">
                    <a:alpha val="4740"/>
                  </a:srgbClr>
                </a:gs>
                <a:gs pos="85714">
                  <a:srgbClr val="C84732">
                    <a:alpha val="1902"/>
                  </a:srgbClr>
                </a:gs>
                <a:gs pos="100000">
                  <a:srgbClr val="C847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-9583759">
              <a:off x="1970613" y="387323"/>
              <a:ext cx="754355" cy="610629"/>
            </a:xfrm>
            <a:prstGeom prst="ellipse">
              <a:avLst/>
            </a:prstGeom>
            <a:gradFill>
              <a:gsLst>
                <a:gs pos="0">
                  <a:srgbClr val="F05F43">
                    <a:alpha val="32968"/>
                  </a:srgbClr>
                </a:gs>
                <a:gs pos="14286">
                  <a:srgbClr val="F05F43">
                    <a:alpha val="30764"/>
                  </a:srgbClr>
                </a:gs>
                <a:gs pos="28571">
                  <a:srgbClr val="F05F43">
                    <a:alpha val="24833"/>
                  </a:srgbClr>
                </a:gs>
                <a:gs pos="42857">
                  <a:srgbClr val="F05F43">
                    <a:alpha val="17075"/>
                  </a:srgbClr>
                </a:gs>
                <a:gs pos="57143">
                  <a:srgbClr val="F05F43">
                    <a:alpha val="9855"/>
                  </a:srgbClr>
                </a:gs>
                <a:gs pos="71429">
                  <a:srgbClr val="F05F43">
                    <a:alpha val="4740"/>
                  </a:srgbClr>
                </a:gs>
                <a:gs pos="85714">
                  <a:srgbClr val="F05F43">
                    <a:alpha val="1902"/>
                  </a:srgbClr>
                </a:gs>
                <a:gs pos="100000">
                  <a:srgbClr val="F05F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9039191">
              <a:off x="1754444" y="388881"/>
              <a:ext cx="718278" cy="578646"/>
            </a:xfrm>
            <a:prstGeom prst="ellipse">
              <a:avLst/>
            </a:prstGeom>
            <a:gradFill>
              <a:gsLst>
                <a:gs pos="0">
                  <a:srgbClr val="FF5A42">
                    <a:alpha val="21395"/>
                  </a:srgbClr>
                </a:gs>
                <a:gs pos="14286">
                  <a:srgbClr val="FF5A42">
                    <a:alpha val="19849"/>
                  </a:srgbClr>
                </a:gs>
                <a:gs pos="28571">
                  <a:srgbClr val="FF5A42">
                    <a:alpha val="15785"/>
                  </a:srgbClr>
                </a:gs>
                <a:gs pos="42857">
                  <a:srgbClr val="FF5A42">
                    <a:alpha val="10657"/>
                  </a:srgbClr>
                </a:gs>
                <a:gs pos="57143">
                  <a:srgbClr val="FF5A42">
                    <a:alpha val="6053"/>
                  </a:srgbClr>
                </a:gs>
                <a:gs pos="71429">
                  <a:srgbClr val="FF5A42">
                    <a:alpha val="2880"/>
                  </a:srgbClr>
                </a:gs>
                <a:gs pos="85714">
                  <a:srgbClr val="FF5A42">
                    <a:alpha val="1149"/>
                  </a:srgbClr>
                </a:gs>
                <a:gs pos="100000">
                  <a:srgbClr val="FF5A42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4146525">
              <a:off x="1594528" y="381186"/>
              <a:ext cx="697594" cy="606450"/>
            </a:xfrm>
            <a:prstGeom prst="ellipse">
              <a:avLst/>
            </a:prstGeom>
            <a:gradFill>
              <a:gsLst>
                <a:gs pos="0">
                  <a:srgbClr val="F4674B">
                    <a:alpha val="32968"/>
                  </a:srgbClr>
                </a:gs>
                <a:gs pos="14286">
                  <a:srgbClr val="F4674B">
                    <a:alpha val="30764"/>
                  </a:srgbClr>
                </a:gs>
                <a:gs pos="28571">
                  <a:srgbClr val="F4674B">
                    <a:alpha val="24833"/>
                  </a:srgbClr>
                </a:gs>
                <a:gs pos="42857">
                  <a:srgbClr val="F4674B">
                    <a:alpha val="17075"/>
                  </a:srgbClr>
                </a:gs>
                <a:gs pos="57143">
                  <a:srgbClr val="F4674B">
                    <a:alpha val="9855"/>
                  </a:srgbClr>
                </a:gs>
                <a:gs pos="71429">
                  <a:srgbClr val="F4674B">
                    <a:alpha val="4740"/>
                  </a:srgbClr>
                </a:gs>
                <a:gs pos="85714">
                  <a:srgbClr val="F4674B">
                    <a:alpha val="1902"/>
                  </a:srgbClr>
                </a:gs>
                <a:gs pos="100000">
                  <a:srgbClr val="F467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9675321">
              <a:off x="1339389" y="411777"/>
              <a:ext cx="720503" cy="551462"/>
            </a:xfrm>
            <a:prstGeom prst="ellipse">
              <a:avLst/>
            </a:prstGeom>
            <a:gradFill>
              <a:gsLst>
                <a:gs pos="0">
                  <a:srgbClr val="B22922">
                    <a:alpha val="27604"/>
                  </a:srgbClr>
                </a:gs>
                <a:gs pos="14286">
                  <a:srgbClr val="B22922">
                    <a:alpha val="25687"/>
                  </a:srgbClr>
                </a:gs>
                <a:gs pos="28571">
                  <a:srgbClr val="B22922">
                    <a:alpha val="20588"/>
                  </a:srgbClr>
                </a:gs>
                <a:gs pos="42857">
                  <a:srgbClr val="B22922">
                    <a:alpha val="14033"/>
                  </a:srgbClr>
                </a:gs>
                <a:gs pos="57143">
                  <a:srgbClr val="B22922">
                    <a:alpha val="8037"/>
                  </a:srgbClr>
                </a:gs>
                <a:gs pos="71429">
                  <a:srgbClr val="B22922">
                    <a:alpha val="3846"/>
                  </a:srgbClr>
                </a:gs>
                <a:gs pos="85714">
                  <a:srgbClr val="B22922">
                    <a:alpha val="1539"/>
                  </a:srgbClr>
                </a:gs>
                <a:gs pos="100000">
                  <a:srgbClr val="B22922">
                    <a:alpha val="5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-10619321">
              <a:off x="1168584" y="571274"/>
              <a:ext cx="746945" cy="343098"/>
            </a:xfrm>
            <a:prstGeom prst="ellipse">
              <a:avLst/>
            </a:prstGeom>
            <a:gradFill>
              <a:gsLst>
                <a:gs pos="0">
                  <a:srgbClr val="E06248">
                    <a:alpha val="32968"/>
                  </a:srgbClr>
                </a:gs>
                <a:gs pos="14286">
                  <a:srgbClr val="E06248">
                    <a:alpha val="30764"/>
                  </a:srgbClr>
                </a:gs>
                <a:gs pos="28571">
                  <a:srgbClr val="E06248">
                    <a:alpha val="24833"/>
                  </a:srgbClr>
                </a:gs>
                <a:gs pos="42857">
                  <a:srgbClr val="E06248">
                    <a:alpha val="17075"/>
                  </a:srgbClr>
                </a:gs>
                <a:gs pos="57143">
                  <a:srgbClr val="E06248">
                    <a:alpha val="9855"/>
                  </a:srgbClr>
                </a:gs>
                <a:gs pos="71429">
                  <a:srgbClr val="E06248">
                    <a:alpha val="4740"/>
                  </a:srgbClr>
                </a:gs>
                <a:gs pos="85714">
                  <a:srgbClr val="E06248">
                    <a:alpha val="1902"/>
                  </a:srgbClr>
                </a:gs>
                <a:gs pos="100000">
                  <a:srgbClr val="E062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9378380">
              <a:off x="1021609" y="485902"/>
              <a:ext cx="647198" cy="415552"/>
            </a:xfrm>
            <a:prstGeom prst="ellipse">
              <a:avLst/>
            </a:prstGeom>
            <a:gradFill>
              <a:gsLst>
                <a:gs pos="0">
                  <a:srgbClr val="FFA987">
                    <a:alpha val="11138"/>
                  </a:srgbClr>
                </a:gs>
                <a:gs pos="14286">
                  <a:srgbClr val="FFA987">
                    <a:alpha val="10286"/>
                  </a:srgbClr>
                </a:gs>
                <a:gs pos="28571">
                  <a:srgbClr val="FFA987">
                    <a:alpha val="8082"/>
                  </a:srgbClr>
                </a:gs>
                <a:gs pos="42857">
                  <a:srgbClr val="FFA987">
                    <a:alpha val="5378"/>
                  </a:srgbClr>
                </a:gs>
                <a:gs pos="57143">
                  <a:srgbClr val="FFA987">
                    <a:alpha val="3016"/>
                  </a:srgbClr>
                </a:gs>
                <a:gs pos="71429">
                  <a:srgbClr val="FFA987">
                    <a:alpha val="1424"/>
                  </a:srgbClr>
                </a:gs>
                <a:gs pos="85714">
                  <a:srgbClr val="FFA987">
                    <a:alpha val="565"/>
                  </a:srgbClr>
                </a:gs>
                <a:gs pos="100000">
                  <a:srgbClr val="FFA987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10719490">
              <a:off x="809984" y="412773"/>
              <a:ext cx="700311" cy="600063"/>
            </a:xfrm>
            <a:prstGeom prst="ellipse">
              <a:avLst/>
            </a:prstGeom>
            <a:gradFill>
              <a:gsLst>
                <a:gs pos="0">
                  <a:srgbClr val="F80000">
                    <a:alpha val="32232"/>
                  </a:srgbClr>
                </a:gs>
                <a:gs pos="14286">
                  <a:srgbClr val="F80000">
                    <a:alpha val="30065"/>
                  </a:srgbClr>
                </a:gs>
                <a:gs pos="28571">
                  <a:srgbClr val="F80000">
                    <a:alpha val="24245"/>
                  </a:srgbClr>
                </a:gs>
                <a:gs pos="42857">
                  <a:srgbClr val="F80000">
                    <a:alpha val="16650"/>
                  </a:srgbClr>
                </a:gs>
                <a:gs pos="57143">
                  <a:srgbClr val="F80000">
                    <a:alpha val="9599"/>
                  </a:srgbClr>
                </a:gs>
                <a:gs pos="71429">
                  <a:srgbClr val="F80000">
                    <a:alpha val="4614"/>
                  </a:srgbClr>
                </a:gs>
                <a:gs pos="85714">
                  <a:srgbClr val="F80000">
                    <a:alpha val="1851"/>
                  </a:srgbClr>
                </a:gs>
                <a:gs pos="100000">
                  <a:srgbClr val="F80000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7415917">
              <a:off x="604062" y="431543"/>
              <a:ext cx="648658" cy="488512"/>
            </a:xfrm>
            <a:prstGeom prst="ellipse">
              <a:avLst/>
            </a:prstGeom>
            <a:gradFill>
              <a:gsLst>
                <a:gs pos="0">
                  <a:srgbClr val="DA0002">
                    <a:alpha val="27895"/>
                  </a:srgbClr>
                </a:gs>
                <a:gs pos="14286">
                  <a:srgbClr val="DA0002">
                    <a:alpha val="25962"/>
                  </a:srgbClr>
                </a:gs>
                <a:gs pos="28571">
                  <a:srgbClr val="DA0002">
                    <a:alpha val="20816"/>
                  </a:srgbClr>
                </a:gs>
                <a:gs pos="42857">
                  <a:srgbClr val="DA0002">
                    <a:alpha val="14194"/>
                  </a:srgbClr>
                </a:gs>
                <a:gs pos="57143">
                  <a:srgbClr val="DA0002">
                    <a:alpha val="8133"/>
                  </a:srgbClr>
                </a:gs>
                <a:gs pos="71429">
                  <a:srgbClr val="DA0002">
                    <a:alpha val="3893"/>
                  </a:srgbClr>
                </a:gs>
                <a:gs pos="85714">
                  <a:srgbClr val="DA0002">
                    <a:alpha val="1558"/>
                  </a:srgbClr>
                </a:gs>
                <a:gs pos="100000">
                  <a:srgbClr val="DA0002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8237912">
              <a:off x="335461" y="519465"/>
              <a:ext cx="762021" cy="305589"/>
            </a:xfrm>
            <a:prstGeom prst="ellipse">
              <a:avLst/>
            </a:prstGeom>
            <a:gradFill>
              <a:gsLst>
                <a:gs pos="0">
                  <a:srgbClr val="F05D44">
                    <a:alpha val="32968"/>
                  </a:srgbClr>
                </a:gs>
                <a:gs pos="14286">
                  <a:srgbClr val="F05D44">
                    <a:alpha val="30764"/>
                  </a:srgbClr>
                </a:gs>
                <a:gs pos="28571">
                  <a:srgbClr val="F05D44">
                    <a:alpha val="24833"/>
                  </a:srgbClr>
                </a:gs>
                <a:gs pos="42857">
                  <a:srgbClr val="F05D44">
                    <a:alpha val="17075"/>
                  </a:srgbClr>
                </a:gs>
                <a:gs pos="57143">
                  <a:srgbClr val="F05D44">
                    <a:alpha val="9855"/>
                  </a:srgbClr>
                </a:gs>
                <a:gs pos="71429">
                  <a:srgbClr val="F05D44">
                    <a:alpha val="4740"/>
                  </a:srgbClr>
                </a:gs>
                <a:gs pos="85714">
                  <a:srgbClr val="F05D44">
                    <a:alpha val="1902"/>
                  </a:srgbClr>
                </a:gs>
                <a:gs pos="100000">
                  <a:srgbClr val="F05D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7311786">
              <a:off x="2938937" y="374876"/>
              <a:ext cx="545235" cy="440936"/>
            </a:xfrm>
            <a:prstGeom prst="ellipse">
              <a:avLst/>
            </a:prstGeom>
            <a:gradFill>
              <a:gsLst>
                <a:gs pos="0">
                  <a:srgbClr val="000000">
                    <a:alpha val="5097"/>
                  </a:srgbClr>
                </a:gs>
                <a:gs pos="14286">
                  <a:srgbClr val="000000">
                    <a:alpha val="4694"/>
                  </a:srgbClr>
                </a:gs>
                <a:gs pos="28571">
                  <a:srgbClr val="000000">
                    <a:alpha val="3664"/>
                  </a:srgbClr>
                </a:gs>
                <a:gs pos="42857">
                  <a:srgbClr val="000000">
                    <a:alpha val="2419"/>
                  </a:srgbClr>
                </a:gs>
                <a:gs pos="57143">
                  <a:srgbClr val="000000">
                    <a:alpha val="1348"/>
                  </a:srgbClr>
                </a:gs>
                <a:gs pos="71429">
                  <a:srgbClr val="000000">
                    <a:alpha val="633"/>
                  </a:srgbClr>
                </a:gs>
                <a:gs pos="85714">
                  <a:srgbClr val="000000">
                    <a:alpha val="251"/>
                  </a:srgbClr>
                </a:gs>
                <a:gs pos="100000">
                  <a:srgbClr val="00000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-9100381">
              <a:off x="2497108" y="431938"/>
              <a:ext cx="653818" cy="310756"/>
            </a:xfrm>
            <a:prstGeom prst="ellipse">
              <a:avLst/>
            </a:prstGeom>
            <a:gradFill>
              <a:gsLst>
                <a:gs pos="0">
                  <a:srgbClr val="D9563E">
                    <a:alpha val="32968"/>
                  </a:srgbClr>
                </a:gs>
                <a:gs pos="14286">
                  <a:srgbClr val="D9563E">
                    <a:alpha val="30764"/>
                  </a:srgbClr>
                </a:gs>
                <a:gs pos="28571">
                  <a:srgbClr val="D9563E">
                    <a:alpha val="24833"/>
                  </a:srgbClr>
                </a:gs>
                <a:gs pos="42857">
                  <a:srgbClr val="D9563E">
                    <a:alpha val="17075"/>
                  </a:srgbClr>
                </a:gs>
                <a:gs pos="57143">
                  <a:srgbClr val="D9563E">
                    <a:alpha val="9855"/>
                  </a:srgbClr>
                </a:gs>
                <a:gs pos="71429">
                  <a:srgbClr val="D9563E">
                    <a:alpha val="4740"/>
                  </a:srgbClr>
                </a:gs>
                <a:gs pos="85714">
                  <a:srgbClr val="D9563E">
                    <a:alpha val="1902"/>
                  </a:srgbClr>
                </a:gs>
                <a:gs pos="100000">
                  <a:srgbClr val="D956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-8907642">
              <a:off x="2084946" y="284756"/>
              <a:ext cx="737753" cy="519679"/>
            </a:xfrm>
            <a:prstGeom prst="ellipse">
              <a:avLst/>
            </a:prstGeom>
            <a:gradFill>
              <a:gsLst>
                <a:gs pos="0">
                  <a:srgbClr val="FE6846">
                    <a:alpha val="28487"/>
                  </a:srgbClr>
                </a:gs>
                <a:gs pos="14286">
                  <a:srgbClr val="FE6846">
                    <a:alpha val="26521"/>
                  </a:srgbClr>
                </a:gs>
                <a:gs pos="28571">
                  <a:srgbClr val="FE6846">
                    <a:alpha val="21280"/>
                  </a:srgbClr>
                </a:gs>
                <a:gs pos="42857">
                  <a:srgbClr val="FE6846">
                    <a:alpha val="14525"/>
                  </a:srgbClr>
                </a:gs>
                <a:gs pos="57143">
                  <a:srgbClr val="FE6846">
                    <a:alpha val="8329"/>
                  </a:srgbClr>
                </a:gs>
                <a:gs pos="71429">
                  <a:srgbClr val="FE6846">
                    <a:alpha val="3989"/>
                  </a:srgbClr>
                </a:gs>
                <a:gs pos="85714">
                  <a:srgbClr val="FE6846">
                    <a:alpha val="1597"/>
                  </a:srgbClr>
                </a:gs>
                <a:gs pos="100000">
                  <a:srgbClr val="FE6846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3758148">
              <a:off x="2043738" y="274277"/>
              <a:ext cx="726620" cy="555879"/>
            </a:xfrm>
            <a:prstGeom prst="ellipse">
              <a:avLst/>
            </a:prstGeom>
            <a:gradFill>
              <a:gsLst>
                <a:gs pos="0">
                  <a:srgbClr val="B04130">
                    <a:alpha val="28409"/>
                  </a:srgbClr>
                </a:gs>
                <a:gs pos="14286">
                  <a:srgbClr val="B04130">
                    <a:alpha val="26447"/>
                  </a:srgbClr>
                </a:gs>
                <a:gs pos="28571">
                  <a:srgbClr val="B04130">
                    <a:alpha val="21219"/>
                  </a:srgbClr>
                </a:gs>
                <a:gs pos="42857">
                  <a:srgbClr val="B04130">
                    <a:alpha val="14481"/>
                  </a:srgbClr>
                </a:gs>
                <a:gs pos="57143">
                  <a:srgbClr val="B04130">
                    <a:alpha val="8303"/>
                  </a:srgbClr>
                </a:gs>
                <a:gs pos="71429">
                  <a:srgbClr val="B04130">
                    <a:alpha val="3976"/>
                  </a:srgbClr>
                </a:gs>
                <a:gs pos="85714">
                  <a:srgbClr val="B04130">
                    <a:alpha val="1592"/>
                  </a:srgbClr>
                </a:gs>
                <a:gs pos="100000">
                  <a:srgbClr val="B04130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9552762">
              <a:off x="1718420" y="324398"/>
              <a:ext cx="793335" cy="410692"/>
            </a:xfrm>
            <a:prstGeom prst="ellipse">
              <a:avLst/>
            </a:prstGeom>
            <a:gradFill>
              <a:gsLst>
                <a:gs pos="0">
                  <a:srgbClr val="DF654D">
                    <a:alpha val="31177"/>
                  </a:srgbClr>
                </a:gs>
                <a:gs pos="14286">
                  <a:srgbClr val="DF654D">
                    <a:alpha val="29065"/>
                  </a:srgbClr>
                </a:gs>
                <a:gs pos="28571">
                  <a:srgbClr val="DF654D">
                    <a:alpha val="23405"/>
                  </a:srgbClr>
                </a:gs>
                <a:gs pos="42857">
                  <a:srgbClr val="DF654D">
                    <a:alpha val="16045"/>
                  </a:srgbClr>
                </a:gs>
                <a:gs pos="57143">
                  <a:srgbClr val="DF654D">
                    <a:alpha val="9236"/>
                  </a:srgbClr>
                </a:gs>
                <a:gs pos="71429">
                  <a:srgbClr val="DF654D">
                    <a:alpha val="4435"/>
                  </a:srgbClr>
                </a:gs>
                <a:gs pos="85714">
                  <a:srgbClr val="DF654D">
                    <a:alpha val="1778"/>
                  </a:srgbClr>
                </a:gs>
                <a:gs pos="100000">
                  <a:srgbClr val="DF654D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10694051">
              <a:off x="1633348" y="308415"/>
              <a:ext cx="769131" cy="619660"/>
            </a:xfrm>
            <a:prstGeom prst="ellipse">
              <a:avLst/>
            </a:prstGeom>
            <a:gradFill>
              <a:gsLst>
                <a:gs pos="0">
                  <a:srgbClr val="BC4530">
                    <a:alpha val="30444"/>
                  </a:srgbClr>
                </a:gs>
                <a:gs pos="14286">
                  <a:srgbClr val="BC4530">
                    <a:alpha val="28371"/>
                  </a:srgbClr>
                </a:gs>
                <a:gs pos="28571">
                  <a:srgbClr val="BC4530">
                    <a:alpha val="22824"/>
                  </a:srgbClr>
                </a:gs>
                <a:gs pos="42857">
                  <a:srgbClr val="BC4530">
                    <a:alpha val="15628"/>
                  </a:srgbClr>
                </a:gs>
                <a:gs pos="57143">
                  <a:srgbClr val="BC4530">
                    <a:alpha val="8986"/>
                  </a:srgbClr>
                </a:gs>
                <a:gs pos="71429">
                  <a:srgbClr val="BC4530">
                    <a:alpha val="4312"/>
                  </a:srgbClr>
                </a:gs>
                <a:gs pos="85714">
                  <a:srgbClr val="BC4530">
                    <a:alpha val="1728"/>
                  </a:srgbClr>
                </a:gs>
                <a:gs pos="100000">
                  <a:srgbClr val="BC4530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8761373">
              <a:off x="1380678" y="286707"/>
              <a:ext cx="714250" cy="507835"/>
            </a:xfrm>
            <a:prstGeom prst="ellipse">
              <a:avLst/>
            </a:prstGeom>
            <a:gradFill>
              <a:gsLst>
                <a:gs pos="0">
                  <a:srgbClr val="EA634B">
                    <a:alpha val="26640"/>
                  </a:srgbClr>
                </a:gs>
                <a:gs pos="14286">
                  <a:srgbClr val="EA634B">
                    <a:alpha val="24779"/>
                  </a:srgbClr>
                </a:gs>
                <a:gs pos="28571">
                  <a:srgbClr val="EA634B">
                    <a:alpha val="19835"/>
                  </a:srgbClr>
                </a:gs>
                <a:gs pos="42857">
                  <a:srgbClr val="EA634B">
                    <a:alpha val="13499"/>
                  </a:srgbClr>
                </a:gs>
                <a:gs pos="57143">
                  <a:srgbClr val="EA634B">
                    <a:alpha val="7721"/>
                  </a:srgbClr>
                </a:gs>
                <a:gs pos="71429">
                  <a:srgbClr val="EA634B">
                    <a:alpha val="3691"/>
                  </a:srgbClr>
                </a:gs>
                <a:gs pos="85714">
                  <a:srgbClr val="EA634B">
                    <a:alpha val="1476"/>
                  </a:srgbClr>
                </a:gs>
                <a:gs pos="100000">
                  <a:srgbClr val="EA634B">
                    <a:alpha val="4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9908683">
              <a:off x="1214964" y="387782"/>
              <a:ext cx="627078" cy="409658"/>
            </a:xfrm>
            <a:prstGeom prst="ellipse">
              <a:avLst/>
            </a:prstGeom>
            <a:gradFill>
              <a:gsLst>
                <a:gs pos="0">
                  <a:srgbClr val="FF724D">
                    <a:alpha val="16038"/>
                  </a:srgbClr>
                </a:gs>
                <a:gs pos="14286">
                  <a:srgbClr val="FF724D">
                    <a:alpha val="14842"/>
                  </a:srgbClr>
                </a:gs>
                <a:gs pos="28571">
                  <a:srgbClr val="FF724D">
                    <a:alpha val="11728"/>
                  </a:srgbClr>
                </a:gs>
                <a:gs pos="42857">
                  <a:srgbClr val="FF724D">
                    <a:alpha val="7857"/>
                  </a:srgbClr>
                </a:gs>
                <a:gs pos="57143">
                  <a:srgbClr val="FF724D">
                    <a:alpha val="4433"/>
                  </a:srgbClr>
                </a:gs>
                <a:gs pos="71429">
                  <a:srgbClr val="FF724D">
                    <a:alpha val="2100"/>
                  </a:srgbClr>
                </a:gs>
                <a:gs pos="85714">
                  <a:srgbClr val="FF724D">
                    <a:alpha val="836"/>
                  </a:srgbClr>
                </a:gs>
                <a:gs pos="100000">
                  <a:srgbClr val="FF724D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8732840">
              <a:off x="956222" y="231541"/>
              <a:ext cx="719375" cy="591855"/>
            </a:xfrm>
            <a:prstGeom prst="ellipse">
              <a:avLst/>
            </a:prstGeom>
            <a:gradFill>
              <a:gsLst>
                <a:gs pos="0">
                  <a:srgbClr val="E30014">
                    <a:alpha val="32872"/>
                  </a:srgbClr>
                </a:gs>
                <a:gs pos="14286">
                  <a:srgbClr val="E30014">
                    <a:alpha val="30673"/>
                  </a:srgbClr>
                </a:gs>
                <a:gs pos="28571">
                  <a:srgbClr val="E30014">
                    <a:alpha val="24756"/>
                  </a:srgbClr>
                </a:gs>
                <a:gs pos="42857">
                  <a:srgbClr val="E30014">
                    <a:alpha val="17020"/>
                  </a:srgbClr>
                </a:gs>
                <a:gs pos="57143">
                  <a:srgbClr val="E30014">
                    <a:alpha val="9821"/>
                  </a:srgbClr>
                </a:gs>
                <a:gs pos="71429">
                  <a:srgbClr val="E30014">
                    <a:alpha val="4724"/>
                  </a:srgbClr>
                </a:gs>
                <a:gs pos="85714">
                  <a:srgbClr val="E30014">
                    <a:alpha val="1895"/>
                  </a:srgbClr>
                </a:gs>
                <a:gs pos="100000">
                  <a:srgbClr val="E30014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8360958">
              <a:off x="778512" y="308106"/>
              <a:ext cx="643237" cy="364722"/>
            </a:xfrm>
            <a:prstGeom prst="ellipse">
              <a:avLst/>
            </a:prstGeom>
            <a:gradFill>
              <a:gsLst>
                <a:gs pos="0">
                  <a:srgbClr val="FF360F">
                    <a:alpha val="17680"/>
                  </a:srgbClr>
                </a:gs>
                <a:gs pos="14286">
                  <a:srgbClr val="FF360F">
                    <a:alpha val="16374"/>
                  </a:srgbClr>
                </a:gs>
                <a:gs pos="28571">
                  <a:srgbClr val="FF360F">
                    <a:alpha val="12963"/>
                  </a:srgbClr>
                </a:gs>
                <a:gs pos="42857">
                  <a:srgbClr val="FF360F">
                    <a:alpha val="8705"/>
                  </a:srgbClr>
                </a:gs>
                <a:gs pos="57143">
                  <a:srgbClr val="FF360F">
                    <a:alpha val="4921"/>
                  </a:srgbClr>
                </a:gs>
                <a:gs pos="71429">
                  <a:srgbClr val="FF360F">
                    <a:alpha val="2334"/>
                  </a:srgbClr>
                </a:gs>
                <a:gs pos="85714">
                  <a:srgbClr val="FF360F">
                    <a:alpha val="930"/>
                  </a:srgbClr>
                </a:gs>
                <a:gs pos="100000">
                  <a:srgbClr val="FF360F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8584431">
              <a:off x="533593" y="391835"/>
              <a:ext cx="787973" cy="322359"/>
            </a:xfrm>
            <a:prstGeom prst="ellipse">
              <a:avLst/>
            </a:prstGeom>
            <a:gradFill>
              <a:gsLst>
                <a:gs pos="0">
                  <a:srgbClr val="E2684D">
                    <a:alpha val="29195"/>
                  </a:srgbClr>
                </a:gs>
                <a:gs pos="14286">
                  <a:srgbClr val="E2684D">
                    <a:alpha val="27190"/>
                  </a:srgbClr>
                </a:gs>
                <a:gs pos="28571">
                  <a:srgbClr val="E2684D">
                    <a:alpha val="21837"/>
                  </a:srgbClr>
                </a:gs>
                <a:gs pos="42857">
                  <a:srgbClr val="E2684D">
                    <a:alpha val="14922"/>
                  </a:srgbClr>
                </a:gs>
                <a:gs pos="57143">
                  <a:srgbClr val="E2684D">
                    <a:alpha val="8565"/>
                  </a:srgbClr>
                </a:gs>
                <a:gs pos="71429">
                  <a:srgbClr val="E2684D">
                    <a:alpha val="4105"/>
                  </a:srgbClr>
                </a:gs>
                <a:gs pos="85714">
                  <a:srgbClr val="E2684D">
                    <a:alpha val="1644"/>
                  </a:srgbClr>
                </a:gs>
                <a:gs pos="100000">
                  <a:srgbClr val="E2684D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6876416">
              <a:off x="2635558" y="166032"/>
              <a:ext cx="561237" cy="304819"/>
            </a:xfrm>
            <a:prstGeom prst="ellipse">
              <a:avLst/>
            </a:prstGeom>
            <a:gradFill>
              <a:gsLst>
                <a:gs pos="0">
                  <a:srgbClr val="000005">
                    <a:alpha val="5248"/>
                  </a:srgbClr>
                </a:gs>
                <a:gs pos="14286">
                  <a:srgbClr val="000005">
                    <a:alpha val="4834"/>
                  </a:srgbClr>
                </a:gs>
                <a:gs pos="28571">
                  <a:srgbClr val="000005">
                    <a:alpha val="3774"/>
                  </a:srgbClr>
                </a:gs>
                <a:gs pos="42857">
                  <a:srgbClr val="000005">
                    <a:alpha val="2492"/>
                  </a:srgbClr>
                </a:gs>
                <a:gs pos="57143">
                  <a:srgbClr val="000005">
                    <a:alpha val="1389"/>
                  </a:srgbClr>
                </a:gs>
                <a:gs pos="71429">
                  <a:srgbClr val="000005">
                    <a:alpha val="652"/>
                  </a:srgbClr>
                </a:gs>
                <a:gs pos="85714">
                  <a:srgbClr val="000005">
                    <a:alpha val="258"/>
                  </a:srgbClr>
                </a:gs>
                <a:gs pos="100000">
                  <a:srgbClr val="000005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-9578145">
              <a:off x="1914841" y="146138"/>
              <a:ext cx="822432" cy="250602"/>
            </a:xfrm>
            <a:prstGeom prst="ellipse">
              <a:avLst/>
            </a:prstGeom>
            <a:gradFill>
              <a:gsLst>
                <a:gs pos="0">
                  <a:srgbClr val="903A24">
                    <a:alpha val="32968"/>
                  </a:srgbClr>
                </a:gs>
                <a:gs pos="14286">
                  <a:srgbClr val="903A24">
                    <a:alpha val="30764"/>
                  </a:srgbClr>
                </a:gs>
                <a:gs pos="28571">
                  <a:srgbClr val="903A24">
                    <a:alpha val="24833"/>
                  </a:srgbClr>
                </a:gs>
                <a:gs pos="42857">
                  <a:srgbClr val="903A24">
                    <a:alpha val="17075"/>
                  </a:srgbClr>
                </a:gs>
                <a:gs pos="57143">
                  <a:srgbClr val="903A24">
                    <a:alpha val="9855"/>
                  </a:srgbClr>
                </a:gs>
                <a:gs pos="71429">
                  <a:srgbClr val="903A24">
                    <a:alpha val="4740"/>
                  </a:srgbClr>
                </a:gs>
                <a:gs pos="85714">
                  <a:srgbClr val="903A24">
                    <a:alpha val="1902"/>
                  </a:srgbClr>
                </a:gs>
                <a:gs pos="100000">
                  <a:srgbClr val="903A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10102642">
              <a:off x="1764112" y="162442"/>
              <a:ext cx="772916" cy="317046"/>
            </a:xfrm>
            <a:prstGeom prst="ellipse">
              <a:avLst/>
            </a:prstGeom>
            <a:gradFill>
              <a:gsLst>
                <a:gs pos="0">
                  <a:srgbClr val="E65C44">
                    <a:alpha val="29843"/>
                  </a:srgbClr>
                </a:gs>
                <a:gs pos="14286">
                  <a:srgbClr val="E65C44">
                    <a:alpha val="27803"/>
                  </a:srgbClr>
                </a:gs>
                <a:gs pos="28571">
                  <a:srgbClr val="E65C44">
                    <a:alpha val="22348"/>
                  </a:srgbClr>
                </a:gs>
                <a:gs pos="42857">
                  <a:srgbClr val="E65C44">
                    <a:alpha val="15288"/>
                  </a:srgbClr>
                </a:gs>
                <a:gs pos="57143">
                  <a:srgbClr val="E65C44">
                    <a:alpha val="8783"/>
                  </a:srgbClr>
                </a:gs>
                <a:gs pos="71429">
                  <a:srgbClr val="E65C44">
                    <a:alpha val="4212"/>
                  </a:srgbClr>
                </a:gs>
                <a:gs pos="85714">
                  <a:srgbClr val="E65C44">
                    <a:alpha val="1687"/>
                  </a:srgbClr>
                </a:gs>
                <a:gs pos="100000">
                  <a:srgbClr val="E65C44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-10447923">
              <a:off x="1617173" y="83702"/>
              <a:ext cx="514643" cy="370936"/>
            </a:xfrm>
            <a:prstGeom prst="ellipse">
              <a:avLst/>
            </a:prstGeom>
            <a:gradFill>
              <a:gsLst>
                <a:gs pos="0">
                  <a:srgbClr val="FF6E55">
                    <a:alpha val="32968"/>
                  </a:srgbClr>
                </a:gs>
                <a:gs pos="14286">
                  <a:srgbClr val="FF6E55">
                    <a:alpha val="30764"/>
                  </a:srgbClr>
                </a:gs>
                <a:gs pos="28571">
                  <a:srgbClr val="FF6E55">
                    <a:alpha val="24833"/>
                  </a:srgbClr>
                </a:gs>
                <a:gs pos="42857">
                  <a:srgbClr val="FF6E55">
                    <a:alpha val="17075"/>
                  </a:srgbClr>
                </a:gs>
                <a:gs pos="57143">
                  <a:srgbClr val="FF6E55">
                    <a:alpha val="9855"/>
                  </a:srgbClr>
                </a:gs>
                <a:gs pos="71429">
                  <a:srgbClr val="FF6E55">
                    <a:alpha val="4740"/>
                  </a:srgbClr>
                </a:gs>
                <a:gs pos="85714">
                  <a:srgbClr val="FF6E55">
                    <a:alpha val="1902"/>
                  </a:srgbClr>
                </a:gs>
                <a:gs pos="100000">
                  <a:srgbClr val="FF6E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-10685723">
              <a:off x="1484904" y="87403"/>
              <a:ext cx="713180" cy="322093"/>
            </a:xfrm>
            <a:prstGeom prst="ellipse">
              <a:avLst/>
            </a:prstGeom>
            <a:gradFill>
              <a:gsLst>
                <a:gs pos="0">
                  <a:srgbClr val="9B3325">
                    <a:alpha val="32968"/>
                  </a:srgbClr>
                </a:gs>
                <a:gs pos="14286">
                  <a:srgbClr val="9B3325">
                    <a:alpha val="30764"/>
                  </a:srgbClr>
                </a:gs>
                <a:gs pos="28571">
                  <a:srgbClr val="9B3325">
                    <a:alpha val="24833"/>
                  </a:srgbClr>
                </a:gs>
                <a:gs pos="42857">
                  <a:srgbClr val="9B3325">
                    <a:alpha val="17075"/>
                  </a:srgbClr>
                </a:gs>
                <a:gs pos="57143">
                  <a:srgbClr val="9B3325">
                    <a:alpha val="9855"/>
                  </a:srgbClr>
                </a:gs>
                <a:gs pos="71429">
                  <a:srgbClr val="9B3325">
                    <a:alpha val="4740"/>
                  </a:srgbClr>
                </a:gs>
                <a:gs pos="85714">
                  <a:srgbClr val="9B3325">
                    <a:alpha val="1902"/>
                  </a:srgbClr>
                </a:gs>
                <a:gs pos="100000">
                  <a:srgbClr val="9B33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9794368">
              <a:off x="1191760" y="134960"/>
              <a:ext cx="704710" cy="272899"/>
            </a:xfrm>
            <a:prstGeom prst="ellipse">
              <a:avLst/>
            </a:prstGeom>
            <a:gradFill>
              <a:gsLst>
                <a:gs pos="0">
                  <a:srgbClr val="E15E46">
                    <a:alpha val="32968"/>
                  </a:srgbClr>
                </a:gs>
                <a:gs pos="14286">
                  <a:srgbClr val="E15E46">
                    <a:alpha val="30764"/>
                  </a:srgbClr>
                </a:gs>
                <a:gs pos="28571">
                  <a:srgbClr val="E15E46">
                    <a:alpha val="24833"/>
                  </a:srgbClr>
                </a:gs>
                <a:gs pos="42857">
                  <a:srgbClr val="E15E46">
                    <a:alpha val="17075"/>
                  </a:srgbClr>
                </a:gs>
                <a:gs pos="57143">
                  <a:srgbClr val="E15E46">
                    <a:alpha val="9855"/>
                  </a:srgbClr>
                </a:gs>
                <a:gs pos="71429">
                  <a:srgbClr val="E15E46">
                    <a:alpha val="4740"/>
                  </a:srgbClr>
                </a:gs>
                <a:gs pos="85714">
                  <a:srgbClr val="E15E46">
                    <a:alpha val="1902"/>
                  </a:srgbClr>
                </a:gs>
                <a:gs pos="100000">
                  <a:srgbClr val="E15E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9390432">
              <a:off x="934483" y="192195"/>
              <a:ext cx="702899" cy="317135"/>
            </a:xfrm>
            <a:prstGeom prst="ellipse">
              <a:avLst/>
            </a:prstGeom>
            <a:gradFill>
              <a:gsLst>
                <a:gs pos="0">
                  <a:srgbClr val="CA553A">
                    <a:alpha val="32968"/>
                  </a:srgbClr>
                </a:gs>
                <a:gs pos="14286">
                  <a:srgbClr val="CA553A">
                    <a:alpha val="30764"/>
                  </a:srgbClr>
                </a:gs>
                <a:gs pos="28571">
                  <a:srgbClr val="CA553A">
                    <a:alpha val="24833"/>
                  </a:srgbClr>
                </a:gs>
                <a:gs pos="42857">
                  <a:srgbClr val="CA553A">
                    <a:alpha val="17075"/>
                  </a:srgbClr>
                </a:gs>
                <a:gs pos="57143">
                  <a:srgbClr val="CA553A">
                    <a:alpha val="9855"/>
                  </a:srgbClr>
                </a:gs>
                <a:gs pos="71429">
                  <a:srgbClr val="CA553A">
                    <a:alpha val="4740"/>
                  </a:srgbClr>
                </a:gs>
                <a:gs pos="85714">
                  <a:srgbClr val="CA553A">
                    <a:alpha val="1902"/>
                  </a:srgbClr>
                </a:gs>
                <a:gs pos="100000">
                  <a:srgbClr val="CA55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5433987">
              <a:off x="2193095" y="-130975"/>
              <a:ext cx="721074" cy="391960"/>
            </a:xfrm>
            <a:prstGeom prst="ellipse">
              <a:avLst/>
            </a:prstGeom>
            <a:gradFill>
              <a:gsLst>
                <a:gs pos="0">
                  <a:srgbClr val="010002">
                    <a:alpha val="1384"/>
                  </a:srgbClr>
                </a:gs>
                <a:gs pos="14286">
                  <a:srgbClr val="010002">
                    <a:alpha val="1272"/>
                  </a:srgbClr>
                </a:gs>
                <a:gs pos="28571">
                  <a:srgbClr val="010002">
                    <a:alpha val="989"/>
                  </a:srgbClr>
                </a:gs>
                <a:gs pos="42857">
                  <a:srgbClr val="010002">
                    <a:alpha val="650"/>
                  </a:srgbClr>
                </a:gs>
                <a:gs pos="57143">
                  <a:srgbClr val="010002">
                    <a:alpha val="361"/>
                  </a:srgbClr>
                </a:gs>
                <a:gs pos="71429">
                  <a:srgbClr val="010002">
                    <a:alpha val="169"/>
                  </a:srgbClr>
                </a:gs>
                <a:gs pos="85714">
                  <a:srgbClr val="010002">
                    <a:alpha val="67"/>
                  </a:srgbClr>
                </a:gs>
                <a:gs pos="100000">
                  <a:srgbClr val="010002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5400000">
              <a:off x="-224250" y="-1728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5400000">
              <a:off x="330365" y="32878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5400000">
              <a:off x="330121" y="-13554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5400000">
              <a:off x="3026714" y="303515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5400000">
              <a:off x="-153235" y="4478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5400000">
              <a:off x="2765985" y="-1745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5400000">
              <a:off x="-284884" y="6280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5400000">
              <a:off x="450158" y="-18707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5400000">
              <a:off x="3325997" y="33468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5400000">
              <a:off x="1080766" y="33243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101">
                    <a:alpha val="18127"/>
                  </a:srgbClr>
                </a:gs>
                <a:gs pos="14286">
                  <a:srgbClr val="010101">
                    <a:alpha val="16792"/>
                  </a:srgbClr>
                </a:gs>
                <a:gs pos="28571">
                  <a:srgbClr val="010101">
                    <a:alpha val="13301"/>
                  </a:srgbClr>
                </a:gs>
                <a:gs pos="42857">
                  <a:srgbClr val="010101">
                    <a:alpha val="8937"/>
                  </a:srgbClr>
                </a:gs>
                <a:gs pos="57143">
                  <a:srgbClr val="010101">
                    <a:alpha val="5055"/>
                  </a:srgbClr>
                </a:gs>
                <a:gs pos="71429">
                  <a:srgbClr val="010101">
                    <a:alpha val="2399"/>
                  </a:srgbClr>
                </a:gs>
                <a:gs pos="85714">
                  <a:srgbClr val="010101">
                    <a:alpha val="956"/>
                  </a:srgbClr>
                </a:gs>
                <a:gs pos="100000">
                  <a:srgbClr val="01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5400000">
              <a:off x="-192834" y="-2814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0">
                    <a:alpha val="18127"/>
                  </a:srgbClr>
                </a:gs>
                <a:gs pos="14286">
                  <a:srgbClr val="010000">
                    <a:alpha val="16792"/>
                  </a:srgbClr>
                </a:gs>
                <a:gs pos="28571">
                  <a:srgbClr val="010000">
                    <a:alpha val="13301"/>
                  </a:srgbClr>
                </a:gs>
                <a:gs pos="42857">
                  <a:srgbClr val="010000">
                    <a:alpha val="8937"/>
                  </a:srgbClr>
                </a:gs>
                <a:gs pos="57143">
                  <a:srgbClr val="010000">
                    <a:alpha val="5055"/>
                  </a:srgbClr>
                </a:gs>
                <a:gs pos="71429">
                  <a:srgbClr val="010000">
                    <a:alpha val="2399"/>
                  </a:srgbClr>
                </a:gs>
                <a:gs pos="85714">
                  <a:srgbClr val="010000">
                    <a:alpha val="956"/>
                  </a:srgbClr>
                </a:gs>
                <a:gs pos="100000">
                  <a:srgbClr val="0100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5400000">
              <a:off x="3171713" y="27422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5400000">
              <a:off x="2919867" y="30597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5400000">
              <a:off x="3084413" y="1829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5400000">
              <a:off x="3053473" y="-16064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5400000">
              <a:off x="2968935" y="31366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5400000">
              <a:off x="3042154" y="31047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5400000">
              <a:off x="-191613" y="30804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5400000">
              <a:off x="3075075" y="326404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5400000">
              <a:off x="31623" y="33099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5400000">
              <a:off x="3299782" y="25481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5400000">
              <a:off x="109821" y="33405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5400000">
              <a:off x="2068219" y="-29411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5400000">
              <a:off x="-3329" y="298556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5400000">
              <a:off x="476320" y="31186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5400000">
              <a:off x="-201201" y="-553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5400000">
              <a:off x="-214857" y="26348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5400000">
              <a:off x="3076916" y="-1625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5400000">
              <a:off x="3266854" y="321668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5400000">
              <a:off x="3299668" y="2825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5400000">
              <a:off x="352994" y="33140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5400000">
              <a:off x="116545" y="-701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5400000">
              <a:off x="3326285" y="5538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5400000">
              <a:off x="-88140" y="27814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5400000">
              <a:off x="3117261" y="292198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5400000">
              <a:off x="3089471" y="819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5400000">
              <a:off x="85718" y="15636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5400000">
              <a:off x="3157872" y="-309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5400000">
              <a:off x="135169" y="-2013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5400000">
              <a:off x="-225605" y="30514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5400000">
              <a:off x="-279267" y="1656498"/>
              <a:ext cx="602456" cy="602456"/>
            </a:xfrm>
            <a:prstGeom prst="ellipse">
              <a:avLst/>
            </a:prstGeom>
            <a:gradFill>
              <a:gsLst>
                <a:gs pos="0">
                  <a:srgbClr val="732F21">
                    <a:alpha val="18127"/>
                  </a:srgbClr>
                </a:gs>
                <a:gs pos="14286">
                  <a:srgbClr val="732F21">
                    <a:alpha val="16792"/>
                  </a:srgbClr>
                </a:gs>
                <a:gs pos="28571">
                  <a:srgbClr val="732F21">
                    <a:alpha val="13301"/>
                  </a:srgbClr>
                </a:gs>
                <a:gs pos="42857">
                  <a:srgbClr val="732F21">
                    <a:alpha val="8937"/>
                  </a:srgbClr>
                </a:gs>
                <a:gs pos="57143">
                  <a:srgbClr val="732F21">
                    <a:alpha val="5055"/>
                  </a:srgbClr>
                </a:gs>
                <a:gs pos="71429">
                  <a:srgbClr val="732F21">
                    <a:alpha val="2399"/>
                  </a:srgbClr>
                </a:gs>
                <a:gs pos="85714">
                  <a:srgbClr val="732F21">
                    <a:alpha val="956"/>
                  </a:srgbClr>
                </a:gs>
                <a:gs pos="100000">
                  <a:srgbClr val="732F2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5400000">
              <a:off x="-246540" y="30657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5400000">
              <a:off x="-90646" y="-19345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5400000">
              <a:off x="2232842" y="32406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5400000">
              <a:off x="3108505" y="324569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5400000">
              <a:off x="83812" y="28663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5400000">
              <a:off x="3297384" y="58363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5400000">
              <a:off x="-48291" y="47273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5400000">
              <a:off x="2398913" y="-1018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2">
                    <a:alpha val="18127"/>
                  </a:srgbClr>
                </a:gs>
                <a:gs pos="14286">
                  <a:srgbClr val="020002">
                    <a:alpha val="16792"/>
                  </a:srgbClr>
                </a:gs>
                <a:gs pos="28571">
                  <a:srgbClr val="020002">
                    <a:alpha val="13301"/>
                  </a:srgbClr>
                </a:gs>
                <a:gs pos="42857">
                  <a:srgbClr val="020002">
                    <a:alpha val="8937"/>
                  </a:srgbClr>
                </a:gs>
                <a:gs pos="57143">
                  <a:srgbClr val="020002">
                    <a:alpha val="5055"/>
                  </a:srgbClr>
                </a:gs>
                <a:gs pos="71429">
                  <a:srgbClr val="020002">
                    <a:alpha val="2399"/>
                  </a:srgbClr>
                </a:gs>
                <a:gs pos="85714">
                  <a:srgbClr val="020002">
                    <a:alpha val="956"/>
                  </a:srgbClr>
                </a:gs>
                <a:gs pos="100000">
                  <a:srgbClr val="02000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5400000">
              <a:off x="3165638" y="30021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5400000">
              <a:off x="3320351" y="29645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5400000">
              <a:off x="894197" y="-24092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5400000">
              <a:off x="3280067" y="457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5400000">
              <a:off x="819453" y="32788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5400000">
              <a:off x="891650" y="327615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5400000">
              <a:off x="-272843" y="274330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5400000">
              <a:off x="3198127" y="2492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5400000">
              <a:off x="3145142" y="30324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5400000">
              <a:off x="3129085" y="3473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5400000">
              <a:off x="2789400" y="332305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5400000">
              <a:off x="2945253" y="318326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5400000">
              <a:off x="480589" y="32680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5400000">
              <a:off x="127658" y="2239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5400000">
              <a:off x="-70760" y="53372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5400000">
              <a:off x="2279109" y="-2126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5400000">
              <a:off x="853885" y="-1562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7E3124">
                    <a:alpha val="18127"/>
                  </a:srgbClr>
                </a:gs>
                <a:gs pos="14286">
                  <a:srgbClr val="7E3124">
                    <a:alpha val="16792"/>
                  </a:srgbClr>
                </a:gs>
                <a:gs pos="28571">
                  <a:srgbClr val="7E3124">
                    <a:alpha val="13301"/>
                  </a:srgbClr>
                </a:gs>
                <a:gs pos="42857">
                  <a:srgbClr val="7E3124">
                    <a:alpha val="8937"/>
                  </a:srgbClr>
                </a:gs>
                <a:gs pos="57143">
                  <a:srgbClr val="7E3124">
                    <a:alpha val="5055"/>
                  </a:srgbClr>
                </a:gs>
                <a:gs pos="71429">
                  <a:srgbClr val="7E3124">
                    <a:alpha val="2399"/>
                  </a:srgbClr>
                </a:gs>
                <a:gs pos="85714">
                  <a:srgbClr val="7E3124">
                    <a:alpha val="956"/>
                  </a:srgbClr>
                </a:gs>
                <a:gs pos="100000">
                  <a:srgbClr val="7E312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5400000">
              <a:off x="3296759" y="26333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5400000">
              <a:off x="3336215" y="287690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5400000">
              <a:off x="3080345" y="24101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8F3629">
                    <a:alpha val="18127"/>
                  </a:srgbClr>
                </a:gs>
                <a:gs pos="14286">
                  <a:srgbClr val="8F3629">
                    <a:alpha val="16792"/>
                  </a:srgbClr>
                </a:gs>
                <a:gs pos="28571">
                  <a:srgbClr val="8F3629">
                    <a:alpha val="13301"/>
                  </a:srgbClr>
                </a:gs>
                <a:gs pos="42857">
                  <a:srgbClr val="8F3629">
                    <a:alpha val="8937"/>
                  </a:srgbClr>
                </a:gs>
                <a:gs pos="57143">
                  <a:srgbClr val="8F3629">
                    <a:alpha val="5055"/>
                  </a:srgbClr>
                </a:gs>
                <a:gs pos="71429">
                  <a:srgbClr val="8F3629">
                    <a:alpha val="2399"/>
                  </a:srgbClr>
                </a:gs>
                <a:gs pos="85714">
                  <a:srgbClr val="8F3629">
                    <a:alpha val="956"/>
                  </a:srgbClr>
                </a:gs>
                <a:gs pos="100000">
                  <a:srgbClr val="8F362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5400000">
              <a:off x="2533366" y="32432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5400000">
              <a:off x="2698573" y="-879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5400000">
              <a:off x="2814099" y="28789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101">
                    <a:alpha val="18127"/>
                  </a:srgbClr>
                </a:gs>
                <a:gs pos="14286">
                  <a:srgbClr val="010101">
                    <a:alpha val="16792"/>
                  </a:srgbClr>
                </a:gs>
                <a:gs pos="28571">
                  <a:srgbClr val="010101">
                    <a:alpha val="13301"/>
                  </a:srgbClr>
                </a:gs>
                <a:gs pos="42857">
                  <a:srgbClr val="010101">
                    <a:alpha val="8937"/>
                  </a:srgbClr>
                </a:gs>
                <a:gs pos="57143">
                  <a:srgbClr val="010101">
                    <a:alpha val="5055"/>
                  </a:srgbClr>
                </a:gs>
                <a:gs pos="71429">
                  <a:srgbClr val="010101">
                    <a:alpha val="2399"/>
                  </a:srgbClr>
                </a:gs>
                <a:gs pos="85714">
                  <a:srgbClr val="010101">
                    <a:alpha val="956"/>
                  </a:srgbClr>
                </a:gs>
                <a:gs pos="100000">
                  <a:srgbClr val="01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5400000">
              <a:off x="2648032" y="31539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5400000">
              <a:off x="-189300" y="1075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5400000">
              <a:off x="698423" y="-1760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5400000">
              <a:off x="-184077" y="31816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5400000">
              <a:off x="3135879" y="31079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5400000">
              <a:off x="3211107" y="4771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5400000">
              <a:off x="3030789" y="1208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5400000">
              <a:off x="3344987" y="32279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5400000">
              <a:off x="2348385" y="-23159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5400000">
              <a:off x="-206711" y="2079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5400000">
              <a:off x="3139141" y="25744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5400000">
              <a:off x="2922532" y="-7718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5400000">
              <a:off x="552794" y="31235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101">
                    <a:alpha val="18127"/>
                  </a:srgbClr>
                </a:gs>
                <a:gs pos="14286">
                  <a:srgbClr val="010101">
                    <a:alpha val="16792"/>
                  </a:srgbClr>
                </a:gs>
                <a:gs pos="28571">
                  <a:srgbClr val="010101">
                    <a:alpha val="13301"/>
                  </a:srgbClr>
                </a:gs>
                <a:gs pos="42857">
                  <a:srgbClr val="010101">
                    <a:alpha val="8937"/>
                  </a:srgbClr>
                </a:gs>
                <a:gs pos="57143">
                  <a:srgbClr val="010101">
                    <a:alpha val="5055"/>
                  </a:srgbClr>
                </a:gs>
                <a:gs pos="71429">
                  <a:srgbClr val="010101">
                    <a:alpha val="2399"/>
                  </a:srgbClr>
                </a:gs>
                <a:gs pos="85714">
                  <a:srgbClr val="010101">
                    <a:alpha val="956"/>
                  </a:srgbClr>
                </a:gs>
                <a:gs pos="100000">
                  <a:srgbClr val="01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5400000">
              <a:off x="-43220" y="-14607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5400000">
              <a:off x="354922" y="-19308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5400000">
              <a:off x="2752177" y="311717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5400000">
              <a:off x="902161" y="-171479"/>
              <a:ext cx="602456" cy="602456"/>
            </a:xfrm>
            <a:prstGeom prst="ellipse">
              <a:avLst/>
            </a:prstGeom>
            <a:gradFill>
              <a:gsLst>
                <a:gs pos="0">
                  <a:srgbClr val="91382C">
                    <a:alpha val="18127"/>
                  </a:srgbClr>
                </a:gs>
                <a:gs pos="14286">
                  <a:srgbClr val="91382C">
                    <a:alpha val="16792"/>
                  </a:srgbClr>
                </a:gs>
                <a:gs pos="28571">
                  <a:srgbClr val="91382C">
                    <a:alpha val="13301"/>
                  </a:srgbClr>
                </a:gs>
                <a:gs pos="42857">
                  <a:srgbClr val="91382C">
                    <a:alpha val="8937"/>
                  </a:srgbClr>
                </a:gs>
                <a:gs pos="57143">
                  <a:srgbClr val="91382C">
                    <a:alpha val="5055"/>
                  </a:srgbClr>
                </a:gs>
                <a:gs pos="71429">
                  <a:srgbClr val="91382C">
                    <a:alpha val="2399"/>
                  </a:srgbClr>
                </a:gs>
                <a:gs pos="85714">
                  <a:srgbClr val="91382C">
                    <a:alpha val="956"/>
                  </a:srgbClr>
                </a:gs>
                <a:gs pos="100000">
                  <a:srgbClr val="91382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5400000">
              <a:off x="2679544" y="-28893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5400000">
              <a:off x="583046" y="316183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5400000">
              <a:off x="-286333" y="14711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802E22">
                    <a:alpha val="18127"/>
                  </a:srgbClr>
                </a:gs>
                <a:gs pos="14286">
                  <a:srgbClr val="802E22">
                    <a:alpha val="16792"/>
                  </a:srgbClr>
                </a:gs>
                <a:gs pos="28571">
                  <a:srgbClr val="802E22">
                    <a:alpha val="13301"/>
                  </a:srgbClr>
                </a:gs>
                <a:gs pos="42857">
                  <a:srgbClr val="802E22">
                    <a:alpha val="8937"/>
                  </a:srgbClr>
                </a:gs>
                <a:gs pos="57143">
                  <a:srgbClr val="802E22">
                    <a:alpha val="5055"/>
                  </a:srgbClr>
                </a:gs>
                <a:gs pos="71429">
                  <a:srgbClr val="802E22">
                    <a:alpha val="2399"/>
                  </a:srgbClr>
                </a:gs>
                <a:gs pos="85714">
                  <a:srgbClr val="802E22">
                    <a:alpha val="956"/>
                  </a:srgbClr>
                </a:gs>
                <a:gs pos="100000">
                  <a:srgbClr val="802E2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5400000">
              <a:off x="-82521" y="7156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5400000">
              <a:off x="566802" y="-25131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5400000">
              <a:off x="15829" y="29026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5400000">
              <a:off x="-21408" y="-400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5400000">
              <a:off x="428301" y="319799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5400000">
              <a:off x="3258789" y="-1589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5400000">
              <a:off x="-177278" y="282283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5400000">
              <a:off x="-167596" y="320876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5400000">
              <a:off x="-235200" y="327126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5400000">
              <a:off x="524211" y="309896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101">
                    <a:alpha val="18127"/>
                  </a:srgbClr>
                </a:gs>
                <a:gs pos="14286">
                  <a:srgbClr val="010101">
                    <a:alpha val="16792"/>
                  </a:srgbClr>
                </a:gs>
                <a:gs pos="28571">
                  <a:srgbClr val="010101">
                    <a:alpha val="13301"/>
                  </a:srgbClr>
                </a:gs>
                <a:gs pos="42857">
                  <a:srgbClr val="010101">
                    <a:alpha val="8937"/>
                  </a:srgbClr>
                </a:gs>
                <a:gs pos="57143">
                  <a:srgbClr val="010101">
                    <a:alpha val="5055"/>
                  </a:srgbClr>
                </a:gs>
                <a:gs pos="71429">
                  <a:srgbClr val="010101">
                    <a:alpha val="2399"/>
                  </a:srgbClr>
                </a:gs>
                <a:gs pos="85714">
                  <a:srgbClr val="010101">
                    <a:alpha val="956"/>
                  </a:srgbClr>
                </a:gs>
                <a:gs pos="100000">
                  <a:srgbClr val="01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5400000">
              <a:off x="-281838" y="29667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5400000">
              <a:off x="2205440" y="-23299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5400000">
              <a:off x="2825602" y="319309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5400000">
              <a:off x="2993478" y="27760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5400000">
              <a:off x="1057398" y="32981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101">
                    <a:alpha val="18127"/>
                  </a:srgbClr>
                </a:gs>
                <a:gs pos="14286">
                  <a:srgbClr val="020101">
                    <a:alpha val="16792"/>
                  </a:srgbClr>
                </a:gs>
                <a:gs pos="28571">
                  <a:srgbClr val="020101">
                    <a:alpha val="13301"/>
                  </a:srgbClr>
                </a:gs>
                <a:gs pos="42857">
                  <a:srgbClr val="020101">
                    <a:alpha val="8937"/>
                  </a:srgbClr>
                </a:gs>
                <a:gs pos="57143">
                  <a:srgbClr val="020101">
                    <a:alpha val="5055"/>
                  </a:srgbClr>
                </a:gs>
                <a:gs pos="71429">
                  <a:srgbClr val="020101">
                    <a:alpha val="2399"/>
                  </a:srgbClr>
                </a:gs>
                <a:gs pos="85714">
                  <a:srgbClr val="020101">
                    <a:alpha val="956"/>
                  </a:srgbClr>
                </a:gs>
                <a:gs pos="100000">
                  <a:srgbClr val="02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5400000">
              <a:off x="2158031" y="32515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102">
                    <a:alpha val="18127"/>
                  </a:srgbClr>
                </a:gs>
                <a:gs pos="14286">
                  <a:srgbClr val="020102">
                    <a:alpha val="16792"/>
                  </a:srgbClr>
                </a:gs>
                <a:gs pos="28571">
                  <a:srgbClr val="020102">
                    <a:alpha val="13301"/>
                  </a:srgbClr>
                </a:gs>
                <a:gs pos="42857">
                  <a:srgbClr val="020102">
                    <a:alpha val="8937"/>
                  </a:srgbClr>
                </a:gs>
                <a:gs pos="57143">
                  <a:srgbClr val="020102">
                    <a:alpha val="5055"/>
                  </a:srgbClr>
                </a:gs>
                <a:gs pos="71429">
                  <a:srgbClr val="020102">
                    <a:alpha val="2399"/>
                  </a:srgbClr>
                </a:gs>
                <a:gs pos="85714">
                  <a:srgbClr val="020102">
                    <a:alpha val="956"/>
                  </a:srgbClr>
                </a:gs>
                <a:gs pos="100000">
                  <a:srgbClr val="02010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5400000">
              <a:off x="3171241" y="-8545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5400000">
              <a:off x="3303413" y="275062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5400000">
              <a:off x="2967370" y="8747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5400000">
              <a:off x="2879993" y="33201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5400000">
              <a:off x="170045" y="32798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5400000">
              <a:off x="3045111" y="29371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5400000">
              <a:off x="3220507" y="21625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5400000">
              <a:off x="137477" y="422409"/>
              <a:ext cx="602456" cy="602456"/>
            </a:xfrm>
            <a:prstGeom prst="ellipse">
              <a:avLst/>
            </a:prstGeom>
            <a:gradFill>
              <a:gsLst>
                <a:gs pos="0">
                  <a:srgbClr val="C04D39">
                    <a:alpha val="18127"/>
                  </a:srgbClr>
                </a:gs>
                <a:gs pos="14286">
                  <a:srgbClr val="C04D39">
                    <a:alpha val="16792"/>
                  </a:srgbClr>
                </a:gs>
                <a:gs pos="28571">
                  <a:srgbClr val="C04D39">
                    <a:alpha val="13301"/>
                  </a:srgbClr>
                </a:gs>
                <a:gs pos="42857">
                  <a:srgbClr val="C04D39">
                    <a:alpha val="8937"/>
                  </a:srgbClr>
                </a:gs>
                <a:gs pos="57143">
                  <a:srgbClr val="C04D39">
                    <a:alpha val="5055"/>
                  </a:srgbClr>
                </a:gs>
                <a:gs pos="71429">
                  <a:srgbClr val="C04D39">
                    <a:alpha val="2399"/>
                  </a:srgbClr>
                </a:gs>
                <a:gs pos="85714">
                  <a:srgbClr val="C04D39">
                    <a:alpha val="956"/>
                  </a:srgbClr>
                </a:gs>
                <a:gs pos="100000">
                  <a:srgbClr val="C04D3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5400000">
              <a:off x="-225011" y="18755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B74D39">
                    <a:alpha val="18127"/>
                  </a:srgbClr>
                </a:gs>
                <a:gs pos="14286">
                  <a:srgbClr val="B74D39">
                    <a:alpha val="16792"/>
                  </a:srgbClr>
                </a:gs>
                <a:gs pos="28571">
                  <a:srgbClr val="B74D39">
                    <a:alpha val="13301"/>
                  </a:srgbClr>
                </a:gs>
                <a:gs pos="42857">
                  <a:srgbClr val="B74D39">
                    <a:alpha val="8937"/>
                  </a:srgbClr>
                </a:gs>
                <a:gs pos="57143">
                  <a:srgbClr val="B74D39">
                    <a:alpha val="5055"/>
                  </a:srgbClr>
                </a:gs>
                <a:gs pos="71429">
                  <a:srgbClr val="B74D39">
                    <a:alpha val="2399"/>
                  </a:srgbClr>
                </a:gs>
                <a:gs pos="85714">
                  <a:srgbClr val="B74D39">
                    <a:alpha val="956"/>
                  </a:srgbClr>
                </a:gs>
                <a:gs pos="100000">
                  <a:srgbClr val="B74D3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5400000">
              <a:off x="-195439" y="31830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5400000">
              <a:off x="-176124" y="3747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5400000">
              <a:off x="-40785" y="29086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5400000">
              <a:off x="-253501" y="250318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5400000">
              <a:off x="713679" y="319636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101">
                    <a:alpha val="18127"/>
                  </a:srgbClr>
                </a:gs>
                <a:gs pos="14286">
                  <a:srgbClr val="010101">
                    <a:alpha val="16792"/>
                  </a:srgbClr>
                </a:gs>
                <a:gs pos="28571">
                  <a:srgbClr val="010101">
                    <a:alpha val="13301"/>
                  </a:srgbClr>
                </a:gs>
                <a:gs pos="42857">
                  <a:srgbClr val="010101">
                    <a:alpha val="8937"/>
                  </a:srgbClr>
                </a:gs>
                <a:gs pos="57143">
                  <a:srgbClr val="010101">
                    <a:alpha val="5055"/>
                  </a:srgbClr>
                </a:gs>
                <a:gs pos="71429">
                  <a:srgbClr val="010101">
                    <a:alpha val="2399"/>
                  </a:srgbClr>
                </a:gs>
                <a:gs pos="85714">
                  <a:srgbClr val="010101">
                    <a:alpha val="956"/>
                  </a:srgbClr>
                </a:gs>
                <a:gs pos="100000">
                  <a:srgbClr val="01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5400000">
              <a:off x="3157083" y="13844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5400000">
              <a:off x="2906893" y="27287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5400000">
              <a:off x="2660090" y="31381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5400000">
              <a:off x="3177569" y="2235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5400000">
              <a:off x="580562" y="-760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5400000">
              <a:off x="-227619" y="9899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5400000">
              <a:off x="3218057" y="9447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9F4035">
                    <a:alpha val="18127"/>
                  </a:srgbClr>
                </a:gs>
                <a:gs pos="14286">
                  <a:srgbClr val="9F4035">
                    <a:alpha val="16792"/>
                  </a:srgbClr>
                </a:gs>
                <a:gs pos="28571">
                  <a:srgbClr val="9F4035">
                    <a:alpha val="13301"/>
                  </a:srgbClr>
                </a:gs>
                <a:gs pos="42857">
                  <a:srgbClr val="9F4035">
                    <a:alpha val="8937"/>
                  </a:srgbClr>
                </a:gs>
                <a:gs pos="57143">
                  <a:srgbClr val="9F4035">
                    <a:alpha val="5055"/>
                  </a:srgbClr>
                </a:gs>
                <a:gs pos="71429">
                  <a:srgbClr val="9F4035">
                    <a:alpha val="2399"/>
                  </a:srgbClr>
                </a:gs>
                <a:gs pos="85714">
                  <a:srgbClr val="9F4035">
                    <a:alpha val="956"/>
                  </a:srgbClr>
                </a:gs>
                <a:gs pos="100000">
                  <a:srgbClr val="9F403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5400000">
              <a:off x="616368" y="-3012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5400000">
              <a:off x="-86641" y="5548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5400000">
              <a:off x="-141293" y="272328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5400000">
              <a:off x="-124084" y="33381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5400000">
              <a:off x="-176023" y="5187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5400000">
              <a:off x="2174508" y="-1869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1C0706">
                    <a:alpha val="18127"/>
                  </a:srgbClr>
                </a:gs>
                <a:gs pos="14286">
                  <a:srgbClr val="1C0706">
                    <a:alpha val="16792"/>
                  </a:srgbClr>
                </a:gs>
                <a:gs pos="28571">
                  <a:srgbClr val="1C0706">
                    <a:alpha val="13301"/>
                  </a:srgbClr>
                </a:gs>
                <a:gs pos="42857">
                  <a:srgbClr val="1C0706">
                    <a:alpha val="8937"/>
                  </a:srgbClr>
                </a:gs>
                <a:gs pos="57143">
                  <a:srgbClr val="1C0706">
                    <a:alpha val="5055"/>
                  </a:srgbClr>
                </a:gs>
                <a:gs pos="71429">
                  <a:srgbClr val="1C0706">
                    <a:alpha val="2399"/>
                  </a:srgbClr>
                </a:gs>
                <a:gs pos="85714">
                  <a:srgbClr val="1C0706">
                    <a:alpha val="956"/>
                  </a:srgbClr>
                </a:gs>
                <a:gs pos="100000">
                  <a:srgbClr val="1C0706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5400000">
              <a:off x="3174702" y="16923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5400000">
              <a:off x="3028045" y="4275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5400000">
              <a:off x="619789" y="32690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5400000">
              <a:off x="-231458" y="310075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5400000">
              <a:off x="272254" y="-2102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5400000">
              <a:off x="3272895" y="62056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5400000">
              <a:off x="2812745" y="29010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101">
                    <a:alpha val="18127"/>
                  </a:srgbClr>
                </a:gs>
                <a:gs pos="14286">
                  <a:srgbClr val="010101">
                    <a:alpha val="16792"/>
                  </a:srgbClr>
                </a:gs>
                <a:gs pos="28571">
                  <a:srgbClr val="010101">
                    <a:alpha val="13301"/>
                  </a:srgbClr>
                </a:gs>
                <a:gs pos="42857">
                  <a:srgbClr val="010101">
                    <a:alpha val="8937"/>
                  </a:srgbClr>
                </a:gs>
                <a:gs pos="57143">
                  <a:srgbClr val="010101">
                    <a:alpha val="5055"/>
                  </a:srgbClr>
                </a:gs>
                <a:gs pos="71429">
                  <a:srgbClr val="010101">
                    <a:alpha val="2399"/>
                  </a:srgbClr>
                </a:gs>
                <a:gs pos="85714">
                  <a:srgbClr val="010101">
                    <a:alpha val="956"/>
                  </a:srgbClr>
                </a:gs>
                <a:gs pos="100000">
                  <a:srgbClr val="01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5400000">
              <a:off x="367111" y="333087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5400000">
              <a:off x="-256167" y="27994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5400000">
              <a:off x="-294464" y="18937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5400000">
              <a:off x="3299164" y="32278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5400000">
              <a:off x="3185219" y="30696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5400000">
              <a:off x="96020" y="4355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A54333">
                    <a:alpha val="18127"/>
                  </a:srgbClr>
                </a:gs>
                <a:gs pos="14286">
                  <a:srgbClr val="A54333">
                    <a:alpha val="16792"/>
                  </a:srgbClr>
                </a:gs>
                <a:gs pos="28571">
                  <a:srgbClr val="A54333">
                    <a:alpha val="13301"/>
                  </a:srgbClr>
                </a:gs>
                <a:gs pos="42857">
                  <a:srgbClr val="A54333">
                    <a:alpha val="8937"/>
                  </a:srgbClr>
                </a:gs>
                <a:gs pos="57143">
                  <a:srgbClr val="A54333">
                    <a:alpha val="5055"/>
                  </a:srgbClr>
                </a:gs>
                <a:gs pos="71429">
                  <a:srgbClr val="A54333">
                    <a:alpha val="2399"/>
                  </a:srgbClr>
                </a:gs>
                <a:gs pos="85714">
                  <a:srgbClr val="A54333">
                    <a:alpha val="956"/>
                  </a:srgbClr>
                </a:gs>
                <a:gs pos="100000">
                  <a:srgbClr val="A5433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5400000">
              <a:off x="2697596" y="-4499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5400000">
              <a:off x="-187241" y="281099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5400000">
              <a:off x="2038175" y="33047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Splat 1438"/>
            <p:cNvSpPr>
              <a:spLocks noGrp="1"/>
            </p:cNvSpPr>
            <p:nvPr/>
          </p:nvSpPr>
          <p:spPr>
            <a:xfrm rot="5400000">
              <a:off x="14648" y="28174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Splat 1439"/>
            <p:cNvSpPr>
              <a:spLocks noGrp="1"/>
            </p:cNvSpPr>
            <p:nvPr/>
          </p:nvSpPr>
          <p:spPr>
            <a:xfrm rot="5400000">
              <a:off x="2739696" y="-2686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Splat 1440"/>
            <p:cNvSpPr>
              <a:spLocks noGrp="1"/>
            </p:cNvSpPr>
            <p:nvPr/>
          </p:nvSpPr>
          <p:spPr>
            <a:xfrm rot="5400000">
              <a:off x="2395173" y="32842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Splat 1441"/>
            <p:cNvSpPr>
              <a:spLocks noGrp="1"/>
            </p:cNvSpPr>
            <p:nvPr/>
          </p:nvSpPr>
          <p:spPr>
            <a:xfrm rot="5400000">
              <a:off x="3319141" y="299445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Splat 1442"/>
            <p:cNvSpPr>
              <a:spLocks noGrp="1"/>
            </p:cNvSpPr>
            <p:nvPr/>
          </p:nvSpPr>
          <p:spPr>
            <a:xfrm rot="5400000">
              <a:off x="-254715" y="293113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Splat 1443"/>
            <p:cNvSpPr>
              <a:spLocks noGrp="1"/>
            </p:cNvSpPr>
            <p:nvPr/>
          </p:nvSpPr>
          <p:spPr>
            <a:xfrm rot="5400000">
              <a:off x="1053429" y="-2776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101">
                    <a:alpha val="18127"/>
                  </a:srgbClr>
                </a:gs>
                <a:gs pos="14286">
                  <a:srgbClr val="010101">
                    <a:alpha val="16792"/>
                  </a:srgbClr>
                </a:gs>
                <a:gs pos="28571">
                  <a:srgbClr val="010101">
                    <a:alpha val="13301"/>
                  </a:srgbClr>
                </a:gs>
                <a:gs pos="42857">
                  <a:srgbClr val="010101">
                    <a:alpha val="8937"/>
                  </a:srgbClr>
                </a:gs>
                <a:gs pos="57143">
                  <a:srgbClr val="010101">
                    <a:alpha val="5055"/>
                  </a:srgbClr>
                </a:gs>
                <a:gs pos="71429">
                  <a:srgbClr val="010101">
                    <a:alpha val="2399"/>
                  </a:srgbClr>
                </a:gs>
                <a:gs pos="85714">
                  <a:srgbClr val="010101">
                    <a:alpha val="956"/>
                  </a:srgbClr>
                </a:gs>
                <a:gs pos="100000">
                  <a:srgbClr val="01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Splat 1444"/>
            <p:cNvSpPr>
              <a:spLocks noGrp="1"/>
            </p:cNvSpPr>
            <p:nvPr/>
          </p:nvSpPr>
          <p:spPr>
            <a:xfrm rot="5400000">
              <a:off x="-179212" y="30627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Splat 1445"/>
            <p:cNvSpPr>
              <a:spLocks noGrp="1"/>
            </p:cNvSpPr>
            <p:nvPr/>
          </p:nvSpPr>
          <p:spPr>
            <a:xfrm rot="5400000">
              <a:off x="3346847" y="26141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Splat 1446"/>
            <p:cNvSpPr>
              <a:spLocks noGrp="1"/>
            </p:cNvSpPr>
            <p:nvPr/>
          </p:nvSpPr>
          <p:spPr>
            <a:xfrm rot="5400000">
              <a:off x="2690716" y="298361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Splat 1447"/>
            <p:cNvSpPr>
              <a:spLocks noGrp="1"/>
            </p:cNvSpPr>
            <p:nvPr/>
          </p:nvSpPr>
          <p:spPr>
            <a:xfrm rot="5400000">
              <a:off x="125469" y="-3012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0">
                    <a:alpha val="18127"/>
                  </a:srgbClr>
                </a:gs>
                <a:gs pos="14286">
                  <a:srgbClr val="010000">
                    <a:alpha val="16792"/>
                  </a:srgbClr>
                </a:gs>
                <a:gs pos="28571">
                  <a:srgbClr val="010000">
                    <a:alpha val="13301"/>
                  </a:srgbClr>
                </a:gs>
                <a:gs pos="42857">
                  <a:srgbClr val="010000">
                    <a:alpha val="8937"/>
                  </a:srgbClr>
                </a:gs>
                <a:gs pos="57143">
                  <a:srgbClr val="010000">
                    <a:alpha val="5055"/>
                  </a:srgbClr>
                </a:gs>
                <a:gs pos="71429">
                  <a:srgbClr val="010000">
                    <a:alpha val="2399"/>
                  </a:srgbClr>
                </a:gs>
                <a:gs pos="85714">
                  <a:srgbClr val="010000">
                    <a:alpha val="956"/>
                  </a:srgbClr>
                </a:gs>
                <a:gs pos="100000">
                  <a:srgbClr val="0100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Splat 1448"/>
            <p:cNvSpPr>
              <a:spLocks noGrp="1"/>
            </p:cNvSpPr>
            <p:nvPr/>
          </p:nvSpPr>
          <p:spPr>
            <a:xfrm rot="5400000">
              <a:off x="-22772" y="258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Splat 1449"/>
            <p:cNvSpPr>
              <a:spLocks noGrp="1"/>
            </p:cNvSpPr>
            <p:nvPr/>
          </p:nvSpPr>
          <p:spPr>
            <a:xfrm rot="5400000">
              <a:off x="3027976" y="-337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Splat 1450"/>
            <p:cNvSpPr>
              <a:spLocks noGrp="1"/>
            </p:cNvSpPr>
            <p:nvPr/>
          </p:nvSpPr>
          <p:spPr>
            <a:xfrm rot="5400000">
              <a:off x="3346847" y="33049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Splat 1451"/>
            <p:cNvSpPr>
              <a:spLocks noGrp="1"/>
            </p:cNvSpPr>
            <p:nvPr/>
          </p:nvSpPr>
          <p:spPr>
            <a:xfrm rot="5400000">
              <a:off x="3088388" y="31424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Splat 1452"/>
            <p:cNvSpPr>
              <a:spLocks noGrp="1"/>
            </p:cNvSpPr>
            <p:nvPr/>
          </p:nvSpPr>
          <p:spPr>
            <a:xfrm rot="5400000">
              <a:off x="2923703" y="4453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AC4137">
                    <a:alpha val="18127"/>
                  </a:srgbClr>
                </a:gs>
                <a:gs pos="14286">
                  <a:srgbClr val="AC4137">
                    <a:alpha val="16792"/>
                  </a:srgbClr>
                </a:gs>
                <a:gs pos="28571">
                  <a:srgbClr val="AC4137">
                    <a:alpha val="13301"/>
                  </a:srgbClr>
                </a:gs>
                <a:gs pos="42857">
                  <a:srgbClr val="AC4137">
                    <a:alpha val="8937"/>
                  </a:srgbClr>
                </a:gs>
                <a:gs pos="57143">
                  <a:srgbClr val="AC4137">
                    <a:alpha val="5055"/>
                  </a:srgbClr>
                </a:gs>
                <a:gs pos="71429">
                  <a:srgbClr val="AC4137">
                    <a:alpha val="2399"/>
                  </a:srgbClr>
                </a:gs>
                <a:gs pos="85714">
                  <a:srgbClr val="AC4137">
                    <a:alpha val="956"/>
                  </a:srgbClr>
                </a:gs>
                <a:gs pos="100000">
                  <a:srgbClr val="AC413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Splat 1453"/>
            <p:cNvSpPr>
              <a:spLocks noGrp="1"/>
            </p:cNvSpPr>
            <p:nvPr/>
          </p:nvSpPr>
          <p:spPr>
            <a:xfrm rot="5400000">
              <a:off x="182732" y="-2014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Splat 1454"/>
            <p:cNvSpPr>
              <a:spLocks noGrp="1"/>
            </p:cNvSpPr>
            <p:nvPr/>
          </p:nvSpPr>
          <p:spPr>
            <a:xfrm rot="5400000">
              <a:off x="2714887" y="29950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Splat 1455"/>
            <p:cNvSpPr>
              <a:spLocks noGrp="1"/>
            </p:cNvSpPr>
            <p:nvPr/>
          </p:nvSpPr>
          <p:spPr>
            <a:xfrm rot="5400000">
              <a:off x="3049935" y="320454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Splat 1456"/>
            <p:cNvSpPr>
              <a:spLocks noGrp="1"/>
            </p:cNvSpPr>
            <p:nvPr/>
          </p:nvSpPr>
          <p:spPr>
            <a:xfrm rot="5400000">
              <a:off x="-280661" y="4573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Splat 1457"/>
            <p:cNvSpPr>
              <a:spLocks noGrp="1"/>
            </p:cNvSpPr>
            <p:nvPr/>
          </p:nvSpPr>
          <p:spPr>
            <a:xfrm rot="5400000">
              <a:off x="808306" y="32672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Splat 1458"/>
            <p:cNvSpPr>
              <a:spLocks noGrp="1"/>
            </p:cNvSpPr>
            <p:nvPr/>
          </p:nvSpPr>
          <p:spPr>
            <a:xfrm rot="5400000">
              <a:off x="2949484" y="297114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Splat 1459"/>
            <p:cNvSpPr>
              <a:spLocks noGrp="1"/>
            </p:cNvSpPr>
            <p:nvPr/>
          </p:nvSpPr>
          <p:spPr>
            <a:xfrm rot="5400000">
              <a:off x="-13055" y="11799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Splat 1460"/>
            <p:cNvSpPr>
              <a:spLocks noGrp="1"/>
            </p:cNvSpPr>
            <p:nvPr/>
          </p:nvSpPr>
          <p:spPr>
            <a:xfrm rot="5400000">
              <a:off x="3173922" y="321809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Splat 1461"/>
            <p:cNvSpPr>
              <a:spLocks noGrp="1"/>
            </p:cNvSpPr>
            <p:nvPr/>
          </p:nvSpPr>
          <p:spPr>
            <a:xfrm rot="5400000">
              <a:off x="32280" y="903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Splat 1462"/>
            <p:cNvSpPr>
              <a:spLocks noGrp="1"/>
            </p:cNvSpPr>
            <p:nvPr/>
          </p:nvSpPr>
          <p:spPr>
            <a:xfrm rot="5400000">
              <a:off x="3346847" y="30529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Splat 1463"/>
            <p:cNvSpPr>
              <a:spLocks noGrp="1"/>
            </p:cNvSpPr>
            <p:nvPr/>
          </p:nvSpPr>
          <p:spPr>
            <a:xfrm rot="5400000">
              <a:off x="-279590" y="39691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Splat 1464"/>
            <p:cNvSpPr>
              <a:spLocks noGrp="1"/>
            </p:cNvSpPr>
            <p:nvPr/>
          </p:nvSpPr>
          <p:spPr>
            <a:xfrm rot="5400000">
              <a:off x="359508" y="32192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Splat 1465"/>
            <p:cNvSpPr>
              <a:spLocks noGrp="1"/>
            </p:cNvSpPr>
            <p:nvPr/>
          </p:nvSpPr>
          <p:spPr>
            <a:xfrm rot="5400000">
              <a:off x="619885" y="-27112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Splat 1466"/>
            <p:cNvSpPr>
              <a:spLocks noGrp="1"/>
            </p:cNvSpPr>
            <p:nvPr/>
          </p:nvSpPr>
          <p:spPr>
            <a:xfrm rot="5400000">
              <a:off x="2634301" y="-2150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Splat 1467"/>
            <p:cNvSpPr>
              <a:spLocks noGrp="1"/>
            </p:cNvSpPr>
            <p:nvPr/>
          </p:nvSpPr>
          <p:spPr>
            <a:xfrm rot="5400000">
              <a:off x="-156498" y="-2537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Splat 1468"/>
            <p:cNvSpPr>
              <a:spLocks noGrp="1"/>
            </p:cNvSpPr>
            <p:nvPr/>
          </p:nvSpPr>
          <p:spPr>
            <a:xfrm rot="5400000">
              <a:off x="3173028" y="31351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Splat 1469"/>
            <p:cNvSpPr>
              <a:spLocks noGrp="1"/>
            </p:cNvSpPr>
            <p:nvPr/>
          </p:nvSpPr>
          <p:spPr>
            <a:xfrm rot="5400000">
              <a:off x="3171688" y="6699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Splat 1470"/>
            <p:cNvSpPr>
              <a:spLocks noGrp="1"/>
            </p:cNvSpPr>
            <p:nvPr/>
          </p:nvSpPr>
          <p:spPr>
            <a:xfrm rot="5400000">
              <a:off x="2970555" y="317710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Splat 1471"/>
            <p:cNvSpPr>
              <a:spLocks noGrp="1"/>
            </p:cNvSpPr>
            <p:nvPr/>
          </p:nvSpPr>
          <p:spPr>
            <a:xfrm rot="5400000">
              <a:off x="294895" y="31482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Splat 1472"/>
            <p:cNvSpPr>
              <a:spLocks noGrp="1"/>
            </p:cNvSpPr>
            <p:nvPr/>
          </p:nvSpPr>
          <p:spPr>
            <a:xfrm rot="5400000">
              <a:off x="3225173" y="36153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Splat 1473"/>
            <p:cNvSpPr>
              <a:spLocks noGrp="1"/>
            </p:cNvSpPr>
            <p:nvPr/>
          </p:nvSpPr>
          <p:spPr>
            <a:xfrm rot="5400000">
              <a:off x="652708" y="33428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Splat 1474"/>
            <p:cNvSpPr>
              <a:spLocks noGrp="1"/>
            </p:cNvSpPr>
            <p:nvPr/>
          </p:nvSpPr>
          <p:spPr>
            <a:xfrm rot="5400000">
              <a:off x="85396" y="32046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Splat 1475"/>
            <p:cNvSpPr>
              <a:spLocks noGrp="1"/>
            </p:cNvSpPr>
            <p:nvPr/>
          </p:nvSpPr>
          <p:spPr>
            <a:xfrm rot="5400000">
              <a:off x="3107575" y="2383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Splat 1476"/>
            <p:cNvSpPr>
              <a:spLocks noGrp="1"/>
            </p:cNvSpPr>
            <p:nvPr/>
          </p:nvSpPr>
          <p:spPr>
            <a:xfrm rot="5400000">
              <a:off x="265898" y="31726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Splat 1477"/>
            <p:cNvSpPr>
              <a:spLocks noGrp="1"/>
            </p:cNvSpPr>
            <p:nvPr/>
          </p:nvSpPr>
          <p:spPr>
            <a:xfrm rot="5400000">
              <a:off x="-187166" y="288057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Splat 1478"/>
            <p:cNvSpPr>
              <a:spLocks noGrp="1"/>
            </p:cNvSpPr>
            <p:nvPr/>
          </p:nvSpPr>
          <p:spPr>
            <a:xfrm rot="5400000">
              <a:off x="-149506" y="26578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Splat 1479"/>
            <p:cNvSpPr>
              <a:spLocks noGrp="1"/>
            </p:cNvSpPr>
            <p:nvPr/>
          </p:nvSpPr>
          <p:spPr>
            <a:xfrm rot="5400000">
              <a:off x="2780539" y="29435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Splat 1480"/>
            <p:cNvSpPr>
              <a:spLocks noGrp="1"/>
            </p:cNvSpPr>
            <p:nvPr/>
          </p:nvSpPr>
          <p:spPr>
            <a:xfrm rot="5400000">
              <a:off x="3201837" y="32537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Splat 1481"/>
            <p:cNvSpPr>
              <a:spLocks noGrp="1"/>
            </p:cNvSpPr>
            <p:nvPr/>
          </p:nvSpPr>
          <p:spPr>
            <a:xfrm rot="5400000">
              <a:off x="387524" y="31710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Splat 1482"/>
            <p:cNvSpPr>
              <a:spLocks noGrp="1"/>
            </p:cNvSpPr>
            <p:nvPr/>
          </p:nvSpPr>
          <p:spPr>
            <a:xfrm rot="5400000">
              <a:off x="3272470" y="9541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Splat 1483"/>
            <p:cNvSpPr>
              <a:spLocks noGrp="1"/>
            </p:cNvSpPr>
            <p:nvPr/>
          </p:nvSpPr>
          <p:spPr>
            <a:xfrm rot="5400000">
              <a:off x="3258119" y="48560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Splat 1484"/>
            <p:cNvSpPr>
              <a:spLocks noGrp="1"/>
            </p:cNvSpPr>
            <p:nvPr/>
          </p:nvSpPr>
          <p:spPr>
            <a:xfrm rot="5400000">
              <a:off x="681934" y="32350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Splat 1485"/>
            <p:cNvSpPr>
              <a:spLocks noGrp="1"/>
            </p:cNvSpPr>
            <p:nvPr/>
          </p:nvSpPr>
          <p:spPr>
            <a:xfrm rot="5400000">
              <a:off x="592086" y="-12187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Splat 1486"/>
            <p:cNvSpPr>
              <a:spLocks noGrp="1"/>
            </p:cNvSpPr>
            <p:nvPr/>
          </p:nvSpPr>
          <p:spPr>
            <a:xfrm rot="5400000">
              <a:off x="3073179" y="3494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Splat 1487"/>
            <p:cNvSpPr>
              <a:spLocks noGrp="1"/>
            </p:cNvSpPr>
            <p:nvPr/>
          </p:nvSpPr>
          <p:spPr>
            <a:xfrm rot="5400000">
              <a:off x="3081549" y="-17129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Splat 1488"/>
            <p:cNvSpPr>
              <a:spLocks noGrp="1"/>
            </p:cNvSpPr>
            <p:nvPr/>
          </p:nvSpPr>
          <p:spPr>
            <a:xfrm rot="5400000">
              <a:off x="2969725" y="3321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Splat 1489"/>
            <p:cNvSpPr>
              <a:spLocks noGrp="1"/>
            </p:cNvSpPr>
            <p:nvPr/>
          </p:nvSpPr>
          <p:spPr>
            <a:xfrm rot="5400000">
              <a:off x="2762292" y="32826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Splat 1490"/>
            <p:cNvSpPr>
              <a:spLocks noGrp="1"/>
            </p:cNvSpPr>
            <p:nvPr/>
          </p:nvSpPr>
          <p:spPr>
            <a:xfrm rot="5400000">
              <a:off x="3056562" y="4989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Splat 1491"/>
            <p:cNvSpPr>
              <a:spLocks noGrp="1"/>
            </p:cNvSpPr>
            <p:nvPr/>
          </p:nvSpPr>
          <p:spPr>
            <a:xfrm rot="5400000">
              <a:off x="2725095" y="29441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Splat 1492"/>
            <p:cNvSpPr>
              <a:spLocks noGrp="1"/>
            </p:cNvSpPr>
            <p:nvPr/>
          </p:nvSpPr>
          <p:spPr>
            <a:xfrm rot="5400000">
              <a:off x="-212831" y="2412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Splat 1493"/>
            <p:cNvSpPr>
              <a:spLocks noGrp="1"/>
            </p:cNvSpPr>
            <p:nvPr/>
          </p:nvSpPr>
          <p:spPr>
            <a:xfrm rot="5400000">
              <a:off x="3131133" y="31895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Splat 1494"/>
            <p:cNvSpPr>
              <a:spLocks noGrp="1"/>
            </p:cNvSpPr>
            <p:nvPr/>
          </p:nvSpPr>
          <p:spPr>
            <a:xfrm rot="5400000">
              <a:off x="2551540" y="-1308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Splat 1495"/>
            <p:cNvSpPr>
              <a:spLocks noGrp="1"/>
            </p:cNvSpPr>
            <p:nvPr/>
          </p:nvSpPr>
          <p:spPr>
            <a:xfrm rot="5400000">
              <a:off x="3101529" y="280757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Splat 1496"/>
            <p:cNvSpPr>
              <a:spLocks noGrp="1"/>
            </p:cNvSpPr>
            <p:nvPr/>
          </p:nvSpPr>
          <p:spPr>
            <a:xfrm rot="5400000">
              <a:off x="-88579" y="312094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Splat 1497"/>
            <p:cNvSpPr>
              <a:spLocks noGrp="1"/>
            </p:cNvSpPr>
            <p:nvPr/>
          </p:nvSpPr>
          <p:spPr>
            <a:xfrm rot="5400000">
              <a:off x="3144984" y="6840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202">
                    <a:alpha val="18127"/>
                  </a:srgbClr>
                </a:gs>
                <a:gs pos="14286">
                  <a:srgbClr val="0A0202">
                    <a:alpha val="16792"/>
                  </a:srgbClr>
                </a:gs>
                <a:gs pos="28571">
                  <a:srgbClr val="0A0202">
                    <a:alpha val="13301"/>
                  </a:srgbClr>
                </a:gs>
                <a:gs pos="42857">
                  <a:srgbClr val="0A0202">
                    <a:alpha val="8937"/>
                  </a:srgbClr>
                </a:gs>
                <a:gs pos="57143">
                  <a:srgbClr val="0A0202">
                    <a:alpha val="5055"/>
                  </a:srgbClr>
                </a:gs>
                <a:gs pos="71429">
                  <a:srgbClr val="0A0202">
                    <a:alpha val="2399"/>
                  </a:srgbClr>
                </a:gs>
                <a:gs pos="85714">
                  <a:srgbClr val="0A0202">
                    <a:alpha val="956"/>
                  </a:srgbClr>
                </a:gs>
                <a:gs pos="100000">
                  <a:srgbClr val="0A020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Splat 1498"/>
            <p:cNvSpPr>
              <a:spLocks noGrp="1"/>
            </p:cNvSpPr>
            <p:nvPr/>
          </p:nvSpPr>
          <p:spPr>
            <a:xfrm rot="5400000">
              <a:off x="2822581" y="31410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Splat 1499"/>
            <p:cNvSpPr>
              <a:spLocks noGrp="1"/>
            </p:cNvSpPr>
            <p:nvPr/>
          </p:nvSpPr>
          <p:spPr>
            <a:xfrm rot="5400000">
              <a:off x="113274" y="298130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Splat 1500"/>
            <p:cNvSpPr>
              <a:spLocks noGrp="1"/>
            </p:cNvSpPr>
            <p:nvPr/>
          </p:nvSpPr>
          <p:spPr>
            <a:xfrm rot="5400000">
              <a:off x="3088213" y="32114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Splat 1501"/>
            <p:cNvSpPr>
              <a:spLocks noGrp="1"/>
            </p:cNvSpPr>
            <p:nvPr/>
          </p:nvSpPr>
          <p:spPr>
            <a:xfrm rot="5400000">
              <a:off x="2964213" y="27047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Splat 1502"/>
            <p:cNvSpPr>
              <a:spLocks noGrp="1"/>
            </p:cNvSpPr>
            <p:nvPr/>
          </p:nvSpPr>
          <p:spPr>
            <a:xfrm rot="5400000">
              <a:off x="408576" y="-2180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Splat 1503"/>
            <p:cNvSpPr>
              <a:spLocks noGrp="1"/>
            </p:cNvSpPr>
            <p:nvPr/>
          </p:nvSpPr>
          <p:spPr>
            <a:xfrm rot="5400000">
              <a:off x="-280914" y="6862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Splat 1504"/>
            <p:cNvSpPr>
              <a:spLocks noGrp="1"/>
            </p:cNvSpPr>
            <p:nvPr/>
          </p:nvSpPr>
          <p:spPr>
            <a:xfrm rot="5400000">
              <a:off x="2505112" y="33468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10001">
                    <a:alpha val="18127"/>
                  </a:srgbClr>
                </a:gs>
                <a:gs pos="14286">
                  <a:srgbClr val="010001">
                    <a:alpha val="16792"/>
                  </a:srgbClr>
                </a:gs>
                <a:gs pos="28571">
                  <a:srgbClr val="010001">
                    <a:alpha val="13301"/>
                  </a:srgbClr>
                </a:gs>
                <a:gs pos="42857">
                  <a:srgbClr val="010001">
                    <a:alpha val="8937"/>
                  </a:srgbClr>
                </a:gs>
                <a:gs pos="57143">
                  <a:srgbClr val="010001">
                    <a:alpha val="5055"/>
                  </a:srgbClr>
                </a:gs>
                <a:gs pos="71429">
                  <a:srgbClr val="010001">
                    <a:alpha val="2399"/>
                  </a:srgbClr>
                </a:gs>
                <a:gs pos="85714">
                  <a:srgbClr val="010001">
                    <a:alpha val="956"/>
                  </a:srgbClr>
                </a:gs>
                <a:gs pos="100000">
                  <a:srgbClr val="01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Splat 1505"/>
            <p:cNvSpPr>
              <a:spLocks noGrp="1"/>
            </p:cNvSpPr>
            <p:nvPr/>
          </p:nvSpPr>
          <p:spPr>
            <a:xfrm rot="5400000">
              <a:off x="537388" y="307529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101">
                    <a:alpha val="18127"/>
                  </a:srgbClr>
                </a:gs>
                <a:gs pos="14286">
                  <a:srgbClr val="020101">
                    <a:alpha val="16792"/>
                  </a:srgbClr>
                </a:gs>
                <a:gs pos="28571">
                  <a:srgbClr val="020101">
                    <a:alpha val="13301"/>
                  </a:srgbClr>
                </a:gs>
                <a:gs pos="42857">
                  <a:srgbClr val="020101">
                    <a:alpha val="8937"/>
                  </a:srgbClr>
                </a:gs>
                <a:gs pos="57143">
                  <a:srgbClr val="020101">
                    <a:alpha val="5055"/>
                  </a:srgbClr>
                </a:gs>
                <a:gs pos="71429">
                  <a:srgbClr val="020101">
                    <a:alpha val="2399"/>
                  </a:srgbClr>
                </a:gs>
                <a:gs pos="85714">
                  <a:srgbClr val="020101">
                    <a:alpha val="956"/>
                  </a:srgbClr>
                </a:gs>
                <a:gs pos="100000">
                  <a:srgbClr val="02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Splat 1506"/>
            <p:cNvSpPr>
              <a:spLocks noGrp="1"/>
            </p:cNvSpPr>
            <p:nvPr/>
          </p:nvSpPr>
          <p:spPr>
            <a:xfrm rot="5400000">
              <a:off x="2908560" y="3422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4A1D17">
                    <a:alpha val="18127"/>
                  </a:srgbClr>
                </a:gs>
                <a:gs pos="14286">
                  <a:srgbClr val="4A1D17">
                    <a:alpha val="16792"/>
                  </a:srgbClr>
                </a:gs>
                <a:gs pos="28571">
                  <a:srgbClr val="4A1D17">
                    <a:alpha val="13301"/>
                  </a:srgbClr>
                </a:gs>
                <a:gs pos="42857">
                  <a:srgbClr val="4A1D17">
                    <a:alpha val="8937"/>
                  </a:srgbClr>
                </a:gs>
                <a:gs pos="57143">
                  <a:srgbClr val="4A1D17">
                    <a:alpha val="5055"/>
                  </a:srgbClr>
                </a:gs>
                <a:gs pos="71429">
                  <a:srgbClr val="4A1D17">
                    <a:alpha val="2399"/>
                  </a:srgbClr>
                </a:gs>
                <a:gs pos="85714">
                  <a:srgbClr val="4A1D17">
                    <a:alpha val="956"/>
                  </a:srgbClr>
                </a:gs>
                <a:gs pos="100000">
                  <a:srgbClr val="4A1D1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Splat 1507"/>
            <p:cNvSpPr>
              <a:spLocks noGrp="1"/>
            </p:cNvSpPr>
            <p:nvPr/>
          </p:nvSpPr>
          <p:spPr>
            <a:xfrm rot="5400000">
              <a:off x="2875397" y="29579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Splat 1508"/>
            <p:cNvSpPr>
              <a:spLocks noGrp="1"/>
            </p:cNvSpPr>
            <p:nvPr/>
          </p:nvSpPr>
          <p:spPr>
            <a:xfrm rot="5400000">
              <a:off x="707015" y="33357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Splat 1509"/>
            <p:cNvSpPr>
              <a:spLocks noGrp="1"/>
            </p:cNvSpPr>
            <p:nvPr/>
          </p:nvSpPr>
          <p:spPr>
            <a:xfrm rot="5400000">
              <a:off x="-154122" y="317557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Splat 1510"/>
            <p:cNvSpPr>
              <a:spLocks noGrp="1"/>
            </p:cNvSpPr>
            <p:nvPr/>
          </p:nvSpPr>
          <p:spPr>
            <a:xfrm rot="5400000">
              <a:off x="2461076" y="-24190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Splat 1511"/>
            <p:cNvSpPr>
              <a:spLocks noGrp="1"/>
            </p:cNvSpPr>
            <p:nvPr/>
          </p:nvSpPr>
          <p:spPr>
            <a:xfrm rot="5400000">
              <a:off x="3258323" y="29667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Splat 1512"/>
            <p:cNvSpPr>
              <a:spLocks noGrp="1"/>
            </p:cNvSpPr>
            <p:nvPr/>
          </p:nvSpPr>
          <p:spPr>
            <a:xfrm rot="5400000">
              <a:off x="-255326" y="-2104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Splat 1513"/>
            <p:cNvSpPr>
              <a:spLocks noGrp="1"/>
            </p:cNvSpPr>
            <p:nvPr/>
          </p:nvSpPr>
          <p:spPr>
            <a:xfrm rot="5400000">
              <a:off x="3308848" y="24121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Splat 1514"/>
            <p:cNvSpPr>
              <a:spLocks noGrp="1"/>
            </p:cNvSpPr>
            <p:nvPr/>
          </p:nvSpPr>
          <p:spPr>
            <a:xfrm rot="5400000">
              <a:off x="2612333" y="32770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Splat 1515"/>
            <p:cNvSpPr>
              <a:spLocks noGrp="1"/>
            </p:cNvSpPr>
            <p:nvPr/>
          </p:nvSpPr>
          <p:spPr>
            <a:xfrm rot="5400000">
              <a:off x="214151" y="32193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Splat 1516"/>
            <p:cNvSpPr>
              <a:spLocks noGrp="1"/>
            </p:cNvSpPr>
            <p:nvPr/>
          </p:nvSpPr>
          <p:spPr>
            <a:xfrm rot="5400000">
              <a:off x="-291344" y="4587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Splat 1517"/>
            <p:cNvSpPr>
              <a:spLocks noGrp="1"/>
            </p:cNvSpPr>
            <p:nvPr/>
          </p:nvSpPr>
          <p:spPr>
            <a:xfrm rot="5400000">
              <a:off x="439805" y="32555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Splat 1518"/>
            <p:cNvSpPr>
              <a:spLocks noGrp="1"/>
            </p:cNvSpPr>
            <p:nvPr/>
          </p:nvSpPr>
          <p:spPr>
            <a:xfrm rot="5400000">
              <a:off x="816953" y="-2533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Splat 1519"/>
            <p:cNvSpPr>
              <a:spLocks noGrp="1"/>
            </p:cNvSpPr>
            <p:nvPr/>
          </p:nvSpPr>
          <p:spPr>
            <a:xfrm rot="5400000">
              <a:off x="1292621" y="333783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101">
                    <a:alpha val="18127"/>
                  </a:srgbClr>
                </a:gs>
                <a:gs pos="14286">
                  <a:srgbClr val="020101">
                    <a:alpha val="16792"/>
                  </a:srgbClr>
                </a:gs>
                <a:gs pos="28571">
                  <a:srgbClr val="020101">
                    <a:alpha val="13301"/>
                  </a:srgbClr>
                </a:gs>
                <a:gs pos="42857">
                  <a:srgbClr val="020101">
                    <a:alpha val="8937"/>
                  </a:srgbClr>
                </a:gs>
                <a:gs pos="57143">
                  <a:srgbClr val="020101">
                    <a:alpha val="5055"/>
                  </a:srgbClr>
                </a:gs>
                <a:gs pos="71429">
                  <a:srgbClr val="020101">
                    <a:alpha val="2399"/>
                  </a:srgbClr>
                </a:gs>
                <a:gs pos="85714">
                  <a:srgbClr val="020101">
                    <a:alpha val="956"/>
                  </a:srgbClr>
                </a:gs>
                <a:gs pos="100000">
                  <a:srgbClr val="02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Splat 1520"/>
            <p:cNvSpPr>
              <a:spLocks noGrp="1"/>
            </p:cNvSpPr>
            <p:nvPr/>
          </p:nvSpPr>
          <p:spPr>
            <a:xfrm rot="5400000">
              <a:off x="3231802" y="8732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40101">
                    <a:alpha val="18127"/>
                  </a:srgbClr>
                </a:gs>
                <a:gs pos="14286">
                  <a:srgbClr val="040101">
                    <a:alpha val="16792"/>
                  </a:srgbClr>
                </a:gs>
                <a:gs pos="28571">
                  <a:srgbClr val="040101">
                    <a:alpha val="13301"/>
                  </a:srgbClr>
                </a:gs>
                <a:gs pos="42857">
                  <a:srgbClr val="040101">
                    <a:alpha val="8937"/>
                  </a:srgbClr>
                </a:gs>
                <a:gs pos="57143">
                  <a:srgbClr val="040101">
                    <a:alpha val="5055"/>
                  </a:srgbClr>
                </a:gs>
                <a:gs pos="71429">
                  <a:srgbClr val="040101">
                    <a:alpha val="2399"/>
                  </a:srgbClr>
                </a:gs>
                <a:gs pos="85714">
                  <a:srgbClr val="040101">
                    <a:alpha val="956"/>
                  </a:srgbClr>
                </a:gs>
                <a:gs pos="100000">
                  <a:srgbClr val="04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Splat 1521"/>
            <p:cNvSpPr>
              <a:spLocks noGrp="1"/>
            </p:cNvSpPr>
            <p:nvPr/>
          </p:nvSpPr>
          <p:spPr>
            <a:xfrm rot="5400000">
              <a:off x="1303391" y="33427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101">
                    <a:alpha val="18127"/>
                  </a:srgbClr>
                </a:gs>
                <a:gs pos="14286">
                  <a:srgbClr val="020101">
                    <a:alpha val="16792"/>
                  </a:srgbClr>
                </a:gs>
                <a:gs pos="28571">
                  <a:srgbClr val="020101">
                    <a:alpha val="13301"/>
                  </a:srgbClr>
                </a:gs>
                <a:gs pos="42857">
                  <a:srgbClr val="020101">
                    <a:alpha val="8937"/>
                  </a:srgbClr>
                </a:gs>
                <a:gs pos="57143">
                  <a:srgbClr val="020101">
                    <a:alpha val="5055"/>
                  </a:srgbClr>
                </a:gs>
                <a:gs pos="71429">
                  <a:srgbClr val="020101">
                    <a:alpha val="2399"/>
                  </a:srgbClr>
                </a:gs>
                <a:gs pos="85714">
                  <a:srgbClr val="020101">
                    <a:alpha val="956"/>
                  </a:srgbClr>
                </a:gs>
                <a:gs pos="100000">
                  <a:srgbClr val="0201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Splat 1522"/>
            <p:cNvSpPr>
              <a:spLocks noGrp="1"/>
            </p:cNvSpPr>
            <p:nvPr/>
          </p:nvSpPr>
          <p:spPr>
            <a:xfrm rot="5400000">
              <a:off x="-301228" y="76268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Splat 1523"/>
            <p:cNvSpPr>
              <a:spLocks noGrp="1"/>
            </p:cNvSpPr>
            <p:nvPr/>
          </p:nvSpPr>
          <p:spPr>
            <a:xfrm rot="5400000">
              <a:off x="3120154" y="56633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Splat 1524"/>
            <p:cNvSpPr>
              <a:spLocks noGrp="1"/>
            </p:cNvSpPr>
            <p:nvPr/>
          </p:nvSpPr>
          <p:spPr>
            <a:xfrm rot="5400000">
              <a:off x="3150600" y="24403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Splat 1525"/>
            <p:cNvSpPr>
              <a:spLocks noGrp="1"/>
            </p:cNvSpPr>
            <p:nvPr/>
          </p:nvSpPr>
          <p:spPr>
            <a:xfrm rot="5400000">
              <a:off x="3013513" y="1590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Splat 1526"/>
            <p:cNvSpPr>
              <a:spLocks noGrp="1"/>
            </p:cNvSpPr>
            <p:nvPr/>
          </p:nvSpPr>
          <p:spPr>
            <a:xfrm rot="5400000">
              <a:off x="3244530" y="-24078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20001">
                    <a:alpha val="18127"/>
                  </a:srgbClr>
                </a:gs>
                <a:gs pos="14286">
                  <a:srgbClr val="020001">
                    <a:alpha val="16792"/>
                  </a:srgbClr>
                </a:gs>
                <a:gs pos="28571">
                  <a:srgbClr val="020001">
                    <a:alpha val="13301"/>
                  </a:srgbClr>
                </a:gs>
                <a:gs pos="42857">
                  <a:srgbClr val="020001">
                    <a:alpha val="8937"/>
                  </a:srgbClr>
                </a:gs>
                <a:gs pos="57143">
                  <a:srgbClr val="020001">
                    <a:alpha val="5055"/>
                  </a:srgbClr>
                </a:gs>
                <a:gs pos="71429">
                  <a:srgbClr val="020001">
                    <a:alpha val="2399"/>
                  </a:srgbClr>
                </a:gs>
                <a:gs pos="85714">
                  <a:srgbClr val="020001">
                    <a:alpha val="956"/>
                  </a:srgbClr>
                </a:gs>
                <a:gs pos="100000">
                  <a:srgbClr val="02000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2026-08-02T19:03:51Z</dcterms:created>
  <dcterms:modified xsi:type="dcterms:W3CDTF">2026-08-02T19:03:51Z</dcterms:modified>
</cp:coreProperties>
</file>