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467100" cy="36576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467100" cy="3657600"/>
          <a:chOff x="0" y="0"/>
          <a:chExt cx="3467100" cy="36576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467100" cy="3657600"/>
            <a:chOff x="0" y="0"/>
            <a:chExt cx="3467100" cy="36576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467100" cy="3657600"/>
            </a:xfrm>
            <a:prstGeom prst="rect">
              <a:avLst/>
            </a:prstGeom>
            <a:solidFill>
              <a:srgbClr val="C86C6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-10749309">
              <a:off x="1520927" y="1531166"/>
              <a:ext cx="43772" cy="10943"/>
            </a:xfrm>
            <a:prstGeom prst="ellipse">
              <a:avLst/>
            </a:prstGeom>
            <a:gradFill>
              <a:gsLst>
                <a:gs pos="0">
                  <a:srgbClr val="BAE4EE">
                    <a:alpha val="21282"/>
                  </a:srgbClr>
                </a:gs>
                <a:gs pos="14286">
                  <a:srgbClr val="BAE4EE">
                    <a:alpha val="19743"/>
                  </a:srgbClr>
                </a:gs>
                <a:gs pos="28571">
                  <a:srgbClr val="BAE4EE">
                    <a:alpha val="15699"/>
                  </a:srgbClr>
                </a:gs>
                <a:gs pos="42857">
                  <a:srgbClr val="BAE4EE">
                    <a:alpha val="10597"/>
                  </a:srgbClr>
                </a:gs>
                <a:gs pos="57143">
                  <a:srgbClr val="BAE4EE">
                    <a:alpha val="6018"/>
                  </a:srgbClr>
                </a:gs>
                <a:gs pos="71429">
                  <a:srgbClr val="BAE4EE">
                    <a:alpha val="2863"/>
                  </a:srgbClr>
                </a:gs>
                <a:gs pos="85714">
                  <a:srgbClr val="BAE4EE">
                    <a:alpha val="1142"/>
                  </a:srgbClr>
                </a:gs>
                <a:gs pos="100000">
                  <a:srgbClr val="BAE4EE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5023031">
              <a:off x="2592235" y="1035169"/>
              <a:ext cx="39014" cy="9753"/>
            </a:xfrm>
            <a:prstGeom prst="ellipse">
              <a:avLst/>
            </a:prstGeom>
            <a:gradFill>
              <a:gsLst>
                <a:gs pos="0">
                  <a:srgbClr val="DBCDE4">
                    <a:alpha val="22107"/>
                  </a:srgbClr>
                </a:gs>
                <a:gs pos="14286">
                  <a:srgbClr val="DBCDE4">
                    <a:alpha val="20517"/>
                  </a:srgbClr>
                </a:gs>
                <a:gs pos="28571">
                  <a:srgbClr val="DBCDE4">
                    <a:alpha val="16330"/>
                  </a:srgbClr>
                </a:gs>
                <a:gs pos="42857">
                  <a:srgbClr val="DBCDE4">
                    <a:alpha val="11037"/>
                  </a:srgbClr>
                </a:gs>
                <a:gs pos="57143">
                  <a:srgbClr val="DBCDE4">
                    <a:alpha val="6275"/>
                  </a:srgbClr>
                </a:gs>
                <a:gs pos="71429">
                  <a:srgbClr val="DBCDE4">
                    <a:alpha val="2988"/>
                  </a:srgbClr>
                </a:gs>
                <a:gs pos="85714">
                  <a:srgbClr val="DBCDE4">
                    <a:alpha val="1192"/>
                  </a:srgbClr>
                </a:gs>
                <a:gs pos="100000">
                  <a:srgbClr val="DBCDE4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10060009">
              <a:off x="611059" y="863233"/>
              <a:ext cx="395242" cy="32064"/>
            </a:xfrm>
            <a:prstGeom prst="ellipse">
              <a:avLst/>
            </a:prstGeom>
            <a:gradFill>
              <a:gsLst>
                <a:gs pos="0">
                  <a:srgbClr val="F9FFE4">
                    <a:alpha val="32968"/>
                  </a:srgbClr>
                </a:gs>
                <a:gs pos="14286">
                  <a:srgbClr val="F9FFE4">
                    <a:alpha val="30764"/>
                  </a:srgbClr>
                </a:gs>
                <a:gs pos="28571">
                  <a:srgbClr val="F9FFE4">
                    <a:alpha val="24833"/>
                  </a:srgbClr>
                </a:gs>
                <a:gs pos="42857">
                  <a:srgbClr val="F9FFE4">
                    <a:alpha val="17075"/>
                  </a:srgbClr>
                </a:gs>
                <a:gs pos="57143">
                  <a:srgbClr val="F9FFE4">
                    <a:alpha val="9855"/>
                  </a:srgbClr>
                </a:gs>
                <a:gs pos="71429">
                  <a:srgbClr val="F9FFE4">
                    <a:alpha val="4740"/>
                  </a:srgbClr>
                </a:gs>
                <a:gs pos="85714">
                  <a:srgbClr val="F9FFE4">
                    <a:alpha val="1902"/>
                  </a:srgbClr>
                </a:gs>
                <a:gs pos="100000">
                  <a:srgbClr val="F9FF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5731647">
              <a:off x="413155" y="855172"/>
              <a:ext cx="591143" cy="208567"/>
            </a:xfrm>
            <a:prstGeom prst="ellipse">
              <a:avLst/>
            </a:prstGeom>
            <a:gradFill>
              <a:gsLst>
                <a:gs pos="0">
                  <a:srgbClr val="002DB0">
                    <a:alpha val="32968"/>
                  </a:srgbClr>
                </a:gs>
                <a:gs pos="14286">
                  <a:srgbClr val="002DB0">
                    <a:alpha val="30764"/>
                  </a:srgbClr>
                </a:gs>
                <a:gs pos="28571">
                  <a:srgbClr val="002DB0">
                    <a:alpha val="24833"/>
                  </a:srgbClr>
                </a:gs>
                <a:gs pos="42857">
                  <a:srgbClr val="002DB0">
                    <a:alpha val="17075"/>
                  </a:srgbClr>
                </a:gs>
                <a:gs pos="57143">
                  <a:srgbClr val="002DB0">
                    <a:alpha val="9855"/>
                  </a:srgbClr>
                </a:gs>
                <a:gs pos="71429">
                  <a:srgbClr val="002DB0">
                    <a:alpha val="4740"/>
                  </a:srgbClr>
                </a:gs>
                <a:gs pos="85714">
                  <a:srgbClr val="002DB0">
                    <a:alpha val="1902"/>
                  </a:srgbClr>
                </a:gs>
                <a:gs pos="100000">
                  <a:srgbClr val="002D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6505986">
              <a:off x="375865" y="894349"/>
              <a:ext cx="574843" cy="96106"/>
            </a:xfrm>
            <a:prstGeom prst="ellipse">
              <a:avLst/>
            </a:prstGeom>
            <a:gradFill>
              <a:gsLst>
                <a:gs pos="0">
                  <a:srgbClr val="FF4F38">
                    <a:alpha val="32534"/>
                  </a:srgbClr>
                </a:gs>
                <a:gs pos="14286">
                  <a:srgbClr val="FF4F38">
                    <a:alpha val="30352"/>
                  </a:srgbClr>
                </a:gs>
                <a:gs pos="28571">
                  <a:srgbClr val="FF4F38">
                    <a:alpha val="24486"/>
                  </a:srgbClr>
                </a:gs>
                <a:gs pos="42857">
                  <a:srgbClr val="FF4F38">
                    <a:alpha val="16824"/>
                  </a:srgbClr>
                </a:gs>
                <a:gs pos="57143">
                  <a:srgbClr val="FF4F38">
                    <a:alpha val="9704"/>
                  </a:srgbClr>
                </a:gs>
                <a:gs pos="71429">
                  <a:srgbClr val="FF4F38">
                    <a:alpha val="4666"/>
                  </a:srgbClr>
                </a:gs>
                <a:gs pos="85714">
                  <a:srgbClr val="FF4F38">
                    <a:alpha val="1872"/>
                  </a:srgbClr>
                </a:gs>
                <a:gs pos="100000">
                  <a:srgbClr val="FF4F38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10172805">
              <a:off x="1251940" y="1054804"/>
              <a:ext cx="122315" cy="562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-10579936">
              <a:off x="779012" y="900847"/>
              <a:ext cx="181597" cy="107681"/>
            </a:xfrm>
            <a:prstGeom prst="ellipse">
              <a:avLst/>
            </a:prstGeom>
            <a:gradFill>
              <a:gsLst>
                <a:gs pos="0">
                  <a:srgbClr val="F3FF00">
                    <a:alpha val="32968"/>
                  </a:srgbClr>
                </a:gs>
                <a:gs pos="14286">
                  <a:srgbClr val="F3FF00">
                    <a:alpha val="30764"/>
                  </a:srgbClr>
                </a:gs>
                <a:gs pos="28571">
                  <a:srgbClr val="F3FF00">
                    <a:alpha val="24833"/>
                  </a:srgbClr>
                </a:gs>
                <a:gs pos="42857">
                  <a:srgbClr val="F3FF00">
                    <a:alpha val="17075"/>
                  </a:srgbClr>
                </a:gs>
                <a:gs pos="57143">
                  <a:srgbClr val="F3FF00">
                    <a:alpha val="9855"/>
                  </a:srgbClr>
                </a:gs>
                <a:gs pos="71429">
                  <a:srgbClr val="F3FF00">
                    <a:alpha val="4740"/>
                  </a:srgbClr>
                </a:gs>
                <a:gs pos="85714">
                  <a:srgbClr val="F3FF00">
                    <a:alpha val="1902"/>
                  </a:srgbClr>
                </a:gs>
                <a:gs pos="100000">
                  <a:srgbClr val="F3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-10262222">
              <a:off x="1777029" y="726747"/>
              <a:ext cx="1023476" cy="4002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-8945719">
              <a:off x="788030" y="1355786"/>
              <a:ext cx="56582" cy="14145"/>
            </a:xfrm>
            <a:prstGeom prst="ellipse">
              <a:avLst/>
            </a:prstGeom>
            <a:gradFill>
              <a:gsLst>
                <a:gs pos="0">
                  <a:srgbClr val="B4957D">
                    <a:alpha val="19016"/>
                  </a:srgbClr>
                </a:gs>
                <a:gs pos="14286">
                  <a:srgbClr val="B4957D">
                    <a:alpha val="17622"/>
                  </a:srgbClr>
                </a:gs>
                <a:gs pos="28571">
                  <a:srgbClr val="B4957D">
                    <a:alpha val="13974"/>
                  </a:srgbClr>
                </a:gs>
                <a:gs pos="42857">
                  <a:srgbClr val="B4957D">
                    <a:alpha val="9401"/>
                  </a:srgbClr>
                </a:gs>
                <a:gs pos="57143">
                  <a:srgbClr val="B4957D">
                    <a:alpha val="5324"/>
                  </a:srgbClr>
                </a:gs>
                <a:gs pos="71429">
                  <a:srgbClr val="B4957D">
                    <a:alpha val="2528"/>
                  </a:srgbClr>
                </a:gs>
                <a:gs pos="85714">
                  <a:srgbClr val="B4957D">
                    <a:alpha val="1007"/>
                  </a:srgbClr>
                </a:gs>
                <a:gs pos="100000">
                  <a:srgbClr val="B4957D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7502139">
              <a:off x="1143623" y="1109702"/>
              <a:ext cx="206324" cy="348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-8710383">
              <a:off x="715938" y="1363267"/>
              <a:ext cx="235813" cy="46219"/>
            </a:xfrm>
            <a:prstGeom prst="ellipse">
              <a:avLst/>
            </a:prstGeom>
            <a:gradFill>
              <a:gsLst>
                <a:gs pos="0">
                  <a:srgbClr val="FFFFE9">
                    <a:alpha val="32968"/>
                  </a:srgbClr>
                </a:gs>
                <a:gs pos="14286">
                  <a:srgbClr val="FFFFE9">
                    <a:alpha val="30764"/>
                  </a:srgbClr>
                </a:gs>
                <a:gs pos="28571">
                  <a:srgbClr val="FFFFE9">
                    <a:alpha val="24833"/>
                  </a:srgbClr>
                </a:gs>
                <a:gs pos="42857">
                  <a:srgbClr val="FFFFE9">
                    <a:alpha val="17075"/>
                  </a:srgbClr>
                </a:gs>
                <a:gs pos="57143">
                  <a:srgbClr val="FFFFE9">
                    <a:alpha val="9855"/>
                  </a:srgbClr>
                </a:gs>
                <a:gs pos="71429">
                  <a:srgbClr val="FFFFE9">
                    <a:alpha val="4740"/>
                  </a:srgbClr>
                </a:gs>
                <a:gs pos="85714">
                  <a:srgbClr val="FFFFE9">
                    <a:alpha val="1902"/>
                  </a:srgbClr>
                </a:gs>
                <a:gs pos="100000">
                  <a:srgbClr val="FF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7171808">
              <a:off x="1758829" y="700153"/>
              <a:ext cx="1019934" cy="199013"/>
            </a:xfrm>
            <a:prstGeom prst="ellipse">
              <a:avLst/>
            </a:prstGeom>
            <a:gradFill>
              <a:gsLst>
                <a:gs pos="0">
                  <a:srgbClr val="C4A868">
                    <a:alpha val="32968"/>
                  </a:srgbClr>
                </a:gs>
                <a:gs pos="14286">
                  <a:srgbClr val="C4A868">
                    <a:alpha val="30764"/>
                  </a:srgbClr>
                </a:gs>
                <a:gs pos="28571">
                  <a:srgbClr val="C4A868">
                    <a:alpha val="24833"/>
                  </a:srgbClr>
                </a:gs>
                <a:gs pos="42857">
                  <a:srgbClr val="C4A868">
                    <a:alpha val="17075"/>
                  </a:srgbClr>
                </a:gs>
                <a:gs pos="57143">
                  <a:srgbClr val="C4A868">
                    <a:alpha val="9855"/>
                  </a:srgbClr>
                </a:gs>
                <a:gs pos="71429">
                  <a:srgbClr val="C4A868">
                    <a:alpha val="4740"/>
                  </a:srgbClr>
                </a:gs>
                <a:gs pos="85714">
                  <a:srgbClr val="C4A868">
                    <a:alpha val="1902"/>
                  </a:srgbClr>
                </a:gs>
                <a:gs pos="100000">
                  <a:srgbClr val="C4A8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-10609194">
              <a:off x="2043196" y="1606499"/>
              <a:ext cx="528234" cy="91044"/>
            </a:xfrm>
            <a:prstGeom prst="ellipse">
              <a:avLst/>
            </a:prstGeom>
            <a:gradFill>
              <a:gsLst>
                <a:gs pos="0">
                  <a:srgbClr val="EAEAD6">
                    <a:alpha val="30078"/>
                  </a:srgbClr>
                </a:gs>
                <a:gs pos="14286">
                  <a:srgbClr val="EAEAD6">
                    <a:alpha val="28025"/>
                  </a:srgbClr>
                </a:gs>
                <a:gs pos="28571">
                  <a:srgbClr val="EAEAD6">
                    <a:alpha val="22534"/>
                  </a:srgbClr>
                </a:gs>
                <a:gs pos="42857">
                  <a:srgbClr val="EAEAD6">
                    <a:alpha val="15421"/>
                  </a:srgbClr>
                </a:gs>
                <a:gs pos="57143">
                  <a:srgbClr val="EAEAD6">
                    <a:alpha val="8863"/>
                  </a:srgbClr>
                </a:gs>
                <a:gs pos="71429">
                  <a:srgbClr val="EAEAD6">
                    <a:alpha val="4251"/>
                  </a:srgbClr>
                </a:gs>
                <a:gs pos="85714">
                  <a:srgbClr val="EAEAD6">
                    <a:alpha val="1703"/>
                  </a:srgbClr>
                </a:gs>
                <a:gs pos="100000">
                  <a:srgbClr val="EAEAD6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-8461488">
              <a:off x="1982572" y="610074"/>
              <a:ext cx="808303" cy="155999"/>
            </a:xfrm>
            <a:prstGeom prst="ellipse">
              <a:avLst/>
            </a:prstGeom>
            <a:gradFill>
              <a:gsLst>
                <a:gs pos="0">
                  <a:srgbClr val="8A0080">
                    <a:alpha val="32968"/>
                  </a:srgbClr>
                </a:gs>
                <a:gs pos="14286">
                  <a:srgbClr val="8A0080">
                    <a:alpha val="30764"/>
                  </a:srgbClr>
                </a:gs>
                <a:gs pos="28571">
                  <a:srgbClr val="8A0080">
                    <a:alpha val="24833"/>
                  </a:srgbClr>
                </a:gs>
                <a:gs pos="42857">
                  <a:srgbClr val="8A0080">
                    <a:alpha val="17075"/>
                  </a:srgbClr>
                </a:gs>
                <a:gs pos="57143">
                  <a:srgbClr val="8A0080">
                    <a:alpha val="9855"/>
                  </a:srgbClr>
                </a:gs>
                <a:gs pos="71429">
                  <a:srgbClr val="8A0080">
                    <a:alpha val="4740"/>
                  </a:srgbClr>
                </a:gs>
                <a:gs pos="85714">
                  <a:srgbClr val="8A0080">
                    <a:alpha val="1902"/>
                  </a:srgbClr>
                </a:gs>
                <a:gs pos="100000">
                  <a:srgbClr val="8A00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8373999">
              <a:off x="755011" y="1161981"/>
              <a:ext cx="335294" cy="74473"/>
            </a:xfrm>
            <a:prstGeom prst="ellipse">
              <a:avLst/>
            </a:prstGeom>
            <a:gradFill>
              <a:gsLst>
                <a:gs pos="0">
                  <a:srgbClr val="87FF9F">
                    <a:alpha val="32968"/>
                  </a:srgbClr>
                </a:gs>
                <a:gs pos="14286">
                  <a:srgbClr val="87FF9F">
                    <a:alpha val="30764"/>
                  </a:srgbClr>
                </a:gs>
                <a:gs pos="28571">
                  <a:srgbClr val="87FF9F">
                    <a:alpha val="24833"/>
                  </a:srgbClr>
                </a:gs>
                <a:gs pos="42857">
                  <a:srgbClr val="87FF9F">
                    <a:alpha val="17075"/>
                  </a:srgbClr>
                </a:gs>
                <a:gs pos="57143">
                  <a:srgbClr val="87FF9F">
                    <a:alpha val="9855"/>
                  </a:srgbClr>
                </a:gs>
                <a:gs pos="71429">
                  <a:srgbClr val="87FF9F">
                    <a:alpha val="4740"/>
                  </a:srgbClr>
                </a:gs>
                <a:gs pos="85714">
                  <a:srgbClr val="87FF9F">
                    <a:alpha val="1902"/>
                  </a:srgbClr>
                </a:gs>
                <a:gs pos="100000">
                  <a:srgbClr val="87FF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10567772">
              <a:off x="1325901" y="1479430"/>
              <a:ext cx="429004" cy="42011"/>
            </a:xfrm>
            <a:prstGeom prst="ellipse">
              <a:avLst/>
            </a:prstGeom>
            <a:gradFill>
              <a:gsLst>
                <a:gs pos="0">
                  <a:srgbClr val="B1FFFF">
                    <a:alpha val="32968"/>
                  </a:srgbClr>
                </a:gs>
                <a:gs pos="14286">
                  <a:srgbClr val="B1FFFF">
                    <a:alpha val="30764"/>
                  </a:srgbClr>
                </a:gs>
                <a:gs pos="28571">
                  <a:srgbClr val="B1FFFF">
                    <a:alpha val="24833"/>
                  </a:srgbClr>
                </a:gs>
                <a:gs pos="42857">
                  <a:srgbClr val="B1FFFF">
                    <a:alpha val="17075"/>
                  </a:srgbClr>
                </a:gs>
                <a:gs pos="57143">
                  <a:srgbClr val="B1FFFF">
                    <a:alpha val="9855"/>
                  </a:srgbClr>
                </a:gs>
                <a:gs pos="71429">
                  <a:srgbClr val="B1FFFF">
                    <a:alpha val="4740"/>
                  </a:srgbClr>
                </a:gs>
                <a:gs pos="85714">
                  <a:srgbClr val="B1FFFF">
                    <a:alpha val="1902"/>
                  </a:srgbClr>
                </a:gs>
                <a:gs pos="100000">
                  <a:srgbClr val="B1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9210250">
              <a:off x="1716692" y="570175"/>
              <a:ext cx="1018339" cy="357091"/>
            </a:xfrm>
            <a:prstGeom prst="ellipse">
              <a:avLst/>
            </a:prstGeom>
            <a:gradFill>
              <a:gsLst>
                <a:gs pos="0">
                  <a:srgbClr val="000023">
                    <a:alpha val="32968"/>
                  </a:srgbClr>
                </a:gs>
                <a:gs pos="14286">
                  <a:srgbClr val="000023">
                    <a:alpha val="30764"/>
                  </a:srgbClr>
                </a:gs>
                <a:gs pos="28571">
                  <a:srgbClr val="000023">
                    <a:alpha val="24833"/>
                  </a:srgbClr>
                </a:gs>
                <a:gs pos="42857">
                  <a:srgbClr val="000023">
                    <a:alpha val="17075"/>
                  </a:srgbClr>
                </a:gs>
                <a:gs pos="57143">
                  <a:srgbClr val="000023">
                    <a:alpha val="9855"/>
                  </a:srgbClr>
                </a:gs>
                <a:gs pos="71429">
                  <a:srgbClr val="000023">
                    <a:alpha val="4740"/>
                  </a:srgbClr>
                </a:gs>
                <a:gs pos="85714">
                  <a:srgbClr val="000023">
                    <a:alpha val="1902"/>
                  </a:srgbClr>
                </a:gs>
                <a:gs pos="100000">
                  <a:srgbClr val="0000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8832891">
              <a:off x="1470566" y="1406463"/>
              <a:ext cx="154540" cy="518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-9871333">
              <a:off x="1230836" y="1176636"/>
              <a:ext cx="484180" cy="101979"/>
            </a:xfrm>
            <a:prstGeom prst="ellipse">
              <a:avLst/>
            </a:prstGeom>
            <a:gradFill>
              <a:gsLst>
                <a:gs pos="0">
                  <a:srgbClr val="00F1FF">
                    <a:alpha val="32968"/>
                  </a:srgbClr>
                </a:gs>
                <a:gs pos="14286">
                  <a:srgbClr val="00F1FF">
                    <a:alpha val="30764"/>
                  </a:srgbClr>
                </a:gs>
                <a:gs pos="28571">
                  <a:srgbClr val="00F1FF">
                    <a:alpha val="24833"/>
                  </a:srgbClr>
                </a:gs>
                <a:gs pos="42857">
                  <a:srgbClr val="00F1FF">
                    <a:alpha val="17075"/>
                  </a:srgbClr>
                </a:gs>
                <a:gs pos="57143">
                  <a:srgbClr val="00F1FF">
                    <a:alpha val="9855"/>
                  </a:srgbClr>
                </a:gs>
                <a:gs pos="71429">
                  <a:srgbClr val="00F1FF">
                    <a:alpha val="4740"/>
                  </a:srgbClr>
                </a:gs>
                <a:gs pos="85714">
                  <a:srgbClr val="00F1FF">
                    <a:alpha val="1902"/>
                  </a:srgbClr>
                </a:gs>
                <a:gs pos="100000">
                  <a:srgbClr val="00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10293314">
              <a:off x="2219198" y="930566"/>
              <a:ext cx="264239" cy="87849"/>
            </a:xfrm>
            <a:prstGeom prst="ellipse">
              <a:avLst/>
            </a:prstGeom>
            <a:gradFill>
              <a:gsLst>
                <a:gs pos="0">
                  <a:srgbClr val="DAFF9C">
                    <a:alpha val="32968"/>
                  </a:srgbClr>
                </a:gs>
                <a:gs pos="14286">
                  <a:srgbClr val="DAFF9C">
                    <a:alpha val="30764"/>
                  </a:srgbClr>
                </a:gs>
                <a:gs pos="28571">
                  <a:srgbClr val="DAFF9C">
                    <a:alpha val="24833"/>
                  </a:srgbClr>
                </a:gs>
                <a:gs pos="42857">
                  <a:srgbClr val="DAFF9C">
                    <a:alpha val="17075"/>
                  </a:srgbClr>
                </a:gs>
                <a:gs pos="57143">
                  <a:srgbClr val="DAFF9C">
                    <a:alpha val="9855"/>
                  </a:srgbClr>
                </a:gs>
                <a:gs pos="71429">
                  <a:srgbClr val="DAFF9C">
                    <a:alpha val="4740"/>
                  </a:srgbClr>
                </a:gs>
                <a:gs pos="85714">
                  <a:srgbClr val="DAFF9C">
                    <a:alpha val="1902"/>
                  </a:srgbClr>
                </a:gs>
                <a:gs pos="100000">
                  <a:srgbClr val="DAFF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-10477152">
              <a:off x="2098982" y="1581275"/>
              <a:ext cx="56503" cy="14126"/>
            </a:xfrm>
            <a:prstGeom prst="ellipse">
              <a:avLst/>
            </a:prstGeom>
            <a:gradFill>
              <a:gsLst>
                <a:gs pos="0">
                  <a:srgbClr val="B4B6C7">
                    <a:alpha val="19030"/>
                  </a:srgbClr>
                </a:gs>
                <a:gs pos="14286">
                  <a:srgbClr val="B4B6C7">
                    <a:alpha val="17636"/>
                  </a:srgbClr>
                </a:gs>
                <a:gs pos="28571">
                  <a:srgbClr val="B4B6C7">
                    <a:alpha val="13985"/>
                  </a:srgbClr>
                </a:gs>
                <a:gs pos="42857">
                  <a:srgbClr val="B4B6C7">
                    <a:alpha val="9409"/>
                  </a:srgbClr>
                </a:gs>
                <a:gs pos="57143">
                  <a:srgbClr val="B4B6C7">
                    <a:alpha val="5328"/>
                  </a:srgbClr>
                </a:gs>
                <a:gs pos="71429">
                  <a:srgbClr val="B4B6C7">
                    <a:alpha val="2530"/>
                  </a:srgbClr>
                </a:gs>
                <a:gs pos="85714">
                  <a:srgbClr val="B4B6C7">
                    <a:alpha val="1008"/>
                  </a:srgbClr>
                </a:gs>
                <a:gs pos="100000">
                  <a:srgbClr val="B4B6C7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10639923">
              <a:off x="1603004" y="1333436"/>
              <a:ext cx="266731" cy="870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8789687">
              <a:off x="601517" y="702224"/>
              <a:ext cx="558534" cy="108340"/>
            </a:xfrm>
            <a:prstGeom prst="ellipse">
              <a:avLst/>
            </a:prstGeom>
            <a:gradFill>
              <a:gsLst>
                <a:gs pos="0">
                  <a:srgbClr val="FABE86">
                    <a:alpha val="22244"/>
                  </a:srgbClr>
                </a:gs>
                <a:gs pos="14286">
                  <a:srgbClr val="FABE86">
                    <a:alpha val="20645"/>
                  </a:srgbClr>
                </a:gs>
                <a:gs pos="28571">
                  <a:srgbClr val="FABE86">
                    <a:alpha val="16435"/>
                  </a:srgbClr>
                </a:gs>
                <a:gs pos="42857">
                  <a:srgbClr val="FABE86">
                    <a:alpha val="11110"/>
                  </a:srgbClr>
                </a:gs>
                <a:gs pos="57143">
                  <a:srgbClr val="FABE86">
                    <a:alpha val="6317"/>
                  </a:srgbClr>
                </a:gs>
                <a:gs pos="71429">
                  <a:srgbClr val="FABE86">
                    <a:alpha val="3008"/>
                  </a:srgbClr>
                </a:gs>
                <a:gs pos="85714">
                  <a:srgbClr val="FABE86">
                    <a:alpha val="1201"/>
                  </a:srgbClr>
                </a:gs>
                <a:gs pos="100000">
                  <a:srgbClr val="FABE86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-9676214">
              <a:off x="1039653" y="593917"/>
              <a:ext cx="59431" cy="14858"/>
            </a:xfrm>
            <a:prstGeom prst="ellipse">
              <a:avLst/>
            </a:prstGeom>
            <a:gradFill>
              <a:gsLst>
                <a:gs pos="0">
                  <a:srgbClr val="D5BBE0">
                    <a:alpha val="18503"/>
                  </a:srgbClr>
                </a:gs>
                <a:gs pos="14286">
                  <a:srgbClr val="D5BBE0">
                    <a:alpha val="17143"/>
                  </a:srgbClr>
                </a:gs>
                <a:gs pos="28571">
                  <a:srgbClr val="D5BBE0">
                    <a:alpha val="13586"/>
                  </a:srgbClr>
                </a:gs>
                <a:gs pos="42857">
                  <a:srgbClr val="D5BBE0">
                    <a:alpha val="9133"/>
                  </a:srgbClr>
                </a:gs>
                <a:gs pos="57143">
                  <a:srgbClr val="D5BBE0">
                    <a:alpha val="5169"/>
                  </a:srgbClr>
                </a:gs>
                <a:gs pos="71429">
                  <a:srgbClr val="D5BBE0">
                    <a:alpha val="2454"/>
                  </a:srgbClr>
                </a:gs>
                <a:gs pos="85714">
                  <a:srgbClr val="D5BBE0">
                    <a:alpha val="977"/>
                  </a:srgbClr>
                </a:gs>
                <a:gs pos="100000">
                  <a:srgbClr val="D5BBE0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10688512">
              <a:off x="1653456" y="1361912"/>
              <a:ext cx="64869" cy="16217"/>
            </a:xfrm>
            <a:prstGeom prst="ellipse">
              <a:avLst/>
            </a:prstGeom>
            <a:gradFill>
              <a:gsLst>
                <a:gs pos="0">
                  <a:srgbClr val="BDD0E4">
                    <a:alpha val="17515"/>
                  </a:srgbClr>
                </a:gs>
                <a:gs pos="14286">
                  <a:srgbClr val="BDD0E4">
                    <a:alpha val="16221"/>
                  </a:srgbClr>
                </a:gs>
                <a:gs pos="28571">
                  <a:srgbClr val="BDD0E4">
                    <a:alpha val="12839"/>
                  </a:srgbClr>
                </a:gs>
                <a:gs pos="42857">
                  <a:srgbClr val="BDD0E4">
                    <a:alpha val="8619"/>
                  </a:srgbClr>
                </a:gs>
                <a:gs pos="57143">
                  <a:srgbClr val="BDD0E4">
                    <a:alpha val="4872"/>
                  </a:srgbClr>
                </a:gs>
                <a:gs pos="71429">
                  <a:srgbClr val="BDD0E4">
                    <a:alpha val="2311"/>
                  </a:srgbClr>
                </a:gs>
                <a:gs pos="85714">
                  <a:srgbClr val="BDD0E4">
                    <a:alpha val="920"/>
                  </a:srgbClr>
                </a:gs>
                <a:gs pos="100000">
                  <a:srgbClr val="BDD0E4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10322747">
              <a:off x="2278564" y="1523698"/>
              <a:ext cx="59399" cy="14850"/>
            </a:xfrm>
            <a:prstGeom prst="ellipse">
              <a:avLst/>
            </a:prstGeom>
            <a:gradFill>
              <a:gsLst>
                <a:gs pos="0">
                  <a:srgbClr val="DDAB70">
                    <a:alpha val="18509"/>
                  </a:srgbClr>
                </a:gs>
                <a:gs pos="14286">
                  <a:srgbClr val="DDAB70">
                    <a:alpha val="17149"/>
                  </a:srgbClr>
                </a:gs>
                <a:gs pos="28571">
                  <a:srgbClr val="DDAB70">
                    <a:alpha val="13590"/>
                  </a:srgbClr>
                </a:gs>
                <a:gs pos="42857">
                  <a:srgbClr val="DDAB70">
                    <a:alpha val="9136"/>
                  </a:srgbClr>
                </a:gs>
                <a:gs pos="57143">
                  <a:srgbClr val="DDAB70">
                    <a:alpha val="5170"/>
                  </a:srgbClr>
                </a:gs>
                <a:gs pos="71429">
                  <a:srgbClr val="DDAB70">
                    <a:alpha val="2454"/>
                  </a:srgbClr>
                </a:gs>
                <a:gs pos="85714">
                  <a:srgbClr val="DDAB70">
                    <a:alpha val="978"/>
                  </a:srgbClr>
                </a:gs>
                <a:gs pos="100000">
                  <a:srgbClr val="DDAB70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8128588">
              <a:off x="1172598" y="1596558"/>
              <a:ext cx="49994" cy="12498"/>
            </a:xfrm>
            <a:prstGeom prst="ellipse">
              <a:avLst/>
            </a:prstGeom>
            <a:gradFill>
              <a:gsLst>
                <a:gs pos="0">
                  <a:srgbClr val="BED2EB">
                    <a:alpha val="20189"/>
                  </a:srgbClr>
                </a:gs>
                <a:gs pos="14286">
                  <a:srgbClr val="BED2EB">
                    <a:alpha val="18720"/>
                  </a:srgbClr>
                </a:gs>
                <a:gs pos="28571">
                  <a:srgbClr val="BED2EB">
                    <a:alpha val="14865"/>
                  </a:srgbClr>
                </a:gs>
                <a:gs pos="42857">
                  <a:srgbClr val="BED2EB">
                    <a:alpha val="10018"/>
                  </a:srgbClr>
                </a:gs>
                <a:gs pos="57143">
                  <a:srgbClr val="BED2EB">
                    <a:alpha val="5681"/>
                  </a:srgbClr>
                </a:gs>
                <a:gs pos="71429">
                  <a:srgbClr val="BED2EB">
                    <a:alpha val="2701"/>
                  </a:srgbClr>
                </a:gs>
                <a:gs pos="85714">
                  <a:srgbClr val="BED2EB">
                    <a:alpha val="1077"/>
                  </a:srgbClr>
                </a:gs>
                <a:gs pos="100000">
                  <a:srgbClr val="BED2EB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-9777876">
              <a:off x="1345383" y="1081036"/>
              <a:ext cx="58649" cy="14662"/>
            </a:xfrm>
            <a:prstGeom prst="ellipse">
              <a:avLst/>
            </a:prstGeom>
            <a:gradFill>
              <a:gsLst>
                <a:gs pos="0">
                  <a:srgbClr val="61AABC">
                    <a:alpha val="18644"/>
                  </a:srgbClr>
                </a:gs>
                <a:gs pos="14286">
                  <a:srgbClr val="61AABC">
                    <a:alpha val="17275"/>
                  </a:srgbClr>
                </a:gs>
                <a:gs pos="28571">
                  <a:srgbClr val="61AABC">
                    <a:alpha val="13692"/>
                  </a:srgbClr>
                </a:gs>
                <a:gs pos="42857">
                  <a:srgbClr val="61AABC">
                    <a:alpha val="9207"/>
                  </a:srgbClr>
                </a:gs>
                <a:gs pos="57143">
                  <a:srgbClr val="61AABC">
                    <a:alpha val="5211"/>
                  </a:srgbClr>
                </a:gs>
                <a:gs pos="71429">
                  <a:srgbClr val="61AABC">
                    <a:alpha val="2474"/>
                  </a:srgbClr>
                </a:gs>
                <a:gs pos="85714">
                  <a:srgbClr val="61AABC">
                    <a:alpha val="986"/>
                  </a:srgbClr>
                </a:gs>
                <a:gs pos="100000">
                  <a:srgbClr val="61AABC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-10767266">
              <a:off x="1318212" y="1328903"/>
              <a:ext cx="51820" cy="12955"/>
            </a:xfrm>
            <a:prstGeom prst="ellipse">
              <a:avLst/>
            </a:prstGeom>
            <a:gradFill>
              <a:gsLst>
                <a:gs pos="0">
                  <a:srgbClr val="B4DFEE">
                    <a:alpha val="19866"/>
                  </a:srgbClr>
                </a:gs>
                <a:gs pos="14286">
                  <a:srgbClr val="B4DFEE">
                    <a:alpha val="18417"/>
                  </a:srgbClr>
                </a:gs>
                <a:gs pos="28571">
                  <a:srgbClr val="B4DFEE">
                    <a:alpha val="14619"/>
                  </a:srgbClr>
                </a:gs>
                <a:gs pos="42857">
                  <a:srgbClr val="B4DFEE">
                    <a:alpha val="9847"/>
                  </a:srgbClr>
                </a:gs>
                <a:gs pos="57143">
                  <a:srgbClr val="B4DFEE">
                    <a:alpha val="5582"/>
                  </a:srgbClr>
                </a:gs>
                <a:gs pos="71429">
                  <a:srgbClr val="B4DFEE">
                    <a:alpha val="2653"/>
                  </a:srgbClr>
                </a:gs>
                <a:gs pos="85714">
                  <a:srgbClr val="B4DFEE">
                    <a:alpha val="1058"/>
                  </a:srgbClr>
                </a:gs>
                <a:gs pos="100000">
                  <a:srgbClr val="B4DFEE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-10201920">
              <a:off x="2408443" y="839745"/>
              <a:ext cx="54236" cy="13559"/>
            </a:xfrm>
            <a:prstGeom prst="ellipse">
              <a:avLst/>
            </a:prstGeom>
            <a:gradFill>
              <a:gsLst>
                <a:gs pos="0">
                  <a:srgbClr val="AC533A">
                    <a:alpha val="19436"/>
                  </a:srgbClr>
                </a:gs>
                <a:gs pos="14286">
                  <a:srgbClr val="AC533A">
                    <a:alpha val="18015"/>
                  </a:srgbClr>
                </a:gs>
                <a:gs pos="28571">
                  <a:srgbClr val="AC533A">
                    <a:alpha val="14292"/>
                  </a:srgbClr>
                </a:gs>
                <a:gs pos="42857">
                  <a:srgbClr val="AC533A">
                    <a:alpha val="9621"/>
                  </a:srgbClr>
                </a:gs>
                <a:gs pos="57143">
                  <a:srgbClr val="AC533A">
                    <a:alpha val="5451"/>
                  </a:srgbClr>
                </a:gs>
                <a:gs pos="71429">
                  <a:srgbClr val="AC533A">
                    <a:alpha val="2590"/>
                  </a:srgbClr>
                </a:gs>
                <a:gs pos="85714">
                  <a:srgbClr val="AC533A">
                    <a:alpha val="1032"/>
                  </a:srgbClr>
                </a:gs>
                <a:gs pos="100000">
                  <a:srgbClr val="AC533A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7408325">
              <a:off x="1467307" y="1044717"/>
              <a:ext cx="318913" cy="311099"/>
            </a:xfrm>
            <a:prstGeom prst="ellipse">
              <a:avLst/>
            </a:prstGeom>
            <a:gradFill>
              <a:gsLst>
                <a:gs pos="0">
                  <a:srgbClr val="007FDF">
                    <a:alpha val="32968"/>
                  </a:srgbClr>
                </a:gs>
                <a:gs pos="14286">
                  <a:srgbClr val="007FDF">
                    <a:alpha val="30764"/>
                  </a:srgbClr>
                </a:gs>
                <a:gs pos="28571">
                  <a:srgbClr val="007FDF">
                    <a:alpha val="24833"/>
                  </a:srgbClr>
                </a:gs>
                <a:gs pos="42857">
                  <a:srgbClr val="007FDF">
                    <a:alpha val="17075"/>
                  </a:srgbClr>
                </a:gs>
                <a:gs pos="57143">
                  <a:srgbClr val="007FDF">
                    <a:alpha val="9855"/>
                  </a:srgbClr>
                </a:gs>
                <a:gs pos="71429">
                  <a:srgbClr val="007FDF">
                    <a:alpha val="4740"/>
                  </a:srgbClr>
                </a:gs>
                <a:gs pos="85714">
                  <a:srgbClr val="007FDF">
                    <a:alpha val="1902"/>
                  </a:srgbClr>
                </a:gs>
                <a:gs pos="100000">
                  <a:srgbClr val="007F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-8760890">
              <a:off x="864084" y="1489061"/>
              <a:ext cx="61387" cy="15347"/>
            </a:xfrm>
            <a:prstGeom prst="ellipse">
              <a:avLst/>
            </a:prstGeom>
            <a:gradFill>
              <a:gsLst>
                <a:gs pos="0">
                  <a:srgbClr val="BFCAC6">
                    <a:alpha val="18149"/>
                  </a:srgbClr>
                </a:gs>
                <a:gs pos="14286">
                  <a:srgbClr val="BFCAC6">
                    <a:alpha val="16813"/>
                  </a:srgbClr>
                </a:gs>
                <a:gs pos="28571">
                  <a:srgbClr val="BFCAC6">
                    <a:alpha val="13318"/>
                  </a:srgbClr>
                </a:gs>
                <a:gs pos="42857">
                  <a:srgbClr val="BFCAC6">
                    <a:alpha val="8949"/>
                  </a:srgbClr>
                </a:gs>
                <a:gs pos="57143">
                  <a:srgbClr val="BFCAC6">
                    <a:alpha val="5062"/>
                  </a:srgbClr>
                </a:gs>
                <a:gs pos="71429">
                  <a:srgbClr val="BFCAC6">
                    <a:alpha val="2402"/>
                  </a:srgbClr>
                </a:gs>
                <a:gs pos="85714">
                  <a:srgbClr val="BFCAC6">
                    <a:alpha val="957"/>
                  </a:srgbClr>
                </a:gs>
                <a:gs pos="100000">
                  <a:srgbClr val="BFCAC6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9333626">
              <a:off x="1203815" y="1051470"/>
              <a:ext cx="48494" cy="12124"/>
            </a:xfrm>
            <a:prstGeom prst="ellipse">
              <a:avLst/>
            </a:prstGeom>
            <a:gradFill>
              <a:gsLst>
                <a:gs pos="0">
                  <a:srgbClr val="B3C4D6">
                    <a:alpha val="20454"/>
                  </a:srgbClr>
                </a:gs>
                <a:gs pos="14286">
                  <a:srgbClr val="B3C4D6">
                    <a:alpha val="18968"/>
                  </a:srgbClr>
                </a:gs>
                <a:gs pos="28571">
                  <a:srgbClr val="B3C4D6">
                    <a:alpha val="15067"/>
                  </a:srgbClr>
                </a:gs>
                <a:gs pos="42857">
                  <a:srgbClr val="B3C4D6">
                    <a:alpha val="10158"/>
                  </a:srgbClr>
                </a:gs>
                <a:gs pos="57143">
                  <a:srgbClr val="B3C4D6">
                    <a:alpha val="5763"/>
                  </a:srgbClr>
                </a:gs>
                <a:gs pos="71429">
                  <a:srgbClr val="B3C4D6">
                    <a:alpha val="2740"/>
                  </a:srgbClr>
                </a:gs>
                <a:gs pos="85714">
                  <a:srgbClr val="B3C4D6">
                    <a:alpha val="1093"/>
                  </a:srgbClr>
                </a:gs>
                <a:gs pos="100000">
                  <a:srgbClr val="B3C4D6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-10633142">
              <a:off x="2094976" y="1598930"/>
              <a:ext cx="334498" cy="50054"/>
            </a:xfrm>
            <a:prstGeom prst="ellipse">
              <a:avLst/>
            </a:prstGeom>
            <a:gradFill>
              <a:gsLst>
                <a:gs pos="0">
                  <a:srgbClr val="EEFBFF">
                    <a:alpha val="32968"/>
                  </a:srgbClr>
                </a:gs>
                <a:gs pos="14286">
                  <a:srgbClr val="EEFBFF">
                    <a:alpha val="30764"/>
                  </a:srgbClr>
                </a:gs>
                <a:gs pos="28571">
                  <a:srgbClr val="EEFBFF">
                    <a:alpha val="24833"/>
                  </a:srgbClr>
                </a:gs>
                <a:gs pos="42857">
                  <a:srgbClr val="EEFBFF">
                    <a:alpha val="17075"/>
                  </a:srgbClr>
                </a:gs>
                <a:gs pos="57143">
                  <a:srgbClr val="EEFBFF">
                    <a:alpha val="9855"/>
                  </a:srgbClr>
                </a:gs>
                <a:gs pos="71429">
                  <a:srgbClr val="EEFBFF">
                    <a:alpha val="4740"/>
                  </a:srgbClr>
                </a:gs>
                <a:gs pos="85714">
                  <a:srgbClr val="EEFBFF">
                    <a:alpha val="1902"/>
                  </a:srgbClr>
                </a:gs>
                <a:gs pos="100000">
                  <a:srgbClr val="EE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10041512">
              <a:off x="506747" y="735352"/>
              <a:ext cx="573361" cy="188253"/>
            </a:xfrm>
            <a:prstGeom prst="ellipse">
              <a:avLst/>
            </a:prstGeom>
            <a:gradFill>
              <a:gsLst>
                <a:gs pos="0">
                  <a:srgbClr val="AA2E00">
                    <a:alpha val="32968"/>
                  </a:srgbClr>
                </a:gs>
                <a:gs pos="14286">
                  <a:srgbClr val="AA2E00">
                    <a:alpha val="30764"/>
                  </a:srgbClr>
                </a:gs>
                <a:gs pos="28571">
                  <a:srgbClr val="AA2E00">
                    <a:alpha val="24833"/>
                  </a:srgbClr>
                </a:gs>
                <a:gs pos="42857">
                  <a:srgbClr val="AA2E00">
                    <a:alpha val="17075"/>
                  </a:srgbClr>
                </a:gs>
                <a:gs pos="57143">
                  <a:srgbClr val="AA2E00">
                    <a:alpha val="9855"/>
                  </a:srgbClr>
                </a:gs>
                <a:gs pos="71429">
                  <a:srgbClr val="AA2E00">
                    <a:alpha val="4740"/>
                  </a:srgbClr>
                </a:gs>
                <a:gs pos="85714">
                  <a:srgbClr val="AA2E00">
                    <a:alpha val="1902"/>
                  </a:srgbClr>
                </a:gs>
                <a:gs pos="100000">
                  <a:srgbClr val="AA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10265472">
              <a:off x="1562694" y="1353455"/>
              <a:ext cx="61861" cy="15465"/>
            </a:xfrm>
            <a:prstGeom prst="ellipse">
              <a:avLst/>
            </a:prstGeom>
            <a:gradFill>
              <a:gsLst>
                <a:gs pos="0">
                  <a:srgbClr val="78BCE3">
                    <a:alpha val="18063"/>
                  </a:srgbClr>
                </a:gs>
                <a:gs pos="14286">
                  <a:srgbClr val="78BCE3">
                    <a:alpha val="16732"/>
                  </a:srgbClr>
                </a:gs>
                <a:gs pos="28571">
                  <a:srgbClr val="78BCE3">
                    <a:alpha val="13253"/>
                  </a:srgbClr>
                </a:gs>
                <a:gs pos="42857">
                  <a:srgbClr val="78BCE3">
                    <a:alpha val="8904"/>
                  </a:srgbClr>
                </a:gs>
                <a:gs pos="57143">
                  <a:srgbClr val="78BCE3">
                    <a:alpha val="5036"/>
                  </a:srgbClr>
                </a:gs>
                <a:gs pos="71429">
                  <a:srgbClr val="78BCE3">
                    <a:alpha val="2390"/>
                  </a:srgbClr>
                </a:gs>
                <a:gs pos="85714">
                  <a:srgbClr val="78BCE3">
                    <a:alpha val="952"/>
                  </a:srgbClr>
                </a:gs>
                <a:gs pos="100000">
                  <a:srgbClr val="78BCE3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-10438778">
              <a:off x="1647629" y="531373"/>
              <a:ext cx="1092712" cy="393470"/>
            </a:xfrm>
            <a:prstGeom prst="ellipse">
              <a:avLst/>
            </a:prstGeom>
            <a:gradFill>
              <a:gsLst>
                <a:gs pos="0">
                  <a:srgbClr val="00009C">
                    <a:alpha val="32968"/>
                  </a:srgbClr>
                </a:gs>
                <a:gs pos="14286">
                  <a:srgbClr val="00009C">
                    <a:alpha val="30764"/>
                  </a:srgbClr>
                </a:gs>
                <a:gs pos="28571">
                  <a:srgbClr val="00009C">
                    <a:alpha val="24833"/>
                  </a:srgbClr>
                </a:gs>
                <a:gs pos="42857">
                  <a:srgbClr val="00009C">
                    <a:alpha val="17075"/>
                  </a:srgbClr>
                </a:gs>
                <a:gs pos="57143">
                  <a:srgbClr val="00009C">
                    <a:alpha val="9855"/>
                  </a:srgbClr>
                </a:gs>
                <a:gs pos="71429">
                  <a:srgbClr val="00009C">
                    <a:alpha val="4740"/>
                  </a:srgbClr>
                </a:gs>
                <a:gs pos="85714">
                  <a:srgbClr val="00009C">
                    <a:alpha val="1902"/>
                  </a:srgbClr>
                </a:gs>
                <a:gs pos="100000">
                  <a:srgbClr val="0000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10063150">
              <a:off x="1579279" y="1262153"/>
              <a:ext cx="62899" cy="15725"/>
            </a:xfrm>
            <a:prstGeom prst="ellipse">
              <a:avLst/>
            </a:prstGeom>
            <a:gradFill>
              <a:gsLst>
                <a:gs pos="0">
                  <a:srgbClr val="5BBFD4">
                    <a:alpha val="17875"/>
                  </a:srgbClr>
                </a:gs>
                <a:gs pos="14286">
                  <a:srgbClr val="5BBFD4">
                    <a:alpha val="16556"/>
                  </a:srgbClr>
                </a:gs>
                <a:gs pos="28571">
                  <a:srgbClr val="5BBFD4">
                    <a:alpha val="13110"/>
                  </a:srgbClr>
                </a:gs>
                <a:gs pos="42857">
                  <a:srgbClr val="5BBFD4">
                    <a:alpha val="8806"/>
                  </a:srgbClr>
                </a:gs>
                <a:gs pos="57143">
                  <a:srgbClr val="5BBFD4">
                    <a:alpha val="4979"/>
                  </a:srgbClr>
                </a:gs>
                <a:gs pos="71429">
                  <a:srgbClr val="5BBFD4">
                    <a:alpha val="2362"/>
                  </a:srgbClr>
                </a:gs>
                <a:gs pos="85714">
                  <a:srgbClr val="5BBFD4">
                    <a:alpha val="941"/>
                  </a:srgbClr>
                </a:gs>
                <a:gs pos="100000">
                  <a:srgbClr val="5BBFD4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10346131">
              <a:off x="1251285" y="1319403"/>
              <a:ext cx="172185" cy="414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9666506">
              <a:off x="1672987" y="1089633"/>
              <a:ext cx="63425" cy="15856"/>
            </a:xfrm>
            <a:prstGeom prst="ellipse">
              <a:avLst/>
            </a:prstGeom>
            <a:gradFill>
              <a:gsLst>
                <a:gs pos="0">
                  <a:srgbClr val="BDE0E1">
                    <a:alpha val="17779"/>
                  </a:srgbClr>
                </a:gs>
                <a:gs pos="14286">
                  <a:srgbClr val="BDE0E1">
                    <a:alpha val="16467"/>
                  </a:srgbClr>
                </a:gs>
                <a:gs pos="28571">
                  <a:srgbClr val="BDE0E1">
                    <a:alpha val="13038"/>
                  </a:srgbClr>
                </a:gs>
                <a:gs pos="42857">
                  <a:srgbClr val="BDE0E1">
                    <a:alpha val="8756"/>
                  </a:srgbClr>
                </a:gs>
                <a:gs pos="57143">
                  <a:srgbClr val="BDE0E1">
                    <a:alpha val="4951"/>
                  </a:srgbClr>
                </a:gs>
                <a:gs pos="71429">
                  <a:srgbClr val="BDE0E1">
                    <a:alpha val="2349"/>
                  </a:srgbClr>
                </a:gs>
                <a:gs pos="85714">
                  <a:srgbClr val="BDE0E1">
                    <a:alpha val="935"/>
                  </a:srgbClr>
                </a:gs>
                <a:gs pos="100000">
                  <a:srgbClr val="BDE0E1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-10748403">
              <a:off x="1812531" y="1603440"/>
              <a:ext cx="427064" cy="37989"/>
            </a:xfrm>
            <a:prstGeom prst="ellipse">
              <a:avLst/>
            </a:prstGeom>
            <a:gradFill>
              <a:gsLst>
                <a:gs pos="0">
                  <a:srgbClr val="D5D5FF">
                    <a:alpha val="32968"/>
                  </a:srgbClr>
                </a:gs>
                <a:gs pos="14286">
                  <a:srgbClr val="D5D5FF">
                    <a:alpha val="30764"/>
                  </a:srgbClr>
                </a:gs>
                <a:gs pos="28571">
                  <a:srgbClr val="D5D5FF">
                    <a:alpha val="24833"/>
                  </a:srgbClr>
                </a:gs>
                <a:gs pos="42857">
                  <a:srgbClr val="D5D5FF">
                    <a:alpha val="17075"/>
                  </a:srgbClr>
                </a:gs>
                <a:gs pos="57143">
                  <a:srgbClr val="D5D5FF">
                    <a:alpha val="9855"/>
                  </a:srgbClr>
                </a:gs>
                <a:gs pos="71429">
                  <a:srgbClr val="D5D5FF">
                    <a:alpha val="4740"/>
                  </a:srgbClr>
                </a:gs>
                <a:gs pos="85714">
                  <a:srgbClr val="D5D5FF">
                    <a:alpha val="1902"/>
                  </a:srgbClr>
                </a:gs>
                <a:gs pos="100000">
                  <a:srgbClr val="D5D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-9141704">
              <a:off x="876638" y="690770"/>
              <a:ext cx="190317" cy="35057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-10668830">
              <a:off x="851986" y="800271"/>
              <a:ext cx="63261" cy="15815"/>
            </a:xfrm>
            <a:prstGeom prst="ellipse">
              <a:avLst/>
            </a:prstGeom>
            <a:gradFill>
              <a:gsLst>
                <a:gs pos="0">
                  <a:srgbClr val="C39586">
                    <a:alpha val="17809"/>
                  </a:srgbClr>
                </a:gs>
                <a:gs pos="14286">
                  <a:srgbClr val="C39586">
                    <a:alpha val="16494"/>
                  </a:srgbClr>
                </a:gs>
                <a:gs pos="28571">
                  <a:srgbClr val="C39586">
                    <a:alpha val="13061"/>
                  </a:srgbClr>
                </a:gs>
                <a:gs pos="42857">
                  <a:srgbClr val="C39586">
                    <a:alpha val="8771"/>
                  </a:srgbClr>
                </a:gs>
                <a:gs pos="57143">
                  <a:srgbClr val="C39586">
                    <a:alpha val="4960"/>
                  </a:srgbClr>
                </a:gs>
                <a:gs pos="71429">
                  <a:srgbClr val="C39586">
                    <a:alpha val="2353"/>
                  </a:srgbClr>
                </a:gs>
                <a:gs pos="85714">
                  <a:srgbClr val="C39586">
                    <a:alpha val="937"/>
                  </a:srgbClr>
                </a:gs>
                <a:gs pos="100000">
                  <a:srgbClr val="C39586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10375100">
              <a:off x="1712193" y="889873"/>
              <a:ext cx="63365" cy="15841"/>
            </a:xfrm>
            <a:prstGeom prst="ellipse">
              <a:avLst/>
            </a:prstGeom>
            <a:gradFill>
              <a:gsLst>
                <a:gs pos="0">
                  <a:srgbClr val="64CEAA">
                    <a:alpha val="17790"/>
                  </a:srgbClr>
                </a:gs>
                <a:gs pos="14286">
                  <a:srgbClr val="64CEAA">
                    <a:alpha val="16477"/>
                  </a:srgbClr>
                </a:gs>
                <a:gs pos="28571">
                  <a:srgbClr val="64CEAA">
                    <a:alpha val="13046"/>
                  </a:srgbClr>
                </a:gs>
                <a:gs pos="42857">
                  <a:srgbClr val="64CEAA">
                    <a:alpha val="8762"/>
                  </a:srgbClr>
                </a:gs>
                <a:gs pos="57143">
                  <a:srgbClr val="64CEAA">
                    <a:alpha val="4954"/>
                  </a:srgbClr>
                </a:gs>
                <a:gs pos="71429">
                  <a:srgbClr val="64CEAA">
                    <a:alpha val="2350"/>
                  </a:srgbClr>
                </a:gs>
                <a:gs pos="85714">
                  <a:srgbClr val="64CEAA">
                    <a:alpha val="936"/>
                  </a:srgbClr>
                </a:gs>
                <a:gs pos="100000">
                  <a:srgbClr val="64CEAA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10314025">
              <a:off x="1321074" y="566742"/>
              <a:ext cx="616783" cy="312282"/>
            </a:xfrm>
            <a:prstGeom prst="ellipse">
              <a:avLst/>
            </a:prstGeom>
            <a:gradFill>
              <a:gsLst>
                <a:gs pos="0">
                  <a:srgbClr val="0066E2">
                    <a:alpha val="32968"/>
                  </a:srgbClr>
                </a:gs>
                <a:gs pos="14286">
                  <a:srgbClr val="0066E2">
                    <a:alpha val="30764"/>
                  </a:srgbClr>
                </a:gs>
                <a:gs pos="28571">
                  <a:srgbClr val="0066E2">
                    <a:alpha val="24833"/>
                  </a:srgbClr>
                </a:gs>
                <a:gs pos="42857">
                  <a:srgbClr val="0066E2">
                    <a:alpha val="17075"/>
                  </a:srgbClr>
                </a:gs>
                <a:gs pos="57143">
                  <a:srgbClr val="0066E2">
                    <a:alpha val="9855"/>
                  </a:srgbClr>
                </a:gs>
                <a:gs pos="71429">
                  <a:srgbClr val="0066E2">
                    <a:alpha val="4740"/>
                  </a:srgbClr>
                </a:gs>
                <a:gs pos="85714">
                  <a:srgbClr val="0066E2">
                    <a:alpha val="1902"/>
                  </a:srgbClr>
                </a:gs>
                <a:gs pos="100000">
                  <a:srgbClr val="0066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-10245485">
              <a:off x="1303005" y="925588"/>
              <a:ext cx="63785" cy="15946"/>
            </a:xfrm>
            <a:prstGeom prst="ellipse">
              <a:avLst/>
            </a:prstGeom>
            <a:gradFill>
              <a:gsLst>
                <a:gs pos="0">
                  <a:srgbClr val="7EC5D2">
                    <a:alpha val="17713"/>
                  </a:srgbClr>
                </a:gs>
                <a:gs pos="14286">
                  <a:srgbClr val="7EC5D2">
                    <a:alpha val="16405"/>
                  </a:srgbClr>
                </a:gs>
                <a:gs pos="28571">
                  <a:srgbClr val="7EC5D2">
                    <a:alpha val="12989"/>
                  </a:srgbClr>
                </a:gs>
                <a:gs pos="42857">
                  <a:srgbClr val="7EC5D2">
                    <a:alpha val="8722"/>
                  </a:srgbClr>
                </a:gs>
                <a:gs pos="57143">
                  <a:srgbClr val="7EC5D2">
                    <a:alpha val="4931"/>
                  </a:srgbClr>
                </a:gs>
                <a:gs pos="71429">
                  <a:srgbClr val="7EC5D2">
                    <a:alpha val="2339"/>
                  </a:srgbClr>
                </a:gs>
                <a:gs pos="85714">
                  <a:srgbClr val="7EC5D2">
                    <a:alpha val="932"/>
                  </a:srgbClr>
                </a:gs>
                <a:gs pos="100000">
                  <a:srgbClr val="7EC5D2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8475695">
              <a:off x="1600995" y="1094933"/>
              <a:ext cx="234194" cy="22202"/>
            </a:xfrm>
            <a:prstGeom prst="ellipse">
              <a:avLst/>
            </a:prstGeom>
            <a:gradFill>
              <a:gsLst>
                <a:gs pos="0">
                  <a:srgbClr val="CBFFFF">
                    <a:alpha val="32968"/>
                  </a:srgbClr>
                </a:gs>
                <a:gs pos="14286">
                  <a:srgbClr val="CBFFFF">
                    <a:alpha val="30764"/>
                  </a:srgbClr>
                </a:gs>
                <a:gs pos="28571">
                  <a:srgbClr val="CBFFFF">
                    <a:alpha val="24833"/>
                  </a:srgbClr>
                </a:gs>
                <a:gs pos="42857">
                  <a:srgbClr val="CBFFFF">
                    <a:alpha val="17075"/>
                  </a:srgbClr>
                </a:gs>
                <a:gs pos="57143">
                  <a:srgbClr val="CBFFFF">
                    <a:alpha val="9855"/>
                  </a:srgbClr>
                </a:gs>
                <a:gs pos="71429">
                  <a:srgbClr val="CBFFFF">
                    <a:alpha val="4740"/>
                  </a:srgbClr>
                </a:gs>
                <a:gs pos="85714">
                  <a:srgbClr val="CBFFFF">
                    <a:alpha val="1902"/>
                  </a:srgbClr>
                </a:gs>
                <a:gs pos="100000">
                  <a:srgbClr val="C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9261646">
              <a:off x="1741112" y="1052002"/>
              <a:ext cx="61998" cy="15500"/>
            </a:xfrm>
            <a:prstGeom prst="ellipse">
              <a:avLst/>
            </a:prstGeom>
            <a:gradFill>
              <a:gsLst>
                <a:gs pos="0">
                  <a:srgbClr val="BCD1D8">
                    <a:alpha val="18038"/>
                  </a:srgbClr>
                </a:gs>
                <a:gs pos="14286">
                  <a:srgbClr val="BCD1D8">
                    <a:alpha val="16709"/>
                  </a:srgbClr>
                </a:gs>
                <a:gs pos="28571">
                  <a:srgbClr val="BCD1D8">
                    <a:alpha val="13234"/>
                  </a:srgbClr>
                </a:gs>
                <a:gs pos="42857">
                  <a:srgbClr val="BCD1D8">
                    <a:alpha val="8891"/>
                  </a:srgbClr>
                </a:gs>
                <a:gs pos="57143">
                  <a:srgbClr val="BCD1D8">
                    <a:alpha val="5029"/>
                  </a:srgbClr>
                </a:gs>
                <a:gs pos="71429">
                  <a:srgbClr val="BCD1D8">
                    <a:alpha val="2386"/>
                  </a:srgbClr>
                </a:gs>
                <a:gs pos="85714">
                  <a:srgbClr val="BCD1D8">
                    <a:alpha val="950"/>
                  </a:srgbClr>
                </a:gs>
                <a:gs pos="100000">
                  <a:srgbClr val="BCD1D8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7215707">
              <a:off x="533455" y="870226"/>
              <a:ext cx="355174" cy="40940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-10334587">
              <a:off x="1529503" y="1519358"/>
              <a:ext cx="62709" cy="15677"/>
            </a:xfrm>
            <a:prstGeom prst="ellipse">
              <a:avLst/>
            </a:prstGeom>
            <a:gradFill>
              <a:gsLst>
                <a:gs pos="0">
                  <a:srgbClr val="749BAB">
                    <a:alpha val="17909"/>
                  </a:srgbClr>
                </a:gs>
                <a:gs pos="14286">
                  <a:srgbClr val="749BAB">
                    <a:alpha val="16588"/>
                  </a:srgbClr>
                </a:gs>
                <a:gs pos="28571">
                  <a:srgbClr val="749BAB">
                    <a:alpha val="13136"/>
                  </a:srgbClr>
                </a:gs>
                <a:gs pos="42857">
                  <a:srgbClr val="749BAB">
                    <a:alpha val="8824"/>
                  </a:srgbClr>
                </a:gs>
                <a:gs pos="57143">
                  <a:srgbClr val="749BAB">
                    <a:alpha val="4990"/>
                  </a:srgbClr>
                </a:gs>
                <a:gs pos="71429">
                  <a:srgbClr val="749BAB">
                    <a:alpha val="2367"/>
                  </a:srgbClr>
                </a:gs>
                <a:gs pos="85714">
                  <a:srgbClr val="749BAB">
                    <a:alpha val="943"/>
                  </a:srgbClr>
                </a:gs>
                <a:gs pos="100000">
                  <a:srgbClr val="749BAB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10742278">
              <a:off x="989601" y="604752"/>
              <a:ext cx="64235" cy="16059"/>
            </a:xfrm>
            <a:prstGeom prst="ellipse">
              <a:avLst/>
            </a:prstGeom>
            <a:gradFill>
              <a:gsLst>
                <a:gs pos="0">
                  <a:srgbClr val="BCC7E6">
                    <a:alpha val="17631"/>
                  </a:srgbClr>
                </a:gs>
                <a:gs pos="14286">
                  <a:srgbClr val="BCC7E6">
                    <a:alpha val="16329"/>
                  </a:srgbClr>
                </a:gs>
                <a:gs pos="28571">
                  <a:srgbClr val="BCC7E6">
                    <a:alpha val="12927"/>
                  </a:srgbClr>
                </a:gs>
                <a:gs pos="42857">
                  <a:srgbClr val="BCC7E6">
                    <a:alpha val="8679"/>
                  </a:srgbClr>
                </a:gs>
                <a:gs pos="57143">
                  <a:srgbClr val="BCC7E6">
                    <a:alpha val="4906"/>
                  </a:srgbClr>
                </a:gs>
                <a:gs pos="71429">
                  <a:srgbClr val="BCC7E6">
                    <a:alpha val="2327"/>
                  </a:srgbClr>
                </a:gs>
                <a:gs pos="85714">
                  <a:srgbClr val="BCC7E6">
                    <a:alpha val="927"/>
                  </a:srgbClr>
                </a:gs>
                <a:gs pos="100000">
                  <a:srgbClr val="BCC7E6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10789181">
              <a:off x="1984821" y="1603209"/>
              <a:ext cx="258032" cy="39007"/>
            </a:xfrm>
            <a:prstGeom prst="ellipse">
              <a:avLst/>
            </a:prstGeom>
            <a:gradFill>
              <a:gsLst>
                <a:gs pos="0">
                  <a:srgbClr val="FFFFCB">
                    <a:alpha val="32968"/>
                  </a:srgbClr>
                </a:gs>
                <a:gs pos="14286">
                  <a:srgbClr val="FFFFCB">
                    <a:alpha val="30764"/>
                  </a:srgbClr>
                </a:gs>
                <a:gs pos="28571">
                  <a:srgbClr val="FFFFCB">
                    <a:alpha val="24833"/>
                  </a:srgbClr>
                </a:gs>
                <a:gs pos="42857">
                  <a:srgbClr val="FFFFCB">
                    <a:alpha val="17075"/>
                  </a:srgbClr>
                </a:gs>
                <a:gs pos="57143">
                  <a:srgbClr val="FFFFCB">
                    <a:alpha val="9855"/>
                  </a:srgbClr>
                </a:gs>
                <a:gs pos="71429">
                  <a:srgbClr val="FFFFCB">
                    <a:alpha val="4740"/>
                  </a:srgbClr>
                </a:gs>
                <a:gs pos="85714">
                  <a:srgbClr val="FFFFCB">
                    <a:alpha val="1902"/>
                  </a:srgbClr>
                </a:gs>
                <a:gs pos="100000">
                  <a:srgbClr val="FFFF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-10578057">
              <a:off x="1397490" y="1261202"/>
              <a:ext cx="64408" cy="16102"/>
            </a:xfrm>
            <a:prstGeom prst="ellipse">
              <a:avLst/>
            </a:prstGeom>
            <a:gradFill>
              <a:gsLst>
                <a:gs pos="0">
                  <a:srgbClr val="8EBEDA">
                    <a:alpha val="17599"/>
                  </a:srgbClr>
                </a:gs>
                <a:gs pos="14286">
                  <a:srgbClr val="8EBEDA">
                    <a:alpha val="16299"/>
                  </a:srgbClr>
                </a:gs>
                <a:gs pos="28571">
                  <a:srgbClr val="8EBEDA">
                    <a:alpha val="12903"/>
                  </a:srgbClr>
                </a:gs>
                <a:gs pos="42857">
                  <a:srgbClr val="8EBEDA">
                    <a:alpha val="8663"/>
                  </a:srgbClr>
                </a:gs>
                <a:gs pos="57143">
                  <a:srgbClr val="8EBEDA">
                    <a:alpha val="4897"/>
                  </a:srgbClr>
                </a:gs>
                <a:gs pos="71429">
                  <a:srgbClr val="8EBEDA">
                    <a:alpha val="2323"/>
                  </a:srgbClr>
                </a:gs>
                <a:gs pos="85714">
                  <a:srgbClr val="8EBEDA">
                    <a:alpha val="925"/>
                  </a:srgbClr>
                </a:gs>
                <a:gs pos="100000">
                  <a:srgbClr val="8EBEDA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9021714">
              <a:off x="1119942" y="1610756"/>
              <a:ext cx="63442" cy="15860"/>
            </a:xfrm>
            <a:prstGeom prst="ellipse">
              <a:avLst/>
            </a:prstGeom>
            <a:gradFill>
              <a:gsLst>
                <a:gs pos="0">
                  <a:srgbClr val="90B2DA">
                    <a:alpha val="17776"/>
                  </a:srgbClr>
                </a:gs>
                <a:gs pos="14286">
                  <a:srgbClr val="90B2DA">
                    <a:alpha val="16464"/>
                  </a:srgbClr>
                </a:gs>
                <a:gs pos="28571">
                  <a:srgbClr val="90B2DA">
                    <a:alpha val="13036"/>
                  </a:srgbClr>
                </a:gs>
                <a:gs pos="42857">
                  <a:srgbClr val="90B2DA">
                    <a:alpha val="8754"/>
                  </a:srgbClr>
                </a:gs>
                <a:gs pos="57143">
                  <a:srgbClr val="90B2DA">
                    <a:alpha val="4950"/>
                  </a:srgbClr>
                </a:gs>
                <a:gs pos="71429">
                  <a:srgbClr val="90B2DA">
                    <a:alpha val="2348"/>
                  </a:srgbClr>
                </a:gs>
                <a:gs pos="85714">
                  <a:srgbClr val="90B2DA">
                    <a:alpha val="935"/>
                  </a:srgbClr>
                </a:gs>
                <a:gs pos="100000">
                  <a:srgbClr val="90B2DA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4776852">
              <a:off x="1510159" y="1999152"/>
              <a:ext cx="65113" cy="16278"/>
            </a:xfrm>
            <a:prstGeom prst="ellipse">
              <a:avLst/>
            </a:prstGeom>
            <a:gradFill>
              <a:gsLst>
                <a:gs pos="0">
                  <a:srgbClr val="B78685">
                    <a:alpha val="17471"/>
                  </a:srgbClr>
                </a:gs>
                <a:gs pos="14286">
                  <a:srgbClr val="B78685">
                    <a:alpha val="16179"/>
                  </a:srgbClr>
                </a:gs>
                <a:gs pos="28571">
                  <a:srgbClr val="B78685">
                    <a:alpha val="12806"/>
                  </a:srgbClr>
                </a:gs>
                <a:gs pos="42857">
                  <a:srgbClr val="B78685">
                    <a:alpha val="8596"/>
                  </a:srgbClr>
                </a:gs>
                <a:gs pos="57143">
                  <a:srgbClr val="B78685">
                    <a:alpha val="4858"/>
                  </a:srgbClr>
                </a:gs>
                <a:gs pos="71429">
                  <a:srgbClr val="B78685">
                    <a:alpha val="2304"/>
                  </a:srgbClr>
                </a:gs>
                <a:gs pos="85714">
                  <a:srgbClr val="B78685">
                    <a:alpha val="918"/>
                  </a:srgbClr>
                </a:gs>
                <a:gs pos="100000">
                  <a:srgbClr val="B78685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7979926">
              <a:off x="2023227" y="402496"/>
              <a:ext cx="600646" cy="544290"/>
            </a:xfrm>
            <a:prstGeom prst="ellipse">
              <a:avLst/>
            </a:prstGeom>
            <a:gradFill>
              <a:gsLst>
                <a:gs pos="0">
                  <a:srgbClr val="DD0080">
                    <a:alpha val="32968"/>
                  </a:srgbClr>
                </a:gs>
                <a:gs pos="14286">
                  <a:srgbClr val="DD0080">
                    <a:alpha val="30764"/>
                  </a:srgbClr>
                </a:gs>
                <a:gs pos="28571">
                  <a:srgbClr val="DD0080">
                    <a:alpha val="24833"/>
                  </a:srgbClr>
                </a:gs>
                <a:gs pos="42857">
                  <a:srgbClr val="DD0080">
                    <a:alpha val="17075"/>
                  </a:srgbClr>
                </a:gs>
                <a:gs pos="57143">
                  <a:srgbClr val="DD0080">
                    <a:alpha val="9855"/>
                  </a:srgbClr>
                </a:gs>
                <a:gs pos="71429">
                  <a:srgbClr val="DD0080">
                    <a:alpha val="4740"/>
                  </a:srgbClr>
                </a:gs>
                <a:gs pos="85714">
                  <a:srgbClr val="DD0080">
                    <a:alpha val="1902"/>
                  </a:srgbClr>
                </a:gs>
                <a:gs pos="100000">
                  <a:srgbClr val="DD00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-10763143">
              <a:off x="1751766" y="1193298"/>
              <a:ext cx="54162" cy="13541"/>
            </a:xfrm>
            <a:prstGeom prst="ellipse">
              <a:avLst/>
            </a:prstGeom>
            <a:gradFill>
              <a:gsLst>
                <a:gs pos="0">
                  <a:srgbClr val="B9DFED">
                    <a:alpha val="19449"/>
                  </a:srgbClr>
                </a:gs>
                <a:gs pos="14286">
                  <a:srgbClr val="B9DFED">
                    <a:alpha val="18027"/>
                  </a:srgbClr>
                </a:gs>
                <a:gs pos="28571">
                  <a:srgbClr val="B9DFED">
                    <a:alpha val="14302"/>
                  </a:srgbClr>
                </a:gs>
                <a:gs pos="42857">
                  <a:srgbClr val="B9DFED">
                    <a:alpha val="9628"/>
                  </a:srgbClr>
                </a:gs>
                <a:gs pos="57143">
                  <a:srgbClr val="B9DFED">
                    <a:alpha val="5455"/>
                  </a:srgbClr>
                </a:gs>
                <a:gs pos="71429">
                  <a:srgbClr val="B9DFED">
                    <a:alpha val="2592"/>
                  </a:srgbClr>
                </a:gs>
                <a:gs pos="85714">
                  <a:srgbClr val="B9DFED">
                    <a:alpha val="1033"/>
                  </a:srgbClr>
                </a:gs>
                <a:gs pos="100000">
                  <a:srgbClr val="B9DFED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-9914755">
              <a:off x="1349343" y="945543"/>
              <a:ext cx="62279" cy="15570"/>
            </a:xfrm>
            <a:prstGeom prst="ellipse">
              <a:avLst/>
            </a:prstGeom>
            <a:gradFill>
              <a:gsLst>
                <a:gs pos="0">
                  <a:srgbClr val="92D3DF">
                    <a:alpha val="17987"/>
                  </a:srgbClr>
                </a:gs>
                <a:gs pos="14286">
                  <a:srgbClr val="92D3DF">
                    <a:alpha val="16661"/>
                  </a:srgbClr>
                </a:gs>
                <a:gs pos="28571">
                  <a:srgbClr val="92D3DF">
                    <a:alpha val="13195"/>
                  </a:srgbClr>
                </a:gs>
                <a:gs pos="42857">
                  <a:srgbClr val="92D3DF">
                    <a:alpha val="8864"/>
                  </a:srgbClr>
                </a:gs>
                <a:gs pos="57143">
                  <a:srgbClr val="92D3DF">
                    <a:alpha val="5013"/>
                  </a:srgbClr>
                </a:gs>
                <a:gs pos="71429">
                  <a:srgbClr val="92D3DF">
                    <a:alpha val="2379"/>
                  </a:srgbClr>
                </a:gs>
                <a:gs pos="85714">
                  <a:srgbClr val="92D3DF">
                    <a:alpha val="947"/>
                  </a:srgbClr>
                </a:gs>
                <a:gs pos="100000">
                  <a:srgbClr val="92D3DF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10683486">
              <a:off x="514791" y="829162"/>
              <a:ext cx="548985" cy="434628"/>
            </a:xfrm>
            <a:prstGeom prst="ellipse">
              <a:avLst/>
            </a:prstGeom>
            <a:gradFill>
              <a:gsLst>
                <a:gs pos="0">
                  <a:srgbClr val="00003C">
                    <a:alpha val="32968"/>
                  </a:srgbClr>
                </a:gs>
                <a:gs pos="14286">
                  <a:srgbClr val="00003C">
                    <a:alpha val="30764"/>
                  </a:srgbClr>
                </a:gs>
                <a:gs pos="28571">
                  <a:srgbClr val="00003C">
                    <a:alpha val="24833"/>
                  </a:srgbClr>
                </a:gs>
                <a:gs pos="42857">
                  <a:srgbClr val="00003C">
                    <a:alpha val="17075"/>
                  </a:srgbClr>
                </a:gs>
                <a:gs pos="57143">
                  <a:srgbClr val="00003C">
                    <a:alpha val="9855"/>
                  </a:srgbClr>
                </a:gs>
                <a:gs pos="71429">
                  <a:srgbClr val="00003C">
                    <a:alpha val="4740"/>
                  </a:srgbClr>
                </a:gs>
                <a:gs pos="85714">
                  <a:srgbClr val="00003C">
                    <a:alpha val="1902"/>
                  </a:srgbClr>
                </a:gs>
                <a:gs pos="100000">
                  <a:srgbClr val="0000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5400000">
              <a:off x="1009630" y="570800"/>
              <a:ext cx="56420" cy="56420"/>
            </a:xfrm>
            <a:prstGeom prst="ellipse">
              <a:avLst/>
            </a:prstGeom>
            <a:gradFill>
              <a:gsLst>
                <a:gs pos="0">
                  <a:srgbClr val="D3DEF7">
                    <a:alpha val="14798"/>
                  </a:srgbClr>
                </a:gs>
                <a:gs pos="14286">
                  <a:srgbClr val="D3DEF7">
                    <a:alpha val="13687"/>
                  </a:srgbClr>
                </a:gs>
                <a:gs pos="28571">
                  <a:srgbClr val="D3DEF7">
                    <a:alpha val="10800"/>
                  </a:srgbClr>
                </a:gs>
                <a:gs pos="42857">
                  <a:srgbClr val="D3DEF7">
                    <a:alpha val="7222"/>
                  </a:srgbClr>
                </a:gs>
                <a:gs pos="57143">
                  <a:srgbClr val="D3DEF7">
                    <a:alpha val="4069"/>
                  </a:srgbClr>
                </a:gs>
                <a:gs pos="71429">
                  <a:srgbClr val="D3DEF7">
                    <a:alpha val="1926"/>
                  </a:srgbClr>
                </a:gs>
                <a:gs pos="85714">
                  <a:srgbClr val="D3DEF7">
                    <a:alpha val="766"/>
                  </a:srgbClr>
                </a:gs>
                <a:gs pos="100000">
                  <a:srgbClr val="D3DEF7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-9344050">
              <a:off x="1369222" y="1082154"/>
              <a:ext cx="121622" cy="38802"/>
            </a:xfrm>
            <a:prstGeom prst="ellipse">
              <a:avLst/>
            </a:prstGeom>
            <a:gradFill>
              <a:gsLst>
                <a:gs pos="0">
                  <a:srgbClr val="FFFF58">
                    <a:alpha val="32968"/>
                  </a:srgbClr>
                </a:gs>
                <a:gs pos="14286">
                  <a:srgbClr val="FFFF58">
                    <a:alpha val="30764"/>
                  </a:srgbClr>
                </a:gs>
                <a:gs pos="28571">
                  <a:srgbClr val="FFFF58">
                    <a:alpha val="24833"/>
                  </a:srgbClr>
                </a:gs>
                <a:gs pos="42857">
                  <a:srgbClr val="FFFF58">
                    <a:alpha val="17075"/>
                  </a:srgbClr>
                </a:gs>
                <a:gs pos="57143">
                  <a:srgbClr val="FFFF58">
                    <a:alpha val="9855"/>
                  </a:srgbClr>
                </a:gs>
                <a:gs pos="71429">
                  <a:srgbClr val="FFFF58">
                    <a:alpha val="4740"/>
                  </a:srgbClr>
                </a:gs>
                <a:gs pos="85714">
                  <a:srgbClr val="FFFF58">
                    <a:alpha val="1902"/>
                  </a:srgbClr>
                </a:gs>
                <a:gs pos="100000">
                  <a:srgbClr val="FFFF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-8814419">
              <a:off x="1122818" y="700589"/>
              <a:ext cx="58503" cy="14626"/>
            </a:xfrm>
            <a:prstGeom prst="ellipse">
              <a:avLst/>
            </a:prstGeom>
            <a:gradFill>
              <a:gsLst>
                <a:gs pos="0">
                  <a:srgbClr val="719DB7">
                    <a:alpha val="18670"/>
                  </a:srgbClr>
                </a:gs>
                <a:gs pos="14286">
                  <a:srgbClr val="719DB7">
                    <a:alpha val="17299"/>
                  </a:srgbClr>
                </a:gs>
                <a:gs pos="28571">
                  <a:srgbClr val="719DB7">
                    <a:alpha val="13712"/>
                  </a:srgbClr>
                </a:gs>
                <a:gs pos="42857">
                  <a:srgbClr val="719DB7">
                    <a:alpha val="9220"/>
                  </a:srgbClr>
                </a:gs>
                <a:gs pos="57143">
                  <a:srgbClr val="719DB7">
                    <a:alpha val="5219"/>
                  </a:srgbClr>
                </a:gs>
                <a:gs pos="71429">
                  <a:srgbClr val="719DB7">
                    <a:alpha val="2478"/>
                  </a:srgbClr>
                </a:gs>
                <a:gs pos="85714">
                  <a:srgbClr val="719DB7">
                    <a:alpha val="987"/>
                  </a:srgbClr>
                </a:gs>
                <a:gs pos="100000">
                  <a:srgbClr val="719DB7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-10003287">
              <a:off x="1835937" y="1087810"/>
              <a:ext cx="59120" cy="14780"/>
            </a:xfrm>
            <a:prstGeom prst="ellipse">
              <a:avLst/>
            </a:prstGeom>
            <a:gradFill>
              <a:gsLst>
                <a:gs pos="0">
                  <a:srgbClr val="8A8EB4">
                    <a:alpha val="18559"/>
                  </a:srgbClr>
                </a:gs>
                <a:gs pos="14286">
                  <a:srgbClr val="8A8EB4">
                    <a:alpha val="17196"/>
                  </a:srgbClr>
                </a:gs>
                <a:gs pos="28571">
                  <a:srgbClr val="8A8EB4">
                    <a:alpha val="13628"/>
                  </a:srgbClr>
                </a:gs>
                <a:gs pos="42857">
                  <a:srgbClr val="8A8EB4">
                    <a:alpha val="9162"/>
                  </a:srgbClr>
                </a:gs>
                <a:gs pos="57143">
                  <a:srgbClr val="8A8EB4">
                    <a:alpha val="5185"/>
                  </a:srgbClr>
                </a:gs>
                <a:gs pos="71429">
                  <a:srgbClr val="8A8EB4">
                    <a:alpha val="2462"/>
                  </a:srgbClr>
                </a:gs>
                <a:gs pos="85714">
                  <a:srgbClr val="8A8EB4">
                    <a:alpha val="981"/>
                  </a:srgbClr>
                </a:gs>
                <a:gs pos="100000">
                  <a:srgbClr val="8A8EB4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10259502">
              <a:off x="1297895" y="1196526"/>
              <a:ext cx="280674" cy="43014"/>
            </a:xfrm>
            <a:prstGeom prst="ellipse">
              <a:avLst/>
            </a:prstGeom>
            <a:gradFill>
              <a:gsLst>
                <a:gs pos="0">
                  <a:srgbClr val="ECFFFF">
                    <a:alpha val="32968"/>
                  </a:srgbClr>
                </a:gs>
                <a:gs pos="14286">
                  <a:srgbClr val="ECFFFF">
                    <a:alpha val="30764"/>
                  </a:srgbClr>
                </a:gs>
                <a:gs pos="28571">
                  <a:srgbClr val="ECFFFF">
                    <a:alpha val="24833"/>
                  </a:srgbClr>
                </a:gs>
                <a:gs pos="42857">
                  <a:srgbClr val="ECFFFF">
                    <a:alpha val="17075"/>
                  </a:srgbClr>
                </a:gs>
                <a:gs pos="57143">
                  <a:srgbClr val="ECFFFF">
                    <a:alpha val="9855"/>
                  </a:srgbClr>
                </a:gs>
                <a:gs pos="71429">
                  <a:srgbClr val="ECFFFF">
                    <a:alpha val="4740"/>
                  </a:srgbClr>
                </a:gs>
                <a:gs pos="85714">
                  <a:srgbClr val="ECFFFF">
                    <a:alpha val="1902"/>
                  </a:srgbClr>
                </a:gs>
                <a:gs pos="100000">
                  <a:srgbClr val="E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-10623442">
              <a:off x="1503507" y="1137187"/>
              <a:ext cx="66089" cy="16522"/>
            </a:xfrm>
            <a:prstGeom prst="ellipse">
              <a:avLst/>
            </a:prstGeom>
            <a:gradFill>
              <a:gsLst>
                <a:gs pos="0">
                  <a:srgbClr val="71D2DC">
                    <a:alpha val="17292"/>
                  </a:srgbClr>
                </a:gs>
                <a:gs pos="14286">
                  <a:srgbClr val="71D2DC">
                    <a:alpha val="16012"/>
                  </a:srgbClr>
                </a:gs>
                <a:gs pos="28571">
                  <a:srgbClr val="71D2DC">
                    <a:alpha val="12671"/>
                  </a:srgbClr>
                </a:gs>
                <a:gs pos="42857">
                  <a:srgbClr val="71D2DC">
                    <a:alpha val="8504"/>
                  </a:srgbClr>
                </a:gs>
                <a:gs pos="57143">
                  <a:srgbClr val="71D2DC">
                    <a:alpha val="4805"/>
                  </a:srgbClr>
                </a:gs>
                <a:gs pos="71429">
                  <a:srgbClr val="71D2DC">
                    <a:alpha val="2279"/>
                  </a:srgbClr>
                </a:gs>
                <a:gs pos="85714">
                  <a:srgbClr val="71D2DC">
                    <a:alpha val="907"/>
                  </a:srgbClr>
                </a:gs>
                <a:gs pos="100000">
                  <a:srgbClr val="71D2DC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-10469862">
              <a:off x="1410177" y="1112166"/>
              <a:ext cx="200039" cy="27142"/>
            </a:xfrm>
            <a:prstGeom prst="ellipse">
              <a:avLst/>
            </a:prstGeom>
            <a:gradFill>
              <a:gsLst>
                <a:gs pos="0">
                  <a:srgbClr val="FFFF8F">
                    <a:alpha val="32968"/>
                  </a:srgbClr>
                </a:gs>
                <a:gs pos="14286">
                  <a:srgbClr val="FFFF8F">
                    <a:alpha val="30764"/>
                  </a:srgbClr>
                </a:gs>
                <a:gs pos="28571">
                  <a:srgbClr val="FFFF8F">
                    <a:alpha val="24833"/>
                  </a:srgbClr>
                </a:gs>
                <a:gs pos="42857">
                  <a:srgbClr val="FFFF8F">
                    <a:alpha val="17075"/>
                  </a:srgbClr>
                </a:gs>
                <a:gs pos="57143">
                  <a:srgbClr val="FFFF8F">
                    <a:alpha val="9855"/>
                  </a:srgbClr>
                </a:gs>
                <a:gs pos="71429">
                  <a:srgbClr val="FFFF8F">
                    <a:alpha val="4740"/>
                  </a:srgbClr>
                </a:gs>
                <a:gs pos="85714">
                  <a:srgbClr val="FFFF8F">
                    <a:alpha val="1902"/>
                  </a:srgbClr>
                </a:gs>
                <a:gs pos="100000">
                  <a:srgbClr val="FFFF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10478069">
              <a:off x="1507419" y="1612885"/>
              <a:ext cx="435739" cy="62172"/>
            </a:xfrm>
            <a:prstGeom prst="ellipse">
              <a:avLst/>
            </a:prstGeom>
            <a:gradFill>
              <a:gsLst>
                <a:gs pos="0">
                  <a:srgbClr val="FFFDFF">
                    <a:alpha val="32968"/>
                  </a:srgbClr>
                </a:gs>
                <a:gs pos="14286">
                  <a:srgbClr val="FFFDFF">
                    <a:alpha val="30764"/>
                  </a:srgbClr>
                </a:gs>
                <a:gs pos="28571">
                  <a:srgbClr val="FFFDFF">
                    <a:alpha val="24833"/>
                  </a:srgbClr>
                </a:gs>
                <a:gs pos="42857">
                  <a:srgbClr val="FFFDFF">
                    <a:alpha val="17075"/>
                  </a:srgbClr>
                </a:gs>
                <a:gs pos="57143">
                  <a:srgbClr val="FFFDFF">
                    <a:alpha val="9855"/>
                  </a:srgbClr>
                </a:gs>
                <a:gs pos="71429">
                  <a:srgbClr val="FFFDFF">
                    <a:alpha val="4740"/>
                  </a:srgbClr>
                </a:gs>
                <a:gs pos="85714">
                  <a:srgbClr val="FFFDFF">
                    <a:alpha val="1902"/>
                  </a:srgbClr>
                </a:gs>
                <a:gs pos="100000">
                  <a:srgbClr val="FF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-8286345">
              <a:off x="1716442" y="1263534"/>
              <a:ext cx="167809" cy="38616"/>
            </a:xfrm>
            <a:prstGeom prst="ellipse">
              <a:avLst/>
            </a:prstGeom>
            <a:gradFill>
              <a:gsLst>
                <a:gs pos="0">
                  <a:srgbClr val="FFF5FF">
                    <a:alpha val="32968"/>
                  </a:srgbClr>
                </a:gs>
                <a:gs pos="14286">
                  <a:srgbClr val="FFF5FF">
                    <a:alpha val="30764"/>
                  </a:srgbClr>
                </a:gs>
                <a:gs pos="28571">
                  <a:srgbClr val="FFF5FF">
                    <a:alpha val="24833"/>
                  </a:srgbClr>
                </a:gs>
                <a:gs pos="42857">
                  <a:srgbClr val="FFF5FF">
                    <a:alpha val="17075"/>
                  </a:srgbClr>
                </a:gs>
                <a:gs pos="57143">
                  <a:srgbClr val="FFF5FF">
                    <a:alpha val="9855"/>
                  </a:srgbClr>
                </a:gs>
                <a:gs pos="71429">
                  <a:srgbClr val="FFF5FF">
                    <a:alpha val="4740"/>
                  </a:srgbClr>
                </a:gs>
                <a:gs pos="85714">
                  <a:srgbClr val="FFF5FF">
                    <a:alpha val="1902"/>
                  </a:srgbClr>
                </a:gs>
                <a:gs pos="100000">
                  <a:srgbClr val="FFF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-9660237">
              <a:off x="1368055" y="1220885"/>
              <a:ext cx="64958" cy="16239"/>
            </a:xfrm>
            <a:prstGeom prst="ellipse">
              <a:avLst/>
            </a:prstGeom>
            <a:gradFill>
              <a:gsLst>
                <a:gs pos="0">
                  <a:srgbClr val="7FB5D9">
                    <a:alpha val="17499"/>
                  </a:srgbClr>
                </a:gs>
                <a:gs pos="14286">
                  <a:srgbClr val="7FB5D9">
                    <a:alpha val="16205"/>
                  </a:srgbClr>
                </a:gs>
                <a:gs pos="28571">
                  <a:srgbClr val="7FB5D9">
                    <a:alpha val="12827"/>
                  </a:srgbClr>
                </a:gs>
                <a:gs pos="42857">
                  <a:srgbClr val="7FB5D9">
                    <a:alpha val="8611"/>
                  </a:srgbClr>
                </a:gs>
                <a:gs pos="57143">
                  <a:srgbClr val="7FB5D9">
                    <a:alpha val="4867"/>
                  </a:srgbClr>
                </a:gs>
                <a:gs pos="71429">
                  <a:srgbClr val="7FB5D9">
                    <a:alpha val="2308"/>
                  </a:srgbClr>
                </a:gs>
                <a:gs pos="85714">
                  <a:srgbClr val="7FB5D9">
                    <a:alpha val="919"/>
                  </a:srgbClr>
                </a:gs>
                <a:gs pos="100000">
                  <a:srgbClr val="7FB5D9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-10063404">
              <a:off x="1424973" y="1158336"/>
              <a:ext cx="48360" cy="12090"/>
            </a:xfrm>
            <a:prstGeom prst="ellipse">
              <a:avLst/>
            </a:prstGeom>
            <a:gradFill>
              <a:gsLst>
                <a:gs pos="0">
                  <a:srgbClr val="0074A9">
                    <a:alpha val="20478"/>
                  </a:srgbClr>
                </a:gs>
                <a:gs pos="14286">
                  <a:srgbClr val="0074A9">
                    <a:alpha val="18990"/>
                  </a:srgbClr>
                </a:gs>
                <a:gs pos="28571">
                  <a:srgbClr val="0074A9">
                    <a:alpha val="15085"/>
                  </a:srgbClr>
                </a:gs>
                <a:gs pos="42857">
                  <a:srgbClr val="0074A9">
                    <a:alpha val="10170"/>
                  </a:srgbClr>
                </a:gs>
                <a:gs pos="57143">
                  <a:srgbClr val="0074A9">
                    <a:alpha val="5770"/>
                  </a:srgbClr>
                </a:gs>
                <a:gs pos="71429">
                  <a:srgbClr val="0074A9">
                    <a:alpha val="2744"/>
                  </a:srgbClr>
                </a:gs>
                <a:gs pos="85714">
                  <a:srgbClr val="0074A9">
                    <a:alpha val="1094"/>
                  </a:srgbClr>
                </a:gs>
                <a:gs pos="100000">
                  <a:srgbClr val="0074A9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-9159197">
              <a:off x="975736" y="767683"/>
              <a:ext cx="522902" cy="364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-10510345">
              <a:off x="1929784" y="1560583"/>
              <a:ext cx="65053" cy="16263"/>
            </a:xfrm>
            <a:prstGeom prst="ellipse">
              <a:avLst/>
            </a:prstGeom>
            <a:gradFill>
              <a:gsLst>
                <a:gs pos="0">
                  <a:srgbClr val="8692AE">
                    <a:alpha val="17482"/>
                  </a:srgbClr>
                </a:gs>
                <a:gs pos="14286">
                  <a:srgbClr val="8692AE">
                    <a:alpha val="16189"/>
                  </a:srgbClr>
                </a:gs>
                <a:gs pos="28571">
                  <a:srgbClr val="8692AE">
                    <a:alpha val="12814"/>
                  </a:srgbClr>
                </a:gs>
                <a:gs pos="42857">
                  <a:srgbClr val="8692AE">
                    <a:alpha val="8602"/>
                  </a:srgbClr>
                </a:gs>
                <a:gs pos="57143">
                  <a:srgbClr val="8692AE">
                    <a:alpha val="4862"/>
                  </a:srgbClr>
                </a:gs>
                <a:gs pos="71429">
                  <a:srgbClr val="8692AE">
                    <a:alpha val="2306"/>
                  </a:srgbClr>
                </a:gs>
                <a:gs pos="85714">
                  <a:srgbClr val="8692AE">
                    <a:alpha val="918"/>
                  </a:srgbClr>
                </a:gs>
                <a:gs pos="100000">
                  <a:srgbClr val="8692AE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10752311">
              <a:off x="1152480" y="742972"/>
              <a:ext cx="434798" cy="32921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-9937046">
              <a:off x="2215101" y="1600621"/>
              <a:ext cx="249433" cy="51690"/>
            </a:xfrm>
            <a:prstGeom prst="ellipse">
              <a:avLst/>
            </a:prstGeom>
            <a:gradFill>
              <a:gsLst>
                <a:gs pos="0">
                  <a:srgbClr val="FFFFEB">
                    <a:alpha val="32968"/>
                  </a:srgbClr>
                </a:gs>
                <a:gs pos="14286">
                  <a:srgbClr val="FFFFEB">
                    <a:alpha val="30764"/>
                  </a:srgbClr>
                </a:gs>
                <a:gs pos="28571">
                  <a:srgbClr val="FFFFEB">
                    <a:alpha val="24833"/>
                  </a:srgbClr>
                </a:gs>
                <a:gs pos="42857">
                  <a:srgbClr val="FFFFEB">
                    <a:alpha val="17075"/>
                  </a:srgbClr>
                </a:gs>
                <a:gs pos="57143">
                  <a:srgbClr val="FFFFEB">
                    <a:alpha val="9855"/>
                  </a:srgbClr>
                </a:gs>
                <a:gs pos="71429">
                  <a:srgbClr val="FFFFEB">
                    <a:alpha val="4740"/>
                  </a:srgbClr>
                </a:gs>
                <a:gs pos="85714">
                  <a:srgbClr val="FFFFEB">
                    <a:alpha val="1902"/>
                  </a:srgbClr>
                </a:gs>
                <a:gs pos="100000">
                  <a:srgbClr val="FFF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9442058">
              <a:off x="1104592" y="1611638"/>
              <a:ext cx="60212" cy="15053"/>
            </a:xfrm>
            <a:prstGeom prst="ellipse">
              <a:avLst/>
            </a:prstGeom>
            <a:gradFill>
              <a:gsLst>
                <a:gs pos="0">
                  <a:srgbClr val="ABC8E1">
                    <a:alpha val="18362"/>
                  </a:srgbClr>
                </a:gs>
                <a:gs pos="14286">
                  <a:srgbClr val="ABC8E1">
                    <a:alpha val="17011"/>
                  </a:srgbClr>
                </a:gs>
                <a:gs pos="28571">
                  <a:srgbClr val="ABC8E1">
                    <a:alpha val="13479"/>
                  </a:srgbClr>
                </a:gs>
                <a:gs pos="42857">
                  <a:srgbClr val="ABC8E1">
                    <a:alpha val="9059"/>
                  </a:srgbClr>
                </a:gs>
                <a:gs pos="57143">
                  <a:srgbClr val="ABC8E1">
                    <a:alpha val="5126"/>
                  </a:srgbClr>
                </a:gs>
                <a:gs pos="71429">
                  <a:srgbClr val="ABC8E1">
                    <a:alpha val="2433"/>
                  </a:srgbClr>
                </a:gs>
                <a:gs pos="85714">
                  <a:srgbClr val="ABC8E1">
                    <a:alpha val="969"/>
                  </a:srgbClr>
                </a:gs>
                <a:gs pos="100000">
                  <a:srgbClr val="ABC8E1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-8566143">
              <a:off x="1361779" y="1520810"/>
              <a:ext cx="206920" cy="43575"/>
            </a:xfrm>
            <a:prstGeom prst="ellipse">
              <a:avLst/>
            </a:prstGeom>
            <a:gradFill>
              <a:gsLst>
                <a:gs pos="0">
                  <a:srgbClr val="D8FFFF">
                    <a:alpha val="32968"/>
                  </a:srgbClr>
                </a:gs>
                <a:gs pos="14286">
                  <a:srgbClr val="D8FFFF">
                    <a:alpha val="30764"/>
                  </a:srgbClr>
                </a:gs>
                <a:gs pos="28571">
                  <a:srgbClr val="D8FFFF">
                    <a:alpha val="24833"/>
                  </a:srgbClr>
                </a:gs>
                <a:gs pos="42857">
                  <a:srgbClr val="D8FFFF">
                    <a:alpha val="17075"/>
                  </a:srgbClr>
                </a:gs>
                <a:gs pos="57143">
                  <a:srgbClr val="D8FFFF">
                    <a:alpha val="9855"/>
                  </a:srgbClr>
                </a:gs>
                <a:gs pos="71429">
                  <a:srgbClr val="D8FFFF">
                    <a:alpha val="4740"/>
                  </a:srgbClr>
                </a:gs>
                <a:gs pos="85714">
                  <a:srgbClr val="D8FFFF">
                    <a:alpha val="1902"/>
                  </a:srgbClr>
                </a:gs>
                <a:gs pos="100000">
                  <a:srgbClr val="D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10726203">
              <a:off x="1305408" y="1251750"/>
              <a:ext cx="61378" cy="15344"/>
            </a:xfrm>
            <a:prstGeom prst="ellipse">
              <a:avLst/>
            </a:prstGeom>
            <a:gradFill>
              <a:gsLst>
                <a:gs pos="0">
                  <a:srgbClr val="98C0DB">
                    <a:alpha val="18151"/>
                  </a:srgbClr>
                </a:gs>
                <a:gs pos="14286">
                  <a:srgbClr val="98C0DB">
                    <a:alpha val="16814"/>
                  </a:srgbClr>
                </a:gs>
                <a:gs pos="28571">
                  <a:srgbClr val="98C0DB">
                    <a:alpha val="13319"/>
                  </a:srgbClr>
                </a:gs>
                <a:gs pos="42857">
                  <a:srgbClr val="98C0DB">
                    <a:alpha val="8949"/>
                  </a:srgbClr>
                </a:gs>
                <a:gs pos="57143">
                  <a:srgbClr val="98C0DB">
                    <a:alpha val="5062"/>
                  </a:srgbClr>
                </a:gs>
                <a:gs pos="71429">
                  <a:srgbClr val="98C0DB">
                    <a:alpha val="2402"/>
                  </a:srgbClr>
                </a:gs>
                <a:gs pos="85714">
                  <a:srgbClr val="98C0DB">
                    <a:alpha val="957"/>
                  </a:srgbClr>
                </a:gs>
                <a:gs pos="100000">
                  <a:srgbClr val="98C0DB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-9450901">
              <a:off x="1892288" y="1054521"/>
              <a:ext cx="129817" cy="38775"/>
            </a:xfrm>
            <a:prstGeom prst="ellipse">
              <a:avLst/>
            </a:prstGeom>
            <a:gradFill>
              <a:gsLst>
                <a:gs pos="0">
                  <a:srgbClr val="FFFFD7">
                    <a:alpha val="32968"/>
                  </a:srgbClr>
                </a:gs>
                <a:gs pos="14286">
                  <a:srgbClr val="FFFFD7">
                    <a:alpha val="30764"/>
                  </a:srgbClr>
                </a:gs>
                <a:gs pos="28571">
                  <a:srgbClr val="FFFFD7">
                    <a:alpha val="24833"/>
                  </a:srgbClr>
                </a:gs>
                <a:gs pos="42857">
                  <a:srgbClr val="FFFFD7">
                    <a:alpha val="17075"/>
                  </a:srgbClr>
                </a:gs>
                <a:gs pos="57143">
                  <a:srgbClr val="FFFFD7">
                    <a:alpha val="9855"/>
                  </a:srgbClr>
                </a:gs>
                <a:gs pos="71429">
                  <a:srgbClr val="FFFFD7">
                    <a:alpha val="4740"/>
                  </a:srgbClr>
                </a:gs>
                <a:gs pos="85714">
                  <a:srgbClr val="FFFFD7">
                    <a:alpha val="1902"/>
                  </a:srgbClr>
                </a:gs>
                <a:gs pos="100000">
                  <a:srgbClr val="FFFF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-8943025">
              <a:off x="1375816" y="846262"/>
              <a:ext cx="61866" cy="15466"/>
            </a:xfrm>
            <a:prstGeom prst="ellipse">
              <a:avLst/>
            </a:prstGeom>
            <a:gradFill>
              <a:gsLst>
                <a:gs pos="0">
                  <a:srgbClr val="69D9DB">
                    <a:alpha val="18062"/>
                  </a:srgbClr>
                </a:gs>
                <a:gs pos="14286">
                  <a:srgbClr val="69D9DB">
                    <a:alpha val="16731"/>
                  </a:srgbClr>
                </a:gs>
                <a:gs pos="28571">
                  <a:srgbClr val="69D9DB">
                    <a:alpha val="13252"/>
                  </a:srgbClr>
                </a:gs>
                <a:gs pos="42857">
                  <a:srgbClr val="69D9DB">
                    <a:alpha val="8903"/>
                  </a:srgbClr>
                </a:gs>
                <a:gs pos="57143">
                  <a:srgbClr val="69D9DB">
                    <a:alpha val="5036"/>
                  </a:srgbClr>
                </a:gs>
                <a:gs pos="71429">
                  <a:srgbClr val="69D9DB">
                    <a:alpha val="2390"/>
                  </a:srgbClr>
                </a:gs>
                <a:gs pos="85714">
                  <a:srgbClr val="69D9DB">
                    <a:alpha val="952"/>
                  </a:srgbClr>
                </a:gs>
                <a:gs pos="100000">
                  <a:srgbClr val="69D9DB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10558726">
              <a:off x="959161" y="576225"/>
              <a:ext cx="131512" cy="497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8403372">
              <a:off x="569372" y="952013"/>
              <a:ext cx="436850" cy="64550"/>
            </a:xfrm>
            <a:prstGeom prst="ellipse">
              <a:avLst/>
            </a:prstGeom>
            <a:gradFill>
              <a:gsLst>
                <a:gs pos="0">
                  <a:srgbClr val="CDFFE5">
                    <a:alpha val="32968"/>
                  </a:srgbClr>
                </a:gs>
                <a:gs pos="14286">
                  <a:srgbClr val="CDFFE5">
                    <a:alpha val="30764"/>
                  </a:srgbClr>
                </a:gs>
                <a:gs pos="28571">
                  <a:srgbClr val="CDFFE5">
                    <a:alpha val="24833"/>
                  </a:srgbClr>
                </a:gs>
                <a:gs pos="42857">
                  <a:srgbClr val="CDFFE5">
                    <a:alpha val="17075"/>
                  </a:srgbClr>
                </a:gs>
                <a:gs pos="57143">
                  <a:srgbClr val="CDFFE5">
                    <a:alpha val="9855"/>
                  </a:srgbClr>
                </a:gs>
                <a:gs pos="71429">
                  <a:srgbClr val="CDFFE5">
                    <a:alpha val="4740"/>
                  </a:srgbClr>
                </a:gs>
                <a:gs pos="85714">
                  <a:srgbClr val="CDFFE5">
                    <a:alpha val="1902"/>
                  </a:srgbClr>
                </a:gs>
                <a:gs pos="100000">
                  <a:srgbClr val="CD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9439055">
              <a:off x="649575" y="923338"/>
              <a:ext cx="244277" cy="279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-10437726">
              <a:off x="1492106" y="810596"/>
              <a:ext cx="65925" cy="16481"/>
            </a:xfrm>
            <a:prstGeom prst="ellipse">
              <a:avLst/>
            </a:prstGeom>
            <a:gradFill>
              <a:gsLst>
                <a:gs pos="0">
                  <a:srgbClr val="59AEB3">
                    <a:alpha val="17322"/>
                  </a:srgbClr>
                </a:gs>
                <a:gs pos="14286">
                  <a:srgbClr val="59AEB3">
                    <a:alpha val="16040"/>
                  </a:srgbClr>
                </a:gs>
                <a:gs pos="28571">
                  <a:srgbClr val="59AEB3">
                    <a:alpha val="12694"/>
                  </a:srgbClr>
                </a:gs>
                <a:gs pos="42857">
                  <a:srgbClr val="59AEB3">
                    <a:alpha val="8519"/>
                  </a:srgbClr>
                </a:gs>
                <a:gs pos="57143">
                  <a:srgbClr val="59AEB3">
                    <a:alpha val="4814"/>
                  </a:srgbClr>
                </a:gs>
                <a:gs pos="71429">
                  <a:srgbClr val="59AEB3">
                    <a:alpha val="2283"/>
                  </a:srgbClr>
                </a:gs>
                <a:gs pos="85714">
                  <a:srgbClr val="59AEB3">
                    <a:alpha val="909"/>
                  </a:srgbClr>
                </a:gs>
                <a:gs pos="100000">
                  <a:srgbClr val="59AEB3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10743541">
              <a:off x="1455955" y="1373543"/>
              <a:ext cx="64154" cy="16039"/>
            </a:xfrm>
            <a:prstGeom prst="ellipse">
              <a:avLst/>
            </a:prstGeom>
            <a:gradFill>
              <a:gsLst>
                <a:gs pos="0">
                  <a:srgbClr val="9DD5E7">
                    <a:alpha val="17646"/>
                  </a:srgbClr>
                </a:gs>
                <a:gs pos="14286">
                  <a:srgbClr val="9DD5E7">
                    <a:alpha val="16342"/>
                  </a:srgbClr>
                </a:gs>
                <a:gs pos="28571">
                  <a:srgbClr val="9DD5E7">
                    <a:alpha val="12938"/>
                  </a:srgbClr>
                </a:gs>
                <a:gs pos="42857">
                  <a:srgbClr val="9DD5E7">
                    <a:alpha val="8687"/>
                  </a:srgbClr>
                </a:gs>
                <a:gs pos="57143">
                  <a:srgbClr val="9DD5E7">
                    <a:alpha val="4911"/>
                  </a:srgbClr>
                </a:gs>
                <a:gs pos="71429">
                  <a:srgbClr val="9DD5E7">
                    <a:alpha val="2330"/>
                  </a:srgbClr>
                </a:gs>
                <a:gs pos="85714">
                  <a:srgbClr val="9DD5E7">
                    <a:alpha val="928"/>
                  </a:srgbClr>
                </a:gs>
                <a:gs pos="100000">
                  <a:srgbClr val="9DD5E7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9273817">
              <a:off x="862553" y="694217"/>
              <a:ext cx="67336" cy="16834"/>
            </a:xfrm>
            <a:prstGeom prst="ellipse">
              <a:avLst/>
            </a:prstGeom>
            <a:gradFill>
              <a:gsLst>
                <a:gs pos="0">
                  <a:srgbClr val="DFABAB">
                    <a:alpha val="17063"/>
                  </a:srgbClr>
                </a:gs>
                <a:gs pos="14286">
                  <a:srgbClr val="DFABAB">
                    <a:alpha val="15799"/>
                  </a:srgbClr>
                </a:gs>
                <a:gs pos="28571">
                  <a:srgbClr val="DFABAB">
                    <a:alpha val="12499"/>
                  </a:srgbClr>
                </a:gs>
                <a:gs pos="42857">
                  <a:srgbClr val="DFABAB">
                    <a:alpha val="8385"/>
                  </a:srgbClr>
                </a:gs>
                <a:gs pos="57143">
                  <a:srgbClr val="DFABAB">
                    <a:alpha val="4737"/>
                  </a:srgbClr>
                </a:gs>
                <a:gs pos="71429">
                  <a:srgbClr val="DFABAB">
                    <a:alpha val="2246"/>
                  </a:srgbClr>
                </a:gs>
                <a:gs pos="85714">
                  <a:srgbClr val="DFABAB">
                    <a:alpha val="894"/>
                  </a:srgbClr>
                </a:gs>
                <a:gs pos="100000">
                  <a:srgbClr val="DFABAB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10594209">
              <a:off x="1585529" y="1315401"/>
              <a:ext cx="62792" cy="15698"/>
            </a:xfrm>
            <a:prstGeom prst="ellipse">
              <a:avLst/>
            </a:prstGeom>
            <a:gradFill>
              <a:gsLst>
                <a:gs pos="0">
                  <a:srgbClr val="5C8FA8">
                    <a:alpha val="17894"/>
                  </a:srgbClr>
                </a:gs>
                <a:gs pos="14286">
                  <a:srgbClr val="5C8FA8">
                    <a:alpha val="16574"/>
                  </a:srgbClr>
                </a:gs>
                <a:gs pos="28571">
                  <a:srgbClr val="5C8FA8">
                    <a:alpha val="13125"/>
                  </a:srgbClr>
                </a:gs>
                <a:gs pos="42857">
                  <a:srgbClr val="5C8FA8">
                    <a:alpha val="8816"/>
                  </a:srgbClr>
                </a:gs>
                <a:gs pos="57143">
                  <a:srgbClr val="5C8FA8">
                    <a:alpha val="4985"/>
                  </a:srgbClr>
                </a:gs>
                <a:gs pos="71429">
                  <a:srgbClr val="5C8FA8">
                    <a:alpha val="2365"/>
                  </a:srgbClr>
                </a:gs>
                <a:gs pos="85714">
                  <a:srgbClr val="5C8FA8">
                    <a:alpha val="942"/>
                  </a:srgbClr>
                </a:gs>
                <a:gs pos="100000">
                  <a:srgbClr val="5C8FA8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-10239973">
              <a:off x="1897489" y="1582647"/>
              <a:ext cx="66984" cy="16746"/>
            </a:xfrm>
            <a:prstGeom prst="ellipse">
              <a:avLst/>
            </a:prstGeom>
            <a:gradFill>
              <a:gsLst>
                <a:gs pos="0">
                  <a:srgbClr val="ABB5C5">
                    <a:alpha val="17128"/>
                  </a:srgbClr>
                </a:gs>
                <a:gs pos="14286">
                  <a:srgbClr val="ABB5C5">
                    <a:alpha val="15859"/>
                  </a:srgbClr>
                </a:gs>
                <a:gs pos="28571">
                  <a:srgbClr val="ABB5C5">
                    <a:alpha val="12547"/>
                  </a:srgbClr>
                </a:gs>
                <a:gs pos="42857">
                  <a:srgbClr val="ABB5C5">
                    <a:alpha val="8419"/>
                  </a:srgbClr>
                </a:gs>
                <a:gs pos="57143">
                  <a:srgbClr val="ABB5C5">
                    <a:alpha val="4756"/>
                  </a:srgbClr>
                </a:gs>
                <a:gs pos="71429">
                  <a:srgbClr val="ABB5C5">
                    <a:alpha val="2255"/>
                  </a:srgbClr>
                </a:gs>
                <a:gs pos="85714">
                  <a:srgbClr val="ABB5C5">
                    <a:alpha val="898"/>
                  </a:srgbClr>
                </a:gs>
                <a:gs pos="100000">
                  <a:srgbClr val="ABB5C5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9787812">
              <a:off x="2036865" y="573377"/>
              <a:ext cx="397308" cy="105480"/>
            </a:xfrm>
            <a:prstGeom prst="ellipse">
              <a:avLst/>
            </a:prstGeom>
            <a:gradFill>
              <a:gsLst>
                <a:gs pos="0">
                  <a:srgbClr val="4C5782">
                    <a:alpha val="32956"/>
                  </a:srgbClr>
                </a:gs>
                <a:gs pos="14286">
                  <a:srgbClr val="4C5782">
                    <a:alpha val="30753"/>
                  </a:srgbClr>
                </a:gs>
                <a:gs pos="28571">
                  <a:srgbClr val="4C5782">
                    <a:alpha val="24824"/>
                  </a:srgbClr>
                </a:gs>
                <a:gs pos="42857">
                  <a:srgbClr val="4C5782">
                    <a:alpha val="17069"/>
                  </a:srgbClr>
                </a:gs>
                <a:gs pos="57143">
                  <a:srgbClr val="4C5782">
                    <a:alpha val="9851"/>
                  </a:srgbClr>
                </a:gs>
                <a:gs pos="71429">
                  <a:srgbClr val="4C5782">
                    <a:alpha val="4738"/>
                  </a:srgbClr>
                </a:gs>
                <a:gs pos="85714">
                  <a:srgbClr val="4C5782">
                    <a:alpha val="1901"/>
                  </a:srgbClr>
                </a:gs>
                <a:gs pos="100000">
                  <a:srgbClr val="4C57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10024262">
              <a:off x="1749417" y="727051"/>
              <a:ext cx="60966" cy="15242"/>
            </a:xfrm>
            <a:prstGeom prst="ellipse">
              <a:avLst/>
            </a:prstGeom>
            <a:gradFill>
              <a:gsLst>
                <a:gs pos="0">
                  <a:srgbClr val="60C2CE">
                    <a:alpha val="18225"/>
                  </a:srgbClr>
                </a:gs>
                <a:gs pos="14286">
                  <a:srgbClr val="60C2CE">
                    <a:alpha val="16884"/>
                  </a:srgbClr>
                </a:gs>
                <a:gs pos="28571">
                  <a:srgbClr val="60C2CE">
                    <a:alpha val="13375"/>
                  </a:srgbClr>
                </a:gs>
                <a:gs pos="42857">
                  <a:srgbClr val="60C2CE">
                    <a:alpha val="8988"/>
                  </a:srgbClr>
                </a:gs>
                <a:gs pos="57143">
                  <a:srgbClr val="60C2CE">
                    <a:alpha val="5085"/>
                  </a:srgbClr>
                </a:gs>
                <a:gs pos="71429">
                  <a:srgbClr val="60C2CE">
                    <a:alpha val="2413"/>
                  </a:srgbClr>
                </a:gs>
                <a:gs pos="85714">
                  <a:srgbClr val="60C2CE">
                    <a:alpha val="961"/>
                  </a:srgbClr>
                </a:gs>
                <a:gs pos="100000">
                  <a:srgbClr val="60C2CE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-9687326">
              <a:off x="1195696" y="753904"/>
              <a:ext cx="60538" cy="15135"/>
            </a:xfrm>
            <a:prstGeom prst="ellipse">
              <a:avLst/>
            </a:prstGeom>
            <a:gradFill>
              <a:gsLst>
                <a:gs pos="0">
                  <a:srgbClr val="B0C8DC">
                    <a:alpha val="18303"/>
                  </a:srgbClr>
                </a:gs>
                <a:gs pos="14286">
                  <a:srgbClr val="B0C8DC">
                    <a:alpha val="16956"/>
                  </a:srgbClr>
                </a:gs>
                <a:gs pos="28571">
                  <a:srgbClr val="B0C8DC">
                    <a:alpha val="13434"/>
                  </a:srgbClr>
                </a:gs>
                <a:gs pos="42857">
                  <a:srgbClr val="B0C8DC">
                    <a:alpha val="9029"/>
                  </a:srgbClr>
                </a:gs>
                <a:gs pos="57143">
                  <a:srgbClr val="B0C8DC">
                    <a:alpha val="5108"/>
                  </a:srgbClr>
                </a:gs>
                <a:gs pos="71429">
                  <a:srgbClr val="B0C8DC">
                    <a:alpha val="2424"/>
                  </a:srgbClr>
                </a:gs>
                <a:gs pos="85714">
                  <a:srgbClr val="B0C8DC">
                    <a:alpha val="966"/>
                  </a:srgbClr>
                </a:gs>
                <a:gs pos="100000">
                  <a:srgbClr val="B0C8DC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2944523">
              <a:off x="1176085" y="821656"/>
              <a:ext cx="659365" cy="443273"/>
            </a:xfrm>
            <a:prstGeom prst="ellipse">
              <a:avLst/>
            </a:prstGeom>
            <a:gradFill>
              <a:gsLst>
                <a:gs pos="0">
                  <a:srgbClr val="00DED6">
                    <a:alpha val="32968"/>
                  </a:srgbClr>
                </a:gs>
                <a:gs pos="14286">
                  <a:srgbClr val="00DED6">
                    <a:alpha val="30764"/>
                  </a:srgbClr>
                </a:gs>
                <a:gs pos="28571">
                  <a:srgbClr val="00DED6">
                    <a:alpha val="24833"/>
                  </a:srgbClr>
                </a:gs>
                <a:gs pos="42857">
                  <a:srgbClr val="00DED6">
                    <a:alpha val="17075"/>
                  </a:srgbClr>
                </a:gs>
                <a:gs pos="57143">
                  <a:srgbClr val="00DED6">
                    <a:alpha val="9855"/>
                  </a:srgbClr>
                </a:gs>
                <a:gs pos="71429">
                  <a:srgbClr val="00DED6">
                    <a:alpha val="4740"/>
                  </a:srgbClr>
                </a:gs>
                <a:gs pos="85714">
                  <a:srgbClr val="00DED6">
                    <a:alpha val="1902"/>
                  </a:srgbClr>
                </a:gs>
                <a:gs pos="100000">
                  <a:srgbClr val="00DE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-10396414">
              <a:off x="1472069" y="1401730"/>
              <a:ext cx="63983" cy="15996"/>
            </a:xfrm>
            <a:prstGeom prst="ellipse">
              <a:avLst/>
            </a:prstGeom>
            <a:gradFill>
              <a:gsLst>
                <a:gs pos="0">
                  <a:srgbClr val="78B1E2">
                    <a:alpha val="17677"/>
                  </a:srgbClr>
                </a:gs>
                <a:gs pos="14286">
                  <a:srgbClr val="78B1E2">
                    <a:alpha val="16372"/>
                  </a:srgbClr>
                </a:gs>
                <a:gs pos="28571">
                  <a:srgbClr val="78B1E2">
                    <a:alpha val="12961"/>
                  </a:srgbClr>
                </a:gs>
                <a:gs pos="42857">
                  <a:srgbClr val="78B1E2">
                    <a:alpha val="8703"/>
                  </a:srgbClr>
                </a:gs>
                <a:gs pos="57143">
                  <a:srgbClr val="78B1E2">
                    <a:alpha val="4920"/>
                  </a:srgbClr>
                </a:gs>
                <a:gs pos="71429">
                  <a:srgbClr val="78B1E2">
                    <a:alpha val="2334"/>
                  </a:srgbClr>
                </a:gs>
                <a:gs pos="85714">
                  <a:srgbClr val="78B1E2">
                    <a:alpha val="930"/>
                  </a:srgbClr>
                </a:gs>
                <a:gs pos="100000">
                  <a:srgbClr val="78B1E2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9180013">
              <a:off x="3090371" y="1821759"/>
              <a:ext cx="67721" cy="16930"/>
            </a:xfrm>
            <a:prstGeom prst="ellipse">
              <a:avLst/>
            </a:prstGeom>
            <a:gradFill>
              <a:gsLst>
                <a:gs pos="0">
                  <a:srgbClr val="B4A1B3">
                    <a:alpha val="16992"/>
                  </a:srgbClr>
                </a:gs>
                <a:gs pos="14286">
                  <a:srgbClr val="B4A1B3">
                    <a:alpha val="15733"/>
                  </a:srgbClr>
                </a:gs>
                <a:gs pos="28571">
                  <a:srgbClr val="B4A1B3">
                    <a:alpha val="12445"/>
                  </a:srgbClr>
                </a:gs>
                <a:gs pos="42857">
                  <a:srgbClr val="B4A1B3">
                    <a:alpha val="8349"/>
                  </a:srgbClr>
                </a:gs>
                <a:gs pos="57143">
                  <a:srgbClr val="B4A1B3">
                    <a:alpha val="4716"/>
                  </a:srgbClr>
                </a:gs>
                <a:gs pos="71429">
                  <a:srgbClr val="B4A1B3">
                    <a:alpha val="2236"/>
                  </a:srgbClr>
                </a:gs>
                <a:gs pos="85714">
                  <a:srgbClr val="B4A1B3">
                    <a:alpha val="890"/>
                  </a:srgbClr>
                </a:gs>
                <a:gs pos="100000">
                  <a:srgbClr val="B4A1B3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5400000">
              <a:off x="1289889" y="1562734"/>
              <a:ext cx="33897" cy="33897"/>
            </a:xfrm>
            <a:prstGeom prst="ellipse">
              <a:avLst/>
            </a:prstGeom>
            <a:gradFill>
              <a:gsLst>
                <a:gs pos="0">
                  <a:srgbClr val="6894B2">
                    <a:alpha val="16979"/>
                  </a:srgbClr>
                </a:gs>
                <a:gs pos="14286">
                  <a:srgbClr val="6894B2">
                    <a:alpha val="15720"/>
                  </a:srgbClr>
                </a:gs>
                <a:gs pos="28571">
                  <a:srgbClr val="6894B2">
                    <a:alpha val="12435"/>
                  </a:srgbClr>
                </a:gs>
                <a:gs pos="42857">
                  <a:srgbClr val="6894B2">
                    <a:alpha val="8342"/>
                  </a:srgbClr>
                </a:gs>
                <a:gs pos="57143">
                  <a:srgbClr val="6894B2">
                    <a:alpha val="4712"/>
                  </a:srgbClr>
                </a:gs>
                <a:gs pos="71429">
                  <a:srgbClr val="6894B2">
                    <a:alpha val="2234"/>
                  </a:srgbClr>
                </a:gs>
                <a:gs pos="85714">
                  <a:srgbClr val="6894B2">
                    <a:alpha val="889"/>
                  </a:srgbClr>
                </a:gs>
                <a:gs pos="100000">
                  <a:srgbClr val="6894B2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-10032765">
              <a:off x="2181506" y="1188915"/>
              <a:ext cx="259869" cy="81108"/>
            </a:xfrm>
            <a:prstGeom prst="ellipse">
              <a:avLst/>
            </a:prstGeom>
            <a:gradFill>
              <a:gsLst>
                <a:gs pos="0">
                  <a:srgbClr val="5DBBFF">
                    <a:alpha val="32968"/>
                  </a:srgbClr>
                </a:gs>
                <a:gs pos="14286">
                  <a:srgbClr val="5DBBFF">
                    <a:alpha val="30764"/>
                  </a:srgbClr>
                </a:gs>
                <a:gs pos="28571">
                  <a:srgbClr val="5DBBFF">
                    <a:alpha val="24833"/>
                  </a:srgbClr>
                </a:gs>
                <a:gs pos="42857">
                  <a:srgbClr val="5DBBFF">
                    <a:alpha val="17075"/>
                  </a:srgbClr>
                </a:gs>
                <a:gs pos="57143">
                  <a:srgbClr val="5DBBFF">
                    <a:alpha val="9855"/>
                  </a:srgbClr>
                </a:gs>
                <a:gs pos="71429">
                  <a:srgbClr val="5DBBFF">
                    <a:alpha val="4740"/>
                  </a:srgbClr>
                </a:gs>
                <a:gs pos="85714">
                  <a:srgbClr val="5DBBFF">
                    <a:alpha val="1902"/>
                  </a:srgbClr>
                </a:gs>
                <a:gs pos="100000">
                  <a:srgbClr val="5DB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4964072">
              <a:off x="2431573" y="1602873"/>
              <a:ext cx="65382" cy="16346"/>
            </a:xfrm>
            <a:prstGeom prst="ellipse">
              <a:avLst/>
            </a:prstGeom>
            <a:gradFill>
              <a:gsLst>
                <a:gs pos="0">
                  <a:srgbClr val="BCC2DF">
                    <a:alpha val="17421"/>
                  </a:srgbClr>
                </a:gs>
                <a:gs pos="14286">
                  <a:srgbClr val="BCC2DF">
                    <a:alpha val="16133"/>
                  </a:srgbClr>
                </a:gs>
                <a:gs pos="28571">
                  <a:srgbClr val="BCC2DF">
                    <a:alpha val="12769"/>
                  </a:srgbClr>
                </a:gs>
                <a:gs pos="42857">
                  <a:srgbClr val="BCC2DF">
                    <a:alpha val="8571"/>
                  </a:srgbClr>
                </a:gs>
                <a:gs pos="57143">
                  <a:srgbClr val="BCC2DF">
                    <a:alpha val="4844"/>
                  </a:srgbClr>
                </a:gs>
                <a:gs pos="71429">
                  <a:srgbClr val="BCC2DF">
                    <a:alpha val="2297"/>
                  </a:srgbClr>
                </a:gs>
                <a:gs pos="85714">
                  <a:srgbClr val="BCC2DF">
                    <a:alpha val="915"/>
                  </a:srgbClr>
                </a:gs>
                <a:gs pos="100000">
                  <a:srgbClr val="BCC2DF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-10483414">
              <a:off x="1402589" y="1253397"/>
              <a:ext cx="54661" cy="13665"/>
            </a:xfrm>
            <a:prstGeom prst="ellipse">
              <a:avLst/>
            </a:prstGeom>
            <a:gradFill>
              <a:gsLst>
                <a:gs pos="0">
                  <a:srgbClr val="A8E2EF">
                    <a:alpha val="19360"/>
                  </a:srgbClr>
                </a:gs>
                <a:gs pos="14286">
                  <a:srgbClr val="A8E2EF">
                    <a:alpha val="17944"/>
                  </a:srgbClr>
                </a:gs>
                <a:gs pos="28571">
                  <a:srgbClr val="A8E2EF">
                    <a:alpha val="14235"/>
                  </a:srgbClr>
                </a:gs>
                <a:gs pos="42857">
                  <a:srgbClr val="A8E2EF">
                    <a:alpha val="9581"/>
                  </a:srgbClr>
                </a:gs>
                <a:gs pos="57143">
                  <a:srgbClr val="A8E2EF">
                    <a:alpha val="5428"/>
                  </a:srgbClr>
                </a:gs>
                <a:gs pos="71429">
                  <a:srgbClr val="A8E2EF">
                    <a:alpha val="2579"/>
                  </a:srgbClr>
                </a:gs>
                <a:gs pos="85714">
                  <a:srgbClr val="A8E2EF">
                    <a:alpha val="1028"/>
                  </a:srgbClr>
                </a:gs>
                <a:gs pos="100000">
                  <a:srgbClr val="A8E2EF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9349455">
              <a:off x="1897643" y="1630579"/>
              <a:ext cx="67975" cy="16994"/>
            </a:xfrm>
            <a:prstGeom prst="ellipse">
              <a:avLst/>
            </a:prstGeom>
            <a:gradFill>
              <a:gsLst>
                <a:gs pos="0">
                  <a:srgbClr val="9B8EAF">
                    <a:alpha val="16946"/>
                  </a:srgbClr>
                </a:gs>
                <a:gs pos="14286">
                  <a:srgbClr val="9B8EAF">
                    <a:alpha val="15689"/>
                  </a:srgbClr>
                </a:gs>
                <a:gs pos="28571">
                  <a:srgbClr val="9B8EAF">
                    <a:alpha val="12410"/>
                  </a:srgbClr>
                </a:gs>
                <a:gs pos="42857">
                  <a:srgbClr val="9B8EAF">
                    <a:alpha val="8324"/>
                  </a:srgbClr>
                </a:gs>
                <a:gs pos="57143">
                  <a:srgbClr val="9B8EAF">
                    <a:alpha val="4702"/>
                  </a:srgbClr>
                </a:gs>
                <a:gs pos="71429">
                  <a:srgbClr val="9B8EAF">
                    <a:alpha val="2229"/>
                  </a:srgbClr>
                </a:gs>
                <a:gs pos="85714">
                  <a:srgbClr val="9B8EAF">
                    <a:alpha val="887"/>
                  </a:srgbClr>
                </a:gs>
                <a:gs pos="100000">
                  <a:srgbClr val="9B8EAF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8780704">
              <a:off x="1632803" y="922171"/>
              <a:ext cx="363877" cy="331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9151579">
              <a:off x="559327" y="995259"/>
              <a:ext cx="470313" cy="715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10607571">
              <a:off x="1267183" y="1408738"/>
              <a:ext cx="518158" cy="92979"/>
            </a:xfrm>
            <a:prstGeom prst="ellipse">
              <a:avLst/>
            </a:prstGeom>
            <a:gradFill>
              <a:gsLst>
                <a:gs pos="0">
                  <a:srgbClr val="00C2FF">
                    <a:alpha val="27055"/>
                  </a:srgbClr>
                </a:gs>
                <a:gs pos="14286">
                  <a:srgbClr val="00C2FF">
                    <a:alpha val="25170"/>
                  </a:srgbClr>
                </a:gs>
                <a:gs pos="28571">
                  <a:srgbClr val="00C2FF">
                    <a:alpha val="20159"/>
                  </a:srgbClr>
                </a:gs>
                <a:gs pos="42857">
                  <a:srgbClr val="00C2FF">
                    <a:alpha val="13728"/>
                  </a:srgbClr>
                </a:gs>
                <a:gs pos="57143">
                  <a:srgbClr val="00C2FF">
                    <a:alpha val="7857"/>
                  </a:srgbClr>
                </a:gs>
                <a:gs pos="71429">
                  <a:srgbClr val="00C2FF">
                    <a:alpha val="3758"/>
                  </a:srgbClr>
                </a:gs>
                <a:gs pos="85714">
                  <a:srgbClr val="00C2FF">
                    <a:alpha val="1503"/>
                  </a:srgbClr>
                </a:gs>
                <a:gs pos="100000">
                  <a:srgbClr val="00C2FF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-9811598">
              <a:off x="1440624" y="1229137"/>
              <a:ext cx="67855" cy="16964"/>
            </a:xfrm>
            <a:prstGeom prst="ellipse">
              <a:avLst/>
            </a:prstGeom>
            <a:gradFill>
              <a:gsLst>
                <a:gs pos="0">
                  <a:srgbClr val="8BCCE3">
                    <a:alpha val="16968"/>
                  </a:srgbClr>
                </a:gs>
                <a:gs pos="14286">
                  <a:srgbClr val="8BCCE3">
                    <a:alpha val="15710"/>
                  </a:srgbClr>
                </a:gs>
                <a:gs pos="28571">
                  <a:srgbClr val="8BCCE3">
                    <a:alpha val="12427"/>
                  </a:srgbClr>
                </a:gs>
                <a:gs pos="42857">
                  <a:srgbClr val="8BCCE3">
                    <a:alpha val="8336"/>
                  </a:srgbClr>
                </a:gs>
                <a:gs pos="57143">
                  <a:srgbClr val="8BCCE3">
                    <a:alpha val="4708"/>
                  </a:srgbClr>
                </a:gs>
                <a:gs pos="71429">
                  <a:srgbClr val="8BCCE3">
                    <a:alpha val="2232"/>
                  </a:srgbClr>
                </a:gs>
                <a:gs pos="85714">
                  <a:srgbClr val="8BCCE3">
                    <a:alpha val="889"/>
                  </a:srgbClr>
                </a:gs>
                <a:gs pos="100000">
                  <a:srgbClr val="8BCCE3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-9970041">
              <a:off x="1354732" y="1027851"/>
              <a:ext cx="128091" cy="45694"/>
            </a:xfrm>
            <a:prstGeom prst="ellipse">
              <a:avLst/>
            </a:prstGeom>
            <a:gradFill>
              <a:gsLst>
                <a:gs pos="0">
                  <a:srgbClr val="D9FF3B">
                    <a:alpha val="32968"/>
                  </a:srgbClr>
                </a:gs>
                <a:gs pos="14286">
                  <a:srgbClr val="D9FF3B">
                    <a:alpha val="30764"/>
                  </a:srgbClr>
                </a:gs>
                <a:gs pos="28571">
                  <a:srgbClr val="D9FF3B">
                    <a:alpha val="24833"/>
                  </a:srgbClr>
                </a:gs>
                <a:gs pos="42857">
                  <a:srgbClr val="D9FF3B">
                    <a:alpha val="17075"/>
                  </a:srgbClr>
                </a:gs>
                <a:gs pos="57143">
                  <a:srgbClr val="D9FF3B">
                    <a:alpha val="9855"/>
                  </a:srgbClr>
                </a:gs>
                <a:gs pos="71429">
                  <a:srgbClr val="D9FF3B">
                    <a:alpha val="4740"/>
                  </a:srgbClr>
                </a:gs>
                <a:gs pos="85714">
                  <a:srgbClr val="D9FF3B">
                    <a:alpha val="1902"/>
                  </a:srgbClr>
                </a:gs>
                <a:gs pos="100000">
                  <a:srgbClr val="D9FF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-9814125">
              <a:off x="2382264" y="803836"/>
              <a:ext cx="68155" cy="17039"/>
            </a:xfrm>
            <a:prstGeom prst="ellipse">
              <a:avLst/>
            </a:prstGeom>
            <a:gradFill>
              <a:gsLst>
                <a:gs pos="0">
                  <a:srgbClr val="C19170">
                    <a:alpha val="16913"/>
                  </a:srgbClr>
                </a:gs>
                <a:gs pos="14286">
                  <a:srgbClr val="C19170">
                    <a:alpha val="15658"/>
                  </a:srgbClr>
                </a:gs>
                <a:gs pos="28571">
                  <a:srgbClr val="C19170">
                    <a:alpha val="12385"/>
                  </a:srgbClr>
                </a:gs>
                <a:gs pos="42857">
                  <a:srgbClr val="C19170">
                    <a:alpha val="8307"/>
                  </a:srgbClr>
                </a:gs>
                <a:gs pos="57143">
                  <a:srgbClr val="C19170">
                    <a:alpha val="4692"/>
                  </a:srgbClr>
                </a:gs>
                <a:gs pos="71429">
                  <a:srgbClr val="C19170">
                    <a:alpha val="2224"/>
                  </a:srgbClr>
                </a:gs>
                <a:gs pos="85714">
                  <a:srgbClr val="C19170">
                    <a:alpha val="886"/>
                  </a:srgbClr>
                </a:gs>
                <a:gs pos="100000">
                  <a:srgbClr val="C19170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10646334">
              <a:off x="1965854" y="650808"/>
              <a:ext cx="784412" cy="319771"/>
            </a:xfrm>
            <a:prstGeom prst="ellipse">
              <a:avLst/>
            </a:prstGeom>
            <a:gradFill>
              <a:gsLst>
                <a:gs pos="0">
                  <a:srgbClr val="DA3D00">
                    <a:alpha val="32968"/>
                  </a:srgbClr>
                </a:gs>
                <a:gs pos="14286">
                  <a:srgbClr val="DA3D00">
                    <a:alpha val="30764"/>
                  </a:srgbClr>
                </a:gs>
                <a:gs pos="28571">
                  <a:srgbClr val="DA3D00">
                    <a:alpha val="24833"/>
                  </a:srgbClr>
                </a:gs>
                <a:gs pos="42857">
                  <a:srgbClr val="DA3D00">
                    <a:alpha val="17075"/>
                  </a:srgbClr>
                </a:gs>
                <a:gs pos="57143">
                  <a:srgbClr val="DA3D00">
                    <a:alpha val="9855"/>
                  </a:srgbClr>
                </a:gs>
                <a:gs pos="71429">
                  <a:srgbClr val="DA3D00">
                    <a:alpha val="4740"/>
                  </a:srgbClr>
                </a:gs>
                <a:gs pos="85714">
                  <a:srgbClr val="DA3D00">
                    <a:alpha val="1902"/>
                  </a:srgbClr>
                </a:gs>
                <a:gs pos="100000">
                  <a:srgbClr val="DA3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9720083">
              <a:off x="1128059" y="621180"/>
              <a:ext cx="67084" cy="16771"/>
            </a:xfrm>
            <a:prstGeom prst="ellipse">
              <a:avLst/>
            </a:prstGeom>
            <a:gradFill>
              <a:gsLst>
                <a:gs pos="0">
                  <a:srgbClr val="7FCFF1">
                    <a:alpha val="17110"/>
                  </a:srgbClr>
                </a:gs>
                <a:gs pos="14286">
                  <a:srgbClr val="7FCFF1">
                    <a:alpha val="15842"/>
                  </a:srgbClr>
                </a:gs>
                <a:gs pos="28571">
                  <a:srgbClr val="7FCFF1">
                    <a:alpha val="12534"/>
                  </a:srgbClr>
                </a:gs>
                <a:gs pos="42857">
                  <a:srgbClr val="7FCFF1">
                    <a:alpha val="8409"/>
                  </a:srgbClr>
                </a:gs>
                <a:gs pos="57143">
                  <a:srgbClr val="7FCFF1">
                    <a:alpha val="4751"/>
                  </a:srgbClr>
                </a:gs>
                <a:gs pos="71429">
                  <a:srgbClr val="7FCFF1">
                    <a:alpha val="2253"/>
                  </a:srgbClr>
                </a:gs>
                <a:gs pos="85714">
                  <a:srgbClr val="7FCFF1">
                    <a:alpha val="897"/>
                  </a:srgbClr>
                </a:gs>
                <a:gs pos="100000">
                  <a:srgbClr val="7FCFF1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9515961">
              <a:off x="1942880" y="602598"/>
              <a:ext cx="410780" cy="28772"/>
            </a:xfrm>
            <a:prstGeom prst="ellipse">
              <a:avLst/>
            </a:prstGeom>
            <a:gradFill>
              <a:gsLst>
                <a:gs pos="0">
                  <a:srgbClr val="FFFFF0">
                    <a:alpha val="32968"/>
                  </a:srgbClr>
                </a:gs>
                <a:gs pos="14286">
                  <a:srgbClr val="FFFFF0">
                    <a:alpha val="30764"/>
                  </a:srgbClr>
                </a:gs>
                <a:gs pos="28571">
                  <a:srgbClr val="FFFFF0">
                    <a:alpha val="24833"/>
                  </a:srgbClr>
                </a:gs>
                <a:gs pos="42857">
                  <a:srgbClr val="FFFFF0">
                    <a:alpha val="17075"/>
                  </a:srgbClr>
                </a:gs>
                <a:gs pos="57143">
                  <a:srgbClr val="FFFFF0">
                    <a:alpha val="9855"/>
                  </a:srgbClr>
                </a:gs>
                <a:gs pos="71429">
                  <a:srgbClr val="FFFFF0">
                    <a:alpha val="4740"/>
                  </a:srgbClr>
                </a:gs>
                <a:gs pos="85714">
                  <a:srgbClr val="FFFFF0">
                    <a:alpha val="1902"/>
                  </a:srgbClr>
                </a:gs>
                <a:gs pos="100000">
                  <a:srgbClr val="FF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6183299">
              <a:off x="2277694" y="1064743"/>
              <a:ext cx="411294" cy="165814"/>
            </a:xfrm>
            <a:prstGeom prst="ellipse">
              <a:avLst/>
            </a:prstGeom>
            <a:gradFill>
              <a:gsLst>
                <a:gs pos="0">
                  <a:srgbClr val="8590D9">
                    <a:alpha val="32968"/>
                  </a:srgbClr>
                </a:gs>
                <a:gs pos="14286">
                  <a:srgbClr val="8590D9">
                    <a:alpha val="30764"/>
                  </a:srgbClr>
                </a:gs>
                <a:gs pos="28571">
                  <a:srgbClr val="8590D9">
                    <a:alpha val="24833"/>
                  </a:srgbClr>
                </a:gs>
                <a:gs pos="42857">
                  <a:srgbClr val="8590D9">
                    <a:alpha val="17075"/>
                  </a:srgbClr>
                </a:gs>
                <a:gs pos="57143">
                  <a:srgbClr val="8590D9">
                    <a:alpha val="9855"/>
                  </a:srgbClr>
                </a:gs>
                <a:gs pos="71429">
                  <a:srgbClr val="8590D9">
                    <a:alpha val="4740"/>
                  </a:srgbClr>
                </a:gs>
                <a:gs pos="85714">
                  <a:srgbClr val="8590D9">
                    <a:alpha val="1902"/>
                  </a:srgbClr>
                </a:gs>
                <a:gs pos="100000">
                  <a:srgbClr val="8590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10403906">
              <a:off x="1073607" y="1222862"/>
              <a:ext cx="596588" cy="142513"/>
            </a:xfrm>
            <a:prstGeom prst="ellipse">
              <a:avLst/>
            </a:prstGeom>
            <a:gradFill>
              <a:gsLst>
                <a:gs pos="0">
                  <a:srgbClr val="00004F">
                    <a:alpha val="32968"/>
                  </a:srgbClr>
                </a:gs>
                <a:gs pos="14286">
                  <a:srgbClr val="00004F">
                    <a:alpha val="30764"/>
                  </a:srgbClr>
                </a:gs>
                <a:gs pos="28571">
                  <a:srgbClr val="00004F">
                    <a:alpha val="24833"/>
                  </a:srgbClr>
                </a:gs>
                <a:gs pos="42857">
                  <a:srgbClr val="00004F">
                    <a:alpha val="17075"/>
                  </a:srgbClr>
                </a:gs>
                <a:gs pos="57143">
                  <a:srgbClr val="00004F">
                    <a:alpha val="9855"/>
                  </a:srgbClr>
                </a:gs>
                <a:gs pos="71429">
                  <a:srgbClr val="00004F">
                    <a:alpha val="4740"/>
                  </a:srgbClr>
                </a:gs>
                <a:gs pos="85714">
                  <a:srgbClr val="00004F">
                    <a:alpha val="1902"/>
                  </a:srgbClr>
                </a:gs>
                <a:gs pos="100000">
                  <a:srgbClr val="0000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5881997">
              <a:off x="1528304" y="365473"/>
              <a:ext cx="270769" cy="1338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-10437362">
              <a:off x="1670497" y="1361369"/>
              <a:ext cx="62805" cy="15701"/>
            </a:xfrm>
            <a:prstGeom prst="ellipse">
              <a:avLst/>
            </a:prstGeom>
            <a:gradFill>
              <a:gsLst>
                <a:gs pos="0">
                  <a:srgbClr val="C5D5E8">
                    <a:alpha val="17892"/>
                  </a:srgbClr>
                </a:gs>
                <a:gs pos="14286">
                  <a:srgbClr val="C5D5E8">
                    <a:alpha val="16572"/>
                  </a:srgbClr>
                </a:gs>
                <a:gs pos="28571">
                  <a:srgbClr val="C5D5E8">
                    <a:alpha val="13123"/>
                  </a:srgbClr>
                </a:gs>
                <a:gs pos="42857">
                  <a:srgbClr val="C5D5E8">
                    <a:alpha val="8815"/>
                  </a:srgbClr>
                </a:gs>
                <a:gs pos="57143">
                  <a:srgbClr val="C5D5E8">
                    <a:alpha val="4985"/>
                  </a:srgbClr>
                </a:gs>
                <a:gs pos="71429">
                  <a:srgbClr val="C5D5E8">
                    <a:alpha val="2365"/>
                  </a:srgbClr>
                </a:gs>
                <a:gs pos="85714">
                  <a:srgbClr val="C5D5E8">
                    <a:alpha val="942"/>
                  </a:srgbClr>
                </a:gs>
                <a:gs pos="100000">
                  <a:srgbClr val="C5D5E8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8950902">
              <a:off x="1182301" y="924670"/>
              <a:ext cx="566264" cy="746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-8660912">
              <a:off x="2190874" y="727635"/>
              <a:ext cx="450006" cy="37565"/>
            </a:xfrm>
            <a:prstGeom prst="ellipse">
              <a:avLst/>
            </a:prstGeom>
            <a:gradFill>
              <a:gsLst>
                <a:gs pos="0">
                  <a:srgbClr val="F6FFED">
                    <a:alpha val="32968"/>
                  </a:srgbClr>
                </a:gs>
                <a:gs pos="14286">
                  <a:srgbClr val="F6FFED">
                    <a:alpha val="30764"/>
                  </a:srgbClr>
                </a:gs>
                <a:gs pos="28571">
                  <a:srgbClr val="F6FFED">
                    <a:alpha val="24833"/>
                  </a:srgbClr>
                </a:gs>
                <a:gs pos="42857">
                  <a:srgbClr val="F6FFED">
                    <a:alpha val="17075"/>
                  </a:srgbClr>
                </a:gs>
                <a:gs pos="57143">
                  <a:srgbClr val="F6FFED">
                    <a:alpha val="9855"/>
                  </a:srgbClr>
                </a:gs>
                <a:gs pos="71429">
                  <a:srgbClr val="F6FFED">
                    <a:alpha val="4740"/>
                  </a:srgbClr>
                </a:gs>
                <a:gs pos="85714">
                  <a:srgbClr val="F6FFED">
                    <a:alpha val="1902"/>
                  </a:srgbClr>
                </a:gs>
                <a:gs pos="100000">
                  <a:srgbClr val="F6FF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-8625041">
              <a:off x="1705185" y="820161"/>
              <a:ext cx="162045" cy="46432"/>
            </a:xfrm>
            <a:prstGeom prst="ellipse">
              <a:avLst/>
            </a:prstGeom>
            <a:gradFill>
              <a:gsLst>
                <a:gs pos="0">
                  <a:srgbClr val="D1FFE0">
                    <a:alpha val="32968"/>
                  </a:srgbClr>
                </a:gs>
                <a:gs pos="14286">
                  <a:srgbClr val="D1FFE0">
                    <a:alpha val="30764"/>
                  </a:srgbClr>
                </a:gs>
                <a:gs pos="28571">
                  <a:srgbClr val="D1FFE0">
                    <a:alpha val="24833"/>
                  </a:srgbClr>
                </a:gs>
                <a:gs pos="42857">
                  <a:srgbClr val="D1FFE0">
                    <a:alpha val="17075"/>
                  </a:srgbClr>
                </a:gs>
                <a:gs pos="57143">
                  <a:srgbClr val="D1FFE0">
                    <a:alpha val="9855"/>
                  </a:srgbClr>
                </a:gs>
                <a:gs pos="71429">
                  <a:srgbClr val="D1FFE0">
                    <a:alpha val="4740"/>
                  </a:srgbClr>
                </a:gs>
                <a:gs pos="85714">
                  <a:srgbClr val="D1FFE0">
                    <a:alpha val="1902"/>
                  </a:srgbClr>
                </a:gs>
                <a:gs pos="100000">
                  <a:srgbClr val="D1FF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9410530">
              <a:off x="2117508" y="599618"/>
              <a:ext cx="67516" cy="16879"/>
            </a:xfrm>
            <a:prstGeom prst="ellipse">
              <a:avLst/>
            </a:prstGeom>
            <a:gradFill>
              <a:gsLst>
                <a:gs pos="0">
                  <a:srgbClr val="99C1D9">
                    <a:alpha val="17030"/>
                  </a:srgbClr>
                </a:gs>
                <a:gs pos="14286">
                  <a:srgbClr val="99C1D9">
                    <a:alpha val="15768"/>
                  </a:srgbClr>
                </a:gs>
                <a:gs pos="28571">
                  <a:srgbClr val="99C1D9">
                    <a:alpha val="12474"/>
                  </a:srgbClr>
                </a:gs>
                <a:gs pos="42857">
                  <a:srgbClr val="99C1D9">
                    <a:alpha val="8368"/>
                  </a:srgbClr>
                </a:gs>
                <a:gs pos="57143">
                  <a:srgbClr val="99C1D9">
                    <a:alpha val="4727"/>
                  </a:srgbClr>
                </a:gs>
                <a:gs pos="71429">
                  <a:srgbClr val="99C1D9">
                    <a:alpha val="2241"/>
                  </a:srgbClr>
                </a:gs>
                <a:gs pos="85714">
                  <a:srgbClr val="99C1D9">
                    <a:alpha val="892"/>
                  </a:srgbClr>
                </a:gs>
                <a:gs pos="100000">
                  <a:srgbClr val="99C1D9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-10522923">
              <a:off x="1890485" y="1541775"/>
              <a:ext cx="68229" cy="17057"/>
            </a:xfrm>
            <a:prstGeom prst="ellipse">
              <a:avLst/>
            </a:prstGeom>
            <a:gradFill>
              <a:gsLst>
                <a:gs pos="0">
                  <a:srgbClr val="878AA7">
                    <a:alpha val="16899"/>
                  </a:srgbClr>
                </a:gs>
                <a:gs pos="14286">
                  <a:srgbClr val="878AA7">
                    <a:alpha val="15645"/>
                  </a:srgbClr>
                </a:gs>
                <a:gs pos="28571">
                  <a:srgbClr val="878AA7">
                    <a:alpha val="12375"/>
                  </a:srgbClr>
                </a:gs>
                <a:gs pos="42857">
                  <a:srgbClr val="878AA7">
                    <a:alpha val="8300"/>
                  </a:srgbClr>
                </a:gs>
                <a:gs pos="57143">
                  <a:srgbClr val="878AA7">
                    <a:alpha val="4688"/>
                  </a:srgbClr>
                </a:gs>
                <a:gs pos="71429">
                  <a:srgbClr val="878AA7">
                    <a:alpha val="2222"/>
                  </a:srgbClr>
                </a:gs>
                <a:gs pos="85714">
                  <a:srgbClr val="878AA7">
                    <a:alpha val="885"/>
                  </a:srgbClr>
                </a:gs>
                <a:gs pos="100000">
                  <a:srgbClr val="878AA7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9879613">
              <a:off x="2259101" y="858229"/>
              <a:ext cx="68461" cy="17222"/>
            </a:xfrm>
            <a:prstGeom prst="ellipse">
              <a:avLst/>
            </a:prstGeom>
            <a:gradFill>
              <a:gsLst>
                <a:gs pos="0">
                  <a:srgbClr val="9C7D5A">
                    <a:alpha val="16777"/>
                  </a:srgbClr>
                </a:gs>
                <a:gs pos="14286">
                  <a:srgbClr val="9C7D5A">
                    <a:alpha val="15532"/>
                  </a:srgbClr>
                </a:gs>
                <a:gs pos="28571">
                  <a:srgbClr val="9C7D5A">
                    <a:alpha val="12284"/>
                  </a:srgbClr>
                </a:gs>
                <a:gs pos="42857">
                  <a:srgbClr val="9C7D5A">
                    <a:alpha val="8237"/>
                  </a:srgbClr>
                </a:gs>
                <a:gs pos="57143">
                  <a:srgbClr val="9C7D5A">
                    <a:alpha val="4652"/>
                  </a:srgbClr>
                </a:gs>
                <a:gs pos="71429">
                  <a:srgbClr val="9C7D5A">
                    <a:alpha val="2205"/>
                  </a:srgbClr>
                </a:gs>
                <a:gs pos="85714">
                  <a:srgbClr val="9C7D5A">
                    <a:alpha val="878"/>
                  </a:srgbClr>
                </a:gs>
                <a:gs pos="100000">
                  <a:srgbClr val="9C7D5A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9178719">
              <a:off x="718577" y="689849"/>
              <a:ext cx="354526" cy="30872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3102225">
              <a:off x="1558301" y="1944519"/>
              <a:ext cx="66246" cy="16562"/>
            </a:xfrm>
            <a:prstGeom prst="ellipse">
              <a:avLst/>
            </a:prstGeom>
            <a:gradFill>
              <a:gsLst>
                <a:gs pos="0">
                  <a:srgbClr val="BE7FA2">
                    <a:alpha val="17263"/>
                  </a:srgbClr>
                </a:gs>
                <a:gs pos="14286">
                  <a:srgbClr val="BE7FA2">
                    <a:alpha val="15985"/>
                  </a:srgbClr>
                </a:gs>
                <a:gs pos="28571">
                  <a:srgbClr val="BE7FA2">
                    <a:alpha val="12649"/>
                  </a:srgbClr>
                </a:gs>
                <a:gs pos="42857">
                  <a:srgbClr val="BE7FA2">
                    <a:alpha val="8489"/>
                  </a:srgbClr>
                </a:gs>
                <a:gs pos="57143">
                  <a:srgbClr val="BE7FA2">
                    <a:alpha val="4796"/>
                  </a:srgbClr>
                </a:gs>
                <a:gs pos="71429">
                  <a:srgbClr val="BE7FA2">
                    <a:alpha val="2275"/>
                  </a:srgbClr>
                </a:gs>
                <a:gs pos="85714">
                  <a:srgbClr val="BE7FA2">
                    <a:alpha val="906"/>
                  </a:srgbClr>
                </a:gs>
                <a:gs pos="100000">
                  <a:srgbClr val="BE7FA2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10061310">
              <a:off x="3250364" y="1715433"/>
              <a:ext cx="68461" cy="17373"/>
            </a:xfrm>
            <a:prstGeom prst="ellipse">
              <a:avLst/>
            </a:prstGeom>
            <a:gradFill>
              <a:gsLst>
                <a:gs pos="0">
                  <a:srgbClr val="B08393">
                    <a:alpha val="16666"/>
                  </a:srgbClr>
                </a:gs>
                <a:gs pos="14286">
                  <a:srgbClr val="B08393">
                    <a:alpha val="15428"/>
                  </a:srgbClr>
                </a:gs>
                <a:gs pos="28571">
                  <a:srgbClr val="B08393">
                    <a:alpha val="12200"/>
                  </a:srgbClr>
                </a:gs>
                <a:gs pos="42857">
                  <a:srgbClr val="B08393">
                    <a:alpha val="8180"/>
                  </a:srgbClr>
                </a:gs>
                <a:gs pos="57143">
                  <a:srgbClr val="B08393">
                    <a:alpha val="4619"/>
                  </a:srgbClr>
                </a:gs>
                <a:gs pos="71429">
                  <a:srgbClr val="B08393">
                    <a:alpha val="2189"/>
                  </a:srgbClr>
                </a:gs>
                <a:gs pos="85714">
                  <a:srgbClr val="B08393">
                    <a:alpha val="871"/>
                  </a:srgbClr>
                </a:gs>
                <a:gs pos="100000">
                  <a:srgbClr val="B08393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-10733694">
              <a:off x="1207724" y="1305929"/>
              <a:ext cx="415507" cy="115790"/>
            </a:xfrm>
            <a:prstGeom prst="ellipse">
              <a:avLst/>
            </a:prstGeom>
            <a:gradFill>
              <a:gsLst>
                <a:gs pos="0">
                  <a:srgbClr val="E8FFFF">
                    <a:alpha val="32968"/>
                  </a:srgbClr>
                </a:gs>
                <a:gs pos="14286">
                  <a:srgbClr val="E8FFFF">
                    <a:alpha val="30764"/>
                  </a:srgbClr>
                </a:gs>
                <a:gs pos="28571">
                  <a:srgbClr val="E8FFFF">
                    <a:alpha val="24833"/>
                  </a:srgbClr>
                </a:gs>
                <a:gs pos="42857">
                  <a:srgbClr val="E8FFFF">
                    <a:alpha val="17075"/>
                  </a:srgbClr>
                </a:gs>
                <a:gs pos="57143">
                  <a:srgbClr val="E8FFFF">
                    <a:alpha val="9855"/>
                  </a:srgbClr>
                </a:gs>
                <a:gs pos="71429">
                  <a:srgbClr val="E8FFFF">
                    <a:alpha val="4740"/>
                  </a:srgbClr>
                </a:gs>
                <a:gs pos="85714">
                  <a:srgbClr val="E8FFFF">
                    <a:alpha val="1902"/>
                  </a:srgbClr>
                </a:gs>
                <a:gs pos="100000">
                  <a:srgbClr val="E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10534552">
              <a:off x="1765255" y="1552478"/>
              <a:ext cx="346719" cy="59336"/>
            </a:xfrm>
            <a:prstGeom prst="ellipse">
              <a:avLst/>
            </a:prstGeom>
            <a:gradFill>
              <a:gsLst>
                <a:gs pos="0">
                  <a:srgbClr val="EAFFFF">
                    <a:alpha val="32968"/>
                  </a:srgbClr>
                </a:gs>
                <a:gs pos="14286">
                  <a:srgbClr val="EAFFFF">
                    <a:alpha val="30764"/>
                  </a:srgbClr>
                </a:gs>
                <a:gs pos="28571">
                  <a:srgbClr val="EAFFFF">
                    <a:alpha val="24833"/>
                  </a:srgbClr>
                </a:gs>
                <a:gs pos="42857">
                  <a:srgbClr val="EAFFFF">
                    <a:alpha val="17075"/>
                  </a:srgbClr>
                </a:gs>
                <a:gs pos="57143">
                  <a:srgbClr val="EAFFFF">
                    <a:alpha val="9855"/>
                  </a:srgbClr>
                </a:gs>
                <a:gs pos="71429">
                  <a:srgbClr val="EAFFFF">
                    <a:alpha val="4740"/>
                  </a:srgbClr>
                </a:gs>
                <a:gs pos="85714">
                  <a:srgbClr val="EAFFFF">
                    <a:alpha val="1902"/>
                  </a:srgbClr>
                </a:gs>
                <a:gs pos="100000">
                  <a:srgbClr val="E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10091773">
              <a:off x="2292919" y="983614"/>
              <a:ext cx="62471" cy="15618"/>
            </a:xfrm>
            <a:prstGeom prst="ellipse">
              <a:avLst/>
            </a:prstGeom>
            <a:gradFill>
              <a:gsLst>
                <a:gs pos="0">
                  <a:srgbClr val="E5E4A5">
                    <a:alpha val="17952"/>
                  </a:srgbClr>
                </a:gs>
                <a:gs pos="14286">
                  <a:srgbClr val="E5E4A5">
                    <a:alpha val="16629"/>
                  </a:srgbClr>
                </a:gs>
                <a:gs pos="28571">
                  <a:srgbClr val="E5E4A5">
                    <a:alpha val="13169"/>
                  </a:srgbClr>
                </a:gs>
                <a:gs pos="42857">
                  <a:srgbClr val="E5E4A5">
                    <a:alpha val="8846"/>
                  </a:srgbClr>
                </a:gs>
                <a:gs pos="57143">
                  <a:srgbClr val="E5E4A5">
                    <a:alpha val="5003"/>
                  </a:srgbClr>
                </a:gs>
                <a:gs pos="71429">
                  <a:srgbClr val="E5E4A5">
                    <a:alpha val="2374"/>
                  </a:srgbClr>
                </a:gs>
                <a:gs pos="85714">
                  <a:srgbClr val="E5E4A5">
                    <a:alpha val="945"/>
                  </a:srgbClr>
                </a:gs>
                <a:gs pos="100000">
                  <a:srgbClr val="E5E4A5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8714118">
              <a:off x="1070646" y="1572024"/>
              <a:ext cx="66444" cy="16611"/>
            </a:xfrm>
            <a:prstGeom prst="ellipse">
              <a:avLst/>
            </a:prstGeom>
            <a:gradFill>
              <a:gsLst>
                <a:gs pos="0">
                  <a:srgbClr val="C0CCD9">
                    <a:alpha val="17227"/>
                  </a:srgbClr>
                </a:gs>
                <a:gs pos="14286">
                  <a:srgbClr val="C0CCD9">
                    <a:alpha val="15951"/>
                  </a:srgbClr>
                </a:gs>
                <a:gs pos="28571">
                  <a:srgbClr val="C0CCD9">
                    <a:alpha val="12622"/>
                  </a:srgbClr>
                </a:gs>
                <a:gs pos="42857">
                  <a:srgbClr val="C0CCD9">
                    <a:alpha val="8470"/>
                  </a:srgbClr>
                </a:gs>
                <a:gs pos="57143">
                  <a:srgbClr val="C0CCD9">
                    <a:alpha val="4786"/>
                  </a:srgbClr>
                </a:gs>
                <a:gs pos="71429">
                  <a:srgbClr val="C0CCD9">
                    <a:alpha val="2269"/>
                  </a:srgbClr>
                </a:gs>
                <a:gs pos="85714">
                  <a:srgbClr val="C0CCD9">
                    <a:alpha val="904"/>
                  </a:srgbClr>
                </a:gs>
                <a:gs pos="100000">
                  <a:srgbClr val="C0CCD9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8197735">
              <a:off x="1216902" y="1591086"/>
              <a:ext cx="56782" cy="14196"/>
            </a:xfrm>
            <a:prstGeom prst="ellipse">
              <a:avLst/>
            </a:prstGeom>
            <a:gradFill>
              <a:gsLst>
                <a:gs pos="0">
                  <a:srgbClr val="B6CBE7">
                    <a:alpha val="18980"/>
                  </a:srgbClr>
                </a:gs>
                <a:gs pos="14286">
                  <a:srgbClr val="B6CBE7">
                    <a:alpha val="17589"/>
                  </a:srgbClr>
                </a:gs>
                <a:gs pos="28571">
                  <a:srgbClr val="B6CBE7">
                    <a:alpha val="13947"/>
                  </a:srgbClr>
                </a:gs>
                <a:gs pos="42857">
                  <a:srgbClr val="B6CBE7">
                    <a:alpha val="9382"/>
                  </a:srgbClr>
                </a:gs>
                <a:gs pos="57143">
                  <a:srgbClr val="B6CBE7">
                    <a:alpha val="5313"/>
                  </a:srgbClr>
                </a:gs>
                <a:gs pos="71429">
                  <a:srgbClr val="B6CBE7">
                    <a:alpha val="2523"/>
                  </a:srgbClr>
                </a:gs>
                <a:gs pos="85714">
                  <a:srgbClr val="B6CBE7">
                    <a:alpha val="1005"/>
                  </a:srgbClr>
                </a:gs>
                <a:gs pos="100000">
                  <a:srgbClr val="B6CBE7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-10603032">
              <a:off x="1388164" y="1345489"/>
              <a:ext cx="66991" cy="16748"/>
            </a:xfrm>
            <a:prstGeom prst="ellipse">
              <a:avLst/>
            </a:prstGeom>
            <a:gradFill>
              <a:gsLst>
                <a:gs pos="0">
                  <a:srgbClr val="9EBDDB">
                    <a:alpha val="17127"/>
                  </a:srgbClr>
                </a:gs>
                <a:gs pos="14286">
                  <a:srgbClr val="9EBDDB">
                    <a:alpha val="15858"/>
                  </a:srgbClr>
                </a:gs>
                <a:gs pos="28571">
                  <a:srgbClr val="9EBDDB">
                    <a:alpha val="12547"/>
                  </a:srgbClr>
                </a:gs>
                <a:gs pos="42857">
                  <a:srgbClr val="9EBDDB">
                    <a:alpha val="8418"/>
                  </a:srgbClr>
                </a:gs>
                <a:gs pos="57143">
                  <a:srgbClr val="9EBDDB">
                    <a:alpha val="4756"/>
                  </a:srgbClr>
                </a:gs>
                <a:gs pos="71429">
                  <a:srgbClr val="9EBDDB">
                    <a:alpha val="2255"/>
                  </a:srgbClr>
                </a:gs>
                <a:gs pos="85714">
                  <a:srgbClr val="9EBDDB">
                    <a:alpha val="898"/>
                  </a:srgbClr>
                </a:gs>
                <a:gs pos="100000">
                  <a:srgbClr val="9EBDDB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9462324">
              <a:off x="1678945" y="1033181"/>
              <a:ext cx="65366" cy="16341"/>
            </a:xfrm>
            <a:prstGeom prst="ellipse">
              <a:avLst/>
            </a:prstGeom>
            <a:gradFill>
              <a:gsLst>
                <a:gs pos="0">
                  <a:srgbClr val="9BDCE6">
                    <a:alpha val="17424"/>
                  </a:srgbClr>
                </a:gs>
                <a:gs pos="14286">
                  <a:srgbClr val="9BDCE6">
                    <a:alpha val="16136"/>
                  </a:srgbClr>
                </a:gs>
                <a:gs pos="28571">
                  <a:srgbClr val="9BDCE6">
                    <a:alpha val="12771"/>
                  </a:srgbClr>
                </a:gs>
                <a:gs pos="42857">
                  <a:srgbClr val="9BDCE6">
                    <a:alpha val="8572"/>
                  </a:srgbClr>
                </a:gs>
                <a:gs pos="57143">
                  <a:srgbClr val="9BDCE6">
                    <a:alpha val="4845"/>
                  </a:srgbClr>
                </a:gs>
                <a:gs pos="71429">
                  <a:srgbClr val="9BDCE6">
                    <a:alpha val="2298"/>
                  </a:srgbClr>
                </a:gs>
                <a:gs pos="85714">
                  <a:srgbClr val="9BDCE6">
                    <a:alpha val="915"/>
                  </a:srgbClr>
                </a:gs>
                <a:gs pos="100000">
                  <a:srgbClr val="9BDCE6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9966452">
              <a:off x="763014" y="877674"/>
              <a:ext cx="68461" cy="17286"/>
            </a:xfrm>
            <a:prstGeom prst="ellipse">
              <a:avLst/>
            </a:prstGeom>
            <a:gradFill>
              <a:gsLst>
                <a:gs pos="0">
                  <a:srgbClr val="ABA497">
                    <a:alpha val="16730"/>
                  </a:srgbClr>
                </a:gs>
                <a:gs pos="14286">
                  <a:srgbClr val="ABA497">
                    <a:alpha val="15488"/>
                  </a:srgbClr>
                </a:gs>
                <a:gs pos="28571">
                  <a:srgbClr val="ABA497">
                    <a:alpha val="12248"/>
                  </a:srgbClr>
                </a:gs>
                <a:gs pos="42857">
                  <a:srgbClr val="ABA497">
                    <a:alpha val="8213"/>
                  </a:srgbClr>
                </a:gs>
                <a:gs pos="57143">
                  <a:srgbClr val="ABA497">
                    <a:alpha val="4638"/>
                  </a:srgbClr>
                </a:gs>
                <a:gs pos="71429">
                  <a:srgbClr val="ABA497">
                    <a:alpha val="2198"/>
                  </a:srgbClr>
                </a:gs>
                <a:gs pos="85714">
                  <a:srgbClr val="ABA497">
                    <a:alpha val="875"/>
                  </a:srgbClr>
                </a:gs>
                <a:gs pos="100000">
                  <a:srgbClr val="ABA497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10784827">
              <a:off x="1816356" y="640694"/>
              <a:ext cx="68461" cy="17307"/>
            </a:xfrm>
            <a:prstGeom prst="ellipse">
              <a:avLst/>
            </a:prstGeom>
            <a:gradFill>
              <a:gsLst>
                <a:gs pos="0">
                  <a:srgbClr val="5BA8B3">
                    <a:alpha val="16715"/>
                  </a:srgbClr>
                </a:gs>
                <a:gs pos="14286">
                  <a:srgbClr val="5BA8B3">
                    <a:alpha val="15474"/>
                  </a:srgbClr>
                </a:gs>
                <a:gs pos="28571">
                  <a:srgbClr val="5BA8B3">
                    <a:alpha val="12237"/>
                  </a:srgbClr>
                </a:gs>
                <a:gs pos="42857">
                  <a:srgbClr val="5BA8B3">
                    <a:alpha val="8205"/>
                  </a:srgbClr>
                </a:gs>
                <a:gs pos="57143">
                  <a:srgbClr val="5BA8B3">
                    <a:alpha val="4633"/>
                  </a:srgbClr>
                </a:gs>
                <a:gs pos="71429">
                  <a:srgbClr val="5BA8B3">
                    <a:alpha val="2196"/>
                  </a:srgbClr>
                </a:gs>
                <a:gs pos="85714">
                  <a:srgbClr val="5BA8B3">
                    <a:alpha val="874"/>
                  </a:srgbClr>
                </a:gs>
                <a:gs pos="100000">
                  <a:srgbClr val="5BA8B3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10487157">
              <a:off x="721112" y="776041"/>
              <a:ext cx="256524" cy="70605"/>
            </a:xfrm>
            <a:prstGeom prst="ellipse">
              <a:avLst/>
            </a:prstGeom>
            <a:gradFill>
              <a:gsLst>
                <a:gs pos="0">
                  <a:srgbClr val="FFFCD6">
                    <a:alpha val="32968"/>
                  </a:srgbClr>
                </a:gs>
                <a:gs pos="14286">
                  <a:srgbClr val="FFFCD6">
                    <a:alpha val="30764"/>
                  </a:srgbClr>
                </a:gs>
                <a:gs pos="28571">
                  <a:srgbClr val="FFFCD6">
                    <a:alpha val="24833"/>
                  </a:srgbClr>
                </a:gs>
                <a:gs pos="42857">
                  <a:srgbClr val="FFFCD6">
                    <a:alpha val="17075"/>
                  </a:srgbClr>
                </a:gs>
                <a:gs pos="57143">
                  <a:srgbClr val="FFFCD6">
                    <a:alpha val="9855"/>
                  </a:srgbClr>
                </a:gs>
                <a:gs pos="71429">
                  <a:srgbClr val="FFFCD6">
                    <a:alpha val="4740"/>
                  </a:srgbClr>
                </a:gs>
                <a:gs pos="85714">
                  <a:srgbClr val="FFFCD6">
                    <a:alpha val="1902"/>
                  </a:srgbClr>
                </a:gs>
                <a:gs pos="100000">
                  <a:srgbClr val="FFFC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-9726580">
              <a:off x="1866000" y="1080139"/>
              <a:ext cx="53824" cy="13456"/>
            </a:xfrm>
            <a:prstGeom prst="ellipse">
              <a:avLst/>
            </a:prstGeom>
            <a:gradFill>
              <a:gsLst>
                <a:gs pos="0">
                  <a:srgbClr val="B6C8DB">
                    <a:alpha val="19509"/>
                  </a:srgbClr>
                </a:gs>
                <a:gs pos="14286">
                  <a:srgbClr val="B6C8DB">
                    <a:alpha val="18084"/>
                  </a:srgbClr>
                </a:gs>
                <a:gs pos="28571">
                  <a:srgbClr val="B6C8DB">
                    <a:alpha val="14348"/>
                  </a:srgbClr>
                </a:gs>
                <a:gs pos="42857">
                  <a:srgbClr val="B6C8DB">
                    <a:alpha val="9660"/>
                  </a:srgbClr>
                </a:gs>
                <a:gs pos="57143">
                  <a:srgbClr val="B6C8DB">
                    <a:alpha val="5474"/>
                  </a:srgbClr>
                </a:gs>
                <a:gs pos="71429">
                  <a:srgbClr val="B6C8DB">
                    <a:alpha val="2601"/>
                  </a:srgbClr>
                </a:gs>
                <a:gs pos="85714">
                  <a:srgbClr val="B6C8DB">
                    <a:alpha val="1037"/>
                  </a:srgbClr>
                </a:gs>
                <a:gs pos="100000">
                  <a:srgbClr val="B6C8DB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-8310485">
              <a:off x="2478442" y="814526"/>
              <a:ext cx="57448" cy="14362"/>
            </a:xfrm>
            <a:prstGeom prst="ellipse">
              <a:avLst/>
            </a:prstGeom>
            <a:gradFill>
              <a:gsLst>
                <a:gs pos="0">
                  <a:srgbClr val="E4BDB5">
                    <a:alpha val="18860"/>
                  </a:srgbClr>
                </a:gs>
                <a:gs pos="14286">
                  <a:srgbClr val="E4BDB5">
                    <a:alpha val="17477"/>
                  </a:srgbClr>
                </a:gs>
                <a:gs pos="28571">
                  <a:srgbClr val="E4BDB5">
                    <a:alpha val="13856"/>
                  </a:srgbClr>
                </a:gs>
                <a:gs pos="42857">
                  <a:srgbClr val="E4BDB5">
                    <a:alpha val="9320"/>
                  </a:srgbClr>
                </a:gs>
                <a:gs pos="57143">
                  <a:srgbClr val="E4BDB5">
                    <a:alpha val="5277"/>
                  </a:srgbClr>
                </a:gs>
                <a:gs pos="71429">
                  <a:srgbClr val="E4BDB5">
                    <a:alpha val="2506"/>
                  </a:srgbClr>
                </a:gs>
                <a:gs pos="85714">
                  <a:srgbClr val="E4BDB5">
                    <a:alpha val="998"/>
                  </a:srgbClr>
                </a:gs>
                <a:gs pos="100000">
                  <a:srgbClr val="E4BDB5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5400000">
              <a:off x="1751947" y="1669015"/>
              <a:ext cx="34716" cy="34716"/>
            </a:xfrm>
            <a:prstGeom prst="ellipse">
              <a:avLst/>
            </a:prstGeom>
            <a:gradFill>
              <a:gsLst>
                <a:gs pos="0">
                  <a:srgbClr val="77577F">
                    <a:alpha val="16677"/>
                  </a:srgbClr>
                </a:gs>
                <a:gs pos="14286">
                  <a:srgbClr val="77577F">
                    <a:alpha val="15438"/>
                  </a:srgbClr>
                </a:gs>
                <a:gs pos="28571">
                  <a:srgbClr val="77577F">
                    <a:alpha val="12208"/>
                  </a:srgbClr>
                </a:gs>
                <a:gs pos="42857">
                  <a:srgbClr val="77577F">
                    <a:alpha val="8186"/>
                  </a:srgbClr>
                </a:gs>
                <a:gs pos="57143">
                  <a:srgbClr val="77577F">
                    <a:alpha val="4622"/>
                  </a:srgbClr>
                </a:gs>
                <a:gs pos="71429">
                  <a:srgbClr val="77577F">
                    <a:alpha val="2191"/>
                  </a:srgbClr>
                </a:gs>
                <a:gs pos="85714">
                  <a:srgbClr val="77577F">
                    <a:alpha val="872"/>
                  </a:srgbClr>
                </a:gs>
                <a:gs pos="100000">
                  <a:srgbClr val="77577F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5400000">
              <a:off x="1181127" y="1793952"/>
              <a:ext cx="31643" cy="31643"/>
            </a:xfrm>
            <a:prstGeom prst="ellipse">
              <a:avLst/>
            </a:prstGeom>
            <a:gradFill>
              <a:gsLst>
                <a:gs pos="0">
                  <a:srgbClr val="838FBD">
                    <a:alpha val="17804"/>
                  </a:srgbClr>
                </a:gs>
                <a:gs pos="14286">
                  <a:srgbClr val="838FBD">
                    <a:alpha val="16490"/>
                  </a:srgbClr>
                </a:gs>
                <a:gs pos="28571">
                  <a:srgbClr val="838FBD">
                    <a:alpha val="13057"/>
                  </a:srgbClr>
                </a:gs>
                <a:gs pos="42857">
                  <a:srgbClr val="838FBD">
                    <a:alpha val="8769"/>
                  </a:srgbClr>
                </a:gs>
                <a:gs pos="57143">
                  <a:srgbClr val="838FBD">
                    <a:alpha val="4958"/>
                  </a:srgbClr>
                </a:gs>
                <a:gs pos="71429">
                  <a:srgbClr val="838FBD">
                    <a:alpha val="2352"/>
                  </a:srgbClr>
                </a:gs>
                <a:gs pos="85714">
                  <a:srgbClr val="838FBD">
                    <a:alpha val="937"/>
                  </a:srgbClr>
                </a:gs>
                <a:gs pos="100000">
                  <a:srgbClr val="838FBD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7288627">
              <a:off x="2374854" y="1179611"/>
              <a:ext cx="68461" cy="17517"/>
            </a:xfrm>
            <a:prstGeom prst="ellipse">
              <a:avLst/>
            </a:prstGeom>
            <a:gradFill>
              <a:gsLst>
                <a:gs pos="0">
                  <a:srgbClr val="5C6177">
                    <a:alpha val="16560"/>
                  </a:srgbClr>
                </a:gs>
                <a:gs pos="14286">
                  <a:srgbClr val="5C6177">
                    <a:alpha val="15329"/>
                  </a:srgbClr>
                </a:gs>
                <a:gs pos="28571">
                  <a:srgbClr val="5C6177">
                    <a:alpha val="12120"/>
                  </a:srgbClr>
                </a:gs>
                <a:gs pos="42857">
                  <a:srgbClr val="5C6177">
                    <a:alpha val="8125"/>
                  </a:srgbClr>
                </a:gs>
                <a:gs pos="57143">
                  <a:srgbClr val="5C6177">
                    <a:alpha val="4587"/>
                  </a:srgbClr>
                </a:gs>
                <a:gs pos="71429">
                  <a:srgbClr val="5C6177">
                    <a:alpha val="2174"/>
                  </a:srgbClr>
                </a:gs>
                <a:gs pos="85714">
                  <a:srgbClr val="5C6177">
                    <a:alpha val="865"/>
                  </a:srgbClr>
                </a:gs>
                <a:gs pos="100000">
                  <a:srgbClr val="5C6177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9968896">
              <a:off x="1562446" y="889457"/>
              <a:ext cx="409753" cy="219382"/>
            </a:xfrm>
            <a:prstGeom prst="ellipse">
              <a:avLst/>
            </a:prstGeom>
            <a:gradFill>
              <a:gsLst>
                <a:gs pos="0">
                  <a:srgbClr val="00BBC5">
                    <a:alpha val="32968"/>
                  </a:srgbClr>
                </a:gs>
                <a:gs pos="14286">
                  <a:srgbClr val="00BBC5">
                    <a:alpha val="30764"/>
                  </a:srgbClr>
                </a:gs>
                <a:gs pos="28571">
                  <a:srgbClr val="00BBC5">
                    <a:alpha val="24833"/>
                  </a:srgbClr>
                </a:gs>
                <a:gs pos="42857">
                  <a:srgbClr val="00BBC5">
                    <a:alpha val="17075"/>
                  </a:srgbClr>
                </a:gs>
                <a:gs pos="57143">
                  <a:srgbClr val="00BBC5">
                    <a:alpha val="9855"/>
                  </a:srgbClr>
                </a:gs>
                <a:gs pos="71429">
                  <a:srgbClr val="00BBC5">
                    <a:alpha val="4740"/>
                  </a:srgbClr>
                </a:gs>
                <a:gs pos="85714">
                  <a:srgbClr val="00BBC5">
                    <a:alpha val="1902"/>
                  </a:srgbClr>
                </a:gs>
                <a:gs pos="100000">
                  <a:srgbClr val="00BB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-9664437">
              <a:off x="1895915" y="853724"/>
              <a:ext cx="157000" cy="397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5687976">
              <a:off x="1871755" y="1363048"/>
              <a:ext cx="68114" cy="17029"/>
            </a:xfrm>
            <a:prstGeom prst="ellipse">
              <a:avLst/>
            </a:prstGeom>
            <a:gradFill>
              <a:gsLst>
                <a:gs pos="0">
                  <a:srgbClr val="75435E">
                    <a:alpha val="16920"/>
                  </a:srgbClr>
                </a:gs>
                <a:gs pos="14286">
                  <a:srgbClr val="75435E">
                    <a:alpha val="15665"/>
                  </a:srgbClr>
                </a:gs>
                <a:gs pos="28571">
                  <a:srgbClr val="75435E">
                    <a:alpha val="12391"/>
                  </a:srgbClr>
                </a:gs>
                <a:gs pos="42857">
                  <a:srgbClr val="75435E">
                    <a:alpha val="8311"/>
                  </a:srgbClr>
                </a:gs>
                <a:gs pos="57143">
                  <a:srgbClr val="75435E">
                    <a:alpha val="4694"/>
                  </a:srgbClr>
                </a:gs>
                <a:gs pos="71429">
                  <a:srgbClr val="75435E">
                    <a:alpha val="2225"/>
                  </a:srgbClr>
                </a:gs>
                <a:gs pos="85714">
                  <a:srgbClr val="75435E">
                    <a:alpha val="886"/>
                  </a:srgbClr>
                </a:gs>
                <a:gs pos="100000">
                  <a:srgbClr val="75435E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6708984">
              <a:off x="2531456" y="1199768"/>
              <a:ext cx="63253" cy="15813"/>
            </a:xfrm>
            <a:prstGeom prst="ellipse">
              <a:avLst/>
            </a:prstGeom>
            <a:gradFill>
              <a:gsLst>
                <a:gs pos="0">
                  <a:srgbClr val="B4A5B9">
                    <a:alpha val="17810"/>
                  </a:srgbClr>
                </a:gs>
                <a:gs pos="14286">
                  <a:srgbClr val="B4A5B9">
                    <a:alpha val="16496"/>
                  </a:srgbClr>
                </a:gs>
                <a:gs pos="28571">
                  <a:srgbClr val="B4A5B9">
                    <a:alpha val="13062"/>
                  </a:srgbClr>
                </a:gs>
                <a:gs pos="42857">
                  <a:srgbClr val="B4A5B9">
                    <a:alpha val="8772"/>
                  </a:srgbClr>
                </a:gs>
                <a:gs pos="57143">
                  <a:srgbClr val="B4A5B9">
                    <a:alpha val="4960"/>
                  </a:srgbClr>
                </a:gs>
                <a:gs pos="71429">
                  <a:srgbClr val="B4A5B9">
                    <a:alpha val="2353"/>
                  </a:srgbClr>
                </a:gs>
                <a:gs pos="85714">
                  <a:srgbClr val="B4A5B9">
                    <a:alpha val="937"/>
                  </a:srgbClr>
                </a:gs>
                <a:gs pos="100000">
                  <a:srgbClr val="B4A5B9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-9948217">
              <a:off x="1766807" y="609204"/>
              <a:ext cx="68461" cy="17595"/>
            </a:xfrm>
            <a:prstGeom prst="ellipse">
              <a:avLst/>
            </a:prstGeom>
            <a:gradFill>
              <a:gsLst>
                <a:gs pos="0">
                  <a:srgbClr val="5CB3C8">
                    <a:alpha val="16502"/>
                  </a:srgbClr>
                </a:gs>
                <a:gs pos="14286">
                  <a:srgbClr val="5CB3C8">
                    <a:alpha val="15275"/>
                  </a:srgbClr>
                </a:gs>
                <a:gs pos="28571">
                  <a:srgbClr val="5CB3C8">
                    <a:alpha val="12077"/>
                  </a:srgbClr>
                </a:gs>
                <a:gs pos="42857">
                  <a:srgbClr val="5CB3C8">
                    <a:alpha val="8096"/>
                  </a:srgbClr>
                </a:gs>
                <a:gs pos="57143">
                  <a:srgbClr val="5CB3C8">
                    <a:alpha val="4570"/>
                  </a:srgbClr>
                </a:gs>
                <a:gs pos="71429">
                  <a:srgbClr val="5CB3C8">
                    <a:alpha val="2166"/>
                  </a:srgbClr>
                </a:gs>
                <a:gs pos="85714">
                  <a:srgbClr val="5CB3C8">
                    <a:alpha val="862"/>
                  </a:srgbClr>
                </a:gs>
                <a:gs pos="100000">
                  <a:srgbClr val="5CB3C8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10398197">
              <a:off x="1499799" y="1370169"/>
              <a:ext cx="65400" cy="16350"/>
            </a:xfrm>
            <a:prstGeom prst="ellipse">
              <a:avLst/>
            </a:prstGeom>
            <a:gradFill>
              <a:gsLst>
                <a:gs pos="0">
                  <a:srgbClr val="3F9BDA">
                    <a:alpha val="17418"/>
                  </a:srgbClr>
                </a:gs>
                <a:gs pos="14286">
                  <a:srgbClr val="3F9BDA">
                    <a:alpha val="16130"/>
                  </a:srgbClr>
                </a:gs>
                <a:gs pos="28571">
                  <a:srgbClr val="3F9BDA">
                    <a:alpha val="12766"/>
                  </a:srgbClr>
                </a:gs>
                <a:gs pos="42857">
                  <a:srgbClr val="3F9BDA">
                    <a:alpha val="8569"/>
                  </a:srgbClr>
                </a:gs>
                <a:gs pos="57143">
                  <a:srgbClr val="3F9BDA">
                    <a:alpha val="4843"/>
                  </a:srgbClr>
                </a:gs>
                <a:gs pos="71429">
                  <a:srgbClr val="3F9BDA">
                    <a:alpha val="2297"/>
                  </a:srgbClr>
                </a:gs>
                <a:gs pos="85714">
                  <a:srgbClr val="3F9BDA">
                    <a:alpha val="915"/>
                  </a:srgbClr>
                </a:gs>
                <a:gs pos="100000">
                  <a:srgbClr val="3F9BDA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10445809">
              <a:off x="1653617" y="531804"/>
              <a:ext cx="66803" cy="16701"/>
            </a:xfrm>
            <a:prstGeom prst="ellipse">
              <a:avLst/>
            </a:prstGeom>
            <a:gradFill>
              <a:gsLst>
                <a:gs pos="0">
                  <a:srgbClr val="6A9CC3">
                    <a:alpha val="17161"/>
                  </a:srgbClr>
                </a:gs>
                <a:gs pos="14286">
                  <a:srgbClr val="6A9CC3">
                    <a:alpha val="15890"/>
                  </a:srgbClr>
                </a:gs>
                <a:gs pos="28571">
                  <a:srgbClr val="6A9CC3">
                    <a:alpha val="12572"/>
                  </a:srgbClr>
                </a:gs>
                <a:gs pos="42857">
                  <a:srgbClr val="6A9CC3">
                    <a:alpha val="8436"/>
                  </a:srgbClr>
                </a:gs>
                <a:gs pos="57143">
                  <a:srgbClr val="6A9CC3">
                    <a:alpha val="4766"/>
                  </a:srgbClr>
                </a:gs>
                <a:gs pos="71429">
                  <a:srgbClr val="6A9CC3">
                    <a:alpha val="2260"/>
                  </a:srgbClr>
                </a:gs>
                <a:gs pos="85714">
                  <a:srgbClr val="6A9CC3">
                    <a:alpha val="900"/>
                  </a:srgbClr>
                </a:gs>
                <a:gs pos="100000">
                  <a:srgbClr val="6A9CC3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10111193">
              <a:off x="677391" y="939400"/>
              <a:ext cx="280304" cy="61609"/>
            </a:xfrm>
            <a:prstGeom prst="ellipse">
              <a:avLst/>
            </a:prstGeom>
            <a:gradFill>
              <a:gsLst>
                <a:gs pos="0">
                  <a:srgbClr val="FBFF9C">
                    <a:alpha val="32968"/>
                  </a:srgbClr>
                </a:gs>
                <a:gs pos="14286">
                  <a:srgbClr val="FBFF9C">
                    <a:alpha val="30764"/>
                  </a:srgbClr>
                </a:gs>
                <a:gs pos="28571">
                  <a:srgbClr val="FBFF9C">
                    <a:alpha val="24833"/>
                  </a:srgbClr>
                </a:gs>
                <a:gs pos="42857">
                  <a:srgbClr val="FBFF9C">
                    <a:alpha val="17075"/>
                  </a:srgbClr>
                </a:gs>
                <a:gs pos="57143">
                  <a:srgbClr val="FBFF9C">
                    <a:alpha val="9855"/>
                  </a:srgbClr>
                </a:gs>
                <a:gs pos="71429">
                  <a:srgbClr val="FBFF9C">
                    <a:alpha val="4740"/>
                  </a:srgbClr>
                </a:gs>
                <a:gs pos="85714">
                  <a:srgbClr val="FBFF9C">
                    <a:alpha val="1902"/>
                  </a:srgbClr>
                </a:gs>
                <a:gs pos="100000">
                  <a:srgbClr val="FBFF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-9106808">
              <a:off x="1774425" y="1781553"/>
              <a:ext cx="68461" cy="17333"/>
            </a:xfrm>
            <a:prstGeom prst="ellipse">
              <a:avLst/>
            </a:prstGeom>
            <a:gradFill>
              <a:gsLst>
                <a:gs pos="0">
                  <a:srgbClr val="A27DAA">
                    <a:alpha val="16695"/>
                  </a:srgbClr>
                </a:gs>
                <a:gs pos="14286">
                  <a:srgbClr val="A27DAA">
                    <a:alpha val="15455"/>
                  </a:srgbClr>
                </a:gs>
                <a:gs pos="28571">
                  <a:srgbClr val="A27DAA">
                    <a:alpha val="12222"/>
                  </a:srgbClr>
                </a:gs>
                <a:gs pos="42857">
                  <a:srgbClr val="A27DAA">
                    <a:alpha val="8195"/>
                  </a:srgbClr>
                </a:gs>
                <a:gs pos="57143">
                  <a:srgbClr val="A27DAA">
                    <a:alpha val="4627"/>
                  </a:srgbClr>
                </a:gs>
                <a:gs pos="71429">
                  <a:srgbClr val="A27DAA">
                    <a:alpha val="2193"/>
                  </a:srgbClr>
                </a:gs>
                <a:gs pos="85714">
                  <a:srgbClr val="A27DAA">
                    <a:alpha val="873"/>
                  </a:srgbClr>
                </a:gs>
                <a:gs pos="100000">
                  <a:srgbClr val="A27DAA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-10377101">
              <a:off x="1618337" y="881666"/>
              <a:ext cx="387442" cy="39178"/>
            </a:xfrm>
            <a:prstGeom prst="ellipse">
              <a:avLst/>
            </a:prstGeom>
            <a:gradFill>
              <a:gsLst>
                <a:gs pos="0">
                  <a:srgbClr val="FFFFEE">
                    <a:alpha val="32968"/>
                  </a:srgbClr>
                </a:gs>
                <a:gs pos="14286">
                  <a:srgbClr val="FFFFEE">
                    <a:alpha val="30764"/>
                  </a:srgbClr>
                </a:gs>
                <a:gs pos="28571">
                  <a:srgbClr val="FFFFEE">
                    <a:alpha val="24833"/>
                  </a:srgbClr>
                </a:gs>
                <a:gs pos="42857">
                  <a:srgbClr val="FFFFEE">
                    <a:alpha val="17075"/>
                  </a:srgbClr>
                </a:gs>
                <a:gs pos="57143">
                  <a:srgbClr val="FFFFEE">
                    <a:alpha val="9855"/>
                  </a:srgbClr>
                </a:gs>
                <a:gs pos="71429">
                  <a:srgbClr val="FFFFEE">
                    <a:alpha val="4740"/>
                  </a:srgbClr>
                </a:gs>
                <a:gs pos="85714">
                  <a:srgbClr val="FFFFEE">
                    <a:alpha val="1902"/>
                  </a:srgbClr>
                </a:gs>
                <a:gs pos="100000">
                  <a:srgbClr val="FFF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10251507">
              <a:off x="2631149" y="1861779"/>
              <a:ext cx="486489" cy="158922"/>
            </a:xfrm>
            <a:prstGeom prst="ellipse">
              <a:avLst/>
            </a:prstGeom>
            <a:gradFill>
              <a:gsLst>
                <a:gs pos="0">
                  <a:srgbClr val="0000A1">
                    <a:alpha val="32968"/>
                  </a:srgbClr>
                </a:gs>
                <a:gs pos="14286">
                  <a:srgbClr val="0000A1">
                    <a:alpha val="30764"/>
                  </a:srgbClr>
                </a:gs>
                <a:gs pos="28571">
                  <a:srgbClr val="0000A1">
                    <a:alpha val="24833"/>
                  </a:srgbClr>
                </a:gs>
                <a:gs pos="42857">
                  <a:srgbClr val="0000A1">
                    <a:alpha val="17075"/>
                  </a:srgbClr>
                </a:gs>
                <a:gs pos="57143">
                  <a:srgbClr val="0000A1">
                    <a:alpha val="9855"/>
                  </a:srgbClr>
                </a:gs>
                <a:gs pos="71429">
                  <a:srgbClr val="0000A1">
                    <a:alpha val="4740"/>
                  </a:srgbClr>
                </a:gs>
                <a:gs pos="85714">
                  <a:srgbClr val="0000A1">
                    <a:alpha val="1902"/>
                  </a:srgbClr>
                </a:gs>
                <a:gs pos="100000">
                  <a:srgbClr val="000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9729098">
              <a:off x="1146603" y="466949"/>
              <a:ext cx="514421" cy="80293"/>
            </a:xfrm>
            <a:prstGeom prst="ellipse">
              <a:avLst/>
            </a:prstGeom>
            <a:gradFill>
              <a:gsLst>
                <a:gs pos="0">
                  <a:srgbClr val="F2FFFF">
                    <a:alpha val="32968"/>
                  </a:srgbClr>
                </a:gs>
                <a:gs pos="14286">
                  <a:srgbClr val="F2FFFF">
                    <a:alpha val="30764"/>
                  </a:srgbClr>
                </a:gs>
                <a:gs pos="28571">
                  <a:srgbClr val="F2FFFF">
                    <a:alpha val="24833"/>
                  </a:srgbClr>
                </a:gs>
                <a:gs pos="42857">
                  <a:srgbClr val="F2FFFF">
                    <a:alpha val="17075"/>
                  </a:srgbClr>
                </a:gs>
                <a:gs pos="57143">
                  <a:srgbClr val="F2FFFF">
                    <a:alpha val="9855"/>
                  </a:srgbClr>
                </a:gs>
                <a:gs pos="71429">
                  <a:srgbClr val="F2FFFF">
                    <a:alpha val="4740"/>
                  </a:srgbClr>
                </a:gs>
                <a:gs pos="85714">
                  <a:srgbClr val="F2FFFF">
                    <a:alpha val="1902"/>
                  </a:srgbClr>
                </a:gs>
                <a:gs pos="100000">
                  <a:srgbClr val="F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10551807">
              <a:off x="1155178" y="1507250"/>
              <a:ext cx="181806" cy="144004"/>
            </a:xfrm>
            <a:prstGeom prst="ellipse">
              <a:avLst/>
            </a:prstGeom>
            <a:gradFill>
              <a:gsLst>
                <a:gs pos="0">
                  <a:srgbClr val="B5EEFF">
                    <a:alpha val="32968"/>
                  </a:srgbClr>
                </a:gs>
                <a:gs pos="14286">
                  <a:srgbClr val="B5EEFF">
                    <a:alpha val="30764"/>
                  </a:srgbClr>
                </a:gs>
                <a:gs pos="28571">
                  <a:srgbClr val="B5EEFF">
                    <a:alpha val="24833"/>
                  </a:srgbClr>
                </a:gs>
                <a:gs pos="42857">
                  <a:srgbClr val="B5EEFF">
                    <a:alpha val="17075"/>
                  </a:srgbClr>
                </a:gs>
                <a:gs pos="57143">
                  <a:srgbClr val="B5EEFF">
                    <a:alpha val="9855"/>
                  </a:srgbClr>
                </a:gs>
                <a:gs pos="71429">
                  <a:srgbClr val="B5EEFF">
                    <a:alpha val="4740"/>
                  </a:srgbClr>
                </a:gs>
                <a:gs pos="85714">
                  <a:srgbClr val="B5EEFF">
                    <a:alpha val="1902"/>
                  </a:srgbClr>
                </a:gs>
                <a:gs pos="100000">
                  <a:srgbClr val="B5E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4657715">
              <a:off x="1277430" y="835984"/>
              <a:ext cx="645553" cy="354814"/>
            </a:xfrm>
            <a:prstGeom prst="ellipse">
              <a:avLst/>
            </a:prstGeom>
            <a:gradFill>
              <a:gsLst>
                <a:gs pos="0">
                  <a:srgbClr val="005186">
                    <a:alpha val="32968"/>
                  </a:srgbClr>
                </a:gs>
                <a:gs pos="14286">
                  <a:srgbClr val="005186">
                    <a:alpha val="30764"/>
                  </a:srgbClr>
                </a:gs>
                <a:gs pos="28571">
                  <a:srgbClr val="005186">
                    <a:alpha val="24833"/>
                  </a:srgbClr>
                </a:gs>
                <a:gs pos="42857">
                  <a:srgbClr val="005186">
                    <a:alpha val="17075"/>
                  </a:srgbClr>
                </a:gs>
                <a:gs pos="57143">
                  <a:srgbClr val="005186">
                    <a:alpha val="9855"/>
                  </a:srgbClr>
                </a:gs>
                <a:gs pos="71429">
                  <a:srgbClr val="005186">
                    <a:alpha val="4740"/>
                  </a:srgbClr>
                </a:gs>
                <a:gs pos="85714">
                  <a:srgbClr val="005186">
                    <a:alpha val="1902"/>
                  </a:srgbClr>
                </a:gs>
                <a:gs pos="100000">
                  <a:srgbClr val="0051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9347627">
              <a:off x="2595537" y="1944653"/>
              <a:ext cx="418317" cy="84083"/>
            </a:xfrm>
            <a:prstGeom prst="ellipse">
              <a:avLst/>
            </a:prstGeom>
            <a:gradFill>
              <a:gsLst>
                <a:gs pos="0">
                  <a:srgbClr val="E8E8FF">
                    <a:alpha val="32968"/>
                  </a:srgbClr>
                </a:gs>
                <a:gs pos="14286">
                  <a:srgbClr val="E8E8FF">
                    <a:alpha val="30764"/>
                  </a:srgbClr>
                </a:gs>
                <a:gs pos="28571">
                  <a:srgbClr val="E8E8FF">
                    <a:alpha val="24833"/>
                  </a:srgbClr>
                </a:gs>
                <a:gs pos="42857">
                  <a:srgbClr val="E8E8FF">
                    <a:alpha val="17075"/>
                  </a:srgbClr>
                </a:gs>
                <a:gs pos="57143">
                  <a:srgbClr val="E8E8FF">
                    <a:alpha val="9855"/>
                  </a:srgbClr>
                </a:gs>
                <a:gs pos="71429">
                  <a:srgbClr val="E8E8FF">
                    <a:alpha val="4740"/>
                  </a:srgbClr>
                </a:gs>
                <a:gs pos="85714">
                  <a:srgbClr val="E8E8FF">
                    <a:alpha val="1902"/>
                  </a:srgbClr>
                </a:gs>
                <a:gs pos="100000">
                  <a:srgbClr val="E8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-9087616">
              <a:off x="847328" y="733489"/>
              <a:ext cx="210797" cy="45530"/>
            </a:xfrm>
            <a:prstGeom prst="ellipse">
              <a:avLst/>
            </a:prstGeom>
            <a:gradFill>
              <a:gsLst>
                <a:gs pos="0">
                  <a:srgbClr val="FDFFE3">
                    <a:alpha val="32968"/>
                  </a:srgbClr>
                </a:gs>
                <a:gs pos="14286">
                  <a:srgbClr val="FDFFE3">
                    <a:alpha val="30764"/>
                  </a:srgbClr>
                </a:gs>
                <a:gs pos="28571">
                  <a:srgbClr val="FDFFE3">
                    <a:alpha val="24833"/>
                  </a:srgbClr>
                </a:gs>
                <a:gs pos="42857">
                  <a:srgbClr val="FDFFE3">
                    <a:alpha val="17075"/>
                  </a:srgbClr>
                </a:gs>
                <a:gs pos="57143">
                  <a:srgbClr val="FDFFE3">
                    <a:alpha val="9855"/>
                  </a:srgbClr>
                </a:gs>
                <a:gs pos="71429">
                  <a:srgbClr val="FDFFE3">
                    <a:alpha val="4740"/>
                  </a:srgbClr>
                </a:gs>
                <a:gs pos="85714">
                  <a:srgbClr val="FDFFE3">
                    <a:alpha val="1902"/>
                  </a:srgbClr>
                </a:gs>
                <a:gs pos="100000">
                  <a:srgbClr val="FDFF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3615334">
              <a:off x="875198" y="1472921"/>
              <a:ext cx="532079" cy="302869"/>
            </a:xfrm>
            <a:prstGeom prst="ellipse">
              <a:avLst/>
            </a:prstGeom>
            <a:gradFill>
              <a:gsLst>
                <a:gs pos="0">
                  <a:srgbClr val="000096">
                    <a:alpha val="32968"/>
                  </a:srgbClr>
                </a:gs>
                <a:gs pos="14286">
                  <a:srgbClr val="000096">
                    <a:alpha val="30764"/>
                  </a:srgbClr>
                </a:gs>
                <a:gs pos="28571">
                  <a:srgbClr val="000096">
                    <a:alpha val="24833"/>
                  </a:srgbClr>
                </a:gs>
                <a:gs pos="42857">
                  <a:srgbClr val="000096">
                    <a:alpha val="17075"/>
                  </a:srgbClr>
                </a:gs>
                <a:gs pos="57143">
                  <a:srgbClr val="000096">
                    <a:alpha val="9855"/>
                  </a:srgbClr>
                </a:gs>
                <a:gs pos="71429">
                  <a:srgbClr val="000096">
                    <a:alpha val="4740"/>
                  </a:srgbClr>
                </a:gs>
                <a:gs pos="85714">
                  <a:srgbClr val="000096">
                    <a:alpha val="1902"/>
                  </a:srgbClr>
                </a:gs>
                <a:gs pos="100000">
                  <a:srgbClr val="0000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7345658">
              <a:off x="2014759" y="892482"/>
              <a:ext cx="282856" cy="36015"/>
            </a:xfrm>
            <a:prstGeom prst="ellipse">
              <a:avLst/>
            </a:prstGeom>
            <a:gradFill>
              <a:gsLst>
                <a:gs pos="0">
                  <a:srgbClr val="F2FFC5">
                    <a:alpha val="32816"/>
                  </a:srgbClr>
                </a:gs>
                <a:gs pos="14286">
                  <a:srgbClr val="F2FFC5">
                    <a:alpha val="30620"/>
                  </a:srgbClr>
                </a:gs>
                <a:gs pos="28571">
                  <a:srgbClr val="F2FFC5">
                    <a:alpha val="24712"/>
                  </a:srgbClr>
                </a:gs>
                <a:gs pos="42857">
                  <a:srgbClr val="F2FFC5">
                    <a:alpha val="16988"/>
                  </a:srgbClr>
                </a:gs>
                <a:gs pos="57143">
                  <a:srgbClr val="F2FFC5">
                    <a:alpha val="9802"/>
                  </a:srgbClr>
                </a:gs>
                <a:gs pos="71429">
                  <a:srgbClr val="F2FFC5">
                    <a:alpha val="4714"/>
                  </a:srgbClr>
                </a:gs>
                <a:gs pos="85714">
                  <a:srgbClr val="F2FFC5">
                    <a:alpha val="1891"/>
                  </a:srgbClr>
                </a:gs>
                <a:gs pos="100000">
                  <a:srgbClr val="F2FFC5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-10552870">
              <a:off x="1368782" y="1042052"/>
              <a:ext cx="62068" cy="15517"/>
            </a:xfrm>
            <a:prstGeom prst="ellipse">
              <a:avLst/>
            </a:prstGeom>
            <a:gradFill>
              <a:gsLst>
                <a:gs pos="0">
                  <a:srgbClr val="89E4E9">
                    <a:alpha val="18026"/>
                  </a:srgbClr>
                </a:gs>
                <a:gs pos="14286">
                  <a:srgbClr val="89E4E9">
                    <a:alpha val="16697"/>
                  </a:srgbClr>
                </a:gs>
                <a:gs pos="28571">
                  <a:srgbClr val="89E4E9">
                    <a:alpha val="13224"/>
                  </a:srgbClr>
                </a:gs>
                <a:gs pos="42857">
                  <a:srgbClr val="89E4E9">
                    <a:alpha val="8884"/>
                  </a:srgbClr>
                </a:gs>
                <a:gs pos="57143">
                  <a:srgbClr val="89E4E9">
                    <a:alpha val="5025"/>
                  </a:srgbClr>
                </a:gs>
                <a:gs pos="71429">
                  <a:srgbClr val="89E4E9">
                    <a:alpha val="2384"/>
                  </a:srgbClr>
                </a:gs>
                <a:gs pos="85714">
                  <a:srgbClr val="89E4E9">
                    <a:alpha val="950"/>
                  </a:srgbClr>
                </a:gs>
                <a:gs pos="100000">
                  <a:srgbClr val="89E4E9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9256341">
              <a:off x="1519236" y="2742273"/>
              <a:ext cx="68461" cy="17709"/>
            </a:xfrm>
            <a:prstGeom prst="ellipse">
              <a:avLst/>
            </a:prstGeom>
            <a:gradFill>
              <a:gsLst>
                <a:gs pos="0">
                  <a:srgbClr val="8583AA">
                    <a:alpha val="16418"/>
                  </a:srgbClr>
                </a:gs>
                <a:gs pos="14286">
                  <a:srgbClr val="8583AA">
                    <a:alpha val="15197"/>
                  </a:srgbClr>
                </a:gs>
                <a:gs pos="28571">
                  <a:srgbClr val="8583AA">
                    <a:alpha val="12013"/>
                  </a:srgbClr>
                </a:gs>
                <a:gs pos="42857">
                  <a:srgbClr val="8583AA">
                    <a:alpha val="8052"/>
                  </a:srgbClr>
                </a:gs>
                <a:gs pos="57143">
                  <a:srgbClr val="8583AA">
                    <a:alpha val="4545"/>
                  </a:srgbClr>
                </a:gs>
                <a:gs pos="71429">
                  <a:srgbClr val="8583AA">
                    <a:alpha val="2154"/>
                  </a:srgbClr>
                </a:gs>
                <a:gs pos="85714">
                  <a:srgbClr val="8583AA">
                    <a:alpha val="857"/>
                  </a:srgbClr>
                </a:gs>
                <a:gs pos="100000">
                  <a:srgbClr val="8583AA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-10791503">
              <a:off x="1811428" y="1008032"/>
              <a:ext cx="68461" cy="17739"/>
            </a:xfrm>
            <a:prstGeom prst="ellipse">
              <a:avLst/>
            </a:prstGeom>
            <a:gradFill>
              <a:gsLst>
                <a:gs pos="0">
                  <a:srgbClr val="8FB1D0">
                    <a:alpha val="16395"/>
                  </a:srgbClr>
                </a:gs>
                <a:gs pos="14286">
                  <a:srgbClr val="8FB1D0">
                    <a:alpha val="15176"/>
                  </a:srgbClr>
                </a:gs>
                <a:gs pos="28571">
                  <a:srgbClr val="8FB1D0">
                    <a:alpha val="11997"/>
                  </a:srgbClr>
                </a:gs>
                <a:gs pos="42857">
                  <a:srgbClr val="8FB1D0">
                    <a:alpha val="8041"/>
                  </a:srgbClr>
                </a:gs>
                <a:gs pos="57143">
                  <a:srgbClr val="8FB1D0">
                    <a:alpha val="4538"/>
                  </a:srgbClr>
                </a:gs>
                <a:gs pos="71429">
                  <a:srgbClr val="8FB1D0">
                    <a:alpha val="2151"/>
                  </a:srgbClr>
                </a:gs>
                <a:gs pos="85714">
                  <a:srgbClr val="8FB1D0">
                    <a:alpha val="856"/>
                  </a:srgbClr>
                </a:gs>
                <a:gs pos="100000">
                  <a:srgbClr val="8FB1D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6624392">
              <a:off x="1158035" y="1261116"/>
              <a:ext cx="59673" cy="14918"/>
            </a:xfrm>
            <a:prstGeom prst="ellipse">
              <a:avLst/>
            </a:prstGeom>
            <a:gradFill>
              <a:gsLst>
                <a:gs pos="0">
                  <a:srgbClr val="77A7D7">
                    <a:alpha val="18459"/>
                  </a:srgbClr>
                </a:gs>
                <a:gs pos="14286">
                  <a:srgbClr val="77A7D7">
                    <a:alpha val="17102"/>
                  </a:srgbClr>
                </a:gs>
                <a:gs pos="28571">
                  <a:srgbClr val="77A7D7">
                    <a:alpha val="13552"/>
                  </a:srgbClr>
                </a:gs>
                <a:gs pos="42857">
                  <a:srgbClr val="77A7D7">
                    <a:alpha val="9110"/>
                  </a:srgbClr>
                </a:gs>
                <a:gs pos="57143">
                  <a:srgbClr val="77A7D7">
                    <a:alpha val="5155"/>
                  </a:srgbClr>
                </a:gs>
                <a:gs pos="71429">
                  <a:srgbClr val="77A7D7">
                    <a:alpha val="2447"/>
                  </a:srgbClr>
                </a:gs>
                <a:gs pos="85714">
                  <a:srgbClr val="77A7D7">
                    <a:alpha val="975"/>
                  </a:srgbClr>
                </a:gs>
                <a:gs pos="100000">
                  <a:srgbClr val="77A7D7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9922979">
              <a:off x="1244415" y="923604"/>
              <a:ext cx="285099" cy="58857"/>
            </a:xfrm>
            <a:prstGeom prst="ellipse">
              <a:avLst/>
            </a:prstGeom>
            <a:gradFill>
              <a:gsLst>
                <a:gs pos="0">
                  <a:srgbClr val="E6FFF9">
                    <a:alpha val="32968"/>
                  </a:srgbClr>
                </a:gs>
                <a:gs pos="14286">
                  <a:srgbClr val="E6FFF9">
                    <a:alpha val="30764"/>
                  </a:srgbClr>
                </a:gs>
                <a:gs pos="28571">
                  <a:srgbClr val="E6FFF9">
                    <a:alpha val="24833"/>
                  </a:srgbClr>
                </a:gs>
                <a:gs pos="42857">
                  <a:srgbClr val="E6FFF9">
                    <a:alpha val="17075"/>
                  </a:srgbClr>
                </a:gs>
                <a:gs pos="57143">
                  <a:srgbClr val="E6FFF9">
                    <a:alpha val="9855"/>
                  </a:srgbClr>
                </a:gs>
                <a:gs pos="71429">
                  <a:srgbClr val="E6FFF9">
                    <a:alpha val="4740"/>
                  </a:srgbClr>
                </a:gs>
                <a:gs pos="85714">
                  <a:srgbClr val="E6FFF9">
                    <a:alpha val="1902"/>
                  </a:srgbClr>
                </a:gs>
                <a:gs pos="100000">
                  <a:srgbClr val="E6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10786899">
              <a:off x="1744005" y="1603761"/>
              <a:ext cx="321370" cy="65436"/>
            </a:xfrm>
            <a:prstGeom prst="ellipse">
              <a:avLst/>
            </a:prstGeom>
            <a:gradFill>
              <a:gsLst>
                <a:gs pos="0">
                  <a:srgbClr val="EBE5FF">
                    <a:alpha val="32968"/>
                  </a:srgbClr>
                </a:gs>
                <a:gs pos="14286">
                  <a:srgbClr val="EBE5FF">
                    <a:alpha val="30764"/>
                  </a:srgbClr>
                </a:gs>
                <a:gs pos="28571">
                  <a:srgbClr val="EBE5FF">
                    <a:alpha val="24833"/>
                  </a:srgbClr>
                </a:gs>
                <a:gs pos="42857">
                  <a:srgbClr val="EBE5FF">
                    <a:alpha val="17075"/>
                  </a:srgbClr>
                </a:gs>
                <a:gs pos="57143">
                  <a:srgbClr val="EBE5FF">
                    <a:alpha val="9855"/>
                  </a:srgbClr>
                </a:gs>
                <a:gs pos="71429">
                  <a:srgbClr val="EBE5FF">
                    <a:alpha val="4740"/>
                  </a:srgbClr>
                </a:gs>
                <a:gs pos="85714">
                  <a:srgbClr val="EBE5FF">
                    <a:alpha val="1902"/>
                  </a:srgbClr>
                </a:gs>
                <a:gs pos="100000">
                  <a:srgbClr val="EBE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9660228">
              <a:off x="641360" y="1184391"/>
              <a:ext cx="546796" cy="54747"/>
            </a:xfrm>
            <a:prstGeom prst="ellipse">
              <a:avLst/>
            </a:prstGeom>
            <a:gradFill>
              <a:gsLst>
                <a:gs pos="0">
                  <a:srgbClr val="FFFFE5">
                    <a:alpha val="32968"/>
                  </a:srgbClr>
                </a:gs>
                <a:gs pos="14286">
                  <a:srgbClr val="FFFFE5">
                    <a:alpha val="30764"/>
                  </a:srgbClr>
                </a:gs>
                <a:gs pos="28571">
                  <a:srgbClr val="FFFFE5">
                    <a:alpha val="24833"/>
                  </a:srgbClr>
                </a:gs>
                <a:gs pos="42857">
                  <a:srgbClr val="FFFFE5">
                    <a:alpha val="17075"/>
                  </a:srgbClr>
                </a:gs>
                <a:gs pos="57143">
                  <a:srgbClr val="FFFFE5">
                    <a:alpha val="9855"/>
                  </a:srgbClr>
                </a:gs>
                <a:gs pos="71429">
                  <a:srgbClr val="FFFFE5">
                    <a:alpha val="4740"/>
                  </a:srgbClr>
                </a:gs>
                <a:gs pos="85714">
                  <a:srgbClr val="FFFFE5">
                    <a:alpha val="1902"/>
                  </a:srgbClr>
                </a:gs>
                <a:gs pos="100000">
                  <a:srgbClr val="FF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-10232036">
              <a:off x="1304979" y="1223818"/>
              <a:ext cx="310160" cy="45780"/>
            </a:xfrm>
            <a:prstGeom prst="ellipse">
              <a:avLst/>
            </a:prstGeom>
            <a:gradFill>
              <a:gsLst>
                <a:gs pos="0">
                  <a:srgbClr val="000092">
                    <a:alpha val="32968"/>
                  </a:srgbClr>
                </a:gs>
                <a:gs pos="14286">
                  <a:srgbClr val="000092">
                    <a:alpha val="30764"/>
                  </a:srgbClr>
                </a:gs>
                <a:gs pos="28571">
                  <a:srgbClr val="000092">
                    <a:alpha val="24833"/>
                  </a:srgbClr>
                </a:gs>
                <a:gs pos="42857">
                  <a:srgbClr val="000092">
                    <a:alpha val="17075"/>
                  </a:srgbClr>
                </a:gs>
                <a:gs pos="57143">
                  <a:srgbClr val="000092">
                    <a:alpha val="9855"/>
                  </a:srgbClr>
                </a:gs>
                <a:gs pos="71429">
                  <a:srgbClr val="000092">
                    <a:alpha val="4740"/>
                  </a:srgbClr>
                </a:gs>
                <a:gs pos="85714">
                  <a:srgbClr val="000092">
                    <a:alpha val="1902"/>
                  </a:srgbClr>
                </a:gs>
                <a:gs pos="100000">
                  <a:srgbClr val="0000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8795495">
              <a:off x="1955156" y="807504"/>
              <a:ext cx="67581" cy="16895"/>
            </a:xfrm>
            <a:prstGeom prst="ellipse">
              <a:avLst/>
            </a:prstGeom>
            <a:gradFill>
              <a:gsLst>
                <a:gs pos="0">
                  <a:srgbClr val="8296BC">
                    <a:alpha val="17018"/>
                  </a:srgbClr>
                </a:gs>
                <a:gs pos="14286">
                  <a:srgbClr val="8296BC">
                    <a:alpha val="15757"/>
                  </a:srgbClr>
                </a:gs>
                <a:gs pos="28571">
                  <a:srgbClr val="8296BC">
                    <a:alpha val="12465"/>
                  </a:srgbClr>
                </a:gs>
                <a:gs pos="42857">
                  <a:srgbClr val="8296BC">
                    <a:alpha val="8362"/>
                  </a:srgbClr>
                </a:gs>
                <a:gs pos="57143">
                  <a:srgbClr val="8296BC">
                    <a:alpha val="4723"/>
                  </a:srgbClr>
                </a:gs>
                <a:gs pos="71429">
                  <a:srgbClr val="8296BC">
                    <a:alpha val="2239"/>
                  </a:srgbClr>
                </a:gs>
                <a:gs pos="85714">
                  <a:srgbClr val="8296BC">
                    <a:alpha val="892"/>
                  </a:srgbClr>
                </a:gs>
                <a:gs pos="100000">
                  <a:srgbClr val="8296BC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10459726">
              <a:off x="2080598" y="955696"/>
              <a:ext cx="511237" cy="67877"/>
            </a:xfrm>
            <a:prstGeom prst="ellipse">
              <a:avLst/>
            </a:prstGeom>
            <a:gradFill>
              <a:gsLst>
                <a:gs pos="0">
                  <a:srgbClr val="EFFFAD">
                    <a:alpha val="32968"/>
                  </a:srgbClr>
                </a:gs>
                <a:gs pos="14286">
                  <a:srgbClr val="EFFFAD">
                    <a:alpha val="30764"/>
                  </a:srgbClr>
                </a:gs>
                <a:gs pos="28571">
                  <a:srgbClr val="EFFFAD">
                    <a:alpha val="24833"/>
                  </a:srgbClr>
                </a:gs>
                <a:gs pos="42857">
                  <a:srgbClr val="EFFFAD">
                    <a:alpha val="17075"/>
                  </a:srgbClr>
                </a:gs>
                <a:gs pos="57143">
                  <a:srgbClr val="EFFFAD">
                    <a:alpha val="9855"/>
                  </a:srgbClr>
                </a:gs>
                <a:gs pos="71429">
                  <a:srgbClr val="EFFFAD">
                    <a:alpha val="4740"/>
                  </a:srgbClr>
                </a:gs>
                <a:gs pos="85714">
                  <a:srgbClr val="EFFFAD">
                    <a:alpha val="1902"/>
                  </a:srgbClr>
                </a:gs>
                <a:gs pos="100000">
                  <a:srgbClr val="EFFF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10107947">
              <a:off x="1907413" y="1496362"/>
              <a:ext cx="68461" cy="17147"/>
            </a:xfrm>
            <a:prstGeom prst="ellipse">
              <a:avLst/>
            </a:prstGeom>
            <a:gradFill>
              <a:gsLst>
                <a:gs pos="0">
                  <a:srgbClr val="4F668D">
                    <a:alpha val="16833"/>
                  </a:srgbClr>
                </a:gs>
                <a:gs pos="14286">
                  <a:srgbClr val="4F668D">
                    <a:alpha val="15584"/>
                  </a:srgbClr>
                </a:gs>
                <a:gs pos="28571">
                  <a:srgbClr val="4F668D">
                    <a:alpha val="12326"/>
                  </a:srgbClr>
                </a:gs>
                <a:gs pos="42857">
                  <a:srgbClr val="4F668D">
                    <a:alpha val="8266"/>
                  </a:srgbClr>
                </a:gs>
                <a:gs pos="57143">
                  <a:srgbClr val="4F668D">
                    <a:alpha val="4668"/>
                  </a:srgbClr>
                </a:gs>
                <a:gs pos="71429">
                  <a:srgbClr val="4F668D">
                    <a:alpha val="2213"/>
                  </a:srgbClr>
                </a:gs>
                <a:gs pos="85714">
                  <a:srgbClr val="4F668D">
                    <a:alpha val="881"/>
                  </a:srgbClr>
                </a:gs>
                <a:gs pos="100000">
                  <a:srgbClr val="4F668D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-9183063">
              <a:off x="2051933" y="507956"/>
              <a:ext cx="214056" cy="36046"/>
            </a:xfrm>
            <a:prstGeom prst="ellipse">
              <a:avLst/>
            </a:prstGeom>
            <a:gradFill>
              <a:gsLst>
                <a:gs pos="0">
                  <a:srgbClr val="DCE1FF">
                    <a:alpha val="32968"/>
                  </a:srgbClr>
                </a:gs>
                <a:gs pos="14286">
                  <a:srgbClr val="DCE1FF">
                    <a:alpha val="30764"/>
                  </a:srgbClr>
                </a:gs>
                <a:gs pos="28571">
                  <a:srgbClr val="DCE1FF">
                    <a:alpha val="24833"/>
                  </a:srgbClr>
                </a:gs>
                <a:gs pos="42857">
                  <a:srgbClr val="DCE1FF">
                    <a:alpha val="17075"/>
                  </a:srgbClr>
                </a:gs>
                <a:gs pos="57143">
                  <a:srgbClr val="DCE1FF">
                    <a:alpha val="9855"/>
                  </a:srgbClr>
                </a:gs>
                <a:gs pos="71429">
                  <a:srgbClr val="DCE1FF">
                    <a:alpha val="4740"/>
                  </a:srgbClr>
                </a:gs>
                <a:gs pos="85714">
                  <a:srgbClr val="DCE1FF">
                    <a:alpha val="1902"/>
                  </a:srgbClr>
                </a:gs>
                <a:gs pos="100000">
                  <a:srgbClr val="DCE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10069028">
              <a:off x="1438679" y="840964"/>
              <a:ext cx="428721" cy="43026"/>
            </a:xfrm>
            <a:prstGeom prst="ellipse">
              <a:avLst/>
            </a:prstGeom>
            <a:gradFill>
              <a:gsLst>
                <a:gs pos="0">
                  <a:srgbClr val="FFFFE0">
                    <a:alpha val="32968"/>
                  </a:srgbClr>
                </a:gs>
                <a:gs pos="14286">
                  <a:srgbClr val="FFFFE0">
                    <a:alpha val="30764"/>
                  </a:srgbClr>
                </a:gs>
                <a:gs pos="28571">
                  <a:srgbClr val="FFFFE0">
                    <a:alpha val="24833"/>
                  </a:srgbClr>
                </a:gs>
                <a:gs pos="42857">
                  <a:srgbClr val="FFFFE0">
                    <a:alpha val="17075"/>
                  </a:srgbClr>
                </a:gs>
                <a:gs pos="57143">
                  <a:srgbClr val="FFFFE0">
                    <a:alpha val="9855"/>
                  </a:srgbClr>
                </a:gs>
                <a:gs pos="71429">
                  <a:srgbClr val="FFFFE0">
                    <a:alpha val="4740"/>
                  </a:srgbClr>
                </a:gs>
                <a:gs pos="85714">
                  <a:srgbClr val="FFFFE0">
                    <a:alpha val="1902"/>
                  </a:srgbClr>
                </a:gs>
                <a:gs pos="100000">
                  <a:srgbClr val="FFFF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10365910">
              <a:off x="1633198" y="716136"/>
              <a:ext cx="66036" cy="16509"/>
            </a:xfrm>
            <a:prstGeom prst="ellipse">
              <a:avLst/>
            </a:prstGeom>
            <a:gradFill>
              <a:gsLst>
                <a:gs pos="0">
                  <a:srgbClr val="4986C1">
                    <a:alpha val="17302"/>
                  </a:srgbClr>
                </a:gs>
                <a:gs pos="14286">
                  <a:srgbClr val="4986C1">
                    <a:alpha val="16021"/>
                  </a:srgbClr>
                </a:gs>
                <a:gs pos="28571">
                  <a:srgbClr val="4986C1">
                    <a:alpha val="12678"/>
                  </a:srgbClr>
                </a:gs>
                <a:gs pos="42857">
                  <a:srgbClr val="4986C1">
                    <a:alpha val="8509"/>
                  </a:srgbClr>
                </a:gs>
                <a:gs pos="57143">
                  <a:srgbClr val="4986C1">
                    <a:alpha val="4808"/>
                  </a:srgbClr>
                </a:gs>
                <a:gs pos="71429">
                  <a:srgbClr val="4986C1">
                    <a:alpha val="2280"/>
                  </a:srgbClr>
                </a:gs>
                <a:gs pos="85714">
                  <a:srgbClr val="4986C1">
                    <a:alpha val="908"/>
                  </a:srgbClr>
                </a:gs>
                <a:gs pos="100000">
                  <a:srgbClr val="4986C1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8944569">
              <a:off x="1140534" y="1437271"/>
              <a:ext cx="67618" cy="16904"/>
            </a:xfrm>
            <a:prstGeom prst="ellipse">
              <a:avLst/>
            </a:prstGeom>
            <a:gradFill>
              <a:gsLst>
                <a:gs pos="0">
                  <a:srgbClr val="347DA9">
                    <a:alpha val="17011"/>
                  </a:srgbClr>
                </a:gs>
                <a:gs pos="14286">
                  <a:srgbClr val="347DA9">
                    <a:alpha val="15750"/>
                  </a:srgbClr>
                </a:gs>
                <a:gs pos="28571">
                  <a:srgbClr val="347DA9">
                    <a:alpha val="12460"/>
                  </a:srgbClr>
                </a:gs>
                <a:gs pos="42857">
                  <a:srgbClr val="347DA9">
                    <a:alpha val="8358"/>
                  </a:srgbClr>
                </a:gs>
                <a:gs pos="57143">
                  <a:srgbClr val="347DA9">
                    <a:alpha val="4721"/>
                  </a:srgbClr>
                </a:gs>
                <a:gs pos="71429">
                  <a:srgbClr val="347DA9">
                    <a:alpha val="2238"/>
                  </a:srgbClr>
                </a:gs>
                <a:gs pos="85714">
                  <a:srgbClr val="347DA9">
                    <a:alpha val="891"/>
                  </a:srgbClr>
                </a:gs>
                <a:gs pos="100000">
                  <a:srgbClr val="347DA9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8808799">
              <a:off x="1394910" y="434328"/>
              <a:ext cx="453173" cy="77616"/>
            </a:xfrm>
            <a:prstGeom prst="ellipse">
              <a:avLst/>
            </a:prstGeom>
            <a:gradFill>
              <a:gsLst>
                <a:gs pos="0">
                  <a:srgbClr val="0000B8">
                    <a:alpha val="32968"/>
                  </a:srgbClr>
                </a:gs>
                <a:gs pos="14286">
                  <a:srgbClr val="0000B8">
                    <a:alpha val="30764"/>
                  </a:srgbClr>
                </a:gs>
                <a:gs pos="28571">
                  <a:srgbClr val="0000B8">
                    <a:alpha val="24833"/>
                  </a:srgbClr>
                </a:gs>
                <a:gs pos="42857">
                  <a:srgbClr val="0000B8">
                    <a:alpha val="17075"/>
                  </a:srgbClr>
                </a:gs>
                <a:gs pos="57143">
                  <a:srgbClr val="0000B8">
                    <a:alpha val="9855"/>
                  </a:srgbClr>
                </a:gs>
                <a:gs pos="71429">
                  <a:srgbClr val="0000B8">
                    <a:alpha val="4740"/>
                  </a:srgbClr>
                </a:gs>
                <a:gs pos="85714">
                  <a:srgbClr val="0000B8">
                    <a:alpha val="1902"/>
                  </a:srgbClr>
                </a:gs>
                <a:gs pos="100000">
                  <a:srgbClr val="0000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10382489">
              <a:off x="1808350" y="1527387"/>
              <a:ext cx="56965" cy="14241"/>
            </a:xfrm>
            <a:prstGeom prst="ellipse">
              <a:avLst/>
            </a:prstGeom>
            <a:gradFill>
              <a:gsLst>
                <a:gs pos="0">
                  <a:srgbClr val="9AB1D0">
                    <a:alpha val="18947"/>
                  </a:srgbClr>
                </a:gs>
                <a:gs pos="14286">
                  <a:srgbClr val="9AB1D0">
                    <a:alpha val="17558"/>
                  </a:srgbClr>
                </a:gs>
                <a:gs pos="28571">
                  <a:srgbClr val="9AB1D0">
                    <a:alpha val="13922"/>
                  </a:srgbClr>
                </a:gs>
                <a:gs pos="42857">
                  <a:srgbClr val="9AB1D0">
                    <a:alpha val="9365"/>
                  </a:srgbClr>
                </a:gs>
                <a:gs pos="57143">
                  <a:srgbClr val="9AB1D0">
                    <a:alpha val="5303"/>
                  </a:srgbClr>
                </a:gs>
                <a:gs pos="71429">
                  <a:srgbClr val="9AB1D0">
                    <a:alpha val="2518"/>
                  </a:srgbClr>
                </a:gs>
                <a:gs pos="85714">
                  <a:srgbClr val="9AB1D0">
                    <a:alpha val="1003"/>
                  </a:srgbClr>
                </a:gs>
                <a:gs pos="100000">
                  <a:srgbClr val="9AB1D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6933779">
              <a:off x="1164166" y="611916"/>
              <a:ext cx="369740" cy="1448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10549296">
              <a:off x="579349" y="916823"/>
              <a:ext cx="592569" cy="3650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3841143">
              <a:off x="2227393" y="1460457"/>
              <a:ext cx="380837" cy="122741"/>
            </a:xfrm>
            <a:prstGeom prst="ellipse">
              <a:avLst/>
            </a:prstGeom>
            <a:gradFill>
              <a:gsLst>
                <a:gs pos="0">
                  <a:srgbClr val="FFFFDC">
                    <a:alpha val="32968"/>
                  </a:srgbClr>
                </a:gs>
                <a:gs pos="14286">
                  <a:srgbClr val="FFFFDC">
                    <a:alpha val="30764"/>
                  </a:srgbClr>
                </a:gs>
                <a:gs pos="28571">
                  <a:srgbClr val="FFFFDC">
                    <a:alpha val="24833"/>
                  </a:srgbClr>
                </a:gs>
                <a:gs pos="42857">
                  <a:srgbClr val="FFFFDC">
                    <a:alpha val="17075"/>
                  </a:srgbClr>
                </a:gs>
                <a:gs pos="57143">
                  <a:srgbClr val="FFFFDC">
                    <a:alpha val="9855"/>
                  </a:srgbClr>
                </a:gs>
                <a:gs pos="71429">
                  <a:srgbClr val="FFFFDC">
                    <a:alpha val="4740"/>
                  </a:srgbClr>
                </a:gs>
                <a:gs pos="85714">
                  <a:srgbClr val="FFFFDC">
                    <a:alpha val="1902"/>
                  </a:srgbClr>
                </a:gs>
                <a:gs pos="100000">
                  <a:srgbClr val="FFFF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-10246419">
              <a:off x="1821277" y="1079826"/>
              <a:ext cx="68461" cy="17615"/>
            </a:xfrm>
            <a:prstGeom prst="ellipse">
              <a:avLst/>
            </a:prstGeom>
            <a:gradFill>
              <a:gsLst>
                <a:gs pos="0">
                  <a:srgbClr val="93A2C6">
                    <a:alpha val="16487"/>
                  </a:srgbClr>
                </a:gs>
                <a:gs pos="14286">
                  <a:srgbClr val="93A2C6">
                    <a:alpha val="15261"/>
                  </a:srgbClr>
                </a:gs>
                <a:gs pos="28571">
                  <a:srgbClr val="93A2C6">
                    <a:alpha val="12065"/>
                  </a:srgbClr>
                </a:gs>
                <a:gs pos="42857">
                  <a:srgbClr val="93A2C6">
                    <a:alpha val="8088"/>
                  </a:srgbClr>
                </a:gs>
                <a:gs pos="57143">
                  <a:srgbClr val="93A2C6">
                    <a:alpha val="4566"/>
                  </a:srgbClr>
                </a:gs>
                <a:gs pos="71429">
                  <a:srgbClr val="93A2C6">
                    <a:alpha val="2164"/>
                  </a:srgbClr>
                </a:gs>
                <a:gs pos="85714">
                  <a:srgbClr val="93A2C6">
                    <a:alpha val="861"/>
                  </a:srgbClr>
                </a:gs>
                <a:gs pos="100000">
                  <a:srgbClr val="93A2C6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9360440">
              <a:off x="2202736" y="705001"/>
              <a:ext cx="68461" cy="17410"/>
            </a:xfrm>
            <a:prstGeom prst="ellipse">
              <a:avLst/>
            </a:prstGeom>
            <a:gradFill>
              <a:gsLst>
                <a:gs pos="0">
                  <a:srgbClr val="AA7870">
                    <a:alpha val="16639"/>
                  </a:srgbClr>
                </a:gs>
                <a:gs pos="14286">
                  <a:srgbClr val="AA7870">
                    <a:alpha val="15403"/>
                  </a:srgbClr>
                </a:gs>
                <a:gs pos="28571">
                  <a:srgbClr val="AA7870">
                    <a:alpha val="12179"/>
                  </a:srgbClr>
                </a:gs>
                <a:gs pos="42857">
                  <a:srgbClr val="AA7870">
                    <a:alpha val="8166"/>
                  </a:srgbClr>
                </a:gs>
                <a:gs pos="57143">
                  <a:srgbClr val="AA7870">
                    <a:alpha val="4611"/>
                  </a:srgbClr>
                </a:gs>
                <a:gs pos="71429">
                  <a:srgbClr val="AA7870">
                    <a:alpha val="2185"/>
                  </a:srgbClr>
                </a:gs>
                <a:gs pos="85714">
                  <a:srgbClr val="AA7870">
                    <a:alpha val="870"/>
                  </a:srgbClr>
                </a:gs>
                <a:gs pos="100000">
                  <a:srgbClr val="AA7870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10284546">
              <a:off x="1666646" y="1026919"/>
              <a:ext cx="330365" cy="368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6557927">
              <a:off x="2546180" y="1159586"/>
              <a:ext cx="68461" cy="17539"/>
            </a:xfrm>
            <a:prstGeom prst="ellipse">
              <a:avLst/>
            </a:prstGeom>
            <a:gradFill>
              <a:gsLst>
                <a:gs pos="0">
                  <a:srgbClr val="A95A6A">
                    <a:alpha val="16544"/>
                  </a:srgbClr>
                </a:gs>
                <a:gs pos="14286">
                  <a:srgbClr val="A95A6A">
                    <a:alpha val="15314"/>
                  </a:srgbClr>
                </a:gs>
                <a:gs pos="28571">
                  <a:srgbClr val="A95A6A">
                    <a:alpha val="12108"/>
                  </a:srgbClr>
                </a:gs>
                <a:gs pos="42857">
                  <a:srgbClr val="A95A6A">
                    <a:alpha val="8117"/>
                  </a:srgbClr>
                </a:gs>
                <a:gs pos="57143">
                  <a:srgbClr val="A95A6A">
                    <a:alpha val="4582"/>
                  </a:srgbClr>
                </a:gs>
                <a:gs pos="71429">
                  <a:srgbClr val="A95A6A">
                    <a:alpha val="2172"/>
                  </a:srgbClr>
                </a:gs>
                <a:gs pos="85714">
                  <a:srgbClr val="A95A6A">
                    <a:alpha val="864"/>
                  </a:srgbClr>
                </a:gs>
                <a:gs pos="100000">
                  <a:srgbClr val="A95A6A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3005228">
              <a:off x="2380425" y="842170"/>
              <a:ext cx="370828" cy="45548"/>
            </a:xfrm>
            <a:prstGeom prst="ellipse">
              <a:avLst/>
            </a:prstGeom>
            <a:gradFill>
              <a:gsLst>
                <a:gs pos="0">
                  <a:srgbClr val="90006E">
                    <a:alpha val="32968"/>
                  </a:srgbClr>
                </a:gs>
                <a:gs pos="14286">
                  <a:srgbClr val="90006E">
                    <a:alpha val="30764"/>
                  </a:srgbClr>
                </a:gs>
                <a:gs pos="28571">
                  <a:srgbClr val="90006E">
                    <a:alpha val="24833"/>
                  </a:srgbClr>
                </a:gs>
                <a:gs pos="42857">
                  <a:srgbClr val="90006E">
                    <a:alpha val="17075"/>
                  </a:srgbClr>
                </a:gs>
                <a:gs pos="57143">
                  <a:srgbClr val="90006E">
                    <a:alpha val="9855"/>
                  </a:srgbClr>
                </a:gs>
                <a:gs pos="71429">
                  <a:srgbClr val="90006E">
                    <a:alpha val="4740"/>
                  </a:srgbClr>
                </a:gs>
                <a:gs pos="85714">
                  <a:srgbClr val="90006E">
                    <a:alpha val="1902"/>
                  </a:srgbClr>
                </a:gs>
                <a:gs pos="100000">
                  <a:srgbClr val="9000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9243842">
              <a:off x="2181228" y="940196"/>
              <a:ext cx="222828" cy="33971"/>
            </a:xfrm>
            <a:prstGeom prst="ellipse">
              <a:avLst/>
            </a:prstGeom>
            <a:gradFill>
              <a:gsLst>
                <a:gs pos="0">
                  <a:srgbClr val="F6F7A0">
                    <a:alpha val="32968"/>
                  </a:srgbClr>
                </a:gs>
                <a:gs pos="14286">
                  <a:srgbClr val="F6F7A0">
                    <a:alpha val="30764"/>
                  </a:srgbClr>
                </a:gs>
                <a:gs pos="28571">
                  <a:srgbClr val="F6F7A0">
                    <a:alpha val="24833"/>
                  </a:srgbClr>
                </a:gs>
                <a:gs pos="42857">
                  <a:srgbClr val="F6F7A0">
                    <a:alpha val="17075"/>
                  </a:srgbClr>
                </a:gs>
                <a:gs pos="57143">
                  <a:srgbClr val="F6F7A0">
                    <a:alpha val="9855"/>
                  </a:srgbClr>
                </a:gs>
                <a:gs pos="71429">
                  <a:srgbClr val="F6F7A0">
                    <a:alpha val="4740"/>
                  </a:srgbClr>
                </a:gs>
                <a:gs pos="85714">
                  <a:srgbClr val="F6F7A0">
                    <a:alpha val="1902"/>
                  </a:srgbClr>
                </a:gs>
                <a:gs pos="100000">
                  <a:srgbClr val="F6F7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10419722">
              <a:off x="1470600" y="849544"/>
              <a:ext cx="68461" cy="17806"/>
            </a:xfrm>
            <a:prstGeom prst="ellipse">
              <a:avLst/>
            </a:prstGeom>
            <a:gradFill>
              <a:gsLst>
                <a:gs pos="0">
                  <a:srgbClr val="5CC7BA">
                    <a:alpha val="16346"/>
                  </a:srgbClr>
                </a:gs>
                <a:gs pos="14286">
                  <a:srgbClr val="5CC7BA">
                    <a:alpha val="15129"/>
                  </a:srgbClr>
                </a:gs>
                <a:gs pos="28571">
                  <a:srgbClr val="5CC7BA">
                    <a:alpha val="11959"/>
                  </a:srgbClr>
                </a:gs>
                <a:gs pos="42857">
                  <a:srgbClr val="5CC7BA">
                    <a:alpha val="8015"/>
                  </a:srgbClr>
                </a:gs>
                <a:gs pos="57143">
                  <a:srgbClr val="5CC7BA">
                    <a:alpha val="4524"/>
                  </a:srgbClr>
                </a:gs>
                <a:gs pos="71429">
                  <a:srgbClr val="5CC7BA">
                    <a:alpha val="2144"/>
                  </a:srgbClr>
                </a:gs>
                <a:gs pos="85714">
                  <a:srgbClr val="5CC7BA">
                    <a:alpha val="853"/>
                  </a:srgbClr>
                </a:gs>
                <a:gs pos="100000">
                  <a:srgbClr val="5CC7BA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10317928">
              <a:off x="1296917" y="1613360"/>
              <a:ext cx="68461" cy="17619"/>
            </a:xfrm>
            <a:prstGeom prst="ellipse">
              <a:avLst/>
            </a:prstGeom>
            <a:gradFill>
              <a:gsLst>
                <a:gs pos="0">
                  <a:srgbClr val="73849C">
                    <a:alpha val="16484"/>
                  </a:srgbClr>
                </a:gs>
                <a:gs pos="14286">
                  <a:srgbClr val="73849C">
                    <a:alpha val="15258"/>
                  </a:srgbClr>
                </a:gs>
                <a:gs pos="28571">
                  <a:srgbClr val="73849C">
                    <a:alpha val="12063"/>
                  </a:srgbClr>
                </a:gs>
                <a:gs pos="42857">
                  <a:srgbClr val="73849C">
                    <a:alpha val="8086"/>
                  </a:srgbClr>
                </a:gs>
                <a:gs pos="57143">
                  <a:srgbClr val="73849C">
                    <a:alpha val="4565"/>
                  </a:srgbClr>
                </a:gs>
                <a:gs pos="71429">
                  <a:srgbClr val="73849C">
                    <a:alpha val="2163"/>
                  </a:srgbClr>
                </a:gs>
                <a:gs pos="85714">
                  <a:srgbClr val="73849C">
                    <a:alpha val="861"/>
                  </a:srgbClr>
                </a:gs>
                <a:gs pos="100000">
                  <a:srgbClr val="73849C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-8974421">
              <a:off x="949610" y="867476"/>
              <a:ext cx="68461" cy="17772"/>
            </a:xfrm>
            <a:prstGeom prst="ellipse">
              <a:avLst/>
            </a:prstGeom>
            <a:gradFill>
              <a:gsLst>
                <a:gs pos="0">
                  <a:srgbClr val="A85554">
                    <a:alpha val="16371"/>
                  </a:srgbClr>
                </a:gs>
                <a:gs pos="14286">
                  <a:srgbClr val="A85554">
                    <a:alpha val="15153"/>
                  </a:srgbClr>
                </a:gs>
                <a:gs pos="28571">
                  <a:srgbClr val="A85554">
                    <a:alpha val="11978"/>
                  </a:srgbClr>
                </a:gs>
                <a:gs pos="42857">
                  <a:srgbClr val="A85554">
                    <a:alpha val="8028"/>
                  </a:srgbClr>
                </a:gs>
                <a:gs pos="57143">
                  <a:srgbClr val="A85554">
                    <a:alpha val="4531"/>
                  </a:srgbClr>
                </a:gs>
                <a:gs pos="71429">
                  <a:srgbClr val="A85554">
                    <a:alpha val="2147"/>
                  </a:srgbClr>
                </a:gs>
                <a:gs pos="85714">
                  <a:srgbClr val="A85554">
                    <a:alpha val="855"/>
                  </a:srgbClr>
                </a:gs>
                <a:gs pos="100000">
                  <a:srgbClr val="A85554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10101847">
              <a:off x="1916188" y="766365"/>
              <a:ext cx="170481" cy="84120"/>
            </a:xfrm>
            <a:prstGeom prst="ellipse">
              <a:avLst/>
            </a:prstGeom>
            <a:gradFill>
              <a:gsLst>
                <a:gs pos="0">
                  <a:srgbClr val="ECFFFF">
                    <a:alpha val="32968"/>
                  </a:srgbClr>
                </a:gs>
                <a:gs pos="14286">
                  <a:srgbClr val="ECFFFF">
                    <a:alpha val="30764"/>
                  </a:srgbClr>
                </a:gs>
                <a:gs pos="28571">
                  <a:srgbClr val="ECFFFF">
                    <a:alpha val="24833"/>
                  </a:srgbClr>
                </a:gs>
                <a:gs pos="42857">
                  <a:srgbClr val="ECFFFF">
                    <a:alpha val="17075"/>
                  </a:srgbClr>
                </a:gs>
                <a:gs pos="57143">
                  <a:srgbClr val="ECFFFF">
                    <a:alpha val="9855"/>
                  </a:srgbClr>
                </a:gs>
                <a:gs pos="71429">
                  <a:srgbClr val="ECFFFF">
                    <a:alpha val="4740"/>
                  </a:srgbClr>
                </a:gs>
                <a:gs pos="85714">
                  <a:srgbClr val="ECFFFF">
                    <a:alpha val="1902"/>
                  </a:srgbClr>
                </a:gs>
                <a:gs pos="100000">
                  <a:srgbClr val="E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9563726">
              <a:off x="1196733" y="588705"/>
              <a:ext cx="68461" cy="17849"/>
            </a:xfrm>
            <a:prstGeom prst="ellipse">
              <a:avLst/>
            </a:prstGeom>
            <a:gradFill>
              <a:gsLst>
                <a:gs pos="0">
                  <a:srgbClr val="A7E2F2">
                    <a:alpha val="16314"/>
                  </a:srgbClr>
                </a:gs>
                <a:gs pos="14286">
                  <a:srgbClr val="A7E2F2">
                    <a:alpha val="15100"/>
                  </a:srgbClr>
                </a:gs>
                <a:gs pos="28571">
                  <a:srgbClr val="A7E2F2">
                    <a:alpha val="11935"/>
                  </a:srgbClr>
                </a:gs>
                <a:gs pos="42857">
                  <a:srgbClr val="A7E2F2">
                    <a:alpha val="7999"/>
                  </a:srgbClr>
                </a:gs>
                <a:gs pos="57143">
                  <a:srgbClr val="A7E2F2">
                    <a:alpha val="4514"/>
                  </a:srgbClr>
                </a:gs>
                <a:gs pos="71429">
                  <a:srgbClr val="A7E2F2">
                    <a:alpha val="2139"/>
                  </a:srgbClr>
                </a:gs>
                <a:gs pos="85714">
                  <a:srgbClr val="A7E2F2">
                    <a:alpha val="851"/>
                  </a:srgbClr>
                </a:gs>
                <a:gs pos="100000">
                  <a:srgbClr val="A7E2F2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-10152395">
              <a:off x="598364" y="854150"/>
              <a:ext cx="578562" cy="65951"/>
            </a:xfrm>
            <a:prstGeom prst="ellipse">
              <a:avLst/>
            </a:prstGeom>
            <a:gradFill>
              <a:gsLst>
                <a:gs pos="0">
                  <a:srgbClr val="E8FFD5">
                    <a:alpha val="8767"/>
                  </a:srgbClr>
                </a:gs>
                <a:gs pos="14286">
                  <a:srgbClr val="E8FFD5">
                    <a:alpha val="8087"/>
                  </a:srgbClr>
                </a:gs>
                <a:gs pos="28571">
                  <a:srgbClr val="E8FFD5">
                    <a:alpha val="6338"/>
                  </a:srgbClr>
                </a:gs>
                <a:gs pos="42857">
                  <a:srgbClr val="E8FFD5">
                    <a:alpha val="4204"/>
                  </a:srgbClr>
                </a:gs>
                <a:gs pos="57143">
                  <a:srgbClr val="E8FFD5">
                    <a:alpha val="2352"/>
                  </a:srgbClr>
                </a:gs>
                <a:gs pos="71429">
                  <a:srgbClr val="E8FFD5">
                    <a:alpha val="1108"/>
                  </a:srgbClr>
                </a:gs>
                <a:gs pos="85714">
                  <a:srgbClr val="E8FFD5">
                    <a:alpha val="440"/>
                  </a:srgbClr>
                </a:gs>
                <a:gs pos="100000">
                  <a:srgbClr val="E8FFD5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5416818">
              <a:off x="1686192" y="1602488"/>
              <a:ext cx="433896" cy="36212"/>
            </a:xfrm>
            <a:prstGeom prst="ellipse">
              <a:avLst/>
            </a:prstGeom>
            <a:gradFill>
              <a:gsLst>
                <a:gs pos="0">
                  <a:srgbClr val="8A0055">
                    <a:alpha val="32968"/>
                  </a:srgbClr>
                </a:gs>
                <a:gs pos="14286">
                  <a:srgbClr val="8A0055">
                    <a:alpha val="30764"/>
                  </a:srgbClr>
                </a:gs>
                <a:gs pos="28571">
                  <a:srgbClr val="8A0055">
                    <a:alpha val="24833"/>
                  </a:srgbClr>
                </a:gs>
                <a:gs pos="42857">
                  <a:srgbClr val="8A0055">
                    <a:alpha val="17075"/>
                  </a:srgbClr>
                </a:gs>
                <a:gs pos="57143">
                  <a:srgbClr val="8A0055">
                    <a:alpha val="9855"/>
                  </a:srgbClr>
                </a:gs>
                <a:gs pos="71429">
                  <a:srgbClr val="8A0055">
                    <a:alpha val="4740"/>
                  </a:srgbClr>
                </a:gs>
                <a:gs pos="85714">
                  <a:srgbClr val="8A0055">
                    <a:alpha val="1902"/>
                  </a:srgbClr>
                </a:gs>
                <a:gs pos="100000">
                  <a:srgbClr val="8A00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-10719801">
              <a:off x="1739423" y="1248954"/>
              <a:ext cx="68036" cy="17009"/>
            </a:xfrm>
            <a:prstGeom prst="ellipse">
              <a:avLst/>
            </a:prstGeom>
            <a:gradFill>
              <a:gsLst>
                <a:gs pos="0">
                  <a:srgbClr val="BCBCDD">
                    <a:alpha val="16935"/>
                  </a:srgbClr>
                </a:gs>
                <a:gs pos="14286">
                  <a:srgbClr val="BCBCDD">
                    <a:alpha val="15679"/>
                  </a:srgbClr>
                </a:gs>
                <a:gs pos="28571">
                  <a:srgbClr val="BCBCDD">
                    <a:alpha val="12402"/>
                  </a:srgbClr>
                </a:gs>
                <a:gs pos="42857">
                  <a:srgbClr val="BCBCDD">
                    <a:alpha val="8319"/>
                  </a:srgbClr>
                </a:gs>
                <a:gs pos="57143">
                  <a:srgbClr val="BCBCDD">
                    <a:alpha val="4698"/>
                  </a:srgbClr>
                </a:gs>
                <a:gs pos="71429">
                  <a:srgbClr val="BCBCDD">
                    <a:alpha val="2227"/>
                  </a:srgbClr>
                </a:gs>
                <a:gs pos="85714">
                  <a:srgbClr val="BCBCDD">
                    <a:alpha val="887"/>
                  </a:srgbClr>
                </a:gs>
                <a:gs pos="100000">
                  <a:srgbClr val="BCBCDD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6073410">
              <a:off x="1953360" y="1752413"/>
              <a:ext cx="68461" cy="17847"/>
            </a:xfrm>
            <a:prstGeom prst="ellipse">
              <a:avLst/>
            </a:prstGeom>
            <a:gradFill>
              <a:gsLst>
                <a:gs pos="0">
                  <a:srgbClr val="925D8B">
                    <a:alpha val="16316"/>
                  </a:srgbClr>
                </a:gs>
                <a:gs pos="14286">
                  <a:srgbClr val="925D8B">
                    <a:alpha val="15101"/>
                  </a:srgbClr>
                </a:gs>
                <a:gs pos="28571">
                  <a:srgbClr val="925D8B">
                    <a:alpha val="11937"/>
                  </a:srgbClr>
                </a:gs>
                <a:gs pos="42857">
                  <a:srgbClr val="925D8B">
                    <a:alpha val="7999"/>
                  </a:srgbClr>
                </a:gs>
                <a:gs pos="57143">
                  <a:srgbClr val="925D8B">
                    <a:alpha val="4515"/>
                  </a:srgbClr>
                </a:gs>
                <a:gs pos="71429">
                  <a:srgbClr val="925D8B">
                    <a:alpha val="2139"/>
                  </a:srgbClr>
                </a:gs>
                <a:gs pos="85714">
                  <a:srgbClr val="925D8B">
                    <a:alpha val="851"/>
                  </a:srgbClr>
                </a:gs>
                <a:gs pos="100000">
                  <a:srgbClr val="925D8B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10762330">
              <a:off x="2050684" y="559619"/>
              <a:ext cx="68461" cy="17826"/>
            </a:xfrm>
            <a:prstGeom prst="ellipse">
              <a:avLst/>
            </a:prstGeom>
            <a:gradFill>
              <a:gsLst>
                <a:gs pos="0">
                  <a:srgbClr val="8AD1E6">
                    <a:alpha val="16331"/>
                  </a:srgbClr>
                </a:gs>
                <a:gs pos="14286">
                  <a:srgbClr val="8AD1E6">
                    <a:alpha val="15116"/>
                  </a:srgbClr>
                </a:gs>
                <a:gs pos="28571">
                  <a:srgbClr val="8AD1E6">
                    <a:alpha val="11948"/>
                  </a:srgbClr>
                </a:gs>
                <a:gs pos="42857">
                  <a:srgbClr val="8AD1E6">
                    <a:alpha val="8007"/>
                  </a:srgbClr>
                </a:gs>
                <a:gs pos="57143">
                  <a:srgbClr val="8AD1E6">
                    <a:alpha val="4519"/>
                  </a:srgbClr>
                </a:gs>
                <a:gs pos="71429">
                  <a:srgbClr val="8AD1E6">
                    <a:alpha val="2142"/>
                  </a:srgbClr>
                </a:gs>
                <a:gs pos="85714">
                  <a:srgbClr val="8AD1E6">
                    <a:alpha val="852"/>
                  </a:srgbClr>
                </a:gs>
                <a:gs pos="100000">
                  <a:srgbClr val="8AD1E6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-10303711">
              <a:off x="1606541" y="515864"/>
              <a:ext cx="68461" cy="17552"/>
            </a:xfrm>
            <a:prstGeom prst="ellipse">
              <a:avLst/>
            </a:prstGeom>
            <a:gradFill>
              <a:gsLst>
                <a:gs pos="0">
                  <a:srgbClr val="6D9BCB">
                    <a:alpha val="16534"/>
                  </a:srgbClr>
                </a:gs>
                <a:gs pos="14286">
                  <a:srgbClr val="6D9BCB">
                    <a:alpha val="15305"/>
                  </a:srgbClr>
                </a:gs>
                <a:gs pos="28571">
                  <a:srgbClr val="6D9BCB">
                    <a:alpha val="12100"/>
                  </a:srgbClr>
                </a:gs>
                <a:gs pos="42857">
                  <a:srgbClr val="6D9BCB">
                    <a:alpha val="8112"/>
                  </a:srgbClr>
                </a:gs>
                <a:gs pos="57143">
                  <a:srgbClr val="6D9BCB">
                    <a:alpha val="4579"/>
                  </a:srgbClr>
                </a:gs>
                <a:gs pos="71429">
                  <a:srgbClr val="6D9BCB">
                    <a:alpha val="2170"/>
                  </a:srgbClr>
                </a:gs>
                <a:gs pos="85714">
                  <a:srgbClr val="6D9BCB">
                    <a:alpha val="864"/>
                  </a:srgbClr>
                </a:gs>
                <a:gs pos="100000">
                  <a:srgbClr val="6D9BCB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9100409">
              <a:off x="1338788" y="1533527"/>
              <a:ext cx="68461" cy="17362"/>
            </a:xfrm>
            <a:prstGeom prst="ellipse">
              <a:avLst/>
            </a:prstGeom>
            <a:gradFill>
              <a:gsLst>
                <a:gs pos="0">
                  <a:srgbClr val="7792BA">
                    <a:alpha val="16674"/>
                  </a:srgbClr>
                </a:gs>
                <a:gs pos="14286">
                  <a:srgbClr val="7792BA">
                    <a:alpha val="15436"/>
                  </a:srgbClr>
                </a:gs>
                <a:gs pos="28571">
                  <a:srgbClr val="7792BA">
                    <a:alpha val="12206"/>
                  </a:srgbClr>
                </a:gs>
                <a:gs pos="42857">
                  <a:srgbClr val="7792BA">
                    <a:alpha val="8184"/>
                  </a:srgbClr>
                </a:gs>
                <a:gs pos="57143">
                  <a:srgbClr val="7792BA">
                    <a:alpha val="4621"/>
                  </a:srgbClr>
                </a:gs>
                <a:gs pos="71429">
                  <a:srgbClr val="7792BA">
                    <a:alpha val="2190"/>
                  </a:srgbClr>
                </a:gs>
                <a:gs pos="85714">
                  <a:srgbClr val="7792BA">
                    <a:alpha val="872"/>
                  </a:srgbClr>
                </a:gs>
                <a:gs pos="100000">
                  <a:srgbClr val="7792BA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10552112">
              <a:off x="1080301" y="733124"/>
              <a:ext cx="68461" cy="17420"/>
            </a:xfrm>
            <a:prstGeom prst="ellipse">
              <a:avLst/>
            </a:prstGeom>
            <a:gradFill>
              <a:gsLst>
                <a:gs pos="0">
                  <a:srgbClr val="A0B3CD">
                    <a:alpha val="16632"/>
                  </a:srgbClr>
                </a:gs>
                <a:gs pos="14286">
                  <a:srgbClr val="A0B3CD">
                    <a:alpha val="15396"/>
                  </a:srgbClr>
                </a:gs>
                <a:gs pos="28571">
                  <a:srgbClr val="A0B3CD">
                    <a:alpha val="12174"/>
                  </a:srgbClr>
                </a:gs>
                <a:gs pos="42857">
                  <a:srgbClr val="A0B3CD">
                    <a:alpha val="8162"/>
                  </a:srgbClr>
                </a:gs>
                <a:gs pos="57143">
                  <a:srgbClr val="A0B3CD">
                    <a:alpha val="4608"/>
                  </a:srgbClr>
                </a:gs>
                <a:gs pos="71429">
                  <a:srgbClr val="A0B3CD">
                    <a:alpha val="2184"/>
                  </a:srgbClr>
                </a:gs>
                <a:gs pos="85714">
                  <a:srgbClr val="A0B3CD">
                    <a:alpha val="869"/>
                  </a:srgbClr>
                </a:gs>
                <a:gs pos="100000">
                  <a:srgbClr val="A0B3CD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3405400">
              <a:off x="2080483" y="1159962"/>
              <a:ext cx="343231" cy="65223"/>
            </a:xfrm>
            <a:prstGeom prst="ellipse">
              <a:avLst/>
            </a:prstGeom>
            <a:gradFill>
              <a:gsLst>
                <a:gs pos="0">
                  <a:srgbClr val="F1FFE7">
                    <a:alpha val="32968"/>
                  </a:srgbClr>
                </a:gs>
                <a:gs pos="14286">
                  <a:srgbClr val="F1FFE7">
                    <a:alpha val="30764"/>
                  </a:srgbClr>
                </a:gs>
                <a:gs pos="28571">
                  <a:srgbClr val="F1FFE7">
                    <a:alpha val="24833"/>
                  </a:srgbClr>
                </a:gs>
                <a:gs pos="42857">
                  <a:srgbClr val="F1FFE7">
                    <a:alpha val="17075"/>
                  </a:srgbClr>
                </a:gs>
                <a:gs pos="57143">
                  <a:srgbClr val="F1FFE7">
                    <a:alpha val="9855"/>
                  </a:srgbClr>
                </a:gs>
                <a:gs pos="71429">
                  <a:srgbClr val="F1FFE7">
                    <a:alpha val="4740"/>
                  </a:srgbClr>
                </a:gs>
                <a:gs pos="85714">
                  <a:srgbClr val="F1FFE7">
                    <a:alpha val="1902"/>
                  </a:srgbClr>
                </a:gs>
                <a:gs pos="100000">
                  <a:srgbClr val="F1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4413809">
              <a:off x="1502279" y="569496"/>
              <a:ext cx="701372" cy="490527"/>
            </a:xfrm>
            <a:prstGeom prst="ellipse">
              <a:avLst/>
            </a:prstGeom>
            <a:gradFill>
              <a:gsLst>
                <a:gs pos="0">
                  <a:srgbClr val="00E3FF">
                    <a:alpha val="32968"/>
                  </a:srgbClr>
                </a:gs>
                <a:gs pos="14286">
                  <a:srgbClr val="00E3FF">
                    <a:alpha val="30764"/>
                  </a:srgbClr>
                </a:gs>
                <a:gs pos="28571">
                  <a:srgbClr val="00E3FF">
                    <a:alpha val="24833"/>
                  </a:srgbClr>
                </a:gs>
                <a:gs pos="42857">
                  <a:srgbClr val="00E3FF">
                    <a:alpha val="17075"/>
                  </a:srgbClr>
                </a:gs>
                <a:gs pos="57143">
                  <a:srgbClr val="00E3FF">
                    <a:alpha val="9855"/>
                  </a:srgbClr>
                </a:gs>
                <a:gs pos="71429">
                  <a:srgbClr val="00E3FF">
                    <a:alpha val="4740"/>
                  </a:srgbClr>
                </a:gs>
                <a:gs pos="85714">
                  <a:srgbClr val="00E3FF">
                    <a:alpha val="1902"/>
                  </a:srgbClr>
                </a:gs>
                <a:gs pos="100000">
                  <a:srgbClr val="00E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-9113335">
              <a:off x="1190303" y="1157059"/>
              <a:ext cx="296103" cy="465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8870336">
              <a:off x="1832558" y="832671"/>
              <a:ext cx="68461" cy="17150"/>
            </a:xfrm>
            <a:prstGeom prst="ellipse">
              <a:avLst/>
            </a:prstGeom>
            <a:gradFill>
              <a:gsLst>
                <a:gs pos="0">
                  <a:srgbClr val="96D3E9">
                    <a:alpha val="16831"/>
                  </a:srgbClr>
                </a:gs>
                <a:gs pos="14286">
                  <a:srgbClr val="96D3E9">
                    <a:alpha val="15582"/>
                  </a:srgbClr>
                </a:gs>
                <a:gs pos="28571">
                  <a:srgbClr val="96D3E9">
                    <a:alpha val="12324"/>
                  </a:srgbClr>
                </a:gs>
                <a:gs pos="42857">
                  <a:srgbClr val="96D3E9">
                    <a:alpha val="8265"/>
                  </a:srgbClr>
                </a:gs>
                <a:gs pos="57143">
                  <a:srgbClr val="96D3E9">
                    <a:alpha val="4668"/>
                  </a:srgbClr>
                </a:gs>
                <a:gs pos="71429">
                  <a:srgbClr val="96D3E9">
                    <a:alpha val="2213"/>
                  </a:srgbClr>
                </a:gs>
                <a:gs pos="85714">
                  <a:srgbClr val="96D3E9">
                    <a:alpha val="881"/>
                  </a:srgbClr>
                </a:gs>
                <a:gs pos="100000">
                  <a:srgbClr val="96D3E9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-8451116">
              <a:off x="2226030" y="956469"/>
              <a:ext cx="382990" cy="88992"/>
            </a:xfrm>
            <a:prstGeom prst="ellipse">
              <a:avLst/>
            </a:prstGeom>
            <a:gradFill>
              <a:gsLst>
                <a:gs pos="0">
                  <a:srgbClr val="FFFF8D">
                    <a:alpha val="32968"/>
                  </a:srgbClr>
                </a:gs>
                <a:gs pos="14286">
                  <a:srgbClr val="FFFF8D">
                    <a:alpha val="30764"/>
                  </a:srgbClr>
                </a:gs>
                <a:gs pos="28571">
                  <a:srgbClr val="FFFF8D">
                    <a:alpha val="24833"/>
                  </a:srgbClr>
                </a:gs>
                <a:gs pos="42857">
                  <a:srgbClr val="FFFF8D">
                    <a:alpha val="17075"/>
                  </a:srgbClr>
                </a:gs>
                <a:gs pos="57143">
                  <a:srgbClr val="FFFF8D">
                    <a:alpha val="9855"/>
                  </a:srgbClr>
                </a:gs>
                <a:gs pos="71429">
                  <a:srgbClr val="FFFF8D">
                    <a:alpha val="4740"/>
                  </a:srgbClr>
                </a:gs>
                <a:gs pos="85714">
                  <a:srgbClr val="FFFF8D">
                    <a:alpha val="1902"/>
                  </a:srgbClr>
                </a:gs>
                <a:gs pos="100000">
                  <a:srgbClr val="FFFF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-8513764">
              <a:off x="1936889" y="956266"/>
              <a:ext cx="68461" cy="17990"/>
            </a:xfrm>
            <a:prstGeom prst="ellipse">
              <a:avLst/>
            </a:prstGeom>
            <a:gradFill>
              <a:gsLst>
                <a:gs pos="0">
                  <a:srgbClr val="7C798B">
                    <a:alpha val="16209"/>
                  </a:srgbClr>
                </a:gs>
                <a:gs pos="14286">
                  <a:srgbClr val="7C798B">
                    <a:alpha val="15002"/>
                  </a:srgbClr>
                </a:gs>
                <a:gs pos="28571">
                  <a:srgbClr val="7C798B">
                    <a:alpha val="11857"/>
                  </a:srgbClr>
                </a:gs>
                <a:gs pos="42857">
                  <a:srgbClr val="7C798B">
                    <a:alpha val="7945"/>
                  </a:srgbClr>
                </a:gs>
                <a:gs pos="57143">
                  <a:srgbClr val="7C798B">
                    <a:alpha val="4483"/>
                  </a:srgbClr>
                </a:gs>
                <a:gs pos="71429">
                  <a:srgbClr val="7C798B">
                    <a:alpha val="2124"/>
                  </a:srgbClr>
                </a:gs>
                <a:gs pos="85714">
                  <a:srgbClr val="7C798B">
                    <a:alpha val="845"/>
                  </a:srgbClr>
                </a:gs>
                <a:gs pos="100000">
                  <a:srgbClr val="7C798B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10516494">
              <a:off x="1593974" y="983775"/>
              <a:ext cx="68461" cy="17378"/>
            </a:xfrm>
            <a:prstGeom prst="ellipse">
              <a:avLst/>
            </a:prstGeom>
            <a:gradFill>
              <a:gsLst>
                <a:gs pos="0">
                  <a:srgbClr val="87D6E8">
                    <a:alpha val="16662"/>
                  </a:srgbClr>
                </a:gs>
                <a:gs pos="14286">
                  <a:srgbClr val="87D6E8">
                    <a:alpha val="15424"/>
                  </a:srgbClr>
                </a:gs>
                <a:gs pos="28571">
                  <a:srgbClr val="87D6E8">
                    <a:alpha val="12197"/>
                  </a:srgbClr>
                </a:gs>
                <a:gs pos="42857">
                  <a:srgbClr val="87D6E8">
                    <a:alpha val="8178"/>
                  </a:srgbClr>
                </a:gs>
                <a:gs pos="57143">
                  <a:srgbClr val="87D6E8">
                    <a:alpha val="4618"/>
                  </a:srgbClr>
                </a:gs>
                <a:gs pos="71429">
                  <a:srgbClr val="87D6E8">
                    <a:alpha val="2189"/>
                  </a:srgbClr>
                </a:gs>
                <a:gs pos="85714">
                  <a:srgbClr val="87D6E8">
                    <a:alpha val="871"/>
                  </a:srgbClr>
                </a:gs>
                <a:gs pos="100000">
                  <a:srgbClr val="87D6E8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-9589254">
              <a:off x="1413084" y="612385"/>
              <a:ext cx="68461" cy="17726"/>
            </a:xfrm>
            <a:prstGeom prst="ellipse">
              <a:avLst/>
            </a:prstGeom>
            <a:gradFill>
              <a:gsLst>
                <a:gs pos="0">
                  <a:srgbClr val="A5D4E9">
                    <a:alpha val="16405"/>
                  </a:srgbClr>
                </a:gs>
                <a:gs pos="14286">
                  <a:srgbClr val="A5D4E9">
                    <a:alpha val="15185"/>
                  </a:srgbClr>
                </a:gs>
                <a:gs pos="28571">
                  <a:srgbClr val="A5D4E9">
                    <a:alpha val="12004"/>
                  </a:srgbClr>
                </a:gs>
                <a:gs pos="42857">
                  <a:srgbClr val="A5D4E9">
                    <a:alpha val="8046"/>
                  </a:srgbClr>
                </a:gs>
                <a:gs pos="57143">
                  <a:srgbClr val="A5D4E9">
                    <a:alpha val="4541"/>
                  </a:srgbClr>
                </a:gs>
                <a:gs pos="71429">
                  <a:srgbClr val="A5D4E9">
                    <a:alpha val="2152"/>
                  </a:srgbClr>
                </a:gs>
                <a:gs pos="85714">
                  <a:srgbClr val="A5D4E9">
                    <a:alpha val="857"/>
                  </a:srgbClr>
                </a:gs>
                <a:gs pos="100000">
                  <a:srgbClr val="A5D4E9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10363577">
              <a:off x="1716409" y="1112682"/>
              <a:ext cx="68461" cy="17947"/>
            </a:xfrm>
            <a:prstGeom prst="ellipse">
              <a:avLst/>
            </a:prstGeom>
            <a:gradFill>
              <a:gsLst>
                <a:gs pos="0">
                  <a:srgbClr val="67ABD8">
                    <a:alpha val="16241"/>
                  </a:srgbClr>
                </a:gs>
                <a:gs pos="14286">
                  <a:srgbClr val="67ABD8">
                    <a:alpha val="15032"/>
                  </a:srgbClr>
                </a:gs>
                <a:gs pos="28571">
                  <a:srgbClr val="67ABD8">
                    <a:alpha val="11881"/>
                  </a:srgbClr>
                </a:gs>
                <a:gs pos="42857">
                  <a:srgbClr val="67ABD8">
                    <a:alpha val="7961"/>
                  </a:srgbClr>
                </a:gs>
                <a:gs pos="57143">
                  <a:srgbClr val="67ABD8">
                    <a:alpha val="4493"/>
                  </a:srgbClr>
                </a:gs>
                <a:gs pos="71429">
                  <a:srgbClr val="67ABD8">
                    <a:alpha val="2129"/>
                  </a:srgbClr>
                </a:gs>
                <a:gs pos="85714">
                  <a:srgbClr val="67ABD8">
                    <a:alpha val="847"/>
                  </a:srgbClr>
                </a:gs>
                <a:gs pos="100000">
                  <a:srgbClr val="67ABD8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10762717">
              <a:off x="1958471" y="1607915"/>
              <a:ext cx="417113" cy="23478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9581051">
              <a:off x="1781112" y="958526"/>
              <a:ext cx="120641" cy="38443"/>
            </a:xfrm>
            <a:prstGeom prst="ellipse">
              <a:avLst/>
            </a:prstGeom>
            <a:gradFill>
              <a:gsLst>
                <a:gs pos="0">
                  <a:srgbClr val="EBFFFD">
                    <a:alpha val="32968"/>
                  </a:srgbClr>
                </a:gs>
                <a:gs pos="14286">
                  <a:srgbClr val="EBFFFD">
                    <a:alpha val="30764"/>
                  </a:srgbClr>
                </a:gs>
                <a:gs pos="28571">
                  <a:srgbClr val="EBFFFD">
                    <a:alpha val="24833"/>
                  </a:srgbClr>
                </a:gs>
                <a:gs pos="42857">
                  <a:srgbClr val="EBFFFD">
                    <a:alpha val="17075"/>
                  </a:srgbClr>
                </a:gs>
                <a:gs pos="57143">
                  <a:srgbClr val="EBFFFD">
                    <a:alpha val="9855"/>
                  </a:srgbClr>
                </a:gs>
                <a:gs pos="71429">
                  <a:srgbClr val="EBFFFD">
                    <a:alpha val="4740"/>
                  </a:srgbClr>
                </a:gs>
                <a:gs pos="85714">
                  <a:srgbClr val="EBFFFD">
                    <a:alpha val="1902"/>
                  </a:srgbClr>
                </a:gs>
                <a:gs pos="100000">
                  <a:srgbClr val="EB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9522851">
              <a:off x="1223084" y="1362337"/>
              <a:ext cx="309754" cy="39448"/>
            </a:xfrm>
            <a:prstGeom prst="ellipse">
              <a:avLst/>
            </a:prstGeom>
            <a:gradFill>
              <a:gsLst>
                <a:gs pos="0">
                  <a:srgbClr val="380071">
                    <a:alpha val="32968"/>
                  </a:srgbClr>
                </a:gs>
                <a:gs pos="14286">
                  <a:srgbClr val="380071">
                    <a:alpha val="30764"/>
                  </a:srgbClr>
                </a:gs>
                <a:gs pos="28571">
                  <a:srgbClr val="380071">
                    <a:alpha val="24833"/>
                  </a:srgbClr>
                </a:gs>
                <a:gs pos="42857">
                  <a:srgbClr val="380071">
                    <a:alpha val="17075"/>
                  </a:srgbClr>
                </a:gs>
                <a:gs pos="57143">
                  <a:srgbClr val="380071">
                    <a:alpha val="9855"/>
                  </a:srgbClr>
                </a:gs>
                <a:gs pos="71429">
                  <a:srgbClr val="380071">
                    <a:alpha val="4740"/>
                  </a:srgbClr>
                </a:gs>
                <a:gs pos="85714">
                  <a:srgbClr val="380071">
                    <a:alpha val="1902"/>
                  </a:srgbClr>
                </a:gs>
                <a:gs pos="100000">
                  <a:srgbClr val="3800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-10596966">
              <a:off x="1133443" y="823199"/>
              <a:ext cx="52238" cy="13060"/>
            </a:xfrm>
            <a:prstGeom prst="ellipse">
              <a:avLst/>
            </a:prstGeom>
            <a:gradFill>
              <a:gsLst>
                <a:gs pos="0">
                  <a:srgbClr val="AFD3EA">
                    <a:alpha val="19791"/>
                  </a:srgbClr>
                </a:gs>
                <a:gs pos="14286">
                  <a:srgbClr val="AFD3EA">
                    <a:alpha val="18348"/>
                  </a:srgbClr>
                </a:gs>
                <a:gs pos="28571">
                  <a:srgbClr val="AFD3EA">
                    <a:alpha val="14563"/>
                  </a:srgbClr>
                </a:gs>
                <a:gs pos="42857">
                  <a:srgbClr val="AFD3EA">
                    <a:alpha val="9808"/>
                  </a:srgbClr>
                </a:gs>
                <a:gs pos="57143">
                  <a:srgbClr val="AFD3EA">
                    <a:alpha val="5560"/>
                  </a:srgbClr>
                </a:gs>
                <a:gs pos="71429">
                  <a:srgbClr val="AFD3EA">
                    <a:alpha val="2642"/>
                  </a:srgbClr>
                </a:gs>
                <a:gs pos="85714">
                  <a:srgbClr val="AFD3EA">
                    <a:alpha val="1053"/>
                  </a:srgbClr>
                </a:gs>
                <a:gs pos="100000">
                  <a:srgbClr val="AFD3EA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9471501">
              <a:off x="1307158" y="2922900"/>
              <a:ext cx="68461" cy="18129"/>
            </a:xfrm>
            <a:prstGeom prst="ellipse">
              <a:avLst/>
            </a:prstGeom>
            <a:gradFill>
              <a:gsLst>
                <a:gs pos="0">
                  <a:srgbClr val="AD93BD">
                    <a:alpha val="16106"/>
                  </a:srgbClr>
                </a:gs>
                <a:gs pos="14286">
                  <a:srgbClr val="AD93BD">
                    <a:alpha val="14906"/>
                  </a:srgbClr>
                </a:gs>
                <a:gs pos="28571">
                  <a:srgbClr val="AD93BD">
                    <a:alpha val="11779"/>
                  </a:srgbClr>
                </a:gs>
                <a:gs pos="42857">
                  <a:srgbClr val="AD93BD">
                    <a:alpha val="7892"/>
                  </a:srgbClr>
                </a:gs>
                <a:gs pos="57143">
                  <a:srgbClr val="AD93BD">
                    <a:alpha val="4453"/>
                  </a:srgbClr>
                </a:gs>
                <a:gs pos="71429">
                  <a:srgbClr val="AD93BD">
                    <a:alpha val="2110"/>
                  </a:srgbClr>
                </a:gs>
                <a:gs pos="85714">
                  <a:srgbClr val="AD93BD">
                    <a:alpha val="840"/>
                  </a:srgbClr>
                </a:gs>
                <a:gs pos="100000">
                  <a:srgbClr val="AD93BD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8446257">
              <a:off x="1642167" y="689842"/>
              <a:ext cx="451720" cy="41308"/>
            </a:xfrm>
            <a:prstGeom prst="ellipse">
              <a:avLst/>
            </a:prstGeom>
            <a:gradFill>
              <a:gsLst>
                <a:gs pos="0">
                  <a:srgbClr val="63FFFF">
                    <a:alpha val="32968"/>
                  </a:srgbClr>
                </a:gs>
                <a:gs pos="14286">
                  <a:srgbClr val="63FFFF">
                    <a:alpha val="30764"/>
                  </a:srgbClr>
                </a:gs>
                <a:gs pos="28571">
                  <a:srgbClr val="63FFFF">
                    <a:alpha val="24833"/>
                  </a:srgbClr>
                </a:gs>
                <a:gs pos="42857">
                  <a:srgbClr val="63FFFF">
                    <a:alpha val="17075"/>
                  </a:srgbClr>
                </a:gs>
                <a:gs pos="57143">
                  <a:srgbClr val="63FFFF">
                    <a:alpha val="9855"/>
                  </a:srgbClr>
                </a:gs>
                <a:gs pos="71429">
                  <a:srgbClr val="63FFFF">
                    <a:alpha val="4740"/>
                  </a:srgbClr>
                </a:gs>
                <a:gs pos="85714">
                  <a:srgbClr val="63FFFF">
                    <a:alpha val="1902"/>
                  </a:srgbClr>
                </a:gs>
                <a:gs pos="100000">
                  <a:srgbClr val="6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9250354">
              <a:off x="1454653" y="2765171"/>
              <a:ext cx="68461" cy="18160"/>
            </a:xfrm>
            <a:prstGeom prst="ellipse">
              <a:avLst/>
            </a:prstGeom>
            <a:gradFill>
              <a:gsLst>
                <a:gs pos="0">
                  <a:srgbClr val="626892">
                    <a:alpha val="16083"/>
                  </a:srgbClr>
                </a:gs>
                <a:gs pos="14286">
                  <a:srgbClr val="626892">
                    <a:alpha val="14885"/>
                  </a:srgbClr>
                </a:gs>
                <a:gs pos="28571">
                  <a:srgbClr val="626892">
                    <a:alpha val="11762"/>
                  </a:srgbClr>
                </a:gs>
                <a:gs pos="42857">
                  <a:srgbClr val="626892">
                    <a:alpha val="7880"/>
                  </a:srgbClr>
                </a:gs>
                <a:gs pos="57143">
                  <a:srgbClr val="626892">
                    <a:alpha val="4446"/>
                  </a:srgbClr>
                </a:gs>
                <a:gs pos="71429">
                  <a:srgbClr val="626892">
                    <a:alpha val="2106"/>
                  </a:srgbClr>
                </a:gs>
                <a:gs pos="85714">
                  <a:srgbClr val="626892">
                    <a:alpha val="838"/>
                  </a:srgbClr>
                </a:gs>
                <a:gs pos="100000">
                  <a:srgbClr val="626892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-10172150">
              <a:off x="1202475" y="858494"/>
              <a:ext cx="487324" cy="66238"/>
            </a:xfrm>
            <a:prstGeom prst="ellipse">
              <a:avLst/>
            </a:prstGeom>
            <a:gradFill>
              <a:gsLst>
                <a:gs pos="0">
                  <a:srgbClr val="7DFFFA">
                    <a:alpha val="32968"/>
                  </a:srgbClr>
                </a:gs>
                <a:gs pos="14286">
                  <a:srgbClr val="7DFFFA">
                    <a:alpha val="30764"/>
                  </a:srgbClr>
                </a:gs>
                <a:gs pos="28571">
                  <a:srgbClr val="7DFFFA">
                    <a:alpha val="24833"/>
                  </a:srgbClr>
                </a:gs>
                <a:gs pos="42857">
                  <a:srgbClr val="7DFFFA">
                    <a:alpha val="17075"/>
                  </a:srgbClr>
                </a:gs>
                <a:gs pos="57143">
                  <a:srgbClr val="7DFFFA">
                    <a:alpha val="9855"/>
                  </a:srgbClr>
                </a:gs>
                <a:gs pos="71429">
                  <a:srgbClr val="7DFFFA">
                    <a:alpha val="4740"/>
                  </a:srgbClr>
                </a:gs>
                <a:gs pos="85714">
                  <a:srgbClr val="7DFFFA">
                    <a:alpha val="1902"/>
                  </a:srgbClr>
                </a:gs>
                <a:gs pos="100000">
                  <a:srgbClr val="7D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-10698197">
              <a:off x="2426546" y="1106901"/>
              <a:ext cx="207225" cy="111026"/>
            </a:xfrm>
            <a:prstGeom prst="ellipse">
              <a:avLst/>
            </a:prstGeom>
            <a:gradFill>
              <a:gsLst>
                <a:gs pos="0">
                  <a:srgbClr val="8C0000">
                    <a:alpha val="32968"/>
                  </a:srgbClr>
                </a:gs>
                <a:gs pos="14286">
                  <a:srgbClr val="8C0000">
                    <a:alpha val="30764"/>
                  </a:srgbClr>
                </a:gs>
                <a:gs pos="28571">
                  <a:srgbClr val="8C0000">
                    <a:alpha val="24833"/>
                  </a:srgbClr>
                </a:gs>
                <a:gs pos="42857">
                  <a:srgbClr val="8C0000">
                    <a:alpha val="17075"/>
                  </a:srgbClr>
                </a:gs>
                <a:gs pos="57143">
                  <a:srgbClr val="8C0000">
                    <a:alpha val="9855"/>
                  </a:srgbClr>
                </a:gs>
                <a:gs pos="71429">
                  <a:srgbClr val="8C0000">
                    <a:alpha val="4740"/>
                  </a:srgbClr>
                </a:gs>
                <a:gs pos="85714">
                  <a:srgbClr val="8C0000">
                    <a:alpha val="1902"/>
                  </a:srgbClr>
                </a:gs>
                <a:gs pos="100000">
                  <a:srgbClr val="8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-9162920">
              <a:off x="589981" y="631499"/>
              <a:ext cx="734469" cy="200154"/>
            </a:xfrm>
            <a:prstGeom prst="ellipse">
              <a:avLst/>
            </a:prstGeom>
            <a:gradFill>
              <a:gsLst>
                <a:gs pos="0">
                  <a:srgbClr val="D200A3">
                    <a:alpha val="6838"/>
                  </a:srgbClr>
                </a:gs>
                <a:gs pos="14286">
                  <a:srgbClr val="D200A3">
                    <a:alpha val="6303"/>
                  </a:srgbClr>
                </a:gs>
                <a:gs pos="28571">
                  <a:srgbClr val="D200A3">
                    <a:alpha val="4929"/>
                  </a:srgbClr>
                </a:gs>
                <a:gs pos="42857">
                  <a:srgbClr val="D200A3">
                    <a:alpha val="3261"/>
                  </a:srgbClr>
                </a:gs>
                <a:gs pos="57143">
                  <a:srgbClr val="D200A3">
                    <a:alpha val="1820"/>
                  </a:srgbClr>
                </a:gs>
                <a:gs pos="71429">
                  <a:srgbClr val="D200A3">
                    <a:alpha val="856"/>
                  </a:srgbClr>
                </a:gs>
                <a:gs pos="85714">
                  <a:srgbClr val="D200A3">
                    <a:alpha val="339"/>
                  </a:srgbClr>
                </a:gs>
                <a:gs pos="100000">
                  <a:srgbClr val="D200A3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7201594">
              <a:off x="928126" y="1518224"/>
              <a:ext cx="414640" cy="49865"/>
            </a:xfrm>
            <a:prstGeom prst="ellipse">
              <a:avLst/>
            </a:prstGeom>
            <a:gradFill>
              <a:gsLst>
                <a:gs pos="0">
                  <a:srgbClr val="FEFFFB">
                    <a:alpha val="32968"/>
                  </a:srgbClr>
                </a:gs>
                <a:gs pos="14286">
                  <a:srgbClr val="FEFFFB">
                    <a:alpha val="30764"/>
                  </a:srgbClr>
                </a:gs>
                <a:gs pos="28571">
                  <a:srgbClr val="FEFFFB">
                    <a:alpha val="24833"/>
                  </a:srgbClr>
                </a:gs>
                <a:gs pos="42857">
                  <a:srgbClr val="FEFFFB">
                    <a:alpha val="17075"/>
                  </a:srgbClr>
                </a:gs>
                <a:gs pos="57143">
                  <a:srgbClr val="FEFFFB">
                    <a:alpha val="9855"/>
                  </a:srgbClr>
                </a:gs>
                <a:gs pos="71429">
                  <a:srgbClr val="FEFFFB">
                    <a:alpha val="4740"/>
                  </a:srgbClr>
                </a:gs>
                <a:gs pos="85714">
                  <a:srgbClr val="FEFFFB">
                    <a:alpha val="1902"/>
                  </a:srgbClr>
                </a:gs>
                <a:gs pos="100000">
                  <a:srgbClr val="FE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9678011">
              <a:off x="1289369" y="1569084"/>
              <a:ext cx="68461" cy="18128"/>
            </a:xfrm>
            <a:prstGeom prst="ellipse">
              <a:avLst/>
            </a:prstGeom>
            <a:gradFill>
              <a:gsLst>
                <a:gs pos="0">
                  <a:srgbClr val="5785A6">
                    <a:alpha val="16107"/>
                  </a:srgbClr>
                </a:gs>
                <a:gs pos="14286">
                  <a:srgbClr val="5785A6">
                    <a:alpha val="14906"/>
                  </a:srgbClr>
                </a:gs>
                <a:gs pos="28571">
                  <a:srgbClr val="5785A6">
                    <a:alpha val="11780"/>
                  </a:srgbClr>
                </a:gs>
                <a:gs pos="42857">
                  <a:srgbClr val="5785A6">
                    <a:alpha val="7892"/>
                  </a:srgbClr>
                </a:gs>
                <a:gs pos="57143">
                  <a:srgbClr val="5785A6">
                    <a:alpha val="4453"/>
                  </a:srgbClr>
                </a:gs>
                <a:gs pos="71429">
                  <a:srgbClr val="5785A6">
                    <a:alpha val="2110"/>
                  </a:srgbClr>
                </a:gs>
                <a:gs pos="85714">
                  <a:srgbClr val="5785A6">
                    <a:alpha val="840"/>
                  </a:srgbClr>
                </a:gs>
                <a:gs pos="100000">
                  <a:srgbClr val="5785A6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7614299">
              <a:off x="1681983" y="486722"/>
              <a:ext cx="68461" cy="18134"/>
            </a:xfrm>
            <a:prstGeom prst="ellipse">
              <a:avLst/>
            </a:prstGeom>
            <a:gradFill>
              <a:gsLst>
                <a:gs pos="0">
                  <a:srgbClr val="4F7FB6">
                    <a:alpha val="16102"/>
                  </a:srgbClr>
                </a:gs>
                <a:gs pos="14286">
                  <a:srgbClr val="4F7FB6">
                    <a:alpha val="14902"/>
                  </a:srgbClr>
                </a:gs>
                <a:gs pos="28571">
                  <a:srgbClr val="4F7FB6">
                    <a:alpha val="11776"/>
                  </a:srgbClr>
                </a:gs>
                <a:gs pos="42857">
                  <a:srgbClr val="4F7FB6">
                    <a:alpha val="7890"/>
                  </a:srgbClr>
                </a:gs>
                <a:gs pos="57143">
                  <a:srgbClr val="4F7FB6">
                    <a:alpha val="4452"/>
                  </a:srgbClr>
                </a:gs>
                <a:gs pos="71429">
                  <a:srgbClr val="4F7FB6">
                    <a:alpha val="2109"/>
                  </a:srgbClr>
                </a:gs>
                <a:gs pos="85714">
                  <a:srgbClr val="4F7FB6">
                    <a:alpha val="839"/>
                  </a:srgbClr>
                </a:gs>
                <a:gs pos="100000">
                  <a:srgbClr val="4F7FB6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-9189479">
              <a:off x="1282840" y="1393048"/>
              <a:ext cx="374482" cy="91579"/>
            </a:xfrm>
            <a:prstGeom prst="ellipse">
              <a:avLst/>
            </a:prstGeom>
            <a:gradFill>
              <a:gsLst>
                <a:gs pos="0">
                  <a:srgbClr val="00AEEE">
                    <a:alpha val="14147"/>
                  </a:srgbClr>
                </a:gs>
                <a:gs pos="14286">
                  <a:srgbClr val="00AEEE">
                    <a:alpha val="13081"/>
                  </a:srgbClr>
                </a:gs>
                <a:gs pos="28571">
                  <a:srgbClr val="00AEEE">
                    <a:alpha val="10314"/>
                  </a:srgbClr>
                </a:gs>
                <a:gs pos="42857">
                  <a:srgbClr val="00AEEE">
                    <a:alpha val="6891"/>
                  </a:srgbClr>
                </a:gs>
                <a:gs pos="57143">
                  <a:srgbClr val="00AEEE">
                    <a:alpha val="3879"/>
                  </a:srgbClr>
                </a:gs>
                <a:gs pos="71429">
                  <a:srgbClr val="00AEEE">
                    <a:alpha val="1835"/>
                  </a:srgbClr>
                </a:gs>
                <a:gs pos="85714">
                  <a:srgbClr val="00AEEE">
                    <a:alpha val="730"/>
                  </a:srgbClr>
                </a:gs>
                <a:gs pos="100000">
                  <a:srgbClr val="00AEEE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-8356045">
              <a:off x="1130772" y="1166316"/>
              <a:ext cx="500081" cy="33473"/>
            </a:xfrm>
            <a:prstGeom prst="ellipse">
              <a:avLst/>
            </a:prstGeom>
            <a:gradFill>
              <a:gsLst>
                <a:gs pos="0">
                  <a:srgbClr val="00004C">
                    <a:alpha val="32968"/>
                  </a:srgbClr>
                </a:gs>
                <a:gs pos="14286">
                  <a:srgbClr val="00004C">
                    <a:alpha val="30764"/>
                  </a:srgbClr>
                </a:gs>
                <a:gs pos="28571">
                  <a:srgbClr val="00004C">
                    <a:alpha val="24833"/>
                  </a:srgbClr>
                </a:gs>
                <a:gs pos="42857">
                  <a:srgbClr val="00004C">
                    <a:alpha val="17075"/>
                  </a:srgbClr>
                </a:gs>
                <a:gs pos="57143">
                  <a:srgbClr val="00004C">
                    <a:alpha val="9855"/>
                  </a:srgbClr>
                </a:gs>
                <a:gs pos="71429">
                  <a:srgbClr val="00004C">
                    <a:alpha val="4740"/>
                  </a:srgbClr>
                </a:gs>
                <a:gs pos="85714">
                  <a:srgbClr val="00004C">
                    <a:alpha val="1902"/>
                  </a:srgbClr>
                </a:gs>
                <a:gs pos="100000">
                  <a:srgbClr val="0000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-9264859">
              <a:off x="916388" y="609600"/>
              <a:ext cx="215744" cy="84925"/>
            </a:xfrm>
            <a:prstGeom prst="ellipse">
              <a:avLst/>
            </a:prstGeom>
            <a:gradFill>
              <a:gsLst>
                <a:gs pos="0">
                  <a:srgbClr val="000099">
                    <a:alpha val="32968"/>
                  </a:srgbClr>
                </a:gs>
                <a:gs pos="14286">
                  <a:srgbClr val="000099">
                    <a:alpha val="30764"/>
                  </a:srgbClr>
                </a:gs>
                <a:gs pos="28571">
                  <a:srgbClr val="000099">
                    <a:alpha val="24833"/>
                  </a:srgbClr>
                </a:gs>
                <a:gs pos="42857">
                  <a:srgbClr val="000099">
                    <a:alpha val="17075"/>
                  </a:srgbClr>
                </a:gs>
                <a:gs pos="57143">
                  <a:srgbClr val="000099">
                    <a:alpha val="9855"/>
                  </a:srgbClr>
                </a:gs>
                <a:gs pos="71429">
                  <a:srgbClr val="000099">
                    <a:alpha val="4740"/>
                  </a:srgbClr>
                </a:gs>
                <a:gs pos="85714">
                  <a:srgbClr val="000099">
                    <a:alpha val="1902"/>
                  </a:srgbClr>
                </a:gs>
                <a:gs pos="100000">
                  <a:srgbClr val="0000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-10505534">
              <a:off x="1520674" y="1507608"/>
              <a:ext cx="68461" cy="17180"/>
            </a:xfrm>
            <a:prstGeom prst="ellipse">
              <a:avLst/>
            </a:prstGeom>
            <a:gradFill>
              <a:gsLst>
                <a:gs pos="0">
                  <a:srgbClr val="608AA2">
                    <a:alpha val="16809"/>
                  </a:srgbClr>
                </a:gs>
                <a:gs pos="14286">
                  <a:srgbClr val="608AA2">
                    <a:alpha val="15561"/>
                  </a:srgbClr>
                </a:gs>
                <a:gs pos="28571">
                  <a:srgbClr val="608AA2">
                    <a:alpha val="12307"/>
                  </a:srgbClr>
                </a:gs>
                <a:gs pos="42857">
                  <a:srgbClr val="608AA2">
                    <a:alpha val="8254"/>
                  </a:srgbClr>
                </a:gs>
                <a:gs pos="57143">
                  <a:srgbClr val="608AA2">
                    <a:alpha val="4661"/>
                  </a:srgbClr>
                </a:gs>
                <a:gs pos="71429">
                  <a:srgbClr val="608AA2">
                    <a:alpha val="2209"/>
                  </a:srgbClr>
                </a:gs>
                <a:gs pos="85714">
                  <a:srgbClr val="608AA2">
                    <a:alpha val="880"/>
                  </a:srgbClr>
                </a:gs>
                <a:gs pos="100000">
                  <a:srgbClr val="608AA2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3615893">
              <a:off x="1639355" y="2249999"/>
              <a:ext cx="68461" cy="18249"/>
            </a:xfrm>
            <a:prstGeom prst="ellipse">
              <a:avLst/>
            </a:prstGeom>
            <a:gradFill>
              <a:gsLst>
                <a:gs pos="0">
                  <a:srgbClr val="B45262">
                    <a:alpha val="16017"/>
                  </a:srgbClr>
                </a:gs>
                <a:gs pos="14286">
                  <a:srgbClr val="B45262">
                    <a:alpha val="14823"/>
                  </a:srgbClr>
                </a:gs>
                <a:gs pos="28571">
                  <a:srgbClr val="B45262">
                    <a:alpha val="11713"/>
                  </a:srgbClr>
                </a:gs>
                <a:gs pos="42857">
                  <a:srgbClr val="B45262">
                    <a:alpha val="7846"/>
                  </a:srgbClr>
                </a:gs>
                <a:gs pos="57143">
                  <a:srgbClr val="B45262">
                    <a:alpha val="4427"/>
                  </a:srgbClr>
                </a:gs>
                <a:gs pos="71429">
                  <a:srgbClr val="B45262">
                    <a:alpha val="2097"/>
                  </a:srgbClr>
                </a:gs>
                <a:gs pos="85714">
                  <a:srgbClr val="B45262">
                    <a:alpha val="835"/>
                  </a:srgbClr>
                </a:gs>
                <a:gs pos="100000">
                  <a:srgbClr val="B45262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5029113">
              <a:off x="555186" y="1128367"/>
              <a:ext cx="337295" cy="31195"/>
            </a:xfrm>
            <a:prstGeom prst="ellipse">
              <a:avLst/>
            </a:prstGeom>
            <a:gradFill>
              <a:gsLst>
                <a:gs pos="0">
                  <a:srgbClr val="CFFFFF">
                    <a:alpha val="32968"/>
                  </a:srgbClr>
                </a:gs>
                <a:gs pos="14286">
                  <a:srgbClr val="CFFFFF">
                    <a:alpha val="30764"/>
                  </a:srgbClr>
                </a:gs>
                <a:gs pos="28571">
                  <a:srgbClr val="CFFFFF">
                    <a:alpha val="24833"/>
                  </a:srgbClr>
                </a:gs>
                <a:gs pos="42857">
                  <a:srgbClr val="CFFFFF">
                    <a:alpha val="17075"/>
                  </a:srgbClr>
                </a:gs>
                <a:gs pos="57143">
                  <a:srgbClr val="CFFFFF">
                    <a:alpha val="9855"/>
                  </a:srgbClr>
                </a:gs>
                <a:gs pos="71429">
                  <a:srgbClr val="CFFFFF">
                    <a:alpha val="4740"/>
                  </a:srgbClr>
                </a:gs>
                <a:gs pos="85714">
                  <a:srgbClr val="CFFFFF">
                    <a:alpha val="1902"/>
                  </a:srgbClr>
                </a:gs>
                <a:gs pos="100000">
                  <a:srgbClr val="C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9078263">
              <a:off x="1811611" y="2531542"/>
              <a:ext cx="68461" cy="18348"/>
            </a:xfrm>
            <a:prstGeom prst="ellipse">
              <a:avLst/>
            </a:prstGeom>
            <a:gradFill>
              <a:gsLst>
                <a:gs pos="0">
                  <a:srgbClr val="685A7F">
                    <a:alpha val="15943"/>
                  </a:srgbClr>
                </a:gs>
                <a:gs pos="14286">
                  <a:srgbClr val="685A7F">
                    <a:alpha val="14754"/>
                  </a:srgbClr>
                </a:gs>
                <a:gs pos="28571">
                  <a:srgbClr val="685A7F">
                    <a:alpha val="11657"/>
                  </a:srgbClr>
                </a:gs>
                <a:gs pos="42857">
                  <a:srgbClr val="685A7F">
                    <a:alpha val="7808"/>
                  </a:srgbClr>
                </a:gs>
                <a:gs pos="57143">
                  <a:srgbClr val="685A7F">
                    <a:alpha val="4405"/>
                  </a:srgbClr>
                </a:gs>
                <a:gs pos="71429">
                  <a:srgbClr val="685A7F">
                    <a:alpha val="2087"/>
                  </a:srgbClr>
                </a:gs>
                <a:gs pos="85714">
                  <a:srgbClr val="685A7F">
                    <a:alpha val="830"/>
                  </a:srgbClr>
                </a:gs>
                <a:gs pos="100000">
                  <a:srgbClr val="685A7F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3808124">
              <a:off x="1175766" y="744224"/>
              <a:ext cx="495628" cy="86886"/>
            </a:xfrm>
            <a:prstGeom prst="ellipse">
              <a:avLst/>
            </a:prstGeom>
            <a:gradFill>
              <a:gsLst>
                <a:gs pos="0">
                  <a:srgbClr val="0000A1">
                    <a:alpha val="32968"/>
                  </a:srgbClr>
                </a:gs>
                <a:gs pos="14286">
                  <a:srgbClr val="0000A1">
                    <a:alpha val="30764"/>
                  </a:srgbClr>
                </a:gs>
                <a:gs pos="28571">
                  <a:srgbClr val="0000A1">
                    <a:alpha val="24833"/>
                  </a:srgbClr>
                </a:gs>
                <a:gs pos="42857">
                  <a:srgbClr val="0000A1">
                    <a:alpha val="17075"/>
                  </a:srgbClr>
                </a:gs>
                <a:gs pos="57143">
                  <a:srgbClr val="0000A1">
                    <a:alpha val="9855"/>
                  </a:srgbClr>
                </a:gs>
                <a:gs pos="71429">
                  <a:srgbClr val="0000A1">
                    <a:alpha val="4740"/>
                  </a:srgbClr>
                </a:gs>
                <a:gs pos="85714">
                  <a:srgbClr val="0000A1">
                    <a:alpha val="1902"/>
                  </a:srgbClr>
                </a:gs>
                <a:gs pos="100000">
                  <a:srgbClr val="000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10454208">
              <a:off x="1571536" y="1537557"/>
              <a:ext cx="564825" cy="431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-8283859">
              <a:off x="1578004" y="862190"/>
              <a:ext cx="587549" cy="60775"/>
            </a:xfrm>
            <a:prstGeom prst="ellipse">
              <a:avLst/>
            </a:prstGeom>
            <a:gradFill>
              <a:gsLst>
                <a:gs pos="0">
                  <a:srgbClr val="000063">
                    <a:alpha val="32968"/>
                  </a:srgbClr>
                </a:gs>
                <a:gs pos="14286">
                  <a:srgbClr val="000063">
                    <a:alpha val="30764"/>
                  </a:srgbClr>
                </a:gs>
                <a:gs pos="28571">
                  <a:srgbClr val="000063">
                    <a:alpha val="24833"/>
                  </a:srgbClr>
                </a:gs>
                <a:gs pos="42857">
                  <a:srgbClr val="000063">
                    <a:alpha val="17075"/>
                  </a:srgbClr>
                </a:gs>
                <a:gs pos="57143">
                  <a:srgbClr val="000063">
                    <a:alpha val="9855"/>
                  </a:srgbClr>
                </a:gs>
                <a:gs pos="71429">
                  <a:srgbClr val="000063">
                    <a:alpha val="4740"/>
                  </a:srgbClr>
                </a:gs>
                <a:gs pos="85714">
                  <a:srgbClr val="000063">
                    <a:alpha val="1902"/>
                  </a:srgbClr>
                </a:gs>
                <a:gs pos="100000">
                  <a:srgbClr val="0000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-9354288">
              <a:off x="2017410" y="1450602"/>
              <a:ext cx="67567" cy="16892"/>
            </a:xfrm>
            <a:prstGeom prst="ellipse">
              <a:avLst/>
            </a:prstGeom>
            <a:gradFill>
              <a:gsLst>
                <a:gs pos="0">
                  <a:srgbClr val="5996D4">
                    <a:alpha val="17021"/>
                  </a:srgbClr>
                </a:gs>
                <a:gs pos="14286">
                  <a:srgbClr val="5996D4">
                    <a:alpha val="15759"/>
                  </a:srgbClr>
                </a:gs>
                <a:gs pos="28571">
                  <a:srgbClr val="5996D4">
                    <a:alpha val="12467"/>
                  </a:srgbClr>
                </a:gs>
                <a:gs pos="42857">
                  <a:srgbClr val="5996D4">
                    <a:alpha val="8363"/>
                  </a:srgbClr>
                </a:gs>
                <a:gs pos="57143">
                  <a:srgbClr val="5996D4">
                    <a:alpha val="4724"/>
                  </a:srgbClr>
                </a:gs>
                <a:gs pos="71429">
                  <a:srgbClr val="5996D4">
                    <a:alpha val="2240"/>
                  </a:srgbClr>
                </a:gs>
                <a:gs pos="85714">
                  <a:srgbClr val="5996D4">
                    <a:alpha val="892"/>
                  </a:srgbClr>
                </a:gs>
                <a:gs pos="100000">
                  <a:srgbClr val="5996D4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6119239">
              <a:off x="1232225" y="1959639"/>
              <a:ext cx="68461" cy="18350"/>
            </a:xfrm>
            <a:prstGeom prst="ellipse">
              <a:avLst/>
            </a:prstGeom>
            <a:gradFill>
              <a:gsLst>
                <a:gs pos="0">
                  <a:srgbClr val="593260">
                    <a:alpha val="15941"/>
                  </a:srgbClr>
                </a:gs>
                <a:gs pos="14286">
                  <a:srgbClr val="593260">
                    <a:alpha val="14752"/>
                  </a:srgbClr>
                </a:gs>
                <a:gs pos="28571">
                  <a:srgbClr val="593260">
                    <a:alpha val="11656"/>
                  </a:srgbClr>
                </a:gs>
                <a:gs pos="42857">
                  <a:srgbClr val="593260">
                    <a:alpha val="7807"/>
                  </a:srgbClr>
                </a:gs>
                <a:gs pos="57143">
                  <a:srgbClr val="593260">
                    <a:alpha val="4404"/>
                  </a:srgbClr>
                </a:gs>
                <a:gs pos="71429">
                  <a:srgbClr val="593260">
                    <a:alpha val="2086"/>
                  </a:srgbClr>
                </a:gs>
                <a:gs pos="85714">
                  <a:srgbClr val="593260">
                    <a:alpha val="830"/>
                  </a:srgbClr>
                </a:gs>
                <a:gs pos="100000">
                  <a:srgbClr val="59326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5500191">
              <a:off x="742782" y="1385244"/>
              <a:ext cx="316668" cy="161693"/>
            </a:xfrm>
            <a:prstGeom prst="ellipse">
              <a:avLst/>
            </a:prstGeom>
            <a:gradFill>
              <a:gsLst>
                <a:gs pos="0">
                  <a:srgbClr val="0000E2">
                    <a:alpha val="32968"/>
                  </a:srgbClr>
                </a:gs>
                <a:gs pos="14286">
                  <a:srgbClr val="0000E2">
                    <a:alpha val="30764"/>
                  </a:srgbClr>
                </a:gs>
                <a:gs pos="28571">
                  <a:srgbClr val="0000E2">
                    <a:alpha val="24833"/>
                  </a:srgbClr>
                </a:gs>
                <a:gs pos="42857">
                  <a:srgbClr val="0000E2">
                    <a:alpha val="17075"/>
                  </a:srgbClr>
                </a:gs>
                <a:gs pos="57143">
                  <a:srgbClr val="0000E2">
                    <a:alpha val="9855"/>
                  </a:srgbClr>
                </a:gs>
                <a:gs pos="71429">
                  <a:srgbClr val="0000E2">
                    <a:alpha val="4740"/>
                  </a:srgbClr>
                </a:gs>
                <a:gs pos="85714">
                  <a:srgbClr val="0000E2">
                    <a:alpha val="1902"/>
                  </a:srgbClr>
                </a:gs>
                <a:gs pos="100000">
                  <a:srgbClr val="0000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9281698">
              <a:off x="3059059" y="1856496"/>
              <a:ext cx="68461" cy="18397"/>
            </a:xfrm>
            <a:prstGeom prst="ellipse">
              <a:avLst/>
            </a:prstGeom>
            <a:gradFill>
              <a:gsLst>
                <a:gs pos="0">
                  <a:srgbClr val="BFC4DA">
                    <a:alpha val="15907"/>
                  </a:srgbClr>
                </a:gs>
                <a:gs pos="14286">
                  <a:srgbClr val="BFC4DA">
                    <a:alpha val="14720"/>
                  </a:srgbClr>
                </a:gs>
                <a:gs pos="28571">
                  <a:srgbClr val="BFC4DA">
                    <a:alpha val="11630"/>
                  </a:srgbClr>
                </a:gs>
                <a:gs pos="42857">
                  <a:srgbClr val="BFC4DA">
                    <a:alpha val="7789"/>
                  </a:srgbClr>
                </a:gs>
                <a:gs pos="57143">
                  <a:srgbClr val="BFC4DA">
                    <a:alpha val="4394"/>
                  </a:srgbClr>
                </a:gs>
                <a:gs pos="71429">
                  <a:srgbClr val="BFC4DA">
                    <a:alpha val="2081"/>
                  </a:srgbClr>
                </a:gs>
                <a:gs pos="85714">
                  <a:srgbClr val="BFC4DA">
                    <a:alpha val="828"/>
                  </a:srgbClr>
                </a:gs>
                <a:gs pos="100000">
                  <a:srgbClr val="BFC4DA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-8973328">
              <a:off x="2027164" y="964191"/>
              <a:ext cx="557372" cy="3173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3531439">
              <a:off x="991735" y="784355"/>
              <a:ext cx="68461" cy="18401"/>
            </a:xfrm>
            <a:prstGeom prst="ellipse">
              <a:avLst/>
            </a:prstGeom>
            <a:gradFill>
              <a:gsLst>
                <a:gs pos="0">
                  <a:srgbClr val="B15063">
                    <a:alpha val="15904"/>
                  </a:srgbClr>
                </a:gs>
                <a:gs pos="14286">
                  <a:srgbClr val="B15063">
                    <a:alpha val="14717"/>
                  </a:srgbClr>
                </a:gs>
                <a:gs pos="28571">
                  <a:srgbClr val="B15063">
                    <a:alpha val="11627"/>
                  </a:srgbClr>
                </a:gs>
                <a:gs pos="42857">
                  <a:srgbClr val="B15063">
                    <a:alpha val="7788"/>
                  </a:srgbClr>
                </a:gs>
                <a:gs pos="57143">
                  <a:srgbClr val="B15063">
                    <a:alpha val="4393"/>
                  </a:srgbClr>
                </a:gs>
                <a:gs pos="71429">
                  <a:srgbClr val="B15063">
                    <a:alpha val="2081"/>
                  </a:srgbClr>
                </a:gs>
                <a:gs pos="85714">
                  <a:srgbClr val="B15063">
                    <a:alpha val="828"/>
                  </a:srgbClr>
                </a:gs>
                <a:gs pos="100000">
                  <a:srgbClr val="B15063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7832004">
              <a:off x="565926" y="3177573"/>
              <a:ext cx="145002" cy="72408"/>
            </a:xfrm>
            <a:prstGeom prst="ellipse">
              <a:avLst/>
            </a:prstGeom>
            <a:gradFill>
              <a:gsLst>
                <a:gs pos="0">
                  <a:srgbClr val="AA6E91">
                    <a:alpha val="15104"/>
                  </a:srgbClr>
                </a:gs>
                <a:gs pos="14286">
                  <a:srgbClr val="AA6E91">
                    <a:alpha val="13972"/>
                  </a:srgbClr>
                </a:gs>
                <a:gs pos="28571">
                  <a:srgbClr val="AA6E91">
                    <a:alpha val="11028"/>
                  </a:srgbClr>
                </a:gs>
                <a:gs pos="42857">
                  <a:srgbClr val="AA6E91">
                    <a:alpha val="7378"/>
                  </a:srgbClr>
                </a:gs>
                <a:gs pos="57143">
                  <a:srgbClr val="AA6E91">
                    <a:alpha val="4158"/>
                  </a:srgbClr>
                </a:gs>
                <a:gs pos="71429">
                  <a:srgbClr val="AA6E91">
                    <a:alpha val="1968"/>
                  </a:srgbClr>
                </a:gs>
                <a:gs pos="85714">
                  <a:srgbClr val="AA6E91">
                    <a:alpha val="783"/>
                  </a:srgbClr>
                </a:gs>
                <a:gs pos="100000">
                  <a:srgbClr val="AA6E91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10583931">
              <a:off x="2043248" y="554431"/>
              <a:ext cx="68461" cy="18361"/>
            </a:xfrm>
            <a:prstGeom prst="ellipse">
              <a:avLst/>
            </a:prstGeom>
            <a:gradFill>
              <a:gsLst>
                <a:gs pos="0">
                  <a:srgbClr val="7BCAE6">
                    <a:alpha val="15933"/>
                  </a:srgbClr>
                </a:gs>
                <a:gs pos="14286">
                  <a:srgbClr val="7BCAE6">
                    <a:alpha val="14745"/>
                  </a:srgbClr>
                </a:gs>
                <a:gs pos="28571">
                  <a:srgbClr val="7BCAE6">
                    <a:alpha val="11650"/>
                  </a:srgbClr>
                </a:gs>
                <a:gs pos="42857">
                  <a:srgbClr val="7BCAE6">
                    <a:alpha val="7803"/>
                  </a:srgbClr>
                </a:gs>
                <a:gs pos="57143">
                  <a:srgbClr val="7BCAE6">
                    <a:alpha val="4402"/>
                  </a:srgbClr>
                </a:gs>
                <a:gs pos="71429">
                  <a:srgbClr val="7BCAE6">
                    <a:alpha val="2085"/>
                  </a:srgbClr>
                </a:gs>
                <a:gs pos="85714">
                  <a:srgbClr val="7BCAE6">
                    <a:alpha val="830"/>
                  </a:srgbClr>
                </a:gs>
                <a:gs pos="100000">
                  <a:srgbClr val="7BCAE6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3936510">
              <a:off x="1833686" y="1536980"/>
              <a:ext cx="340328" cy="58485"/>
            </a:xfrm>
            <a:prstGeom prst="ellipse">
              <a:avLst/>
            </a:prstGeom>
            <a:gradFill>
              <a:gsLst>
                <a:gs pos="0">
                  <a:srgbClr val="FBFFFF">
                    <a:alpha val="23803"/>
                  </a:srgbClr>
                </a:gs>
                <a:gs pos="14286">
                  <a:srgbClr val="FBFFFF">
                    <a:alpha val="22109"/>
                  </a:srgbClr>
                </a:gs>
                <a:gs pos="28571">
                  <a:srgbClr val="FBFFFF">
                    <a:alpha val="17634"/>
                  </a:srgbClr>
                </a:gs>
                <a:gs pos="42857">
                  <a:srgbClr val="FBFFFF">
                    <a:alpha val="11948"/>
                  </a:srgbClr>
                </a:gs>
                <a:gs pos="57143">
                  <a:srgbClr val="FBFFFF">
                    <a:alpha val="6808"/>
                  </a:srgbClr>
                </a:gs>
                <a:gs pos="71429">
                  <a:srgbClr val="FBFFFF">
                    <a:alpha val="3247"/>
                  </a:srgbClr>
                </a:gs>
                <a:gs pos="85714">
                  <a:srgbClr val="FBFFFF">
                    <a:alpha val="1297"/>
                  </a:srgbClr>
                </a:gs>
                <a:gs pos="100000">
                  <a:srgbClr val="FBFFFF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10007453">
              <a:off x="1026518" y="1130220"/>
              <a:ext cx="600363" cy="44638"/>
            </a:xfrm>
            <a:prstGeom prst="ellipse">
              <a:avLst/>
            </a:prstGeom>
            <a:gradFill>
              <a:gsLst>
                <a:gs pos="0">
                  <a:srgbClr val="000072">
                    <a:alpha val="32968"/>
                  </a:srgbClr>
                </a:gs>
                <a:gs pos="14286">
                  <a:srgbClr val="000072">
                    <a:alpha val="30764"/>
                  </a:srgbClr>
                </a:gs>
                <a:gs pos="28571">
                  <a:srgbClr val="000072">
                    <a:alpha val="24833"/>
                  </a:srgbClr>
                </a:gs>
                <a:gs pos="42857">
                  <a:srgbClr val="000072">
                    <a:alpha val="17075"/>
                  </a:srgbClr>
                </a:gs>
                <a:gs pos="57143">
                  <a:srgbClr val="000072">
                    <a:alpha val="9855"/>
                  </a:srgbClr>
                </a:gs>
                <a:gs pos="71429">
                  <a:srgbClr val="000072">
                    <a:alpha val="4740"/>
                  </a:srgbClr>
                </a:gs>
                <a:gs pos="85714">
                  <a:srgbClr val="000072">
                    <a:alpha val="1902"/>
                  </a:srgbClr>
                </a:gs>
                <a:gs pos="100000">
                  <a:srgbClr val="0000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6848306">
              <a:off x="2440822" y="1092302"/>
              <a:ext cx="243405" cy="78646"/>
            </a:xfrm>
            <a:prstGeom prst="ellipse">
              <a:avLst/>
            </a:prstGeom>
            <a:gradFill>
              <a:gsLst>
                <a:gs pos="0">
                  <a:srgbClr val="000039">
                    <a:alpha val="32968"/>
                  </a:srgbClr>
                </a:gs>
                <a:gs pos="14286">
                  <a:srgbClr val="000039">
                    <a:alpha val="30764"/>
                  </a:srgbClr>
                </a:gs>
                <a:gs pos="28571">
                  <a:srgbClr val="000039">
                    <a:alpha val="24833"/>
                  </a:srgbClr>
                </a:gs>
                <a:gs pos="42857">
                  <a:srgbClr val="000039">
                    <a:alpha val="17075"/>
                  </a:srgbClr>
                </a:gs>
                <a:gs pos="57143">
                  <a:srgbClr val="000039">
                    <a:alpha val="9855"/>
                  </a:srgbClr>
                </a:gs>
                <a:gs pos="71429">
                  <a:srgbClr val="000039">
                    <a:alpha val="4740"/>
                  </a:srgbClr>
                </a:gs>
                <a:gs pos="85714">
                  <a:srgbClr val="000039">
                    <a:alpha val="1902"/>
                  </a:srgbClr>
                </a:gs>
                <a:gs pos="100000">
                  <a:srgbClr val="0000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-9758115">
              <a:off x="2126394" y="1464216"/>
              <a:ext cx="68461" cy="18131"/>
            </a:xfrm>
            <a:prstGeom prst="ellipse">
              <a:avLst/>
            </a:prstGeom>
            <a:gradFill>
              <a:gsLst>
                <a:gs pos="0">
                  <a:srgbClr val="7766AC">
                    <a:alpha val="16104"/>
                  </a:srgbClr>
                </a:gs>
                <a:gs pos="14286">
                  <a:srgbClr val="7766AC">
                    <a:alpha val="14904"/>
                  </a:srgbClr>
                </a:gs>
                <a:gs pos="28571">
                  <a:srgbClr val="7766AC">
                    <a:alpha val="11778"/>
                  </a:srgbClr>
                </a:gs>
                <a:gs pos="42857">
                  <a:srgbClr val="7766AC">
                    <a:alpha val="7891"/>
                  </a:srgbClr>
                </a:gs>
                <a:gs pos="57143">
                  <a:srgbClr val="7766AC">
                    <a:alpha val="4452"/>
                  </a:srgbClr>
                </a:gs>
                <a:gs pos="71429">
                  <a:srgbClr val="7766AC">
                    <a:alpha val="2109"/>
                  </a:srgbClr>
                </a:gs>
                <a:gs pos="85714">
                  <a:srgbClr val="7766AC">
                    <a:alpha val="839"/>
                  </a:srgbClr>
                </a:gs>
                <a:gs pos="100000">
                  <a:srgbClr val="7766AC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10554050">
              <a:off x="1411971" y="1412072"/>
              <a:ext cx="106238" cy="458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-10342997">
              <a:off x="2055053" y="582492"/>
              <a:ext cx="437662" cy="357286"/>
            </a:xfrm>
            <a:prstGeom prst="ellipse">
              <a:avLst/>
            </a:prstGeom>
            <a:gradFill>
              <a:gsLst>
                <a:gs pos="0">
                  <a:srgbClr val="FFFFA8">
                    <a:alpha val="13588"/>
                  </a:srgbClr>
                </a:gs>
                <a:gs pos="14286">
                  <a:srgbClr val="FFFFA8">
                    <a:alpha val="12561"/>
                  </a:srgbClr>
                </a:gs>
                <a:gs pos="28571">
                  <a:srgbClr val="FFFFA8">
                    <a:alpha val="9898"/>
                  </a:srgbClr>
                </a:gs>
                <a:gs pos="42857">
                  <a:srgbClr val="FFFFA8">
                    <a:alpha val="6608"/>
                  </a:srgbClr>
                </a:gs>
                <a:gs pos="57143">
                  <a:srgbClr val="FFFFA8">
                    <a:alpha val="3717"/>
                  </a:srgbClr>
                </a:gs>
                <a:gs pos="71429">
                  <a:srgbClr val="FFFFA8">
                    <a:alpha val="1758"/>
                  </a:srgbClr>
                </a:gs>
                <a:gs pos="85714">
                  <a:srgbClr val="FFFFA8">
                    <a:alpha val="699"/>
                  </a:srgbClr>
                </a:gs>
                <a:gs pos="100000">
                  <a:srgbClr val="FFFFA8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7692898">
              <a:off x="1512985" y="1761848"/>
              <a:ext cx="57487" cy="483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8369080">
              <a:off x="2500817" y="1056026"/>
              <a:ext cx="66278" cy="16570"/>
            </a:xfrm>
            <a:prstGeom prst="ellipse">
              <a:avLst/>
            </a:prstGeom>
            <a:gradFill>
              <a:gsLst>
                <a:gs pos="0">
                  <a:srgbClr val="70B0C4">
                    <a:alpha val="17257"/>
                  </a:srgbClr>
                </a:gs>
                <a:gs pos="14286">
                  <a:srgbClr val="70B0C4">
                    <a:alpha val="15980"/>
                  </a:srgbClr>
                </a:gs>
                <a:gs pos="28571">
                  <a:srgbClr val="70B0C4">
                    <a:alpha val="12645"/>
                  </a:srgbClr>
                </a:gs>
                <a:gs pos="42857">
                  <a:srgbClr val="70B0C4">
                    <a:alpha val="8486"/>
                  </a:srgbClr>
                </a:gs>
                <a:gs pos="57143">
                  <a:srgbClr val="70B0C4">
                    <a:alpha val="4795"/>
                  </a:srgbClr>
                </a:gs>
                <a:gs pos="71429">
                  <a:srgbClr val="70B0C4">
                    <a:alpha val="2274"/>
                  </a:srgbClr>
                </a:gs>
                <a:gs pos="85714">
                  <a:srgbClr val="70B0C4">
                    <a:alpha val="905"/>
                  </a:srgbClr>
                </a:gs>
                <a:gs pos="100000">
                  <a:srgbClr val="70B0C4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-10443854">
              <a:off x="969553" y="818595"/>
              <a:ext cx="688136" cy="457278"/>
            </a:xfrm>
            <a:prstGeom prst="ellipse">
              <a:avLst/>
            </a:prstGeom>
            <a:gradFill>
              <a:gsLst>
                <a:gs pos="0">
                  <a:srgbClr val="00C8FF">
                    <a:alpha val="32684"/>
                  </a:srgbClr>
                </a:gs>
                <a:gs pos="14286">
                  <a:srgbClr val="00C8FF">
                    <a:alpha val="30494"/>
                  </a:srgbClr>
                </a:gs>
                <a:gs pos="28571">
                  <a:srgbClr val="00C8FF">
                    <a:alpha val="24606"/>
                  </a:srgbClr>
                </a:gs>
                <a:gs pos="42857">
                  <a:srgbClr val="00C8FF">
                    <a:alpha val="16911"/>
                  </a:srgbClr>
                </a:gs>
                <a:gs pos="57143">
                  <a:srgbClr val="00C8FF">
                    <a:alpha val="9756"/>
                  </a:srgbClr>
                </a:gs>
                <a:gs pos="71429">
                  <a:srgbClr val="00C8FF">
                    <a:alpha val="4692"/>
                  </a:srgbClr>
                </a:gs>
                <a:gs pos="85714">
                  <a:srgbClr val="00C8FF">
                    <a:alpha val="1882"/>
                  </a:srgbClr>
                </a:gs>
                <a:gs pos="100000">
                  <a:srgbClr val="00C8FF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-8725399">
              <a:off x="1681435" y="1715255"/>
              <a:ext cx="68461" cy="18245"/>
            </a:xfrm>
            <a:prstGeom prst="ellipse">
              <a:avLst/>
            </a:prstGeom>
            <a:gradFill>
              <a:gsLst>
                <a:gs pos="0">
                  <a:srgbClr val="7D5578">
                    <a:alpha val="16019"/>
                  </a:srgbClr>
                </a:gs>
                <a:gs pos="14286">
                  <a:srgbClr val="7D5578">
                    <a:alpha val="14825"/>
                  </a:srgbClr>
                </a:gs>
                <a:gs pos="28571">
                  <a:srgbClr val="7D5578">
                    <a:alpha val="11714"/>
                  </a:srgbClr>
                </a:gs>
                <a:gs pos="42857">
                  <a:srgbClr val="7D5578">
                    <a:alpha val="7847"/>
                  </a:srgbClr>
                </a:gs>
                <a:gs pos="57143">
                  <a:srgbClr val="7D5578">
                    <a:alpha val="4427"/>
                  </a:srgbClr>
                </a:gs>
                <a:gs pos="71429">
                  <a:srgbClr val="7D5578">
                    <a:alpha val="2097"/>
                  </a:srgbClr>
                </a:gs>
                <a:gs pos="85714">
                  <a:srgbClr val="7D5578">
                    <a:alpha val="835"/>
                  </a:srgbClr>
                </a:gs>
                <a:gs pos="100000">
                  <a:srgbClr val="7D5578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9280072">
              <a:off x="1796346" y="621813"/>
              <a:ext cx="526761" cy="28437"/>
            </a:xfrm>
            <a:prstGeom prst="ellipse">
              <a:avLst/>
            </a:prstGeom>
            <a:gradFill>
              <a:gsLst>
                <a:gs pos="0">
                  <a:srgbClr val="0000E7">
                    <a:alpha val="32968"/>
                  </a:srgbClr>
                </a:gs>
                <a:gs pos="14286">
                  <a:srgbClr val="0000E7">
                    <a:alpha val="30764"/>
                  </a:srgbClr>
                </a:gs>
                <a:gs pos="28571">
                  <a:srgbClr val="0000E7">
                    <a:alpha val="24833"/>
                  </a:srgbClr>
                </a:gs>
                <a:gs pos="42857">
                  <a:srgbClr val="0000E7">
                    <a:alpha val="17075"/>
                  </a:srgbClr>
                </a:gs>
                <a:gs pos="57143">
                  <a:srgbClr val="0000E7">
                    <a:alpha val="9855"/>
                  </a:srgbClr>
                </a:gs>
                <a:gs pos="71429">
                  <a:srgbClr val="0000E7">
                    <a:alpha val="4740"/>
                  </a:srgbClr>
                </a:gs>
                <a:gs pos="85714">
                  <a:srgbClr val="0000E7">
                    <a:alpha val="1902"/>
                  </a:srgbClr>
                </a:gs>
                <a:gs pos="100000">
                  <a:srgbClr val="0000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9104199">
              <a:off x="1084504" y="2855825"/>
              <a:ext cx="398389" cy="111325"/>
            </a:xfrm>
            <a:prstGeom prst="ellipse">
              <a:avLst/>
            </a:prstGeom>
            <a:gradFill>
              <a:gsLst>
                <a:gs pos="0">
                  <a:srgbClr val="D9FFFF">
                    <a:alpha val="32968"/>
                  </a:srgbClr>
                </a:gs>
                <a:gs pos="14286">
                  <a:srgbClr val="D9FFFF">
                    <a:alpha val="30764"/>
                  </a:srgbClr>
                </a:gs>
                <a:gs pos="28571">
                  <a:srgbClr val="D9FFFF">
                    <a:alpha val="24833"/>
                  </a:srgbClr>
                </a:gs>
                <a:gs pos="42857">
                  <a:srgbClr val="D9FFFF">
                    <a:alpha val="17075"/>
                  </a:srgbClr>
                </a:gs>
                <a:gs pos="57143">
                  <a:srgbClr val="D9FFFF">
                    <a:alpha val="9855"/>
                  </a:srgbClr>
                </a:gs>
                <a:gs pos="71429">
                  <a:srgbClr val="D9FFFF">
                    <a:alpha val="4740"/>
                  </a:srgbClr>
                </a:gs>
                <a:gs pos="85714">
                  <a:srgbClr val="D9FFFF">
                    <a:alpha val="1902"/>
                  </a:srgbClr>
                </a:gs>
                <a:gs pos="100000">
                  <a:srgbClr val="D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10291600">
              <a:off x="89390" y="3093408"/>
              <a:ext cx="534086" cy="235072"/>
            </a:xfrm>
            <a:prstGeom prst="ellipse">
              <a:avLst/>
            </a:prstGeom>
            <a:gradFill>
              <a:gsLst>
                <a:gs pos="0">
                  <a:srgbClr val="CE6D00">
                    <a:alpha val="32968"/>
                  </a:srgbClr>
                </a:gs>
                <a:gs pos="14286">
                  <a:srgbClr val="CE6D00">
                    <a:alpha val="30764"/>
                  </a:srgbClr>
                </a:gs>
                <a:gs pos="28571">
                  <a:srgbClr val="CE6D00">
                    <a:alpha val="24833"/>
                  </a:srgbClr>
                </a:gs>
                <a:gs pos="42857">
                  <a:srgbClr val="CE6D00">
                    <a:alpha val="17075"/>
                  </a:srgbClr>
                </a:gs>
                <a:gs pos="57143">
                  <a:srgbClr val="CE6D00">
                    <a:alpha val="9855"/>
                  </a:srgbClr>
                </a:gs>
                <a:gs pos="71429">
                  <a:srgbClr val="CE6D00">
                    <a:alpha val="4740"/>
                  </a:srgbClr>
                </a:gs>
                <a:gs pos="85714">
                  <a:srgbClr val="CE6D00">
                    <a:alpha val="1902"/>
                  </a:srgbClr>
                </a:gs>
                <a:gs pos="100000">
                  <a:srgbClr val="CE6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-10168351">
              <a:off x="1257237" y="1101346"/>
              <a:ext cx="577460" cy="156791"/>
            </a:xfrm>
            <a:prstGeom prst="ellipse">
              <a:avLst/>
            </a:prstGeom>
            <a:gradFill>
              <a:gsLst>
                <a:gs pos="0">
                  <a:srgbClr val="00B9E8">
                    <a:alpha val="32968"/>
                  </a:srgbClr>
                </a:gs>
                <a:gs pos="14286">
                  <a:srgbClr val="00B9E8">
                    <a:alpha val="30764"/>
                  </a:srgbClr>
                </a:gs>
                <a:gs pos="28571">
                  <a:srgbClr val="00B9E8">
                    <a:alpha val="24833"/>
                  </a:srgbClr>
                </a:gs>
                <a:gs pos="42857">
                  <a:srgbClr val="00B9E8">
                    <a:alpha val="17075"/>
                  </a:srgbClr>
                </a:gs>
                <a:gs pos="57143">
                  <a:srgbClr val="00B9E8">
                    <a:alpha val="9855"/>
                  </a:srgbClr>
                </a:gs>
                <a:gs pos="71429">
                  <a:srgbClr val="00B9E8">
                    <a:alpha val="4740"/>
                  </a:srgbClr>
                </a:gs>
                <a:gs pos="85714">
                  <a:srgbClr val="00B9E8">
                    <a:alpha val="1902"/>
                  </a:srgbClr>
                </a:gs>
                <a:gs pos="100000">
                  <a:srgbClr val="00B9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9158945">
              <a:off x="653279" y="684164"/>
              <a:ext cx="524896" cy="52510"/>
            </a:xfrm>
            <a:prstGeom prst="ellipse">
              <a:avLst/>
            </a:prstGeom>
            <a:gradFill>
              <a:gsLst>
                <a:gs pos="0">
                  <a:srgbClr val="FFFFF3">
                    <a:alpha val="8785"/>
                  </a:srgbClr>
                </a:gs>
                <a:gs pos="14286">
                  <a:srgbClr val="FFFFF3">
                    <a:alpha val="8104"/>
                  </a:srgbClr>
                </a:gs>
                <a:gs pos="28571">
                  <a:srgbClr val="FFFFF3">
                    <a:alpha val="6351"/>
                  </a:srgbClr>
                </a:gs>
                <a:gs pos="42857">
                  <a:srgbClr val="FFFFF3">
                    <a:alpha val="4213"/>
                  </a:srgbClr>
                </a:gs>
                <a:gs pos="57143">
                  <a:srgbClr val="FFFFF3">
                    <a:alpha val="2357"/>
                  </a:srgbClr>
                </a:gs>
                <a:gs pos="71429">
                  <a:srgbClr val="FFFFF3">
                    <a:alpha val="1110"/>
                  </a:srgbClr>
                </a:gs>
                <a:gs pos="85714">
                  <a:srgbClr val="FFFFF3">
                    <a:alpha val="440"/>
                  </a:srgbClr>
                </a:gs>
                <a:gs pos="100000">
                  <a:srgbClr val="FFFFF3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9528116">
              <a:off x="1478408" y="2874983"/>
              <a:ext cx="68461" cy="18585"/>
            </a:xfrm>
            <a:prstGeom prst="ellipse">
              <a:avLst/>
            </a:prstGeom>
            <a:gradFill>
              <a:gsLst>
                <a:gs pos="0">
                  <a:srgbClr val="A472A3">
                    <a:alpha val="15766"/>
                  </a:srgbClr>
                </a:gs>
                <a:gs pos="14286">
                  <a:srgbClr val="A472A3">
                    <a:alpha val="14589"/>
                  </a:srgbClr>
                </a:gs>
                <a:gs pos="28571">
                  <a:srgbClr val="A472A3">
                    <a:alpha val="11524"/>
                  </a:srgbClr>
                </a:gs>
                <a:gs pos="42857">
                  <a:srgbClr val="A472A3">
                    <a:alpha val="7717"/>
                  </a:srgbClr>
                </a:gs>
                <a:gs pos="57143">
                  <a:srgbClr val="A472A3">
                    <a:alpha val="4353"/>
                  </a:srgbClr>
                </a:gs>
                <a:gs pos="71429">
                  <a:srgbClr val="A472A3">
                    <a:alpha val="2062"/>
                  </a:srgbClr>
                </a:gs>
                <a:gs pos="85714">
                  <a:srgbClr val="A472A3">
                    <a:alpha val="820"/>
                  </a:srgbClr>
                </a:gs>
                <a:gs pos="100000">
                  <a:srgbClr val="A472A3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2914662">
              <a:off x="1293498" y="2188842"/>
              <a:ext cx="570895" cy="373165"/>
            </a:xfrm>
            <a:prstGeom prst="ellipse">
              <a:avLst/>
            </a:prstGeom>
            <a:gradFill>
              <a:gsLst>
                <a:gs pos="0">
                  <a:srgbClr val="001F10">
                    <a:alpha val="32968"/>
                  </a:srgbClr>
                </a:gs>
                <a:gs pos="14286">
                  <a:srgbClr val="001F10">
                    <a:alpha val="30764"/>
                  </a:srgbClr>
                </a:gs>
                <a:gs pos="28571">
                  <a:srgbClr val="001F10">
                    <a:alpha val="24833"/>
                  </a:srgbClr>
                </a:gs>
                <a:gs pos="42857">
                  <a:srgbClr val="001F10">
                    <a:alpha val="17075"/>
                  </a:srgbClr>
                </a:gs>
                <a:gs pos="57143">
                  <a:srgbClr val="001F10">
                    <a:alpha val="9855"/>
                  </a:srgbClr>
                </a:gs>
                <a:gs pos="71429">
                  <a:srgbClr val="001F10">
                    <a:alpha val="4740"/>
                  </a:srgbClr>
                </a:gs>
                <a:gs pos="85714">
                  <a:srgbClr val="001F10">
                    <a:alpha val="1902"/>
                  </a:srgbClr>
                </a:gs>
                <a:gs pos="100000">
                  <a:srgbClr val="001F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9451423">
              <a:off x="2066524" y="582744"/>
              <a:ext cx="250702" cy="47031"/>
            </a:xfrm>
            <a:prstGeom prst="ellipse">
              <a:avLst/>
            </a:prstGeom>
            <a:gradFill>
              <a:gsLst>
                <a:gs pos="0">
                  <a:srgbClr val="FEF5D3">
                    <a:alpha val="32968"/>
                  </a:srgbClr>
                </a:gs>
                <a:gs pos="14286">
                  <a:srgbClr val="FEF5D3">
                    <a:alpha val="30764"/>
                  </a:srgbClr>
                </a:gs>
                <a:gs pos="28571">
                  <a:srgbClr val="FEF5D3">
                    <a:alpha val="24833"/>
                  </a:srgbClr>
                </a:gs>
                <a:gs pos="42857">
                  <a:srgbClr val="FEF5D3">
                    <a:alpha val="17075"/>
                  </a:srgbClr>
                </a:gs>
                <a:gs pos="57143">
                  <a:srgbClr val="FEF5D3">
                    <a:alpha val="9855"/>
                  </a:srgbClr>
                </a:gs>
                <a:gs pos="71429">
                  <a:srgbClr val="FEF5D3">
                    <a:alpha val="4740"/>
                  </a:srgbClr>
                </a:gs>
                <a:gs pos="85714">
                  <a:srgbClr val="FEF5D3">
                    <a:alpha val="1902"/>
                  </a:srgbClr>
                </a:gs>
                <a:gs pos="100000">
                  <a:srgbClr val="FEF5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-8727205">
              <a:off x="1688850" y="1451166"/>
              <a:ext cx="68461" cy="18592"/>
            </a:xfrm>
            <a:prstGeom prst="ellipse">
              <a:avLst/>
            </a:prstGeom>
            <a:gradFill>
              <a:gsLst>
                <a:gs pos="0">
                  <a:srgbClr val="815879">
                    <a:alpha val="15761"/>
                  </a:srgbClr>
                </a:gs>
                <a:gs pos="14286">
                  <a:srgbClr val="815879">
                    <a:alpha val="14585"/>
                  </a:srgbClr>
                </a:gs>
                <a:gs pos="28571">
                  <a:srgbClr val="815879">
                    <a:alpha val="11521"/>
                  </a:srgbClr>
                </a:gs>
                <a:gs pos="42857">
                  <a:srgbClr val="815879">
                    <a:alpha val="7715"/>
                  </a:srgbClr>
                </a:gs>
                <a:gs pos="57143">
                  <a:srgbClr val="815879">
                    <a:alpha val="4351"/>
                  </a:srgbClr>
                </a:gs>
                <a:gs pos="71429">
                  <a:srgbClr val="815879">
                    <a:alpha val="2061"/>
                  </a:srgbClr>
                </a:gs>
                <a:gs pos="85714">
                  <a:srgbClr val="815879">
                    <a:alpha val="820"/>
                  </a:srgbClr>
                </a:gs>
                <a:gs pos="100000">
                  <a:srgbClr val="815879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3866011">
              <a:off x="2616715" y="2056759"/>
              <a:ext cx="68461" cy="18620"/>
            </a:xfrm>
            <a:prstGeom prst="ellipse">
              <a:avLst/>
            </a:prstGeom>
            <a:gradFill>
              <a:gsLst>
                <a:gs pos="0">
                  <a:srgbClr val="6E7FAC">
                    <a:alpha val="15740"/>
                  </a:srgbClr>
                </a:gs>
                <a:gs pos="14286">
                  <a:srgbClr val="6E7FAC">
                    <a:alpha val="14565"/>
                  </a:srgbClr>
                </a:gs>
                <a:gs pos="28571">
                  <a:srgbClr val="6E7FAC">
                    <a:alpha val="11505"/>
                  </a:srgbClr>
                </a:gs>
                <a:gs pos="42857">
                  <a:srgbClr val="6E7FAC">
                    <a:alpha val="7704"/>
                  </a:srgbClr>
                </a:gs>
                <a:gs pos="57143">
                  <a:srgbClr val="6E7FAC">
                    <a:alpha val="4345"/>
                  </a:srgbClr>
                </a:gs>
                <a:gs pos="71429">
                  <a:srgbClr val="6E7FAC">
                    <a:alpha val="2058"/>
                  </a:srgbClr>
                </a:gs>
                <a:gs pos="85714">
                  <a:srgbClr val="6E7FAC">
                    <a:alpha val="819"/>
                  </a:srgbClr>
                </a:gs>
                <a:gs pos="100000">
                  <a:srgbClr val="6E7FAC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8241933">
              <a:off x="2060134" y="1003864"/>
              <a:ext cx="401503" cy="83989"/>
            </a:xfrm>
            <a:prstGeom prst="ellipse">
              <a:avLst/>
            </a:prstGeom>
            <a:gradFill>
              <a:gsLst>
                <a:gs pos="0">
                  <a:srgbClr val="FEFFAD">
                    <a:alpha val="32968"/>
                  </a:srgbClr>
                </a:gs>
                <a:gs pos="14286">
                  <a:srgbClr val="FEFFAD">
                    <a:alpha val="30764"/>
                  </a:srgbClr>
                </a:gs>
                <a:gs pos="28571">
                  <a:srgbClr val="FEFFAD">
                    <a:alpha val="24833"/>
                  </a:srgbClr>
                </a:gs>
                <a:gs pos="42857">
                  <a:srgbClr val="FEFFAD">
                    <a:alpha val="17075"/>
                  </a:srgbClr>
                </a:gs>
                <a:gs pos="57143">
                  <a:srgbClr val="FEFFAD">
                    <a:alpha val="9855"/>
                  </a:srgbClr>
                </a:gs>
                <a:gs pos="71429">
                  <a:srgbClr val="FEFFAD">
                    <a:alpha val="4740"/>
                  </a:srgbClr>
                </a:gs>
                <a:gs pos="85714">
                  <a:srgbClr val="FEFFAD">
                    <a:alpha val="1902"/>
                  </a:srgbClr>
                </a:gs>
                <a:gs pos="100000">
                  <a:srgbClr val="FEFF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10239569">
              <a:off x="1210533" y="1462794"/>
              <a:ext cx="591924" cy="407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5400000">
              <a:off x="2208435" y="1129030"/>
              <a:ext cx="44964" cy="44964"/>
            </a:xfrm>
            <a:prstGeom prst="ellipse">
              <a:avLst/>
            </a:prstGeom>
            <a:gradFill>
              <a:gsLst>
                <a:gs pos="0">
                  <a:srgbClr val="C2AE9F">
                    <a:alpha val="17782"/>
                  </a:srgbClr>
                </a:gs>
                <a:gs pos="14286">
                  <a:srgbClr val="C2AE9F">
                    <a:alpha val="16470"/>
                  </a:srgbClr>
                </a:gs>
                <a:gs pos="28571">
                  <a:srgbClr val="C2AE9F">
                    <a:alpha val="13041"/>
                  </a:srgbClr>
                </a:gs>
                <a:gs pos="42857">
                  <a:srgbClr val="C2AE9F">
                    <a:alpha val="8758"/>
                  </a:srgbClr>
                </a:gs>
                <a:gs pos="57143">
                  <a:srgbClr val="C2AE9F">
                    <a:alpha val="4952"/>
                  </a:srgbClr>
                </a:gs>
                <a:gs pos="71429">
                  <a:srgbClr val="C2AE9F">
                    <a:alpha val="2349"/>
                  </a:srgbClr>
                </a:gs>
                <a:gs pos="85714">
                  <a:srgbClr val="C2AE9F">
                    <a:alpha val="936"/>
                  </a:srgbClr>
                </a:gs>
                <a:gs pos="100000">
                  <a:srgbClr val="C2AE9F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-8732870">
              <a:off x="2099130" y="1147290"/>
              <a:ext cx="609091" cy="168317"/>
            </a:xfrm>
            <a:prstGeom prst="ellipse">
              <a:avLst/>
            </a:prstGeom>
            <a:gradFill>
              <a:gsLst>
                <a:gs pos="0">
                  <a:srgbClr val="00001C">
                    <a:alpha val="32968"/>
                  </a:srgbClr>
                </a:gs>
                <a:gs pos="14286">
                  <a:srgbClr val="00001C">
                    <a:alpha val="30764"/>
                  </a:srgbClr>
                </a:gs>
                <a:gs pos="28571">
                  <a:srgbClr val="00001C">
                    <a:alpha val="24833"/>
                  </a:srgbClr>
                </a:gs>
                <a:gs pos="42857">
                  <a:srgbClr val="00001C">
                    <a:alpha val="17075"/>
                  </a:srgbClr>
                </a:gs>
                <a:gs pos="57143">
                  <a:srgbClr val="00001C">
                    <a:alpha val="9855"/>
                  </a:srgbClr>
                </a:gs>
                <a:gs pos="71429">
                  <a:srgbClr val="00001C">
                    <a:alpha val="4740"/>
                  </a:srgbClr>
                </a:gs>
                <a:gs pos="85714">
                  <a:srgbClr val="00001C">
                    <a:alpha val="1902"/>
                  </a:srgbClr>
                </a:gs>
                <a:gs pos="100000">
                  <a:srgbClr val="00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3195791">
              <a:off x="2226092" y="587999"/>
              <a:ext cx="184682" cy="45412"/>
            </a:xfrm>
            <a:prstGeom prst="ellipse">
              <a:avLst/>
            </a:prstGeom>
            <a:gradFill>
              <a:gsLst>
                <a:gs pos="0">
                  <a:srgbClr val="DFE5FF">
                    <a:alpha val="32968"/>
                  </a:srgbClr>
                </a:gs>
                <a:gs pos="14286">
                  <a:srgbClr val="DFE5FF">
                    <a:alpha val="30764"/>
                  </a:srgbClr>
                </a:gs>
                <a:gs pos="28571">
                  <a:srgbClr val="DFE5FF">
                    <a:alpha val="24833"/>
                  </a:srgbClr>
                </a:gs>
                <a:gs pos="42857">
                  <a:srgbClr val="DFE5FF">
                    <a:alpha val="17075"/>
                  </a:srgbClr>
                </a:gs>
                <a:gs pos="57143">
                  <a:srgbClr val="DFE5FF">
                    <a:alpha val="9855"/>
                  </a:srgbClr>
                </a:gs>
                <a:gs pos="71429">
                  <a:srgbClr val="DFE5FF">
                    <a:alpha val="4740"/>
                  </a:srgbClr>
                </a:gs>
                <a:gs pos="85714">
                  <a:srgbClr val="DFE5FF">
                    <a:alpha val="1902"/>
                  </a:srgbClr>
                </a:gs>
                <a:gs pos="100000">
                  <a:srgbClr val="DFE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4275307">
              <a:off x="1852387" y="1062350"/>
              <a:ext cx="491252" cy="217204"/>
            </a:xfrm>
            <a:prstGeom prst="ellipse">
              <a:avLst/>
            </a:prstGeom>
            <a:gradFill>
              <a:gsLst>
                <a:gs pos="0">
                  <a:srgbClr val="005B78">
                    <a:alpha val="32968"/>
                  </a:srgbClr>
                </a:gs>
                <a:gs pos="14286">
                  <a:srgbClr val="005B78">
                    <a:alpha val="30764"/>
                  </a:srgbClr>
                </a:gs>
                <a:gs pos="28571">
                  <a:srgbClr val="005B78">
                    <a:alpha val="24833"/>
                  </a:srgbClr>
                </a:gs>
                <a:gs pos="42857">
                  <a:srgbClr val="005B78">
                    <a:alpha val="17075"/>
                  </a:srgbClr>
                </a:gs>
                <a:gs pos="57143">
                  <a:srgbClr val="005B78">
                    <a:alpha val="9855"/>
                  </a:srgbClr>
                </a:gs>
                <a:gs pos="71429">
                  <a:srgbClr val="005B78">
                    <a:alpha val="4740"/>
                  </a:srgbClr>
                </a:gs>
                <a:gs pos="85714">
                  <a:srgbClr val="005B78">
                    <a:alpha val="1902"/>
                  </a:srgbClr>
                </a:gs>
                <a:gs pos="100000">
                  <a:srgbClr val="005B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-8749561">
              <a:off x="2299663" y="1617665"/>
              <a:ext cx="182853" cy="43054"/>
            </a:xfrm>
            <a:prstGeom prst="ellipse">
              <a:avLst/>
            </a:prstGeom>
            <a:gradFill>
              <a:gsLst>
                <a:gs pos="0">
                  <a:srgbClr val="FFFFE6">
                    <a:alpha val="32968"/>
                  </a:srgbClr>
                </a:gs>
                <a:gs pos="14286">
                  <a:srgbClr val="FFFFE6">
                    <a:alpha val="30764"/>
                  </a:srgbClr>
                </a:gs>
                <a:gs pos="28571">
                  <a:srgbClr val="FFFFE6">
                    <a:alpha val="24833"/>
                  </a:srgbClr>
                </a:gs>
                <a:gs pos="42857">
                  <a:srgbClr val="FFFFE6">
                    <a:alpha val="17075"/>
                  </a:srgbClr>
                </a:gs>
                <a:gs pos="57143">
                  <a:srgbClr val="FFFFE6">
                    <a:alpha val="9855"/>
                  </a:srgbClr>
                </a:gs>
                <a:gs pos="71429">
                  <a:srgbClr val="FFFFE6">
                    <a:alpha val="4740"/>
                  </a:srgbClr>
                </a:gs>
                <a:gs pos="85714">
                  <a:srgbClr val="FFFFE6">
                    <a:alpha val="1902"/>
                  </a:srgbClr>
                </a:gs>
                <a:gs pos="100000">
                  <a:srgbClr val="FFFF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7742893">
              <a:off x="2096493" y="1381916"/>
              <a:ext cx="564463" cy="119539"/>
            </a:xfrm>
            <a:prstGeom prst="ellipse">
              <a:avLst/>
            </a:prstGeom>
            <a:gradFill>
              <a:gsLst>
                <a:gs pos="0">
                  <a:srgbClr val="5C0000">
                    <a:alpha val="32968"/>
                  </a:srgbClr>
                </a:gs>
                <a:gs pos="14286">
                  <a:srgbClr val="5C0000">
                    <a:alpha val="30764"/>
                  </a:srgbClr>
                </a:gs>
                <a:gs pos="28571">
                  <a:srgbClr val="5C0000">
                    <a:alpha val="24833"/>
                  </a:srgbClr>
                </a:gs>
                <a:gs pos="42857">
                  <a:srgbClr val="5C0000">
                    <a:alpha val="17075"/>
                  </a:srgbClr>
                </a:gs>
                <a:gs pos="57143">
                  <a:srgbClr val="5C0000">
                    <a:alpha val="9855"/>
                  </a:srgbClr>
                </a:gs>
                <a:gs pos="71429">
                  <a:srgbClr val="5C0000">
                    <a:alpha val="4740"/>
                  </a:srgbClr>
                </a:gs>
                <a:gs pos="85714">
                  <a:srgbClr val="5C0000">
                    <a:alpha val="1902"/>
                  </a:srgbClr>
                </a:gs>
                <a:gs pos="100000">
                  <a:srgbClr val="5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3853630">
              <a:off x="962853" y="2686480"/>
              <a:ext cx="68461" cy="18681"/>
            </a:xfrm>
            <a:prstGeom prst="ellipse">
              <a:avLst/>
            </a:prstGeom>
            <a:gradFill>
              <a:gsLst>
                <a:gs pos="0">
                  <a:srgbClr val="5E6797">
                    <a:alpha val="15694"/>
                  </a:srgbClr>
                </a:gs>
                <a:gs pos="14286">
                  <a:srgbClr val="5E6797">
                    <a:alpha val="14522"/>
                  </a:srgbClr>
                </a:gs>
                <a:gs pos="28571">
                  <a:srgbClr val="5E6797">
                    <a:alpha val="11471"/>
                  </a:srgbClr>
                </a:gs>
                <a:gs pos="42857">
                  <a:srgbClr val="5E6797">
                    <a:alpha val="7680"/>
                  </a:srgbClr>
                </a:gs>
                <a:gs pos="57143">
                  <a:srgbClr val="5E6797">
                    <a:alpha val="4331"/>
                  </a:srgbClr>
                </a:gs>
                <a:gs pos="71429">
                  <a:srgbClr val="5E6797">
                    <a:alpha val="2051"/>
                  </a:srgbClr>
                </a:gs>
                <a:gs pos="85714">
                  <a:srgbClr val="5E6797">
                    <a:alpha val="816"/>
                  </a:srgbClr>
                </a:gs>
                <a:gs pos="100000">
                  <a:srgbClr val="5E6797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-9377466">
              <a:off x="1040366" y="891450"/>
              <a:ext cx="554385" cy="428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9974765">
              <a:off x="1525538" y="742116"/>
              <a:ext cx="477394" cy="35499"/>
            </a:xfrm>
            <a:prstGeom prst="ellipse">
              <a:avLst/>
            </a:prstGeom>
            <a:gradFill>
              <a:gsLst>
                <a:gs pos="0">
                  <a:srgbClr val="000077">
                    <a:alpha val="32968"/>
                  </a:srgbClr>
                </a:gs>
                <a:gs pos="14286">
                  <a:srgbClr val="000077">
                    <a:alpha val="30764"/>
                  </a:srgbClr>
                </a:gs>
                <a:gs pos="28571">
                  <a:srgbClr val="000077">
                    <a:alpha val="24833"/>
                  </a:srgbClr>
                </a:gs>
                <a:gs pos="42857">
                  <a:srgbClr val="000077">
                    <a:alpha val="17075"/>
                  </a:srgbClr>
                </a:gs>
                <a:gs pos="57143">
                  <a:srgbClr val="000077">
                    <a:alpha val="9855"/>
                  </a:srgbClr>
                </a:gs>
                <a:gs pos="71429">
                  <a:srgbClr val="000077">
                    <a:alpha val="4740"/>
                  </a:srgbClr>
                </a:gs>
                <a:gs pos="85714">
                  <a:srgbClr val="000077">
                    <a:alpha val="1902"/>
                  </a:srgbClr>
                </a:gs>
                <a:gs pos="100000">
                  <a:srgbClr val="0000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7654031">
              <a:off x="2460177" y="1724478"/>
              <a:ext cx="68461" cy="18692"/>
            </a:xfrm>
            <a:prstGeom prst="ellipse">
              <a:avLst/>
            </a:prstGeom>
            <a:gradFill>
              <a:gsLst>
                <a:gs pos="0">
                  <a:srgbClr val="415A7D">
                    <a:alpha val="15687"/>
                  </a:srgbClr>
                </a:gs>
                <a:gs pos="14286">
                  <a:srgbClr val="415A7D">
                    <a:alpha val="14515"/>
                  </a:srgbClr>
                </a:gs>
                <a:gs pos="28571">
                  <a:srgbClr val="415A7D">
                    <a:alpha val="11465"/>
                  </a:srgbClr>
                </a:gs>
                <a:gs pos="42857">
                  <a:srgbClr val="415A7D">
                    <a:alpha val="7676"/>
                  </a:srgbClr>
                </a:gs>
                <a:gs pos="57143">
                  <a:srgbClr val="415A7D">
                    <a:alpha val="4329"/>
                  </a:srgbClr>
                </a:gs>
                <a:gs pos="71429">
                  <a:srgbClr val="415A7D">
                    <a:alpha val="2050"/>
                  </a:srgbClr>
                </a:gs>
                <a:gs pos="85714">
                  <a:srgbClr val="415A7D">
                    <a:alpha val="816"/>
                  </a:srgbClr>
                </a:gs>
                <a:gs pos="100000">
                  <a:srgbClr val="415A7D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5328660">
              <a:off x="1620375" y="1759873"/>
              <a:ext cx="163397" cy="35467"/>
            </a:xfrm>
            <a:prstGeom prst="ellipse">
              <a:avLst/>
            </a:prstGeom>
            <a:gradFill>
              <a:gsLst>
                <a:gs pos="0">
                  <a:srgbClr val="FFE6FF">
                    <a:alpha val="32968"/>
                  </a:srgbClr>
                </a:gs>
                <a:gs pos="14286">
                  <a:srgbClr val="FFE6FF">
                    <a:alpha val="30764"/>
                  </a:srgbClr>
                </a:gs>
                <a:gs pos="28571">
                  <a:srgbClr val="FFE6FF">
                    <a:alpha val="24833"/>
                  </a:srgbClr>
                </a:gs>
                <a:gs pos="42857">
                  <a:srgbClr val="FFE6FF">
                    <a:alpha val="17075"/>
                  </a:srgbClr>
                </a:gs>
                <a:gs pos="57143">
                  <a:srgbClr val="FFE6FF">
                    <a:alpha val="9855"/>
                  </a:srgbClr>
                </a:gs>
                <a:gs pos="71429">
                  <a:srgbClr val="FFE6FF">
                    <a:alpha val="4740"/>
                  </a:srgbClr>
                </a:gs>
                <a:gs pos="85714">
                  <a:srgbClr val="FFE6FF">
                    <a:alpha val="1902"/>
                  </a:srgbClr>
                </a:gs>
                <a:gs pos="100000">
                  <a:srgbClr val="FFE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6412405">
              <a:off x="1134017" y="1715251"/>
              <a:ext cx="639801" cy="472709"/>
            </a:xfrm>
            <a:prstGeom prst="ellipse">
              <a:avLst/>
            </a:prstGeom>
            <a:gradFill>
              <a:gsLst>
                <a:gs pos="0">
                  <a:srgbClr val="5486FF">
                    <a:alpha val="32968"/>
                  </a:srgbClr>
                </a:gs>
                <a:gs pos="14286">
                  <a:srgbClr val="5486FF">
                    <a:alpha val="30764"/>
                  </a:srgbClr>
                </a:gs>
                <a:gs pos="28571">
                  <a:srgbClr val="5486FF">
                    <a:alpha val="24833"/>
                  </a:srgbClr>
                </a:gs>
                <a:gs pos="42857">
                  <a:srgbClr val="5486FF">
                    <a:alpha val="17075"/>
                  </a:srgbClr>
                </a:gs>
                <a:gs pos="57143">
                  <a:srgbClr val="5486FF">
                    <a:alpha val="9855"/>
                  </a:srgbClr>
                </a:gs>
                <a:gs pos="71429">
                  <a:srgbClr val="5486FF">
                    <a:alpha val="4740"/>
                  </a:srgbClr>
                </a:gs>
                <a:gs pos="85714">
                  <a:srgbClr val="5486FF">
                    <a:alpha val="1902"/>
                  </a:srgbClr>
                </a:gs>
                <a:gs pos="100000">
                  <a:srgbClr val="548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7398760">
              <a:off x="2090337" y="696334"/>
              <a:ext cx="68461" cy="18353"/>
            </a:xfrm>
            <a:prstGeom prst="ellipse">
              <a:avLst/>
            </a:prstGeom>
            <a:gradFill>
              <a:gsLst>
                <a:gs pos="0">
                  <a:srgbClr val="7C6584">
                    <a:alpha val="15939"/>
                  </a:srgbClr>
                </a:gs>
                <a:gs pos="14286">
                  <a:srgbClr val="7C6584">
                    <a:alpha val="14750"/>
                  </a:srgbClr>
                </a:gs>
                <a:gs pos="28571">
                  <a:srgbClr val="7C6584">
                    <a:alpha val="11654"/>
                  </a:srgbClr>
                </a:gs>
                <a:gs pos="42857">
                  <a:srgbClr val="7C6584">
                    <a:alpha val="7806"/>
                  </a:srgbClr>
                </a:gs>
                <a:gs pos="57143">
                  <a:srgbClr val="7C6584">
                    <a:alpha val="4404"/>
                  </a:srgbClr>
                </a:gs>
                <a:gs pos="71429">
                  <a:srgbClr val="7C6584">
                    <a:alpha val="2086"/>
                  </a:srgbClr>
                </a:gs>
                <a:gs pos="85714">
                  <a:srgbClr val="7C6584">
                    <a:alpha val="830"/>
                  </a:srgbClr>
                </a:gs>
                <a:gs pos="100000">
                  <a:srgbClr val="7C6584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-10065575">
              <a:off x="1525196" y="658721"/>
              <a:ext cx="522324" cy="42797"/>
            </a:xfrm>
            <a:prstGeom prst="ellipse">
              <a:avLst/>
            </a:prstGeom>
            <a:gradFill>
              <a:gsLst>
                <a:gs pos="0">
                  <a:srgbClr val="00008F">
                    <a:alpha val="32968"/>
                  </a:srgbClr>
                </a:gs>
                <a:gs pos="14286">
                  <a:srgbClr val="00008F">
                    <a:alpha val="30764"/>
                  </a:srgbClr>
                </a:gs>
                <a:gs pos="28571">
                  <a:srgbClr val="00008F">
                    <a:alpha val="24833"/>
                  </a:srgbClr>
                </a:gs>
                <a:gs pos="42857">
                  <a:srgbClr val="00008F">
                    <a:alpha val="17075"/>
                  </a:srgbClr>
                </a:gs>
                <a:gs pos="57143">
                  <a:srgbClr val="00008F">
                    <a:alpha val="9855"/>
                  </a:srgbClr>
                </a:gs>
                <a:gs pos="71429">
                  <a:srgbClr val="00008F">
                    <a:alpha val="4740"/>
                  </a:srgbClr>
                </a:gs>
                <a:gs pos="85714">
                  <a:srgbClr val="00008F">
                    <a:alpha val="1902"/>
                  </a:srgbClr>
                </a:gs>
                <a:gs pos="100000">
                  <a:srgbClr val="0000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3141264">
              <a:off x="1715443" y="1027190"/>
              <a:ext cx="408440" cy="47963"/>
            </a:xfrm>
            <a:prstGeom prst="ellipse">
              <a:avLst/>
            </a:prstGeom>
            <a:gradFill>
              <a:gsLst>
                <a:gs pos="0">
                  <a:srgbClr val="EFFFFD">
                    <a:alpha val="32727"/>
                  </a:srgbClr>
                </a:gs>
                <a:gs pos="14286">
                  <a:srgbClr val="EFFFFD">
                    <a:alpha val="30535"/>
                  </a:srgbClr>
                </a:gs>
                <a:gs pos="28571">
                  <a:srgbClr val="EFFFFD">
                    <a:alpha val="24640"/>
                  </a:srgbClr>
                </a:gs>
                <a:gs pos="42857">
                  <a:srgbClr val="EFFFFD">
                    <a:alpha val="16936"/>
                  </a:srgbClr>
                </a:gs>
                <a:gs pos="57143">
                  <a:srgbClr val="EFFFFD">
                    <a:alpha val="9771"/>
                  </a:srgbClr>
                </a:gs>
                <a:gs pos="71429">
                  <a:srgbClr val="EFFFFD">
                    <a:alpha val="4699"/>
                  </a:srgbClr>
                </a:gs>
                <a:gs pos="85714">
                  <a:srgbClr val="EFFFFD">
                    <a:alpha val="1885"/>
                  </a:srgbClr>
                </a:gs>
                <a:gs pos="100000">
                  <a:srgbClr val="EFFFFD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7437136">
              <a:off x="1776465" y="1722050"/>
              <a:ext cx="451681" cy="32248"/>
            </a:xfrm>
            <a:prstGeom prst="ellipse">
              <a:avLst/>
            </a:prstGeom>
            <a:gradFill>
              <a:gsLst>
                <a:gs pos="0">
                  <a:srgbClr val="660000">
                    <a:alpha val="32968"/>
                  </a:srgbClr>
                </a:gs>
                <a:gs pos="14286">
                  <a:srgbClr val="660000">
                    <a:alpha val="30764"/>
                  </a:srgbClr>
                </a:gs>
                <a:gs pos="28571">
                  <a:srgbClr val="660000">
                    <a:alpha val="24833"/>
                  </a:srgbClr>
                </a:gs>
                <a:gs pos="42857">
                  <a:srgbClr val="660000">
                    <a:alpha val="17075"/>
                  </a:srgbClr>
                </a:gs>
                <a:gs pos="57143">
                  <a:srgbClr val="660000">
                    <a:alpha val="9855"/>
                  </a:srgbClr>
                </a:gs>
                <a:gs pos="71429">
                  <a:srgbClr val="660000">
                    <a:alpha val="4740"/>
                  </a:srgbClr>
                </a:gs>
                <a:gs pos="85714">
                  <a:srgbClr val="660000">
                    <a:alpha val="1902"/>
                  </a:srgbClr>
                </a:gs>
                <a:gs pos="100000">
                  <a:srgbClr val="6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9856757">
              <a:off x="178517" y="3214252"/>
              <a:ext cx="383502" cy="142828"/>
            </a:xfrm>
            <a:prstGeom prst="ellipse">
              <a:avLst/>
            </a:prstGeom>
            <a:gradFill>
              <a:gsLst>
                <a:gs pos="0">
                  <a:srgbClr val="A896FF">
                    <a:alpha val="32968"/>
                  </a:srgbClr>
                </a:gs>
                <a:gs pos="14286">
                  <a:srgbClr val="A896FF">
                    <a:alpha val="30764"/>
                  </a:srgbClr>
                </a:gs>
                <a:gs pos="28571">
                  <a:srgbClr val="A896FF">
                    <a:alpha val="24833"/>
                  </a:srgbClr>
                </a:gs>
                <a:gs pos="42857">
                  <a:srgbClr val="A896FF">
                    <a:alpha val="17075"/>
                  </a:srgbClr>
                </a:gs>
                <a:gs pos="57143">
                  <a:srgbClr val="A896FF">
                    <a:alpha val="9855"/>
                  </a:srgbClr>
                </a:gs>
                <a:gs pos="71429">
                  <a:srgbClr val="A896FF">
                    <a:alpha val="4740"/>
                  </a:srgbClr>
                </a:gs>
                <a:gs pos="85714">
                  <a:srgbClr val="A896FF">
                    <a:alpha val="1902"/>
                  </a:srgbClr>
                </a:gs>
                <a:gs pos="100000">
                  <a:srgbClr val="A89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9552807">
              <a:off x="-212767" y="3288349"/>
              <a:ext cx="480461" cy="123799"/>
            </a:xfrm>
            <a:prstGeom prst="ellipse">
              <a:avLst/>
            </a:prstGeom>
            <a:gradFill>
              <a:gsLst>
                <a:gs pos="0">
                  <a:srgbClr val="F6E800">
                    <a:alpha val="32968"/>
                  </a:srgbClr>
                </a:gs>
                <a:gs pos="14286">
                  <a:srgbClr val="F6E800">
                    <a:alpha val="30764"/>
                  </a:srgbClr>
                </a:gs>
                <a:gs pos="28571">
                  <a:srgbClr val="F6E800">
                    <a:alpha val="24833"/>
                  </a:srgbClr>
                </a:gs>
                <a:gs pos="42857">
                  <a:srgbClr val="F6E800">
                    <a:alpha val="17075"/>
                  </a:srgbClr>
                </a:gs>
                <a:gs pos="57143">
                  <a:srgbClr val="F6E800">
                    <a:alpha val="9855"/>
                  </a:srgbClr>
                </a:gs>
                <a:gs pos="71429">
                  <a:srgbClr val="F6E800">
                    <a:alpha val="4740"/>
                  </a:srgbClr>
                </a:gs>
                <a:gs pos="85714">
                  <a:srgbClr val="F6E800">
                    <a:alpha val="1902"/>
                  </a:srgbClr>
                </a:gs>
                <a:gs pos="100000">
                  <a:srgbClr val="F6E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9176960">
              <a:off x="1426489" y="1081386"/>
              <a:ext cx="580167" cy="26788"/>
            </a:xfrm>
            <a:prstGeom prst="ellipse">
              <a:avLst/>
            </a:prstGeom>
            <a:gradFill>
              <a:gsLst>
                <a:gs pos="0">
                  <a:srgbClr val="F6FFFF">
                    <a:alpha val="32968"/>
                  </a:srgbClr>
                </a:gs>
                <a:gs pos="14286">
                  <a:srgbClr val="F6FFFF">
                    <a:alpha val="30764"/>
                  </a:srgbClr>
                </a:gs>
                <a:gs pos="28571">
                  <a:srgbClr val="F6FFFF">
                    <a:alpha val="24833"/>
                  </a:srgbClr>
                </a:gs>
                <a:gs pos="42857">
                  <a:srgbClr val="F6FFFF">
                    <a:alpha val="17075"/>
                  </a:srgbClr>
                </a:gs>
                <a:gs pos="57143">
                  <a:srgbClr val="F6FFFF">
                    <a:alpha val="9855"/>
                  </a:srgbClr>
                </a:gs>
                <a:gs pos="71429">
                  <a:srgbClr val="F6FFFF">
                    <a:alpha val="4740"/>
                  </a:srgbClr>
                </a:gs>
                <a:gs pos="85714">
                  <a:srgbClr val="F6FFFF">
                    <a:alpha val="1902"/>
                  </a:srgbClr>
                </a:gs>
                <a:gs pos="100000">
                  <a:srgbClr val="F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7864125">
              <a:off x="2219577" y="1638841"/>
              <a:ext cx="520341" cy="1835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8148800">
              <a:off x="1092843" y="1200197"/>
              <a:ext cx="273634" cy="33636"/>
            </a:xfrm>
            <a:prstGeom prst="ellipse">
              <a:avLst/>
            </a:prstGeom>
            <a:gradFill>
              <a:gsLst>
                <a:gs pos="0">
                  <a:srgbClr val="4D0000">
                    <a:alpha val="32968"/>
                  </a:srgbClr>
                </a:gs>
                <a:gs pos="14286">
                  <a:srgbClr val="4D0000">
                    <a:alpha val="30764"/>
                  </a:srgbClr>
                </a:gs>
                <a:gs pos="28571">
                  <a:srgbClr val="4D0000">
                    <a:alpha val="24833"/>
                  </a:srgbClr>
                </a:gs>
                <a:gs pos="42857">
                  <a:srgbClr val="4D0000">
                    <a:alpha val="17075"/>
                  </a:srgbClr>
                </a:gs>
                <a:gs pos="57143">
                  <a:srgbClr val="4D0000">
                    <a:alpha val="9855"/>
                  </a:srgbClr>
                </a:gs>
                <a:gs pos="71429">
                  <a:srgbClr val="4D0000">
                    <a:alpha val="4740"/>
                  </a:srgbClr>
                </a:gs>
                <a:gs pos="85714">
                  <a:srgbClr val="4D0000">
                    <a:alpha val="1902"/>
                  </a:srgbClr>
                </a:gs>
                <a:gs pos="100000">
                  <a:srgbClr val="4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-10083111">
              <a:off x="1963876" y="493931"/>
              <a:ext cx="68461" cy="18844"/>
            </a:xfrm>
            <a:prstGeom prst="ellipse">
              <a:avLst/>
            </a:prstGeom>
            <a:gradFill>
              <a:gsLst>
                <a:gs pos="0">
                  <a:srgbClr val="A7DDF0">
                    <a:alpha val="15573"/>
                  </a:srgbClr>
                </a:gs>
                <a:gs pos="14286">
                  <a:srgbClr val="A7DDF0">
                    <a:alpha val="14409"/>
                  </a:srgbClr>
                </a:gs>
                <a:gs pos="28571">
                  <a:srgbClr val="A7DDF0">
                    <a:alpha val="11380"/>
                  </a:srgbClr>
                </a:gs>
                <a:gs pos="42857">
                  <a:srgbClr val="A7DDF0">
                    <a:alpha val="7618"/>
                  </a:srgbClr>
                </a:gs>
                <a:gs pos="57143">
                  <a:srgbClr val="A7DDF0">
                    <a:alpha val="4296"/>
                  </a:srgbClr>
                </a:gs>
                <a:gs pos="71429">
                  <a:srgbClr val="A7DDF0">
                    <a:alpha val="2034"/>
                  </a:srgbClr>
                </a:gs>
                <a:gs pos="85714">
                  <a:srgbClr val="A7DDF0">
                    <a:alpha val="809"/>
                  </a:srgbClr>
                </a:gs>
                <a:gs pos="100000">
                  <a:srgbClr val="A7DDF0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-10230285">
              <a:off x="1157881" y="1217331"/>
              <a:ext cx="729570" cy="275290"/>
            </a:xfrm>
            <a:prstGeom prst="ellipse">
              <a:avLst/>
            </a:prstGeom>
            <a:gradFill>
              <a:gsLst>
                <a:gs pos="0">
                  <a:srgbClr val="00E9FF">
                    <a:alpha val="32968"/>
                  </a:srgbClr>
                </a:gs>
                <a:gs pos="14286">
                  <a:srgbClr val="00E9FF">
                    <a:alpha val="30764"/>
                  </a:srgbClr>
                </a:gs>
                <a:gs pos="28571">
                  <a:srgbClr val="00E9FF">
                    <a:alpha val="24833"/>
                  </a:srgbClr>
                </a:gs>
                <a:gs pos="42857">
                  <a:srgbClr val="00E9FF">
                    <a:alpha val="17075"/>
                  </a:srgbClr>
                </a:gs>
                <a:gs pos="57143">
                  <a:srgbClr val="00E9FF">
                    <a:alpha val="9855"/>
                  </a:srgbClr>
                </a:gs>
                <a:gs pos="71429">
                  <a:srgbClr val="00E9FF">
                    <a:alpha val="4740"/>
                  </a:srgbClr>
                </a:gs>
                <a:gs pos="85714">
                  <a:srgbClr val="00E9FF">
                    <a:alpha val="1902"/>
                  </a:srgbClr>
                </a:gs>
                <a:gs pos="100000">
                  <a:srgbClr val="00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7610634">
              <a:off x="687059" y="2289209"/>
              <a:ext cx="473054" cy="175977"/>
            </a:xfrm>
            <a:prstGeom prst="ellipse">
              <a:avLst/>
            </a:prstGeom>
            <a:gradFill>
              <a:gsLst>
                <a:gs pos="0">
                  <a:srgbClr val="BD80FF">
                    <a:alpha val="32968"/>
                  </a:srgbClr>
                </a:gs>
                <a:gs pos="14286">
                  <a:srgbClr val="BD80FF">
                    <a:alpha val="30764"/>
                  </a:srgbClr>
                </a:gs>
                <a:gs pos="28571">
                  <a:srgbClr val="BD80FF">
                    <a:alpha val="24833"/>
                  </a:srgbClr>
                </a:gs>
                <a:gs pos="42857">
                  <a:srgbClr val="BD80FF">
                    <a:alpha val="17075"/>
                  </a:srgbClr>
                </a:gs>
                <a:gs pos="57143">
                  <a:srgbClr val="BD80FF">
                    <a:alpha val="9855"/>
                  </a:srgbClr>
                </a:gs>
                <a:gs pos="71429">
                  <a:srgbClr val="BD80FF">
                    <a:alpha val="4740"/>
                  </a:srgbClr>
                </a:gs>
                <a:gs pos="85714">
                  <a:srgbClr val="BD80FF">
                    <a:alpha val="1902"/>
                  </a:srgbClr>
                </a:gs>
                <a:gs pos="100000">
                  <a:srgbClr val="BD8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4844201">
              <a:off x="774917" y="1630176"/>
              <a:ext cx="191670" cy="60614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-9648970">
              <a:off x="992527" y="879623"/>
              <a:ext cx="457950" cy="237183"/>
            </a:xfrm>
            <a:prstGeom prst="ellipse">
              <a:avLst/>
            </a:prstGeom>
            <a:gradFill>
              <a:gsLst>
                <a:gs pos="0">
                  <a:srgbClr val="04003C">
                    <a:alpha val="32968"/>
                  </a:srgbClr>
                </a:gs>
                <a:gs pos="14286">
                  <a:srgbClr val="04003C">
                    <a:alpha val="30764"/>
                  </a:srgbClr>
                </a:gs>
                <a:gs pos="28571">
                  <a:srgbClr val="04003C">
                    <a:alpha val="24833"/>
                  </a:srgbClr>
                </a:gs>
                <a:gs pos="42857">
                  <a:srgbClr val="04003C">
                    <a:alpha val="17075"/>
                  </a:srgbClr>
                </a:gs>
                <a:gs pos="57143">
                  <a:srgbClr val="04003C">
                    <a:alpha val="9855"/>
                  </a:srgbClr>
                </a:gs>
                <a:gs pos="71429">
                  <a:srgbClr val="04003C">
                    <a:alpha val="4740"/>
                  </a:srgbClr>
                </a:gs>
                <a:gs pos="85714">
                  <a:srgbClr val="04003C">
                    <a:alpha val="1902"/>
                  </a:srgbClr>
                </a:gs>
                <a:gs pos="100000">
                  <a:srgbClr val="0400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-8321680">
              <a:off x="2055949" y="804495"/>
              <a:ext cx="610592" cy="129942"/>
            </a:xfrm>
            <a:prstGeom prst="ellipse">
              <a:avLst/>
            </a:prstGeom>
            <a:gradFill>
              <a:gsLst>
                <a:gs pos="0">
                  <a:srgbClr val="6D3300">
                    <a:alpha val="24404"/>
                  </a:srgbClr>
                </a:gs>
                <a:gs pos="14286">
                  <a:srgbClr val="6D3300">
                    <a:alpha val="22674"/>
                  </a:srgbClr>
                </a:gs>
                <a:gs pos="28571">
                  <a:srgbClr val="6D3300">
                    <a:alpha val="18099"/>
                  </a:srgbClr>
                </a:gs>
                <a:gs pos="42857">
                  <a:srgbClr val="6D3300">
                    <a:alpha val="12274"/>
                  </a:srgbClr>
                </a:gs>
                <a:gs pos="57143">
                  <a:srgbClr val="6D3300">
                    <a:alpha val="6999"/>
                  </a:srgbClr>
                </a:gs>
                <a:gs pos="71429">
                  <a:srgbClr val="6D3300">
                    <a:alpha val="3340"/>
                  </a:srgbClr>
                </a:gs>
                <a:gs pos="85714">
                  <a:srgbClr val="6D3300">
                    <a:alpha val="1334"/>
                  </a:srgbClr>
                </a:gs>
                <a:gs pos="100000">
                  <a:srgbClr val="6D3300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4171312">
              <a:off x="598410" y="1317880"/>
              <a:ext cx="333863" cy="248349"/>
            </a:xfrm>
            <a:prstGeom prst="ellipse">
              <a:avLst/>
            </a:prstGeom>
            <a:gradFill>
              <a:gsLst>
                <a:gs pos="0">
                  <a:srgbClr val="FFFFD3">
                    <a:alpha val="32968"/>
                  </a:srgbClr>
                </a:gs>
                <a:gs pos="14286">
                  <a:srgbClr val="FFFFD3">
                    <a:alpha val="30764"/>
                  </a:srgbClr>
                </a:gs>
                <a:gs pos="28571">
                  <a:srgbClr val="FFFFD3">
                    <a:alpha val="24833"/>
                  </a:srgbClr>
                </a:gs>
                <a:gs pos="42857">
                  <a:srgbClr val="FFFFD3">
                    <a:alpha val="17075"/>
                  </a:srgbClr>
                </a:gs>
                <a:gs pos="57143">
                  <a:srgbClr val="FFFFD3">
                    <a:alpha val="9855"/>
                  </a:srgbClr>
                </a:gs>
                <a:gs pos="71429">
                  <a:srgbClr val="FFFFD3">
                    <a:alpha val="4740"/>
                  </a:srgbClr>
                </a:gs>
                <a:gs pos="85714">
                  <a:srgbClr val="FFFFD3">
                    <a:alpha val="1902"/>
                  </a:srgbClr>
                </a:gs>
                <a:gs pos="100000">
                  <a:srgbClr val="FFFF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9839561">
              <a:off x="691604" y="969131"/>
              <a:ext cx="319089" cy="33205"/>
            </a:xfrm>
            <a:prstGeom prst="ellipse">
              <a:avLst/>
            </a:prstGeom>
            <a:gradFill>
              <a:gsLst>
                <a:gs pos="0">
                  <a:srgbClr val="F5FFA9">
                    <a:alpha val="32968"/>
                  </a:srgbClr>
                </a:gs>
                <a:gs pos="14286">
                  <a:srgbClr val="F5FFA9">
                    <a:alpha val="30764"/>
                  </a:srgbClr>
                </a:gs>
                <a:gs pos="28571">
                  <a:srgbClr val="F5FFA9">
                    <a:alpha val="24833"/>
                  </a:srgbClr>
                </a:gs>
                <a:gs pos="42857">
                  <a:srgbClr val="F5FFA9">
                    <a:alpha val="17075"/>
                  </a:srgbClr>
                </a:gs>
                <a:gs pos="57143">
                  <a:srgbClr val="F5FFA9">
                    <a:alpha val="9855"/>
                  </a:srgbClr>
                </a:gs>
                <a:gs pos="71429">
                  <a:srgbClr val="F5FFA9">
                    <a:alpha val="4740"/>
                  </a:srgbClr>
                </a:gs>
                <a:gs pos="85714">
                  <a:srgbClr val="F5FFA9">
                    <a:alpha val="1902"/>
                  </a:srgbClr>
                </a:gs>
                <a:gs pos="100000">
                  <a:srgbClr val="F5FF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9952114">
              <a:off x="3130858" y="1497496"/>
              <a:ext cx="553653" cy="331257"/>
            </a:xfrm>
            <a:prstGeom prst="ellipse">
              <a:avLst/>
            </a:prstGeom>
            <a:gradFill>
              <a:gsLst>
                <a:gs pos="0">
                  <a:srgbClr val="940029">
                    <a:alpha val="32968"/>
                  </a:srgbClr>
                </a:gs>
                <a:gs pos="14286">
                  <a:srgbClr val="940029">
                    <a:alpha val="30764"/>
                  </a:srgbClr>
                </a:gs>
                <a:gs pos="28571">
                  <a:srgbClr val="940029">
                    <a:alpha val="24833"/>
                  </a:srgbClr>
                </a:gs>
                <a:gs pos="42857">
                  <a:srgbClr val="940029">
                    <a:alpha val="17075"/>
                  </a:srgbClr>
                </a:gs>
                <a:gs pos="57143">
                  <a:srgbClr val="940029">
                    <a:alpha val="9855"/>
                  </a:srgbClr>
                </a:gs>
                <a:gs pos="71429">
                  <a:srgbClr val="940029">
                    <a:alpha val="4740"/>
                  </a:srgbClr>
                </a:gs>
                <a:gs pos="85714">
                  <a:srgbClr val="940029">
                    <a:alpha val="1902"/>
                  </a:srgbClr>
                </a:gs>
                <a:gs pos="100000">
                  <a:srgbClr val="94002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7245165">
              <a:off x="1312739" y="457827"/>
              <a:ext cx="611030" cy="512051"/>
            </a:xfrm>
            <a:prstGeom prst="ellipse">
              <a:avLst/>
            </a:prstGeom>
            <a:gradFill>
              <a:gsLst>
                <a:gs pos="0">
                  <a:srgbClr val="000014">
                    <a:alpha val="32968"/>
                  </a:srgbClr>
                </a:gs>
                <a:gs pos="14286">
                  <a:srgbClr val="000014">
                    <a:alpha val="30764"/>
                  </a:srgbClr>
                </a:gs>
                <a:gs pos="28571">
                  <a:srgbClr val="000014">
                    <a:alpha val="24833"/>
                  </a:srgbClr>
                </a:gs>
                <a:gs pos="42857">
                  <a:srgbClr val="000014">
                    <a:alpha val="17075"/>
                  </a:srgbClr>
                </a:gs>
                <a:gs pos="57143">
                  <a:srgbClr val="000014">
                    <a:alpha val="9855"/>
                  </a:srgbClr>
                </a:gs>
                <a:gs pos="71429">
                  <a:srgbClr val="000014">
                    <a:alpha val="4740"/>
                  </a:srgbClr>
                </a:gs>
                <a:gs pos="85714">
                  <a:srgbClr val="000014">
                    <a:alpha val="1902"/>
                  </a:srgbClr>
                </a:gs>
                <a:gs pos="100000">
                  <a:srgbClr val="0000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8929481">
              <a:off x="1971891" y="817960"/>
              <a:ext cx="577988" cy="63505"/>
            </a:xfrm>
            <a:prstGeom prst="ellipse">
              <a:avLst/>
            </a:prstGeom>
            <a:gradFill>
              <a:gsLst>
                <a:gs pos="0">
                  <a:srgbClr val="8A0000">
                    <a:alpha val="32968"/>
                  </a:srgbClr>
                </a:gs>
                <a:gs pos="14286">
                  <a:srgbClr val="8A0000">
                    <a:alpha val="30764"/>
                  </a:srgbClr>
                </a:gs>
                <a:gs pos="28571">
                  <a:srgbClr val="8A0000">
                    <a:alpha val="24833"/>
                  </a:srgbClr>
                </a:gs>
                <a:gs pos="42857">
                  <a:srgbClr val="8A0000">
                    <a:alpha val="17075"/>
                  </a:srgbClr>
                </a:gs>
                <a:gs pos="57143">
                  <a:srgbClr val="8A0000">
                    <a:alpha val="9855"/>
                  </a:srgbClr>
                </a:gs>
                <a:gs pos="71429">
                  <a:srgbClr val="8A0000">
                    <a:alpha val="4740"/>
                  </a:srgbClr>
                </a:gs>
                <a:gs pos="85714">
                  <a:srgbClr val="8A0000">
                    <a:alpha val="1902"/>
                  </a:srgbClr>
                </a:gs>
                <a:gs pos="100000">
                  <a:srgbClr val="8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-9419796">
              <a:off x="605888" y="835325"/>
              <a:ext cx="543239" cy="31077"/>
            </a:xfrm>
            <a:prstGeom prst="ellipse">
              <a:avLst/>
            </a:prstGeom>
            <a:gradFill>
              <a:gsLst>
                <a:gs pos="0">
                  <a:srgbClr val="6C0000">
                    <a:alpha val="27411"/>
                  </a:srgbClr>
                </a:gs>
                <a:gs pos="14286">
                  <a:srgbClr val="6C0000">
                    <a:alpha val="25506"/>
                  </a:srgbClr>
                </a:gs>
                <a:gs pos="28571">
                  <a:srgbClr val="6C0000">
                    <a:alpha val="20437"/>
                  </a:srgbClr>
                </a:gs>
                <a:gs pos="42857">
                  <a:srgbClr val="6C0000">
                    <a:alpha val="13926"/>
                  </a:srgbClr>
                </a:gs>
                <a:gs pos="57143">
                  <a:srgbClr val="6C0000">
                    <a:alpha val="7973"/>
                  </a:srgbClr>
                </a:gs>
                <a:gs pos="71429">
                  <a:srgbClr val="6C0000">
                    <a:alpha val="3815"/>
                  </a:srgbClr>
                </a:gs>
                <a:gs pos="85714">
                  <a:srgbClr val="6C0000">
                    <a:alpha val="1526"/>
                  </a:srgbClr>
                </a:gs>
                <a:gs pos="100000">
                  <a:srgbClr val="6C0000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8855988">
              <a:off x="1405409" y="2681174"/>
              <a:ext cx="451122" cy="88321"/>
            </a:xfrm>
            <a:prstGeom prst="ellipse">
              <a:avLst/>
            </a:prstGeom>
            <a:gradFill>
              <a:gsLst>
                <a:gs pos="0">
                  <a:srgbClr val="EEFFFF">
                    <a:alpha val="32968"/>
                  </a:srgbClr>
                </a:gs>
                <a:gs pos="14286">
                  <a:srgbClr val="EEFFFF">
                    <a:alpha val="30764"/>
                  </a:srgbClr>
                </a:gs>
                <a:gs pos="28571">
                  <a:srgbClr val="EEFFFF">
                    <a:alpha val="24833"/>
                  </a:srgbClr>
                </a:gs>
                <a:gs pos="42857">
                  <a:srgbClr val="EEFFFF">
                    <a:alpha val="17075"/>
                  </a:srgbClr>
                </a:gs>
                <a:gs pos="57143">
                  <a:srgbClr val="EEFFFF">
                    <a:alpha val="9855"/>
                  </a:srgbClr>
                </a:gs>
                <a:gs pos="71429">
                  <a:srgbClr val="EEFFFF">
                    <a:alpha val="4740"/>
                  </a:srgbClr>
                </a:gs>
                <a:gs pos="85714">
                  <a:srgbClr val="EEFFFF">
                    <a:alpha val="1902"/>
                  </a:srgbClr>
                </a:gs>
                <a:gs pos="100000">
                  <a:srgbClr val="E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10314385">
              <a:off x="1202547" y="823264"/>
              <a:ext cx="276008" cy="48937"/>
            </a:xfrm>
            <a:prstGeom prst="ellipse">
              <a:avLst/>
            </a:prstGeom>
            <a:gradFill>
              <a:gsLst>
                <a:gs pos="0">
                  <a:srgbClr val="B1FFD1">
                    <a:alpha val="32968"/>
                  </a:srgbClr>
                </a:gs>
                <a:gs pos="14286">
                  <a:srgbClr val="B1FFD1">
                    <a:alpha val="30764"/>
                  </a:srgbClr>
                </a:gs>
                <a:gs pos="28571">
                  <a:srgbClr val="B1FFD1">
                    <a:alpha val="24833"/>
                  </a:srgbClr>
                </a:gs>
                <a:gs pos="42857">
                  <a:srgbClr val="B1FFD1">
                    <a:alpha val="17075"/>
                  </a:srgbClr>
                </a:gs>
                <a:gs pos="57143">
                  <a:srgbClr val="B1FFD1">
                    <a:alpha val="9855"/>
                  </a:srgbClr>
                </a:gs>
                <a:gs pos="71429">
                  <a:srgbClr val="B1FFD1">
                    <a:alpha val="4740"/>
                  </a:srgbClr>
                </a:gs>
                <a:gs pos="85714">
                  <a:srgbClr val="B1FFD1">
                    <a:alpha val="1902"/>
                  </a:srgbClr>
                </a:gs>
                <a:gs pos="100000">
                  <a:srgbClr val="B1FF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2932492">
              <a:off x="883791" y="769259"/>
              <a:ext cx="315413" cy="54481"/>
            </a:xfrm>
            <a:prstGeom prst="ellipse">
              <a:avLst/>
            </a:prstGeom>
            <a:gradFill>
              <a:gsLst>
                <a:gs pos="0">
                  <a:srgbClr val="910000">
                    <a:alpha val="32968"/>
                  </a:srgbClr>
                </a:gs>
                <a:gs pos="14286">
                  <a:srgbClr val="910000">
                    <a:alpha val="30764"/>
                  </a:srgbClr>
                </a:gs>
                <a:gs pos="28571">
                  <a:srgbClr val="910000">
                    <a:alpha val="24833"/>
                  </a:srgbClr>
                </a:gs>
                <a:gs pos="42857">
                  <a:srgbClr val="910000">
                    <a:alpha val="17075"/>
                  </a:srgbClr>
                </a:gs>
                <a:gs pos="57143">
                  <a:srgbClr val="910000">
                    <a:alpha val="9855"/>
                  </a:srgbClr>
                </a:gs>
                <a:gs pos="71429">
                  <a:srgbClr val="910000">
                    <a:alpha val="4740"/>
                  </a:srgbClr>
                </a:gs>
                <a:gs pos="85714">
                  <a:srgbClr val="910000">
                    <a:alpha val="1902"/>
                  </a:srgbClr>
                </a:gs>
                <a:gs pos="100000">
                  <a:srgbClr val="9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8149862">
              <a:off x="1755291" y="910294"/>
              <a:ext cx="296930" cy="37476"/>
            </a:xfrm>
            <a:prstGeom prst="ellipse">
              <a:avLst/>
            </a:prstGeom>
            <a:gradFill>
              <a:gsLst>
                <a:gs pos="0">
                  <a:srgbClr val="EAFFFF">
                    <a:alpha val="32968"/>
                  </a:srgbClr>
                </a:gs>
                <a:gs pos="14286">
                  <a:srgbClr val="EAFFFF">
                    <a:alpha val="30764"/>
                  </a:srgbClr>
                </a:gs>
                <a:gs pos="28571">
                  <a:srgbClr val="EAFFFF">
                    <a:alpha val="24833"/>
                  </a:srgbClr>
                </a:gs>
                <a:gs pos="42857">
                  <a:srgbClr val="EAFFFF">
                    <a:alpha val="17075"/>
                  </a:srgbClr>
                </a:gs>
                <a:gs pos="57143">
                  <a:srgbClr val="EAFFFF">
                    <a:alpha val="9855"/>
                  </a:srgbClr>
                </a:gs>
                <a:gs pos="71429">
                  <a:srgbClr val="EAFFFF">
                    <a:alpha val="4740"/>
                  </a:srgbClr>
                </a:gs>
                <a:gs pos="85714">
                  <a:srgbClr val="EAFFFF">
                    <a:alpha val="1902"/>
                  </a:srgbClr>
                </a:gs>
                <a:gs pos="100000">
                  <a:srgbClr val="E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5578032">
              <a:off x="304596" y="2854177"/>
              <a:ext cx="614940" cy="194327"/>
            </a:xfrm>
            <a:prstGeom prst="ellipse">
              <a:avLst/>
            </a:prstGeom>
            <a:gradFill>
              <a:gsLst>
                <a:gs pos="0">
                  <a:srgbClr val="EFC500">
                    <a:alpha val="32968"/>
                  </a:srgbClr>
                </a:gs>
                <a:gs pos="14286">
                  <a:srgbClr val="EFC500">
                    <a:alpha val="30764"/>
                  </a:srgbClr>
                </a:gs>
                <a:gs pos="28571">
                  <a:srgbClr val="EFC500">
                    <a:alpha val="24833"/>
                  </a:srgbClr>
                </a:gs>
                <a:gs pos="42857">
                  <a:srgbClr val="EFC500">
                    <a:alpha val="17075"/>
                  </a:srgbClr>
                </a:gs>
                <a:gs pos="57143">
                  <a:srgbClr val="EFC500">
                    <a:alpha val="9855"/>
                  </a:srgbClr>
                </a:gs>
                <a:gs pos="71429">
                  <a:srgbClr val="EFC500">
                    <a:alpha val="4740"/>
                  </a:srgbClr>
                </a:gs>
                <a:gs pos="85714">
                  <a:srgbClr val="EFC500">
                    <a:alpha val="1902"/>
                  </a:srgbClr>
                </a:gs>
                <a:gs pos="100000">
                  <a:srgbClr val="EFC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10442081">
              <a:off x="2136985" y="1795660"/>
              <a:ext cx="404189" cy="82095"/>
            </a:xfrm>
            <a:prstGeom prst="ellipse">
              <a:avLst/>
            </a:prstGeom>
            <a:gradFill>
              <a:gsLst>
                <a:gs pos="0">
                  <a:srgbClr val="D1DCFF">
                    <a:alpha val="28719"/>
                  </a:srgbClr>
                </a:gs>
                <a:gs pos="14286">
                  <a:srgbClr val="D1DCFF">
                    <a:alpha val="26741"/>
                  </a:srgbClr>
                </a:gs>
                <a:gs pos="28571">
                  <a:srgbClr val="D1DCFF">
                    <a:alpha val="21463"/>
                  </a:srgbClr>
                </a:gs>
                <a:gs pos="42857">
                  <a:srgbClr val="D1DCFF">
                    <a:alpha val="14655"/>
                  </a:srgbClr>
                </a:gs>
                <a:gs pos="57143">
                  <a:srgbClr val="D1DCFF">
                    <a:alpha val="8406"/>
                  </a:srgbClr>
                </a:gs>
                <a:gs pos="71429">
                  <a:srgbClr val="D1DCFF">
                    <a:alpha val="4027"/>
                  </a:srgbClr>
                </a:gs>
                <a:gs pos="85714">
                  <a:srgbClr val="D1DCFF">
                    <a:alpha val="1612"/>
                  </a:srgbClr>
                </a:gs>
                <a:gs pos="100000">
                  <a:srgbClr val="D1DCFF">
                    <a:alpha val="5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-9347045">
              <a:off x="1725532" y="1204141"/>
              <a:ext cx="191660" cy="442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10673987">
              <a:off x="1312207" y="1622014"/>
              <a:ext cx="571038" cy="48598"/>
            </a:xfrm>
            <a:prstGeom prst="ellipse">
              <a:avLst/>
            </a:prstGeom>
            <a:gradFill>
              <a:gsLst>
                <a:gs pos="0">
                  <a:srgbClr val="FFE8FF">
                    <a:alpha val="32968"/>
                  </a:srgbClr>
                </a:gs>
                <a:gs pos="14286">
                  <a:srgbClr val="FFE8FF">
                    <a:alpha val="30764"/>
                  </a:srgbClr>
                </a:gs>
                <a:gs pos="28571">
                  <a:srgbClr val="FFE8FF">
                    <a:alpha val="24833"/>
                  </a:srgbClr>
                </a:gs>
                <a:gs pos="42857">
                  <a:srgbClr val="FFE8FF">
                    <a:alpha val="17075"/>
                  </a:srgbClr>
                </a:gs>
                <a:gs pos="57143">
                  <a:srgbClr val="FFE8FF">
                    <a:alpha val="9855"/>
                  </a:srgbClr>
                </a:gs>
                <a:gs pos="71429">
                  <a:srgbClr val="FFE8FF">
                    <a:alpha val="4740"/>
                  </a:srgbClr>
                </a:gs>
                <a:gs pos="85714">
                  <a:srgbClr val="FFE8FF">
                    <a:alpha val="1902"/>
                  </a:srgbClr>
                </a:gs>
                <a:gs pos="100000">
                  <a:srgbClr val="FF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8789053">
              <a:off x="1292884" y="2736356"/>
              <a:ext cx="482053" cy="78539"/>
            </a:xfrm>
            <a:prstGeom prst="ellipse">
              <a:avLst/>
            </a:prstGeom>
            <a:gradFill>
              <a:gsLst>
                <a:gs pos="0">
                  <a:srgbClr val="E1A0FF">
                    <a:alpha val="32968"/>
                  </a:srgbClr>
                </a:gs>
                <a:gs pos="14286">
                  <a:srgbClr val="E1A0FF">
                    <a:alpha val="30764"/>
                  </a:srgbClr>
                </a:gs>
                <a:gs pos="28571">
                  <a:srgbClr val="E1A0FF">
                    <a:alpha val="24833"/>
                  </a:srgbClr>
                </a:gs>
                <a:gs pos="42857">
                  <a:srgbClr val="E1A0FF">
                    <a:alpha val="17075"/>
                  </a:srgbClr>
                </a:gs>
                <a:gs pos="57143">
                  <a:srgbClr val="E1A0FF">
                    <a:alpha val="9855"/>
                  </a:srgbClr>
                </a:gs>
                <a:gs pos="71429">
                  <a:srgbClr val="E1A0FF">
                    <a:alpha val="4740"/>
                  </a:srgbClr>
                </a:gs>
                <a:gs pos="85714">
                  <a:srgbClr val="E1A0FF">
                    <a:alpha val="1902"/>
                  </a:srgbClr>
                </a:gs>
                <a:gs pos="100000">
                  <a:srgbClr val="E1A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-9886735">
              <a:off x="1990151" y="473904"/>
              <a:ext cx="195688" cy="67948"/>
            </a:xfrm>
            <a:prstGeom prst="ellipse">
              <a:avLst/>
            </a:prstGeom>
            <a:gradFill>
              <a:gsLst>
                <a:gs pos="0">
                  <a:srgbClr val="D0FFFA">
                    <a:alpha val="32968"/>
                  </a:srgbClr>
                </a:gs>
                <a:gs pos="14286">
                  <a:srgbClr val="D0FFFA">
                    <a:alpha val="30764"/>
                  </a:srgbClr>
                </a:gs>
                <a:gs pos="28571">
                  <a:srgbClr val="D0FFFA">
                    <a:alpha val="24833"/>
                  </a:srgbClr>
                </a:gs>
                <a:gs pos="42857">
                  <a:srgbClr val="D0FFFA">
                    <a:alpha val="17075"/>
                  </a:srgbClr>
                </a:gs>
                <a:gs pos="57143">
                  <a:srgbClr val="D0FFFA">
                    <a:alpha val="9855"/>
                  </a:srgbClr>
                </a:gs>
                <a:gs pos="71429">
                  <a:srgbClr val="D0FFFA">
                    <a:alpha val="4740"/>
                  </a:srgbClr>
                </a:gs>
                <a:gs pos="85714">
                  <a:srgbClr val="D0FFFA">
                    <a:alpha val="1902"/>
                  </a:srgbClr>
                </a:gs>
                <a:gs pos="100000">
                  <a:srgbClr val="D0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-10689541">
              <a:off x="1280192" y="1450311"/>
              <a:ext cx="598161" cy="170034"/>
            </a:xfrm>
            <a:prstGeom prst="ellipse">
              <a:avLst/>
            </a:prstGeom>
            <a:gradFill>
              <a:gsLst>
                <a:gs pos="0">
                  <a:srgbClr val="00AFFE">
                    <a:alpha val="32968"/>
                  </a:srgbClr>
                </a:gs>
                <a:gs pos="14286">
                  <a:srgbClr val="00AFFE">
                    <a:alpha val="30764"/>
                  </a:srgbClr>
                </a:gs>
                <a:gs pos="28571">
                  <a:srgbClr val="00AFFE">
                    <a:alpha val="24833"/>
                  </a:srgbClr>
                </a:gs>
                <a:gs pos="42857">
                  <a:srgbClr val="00AFFE">
                    <a:alpha val="17075"/>
                  </a:srgbClr>
                </a:gs>
                <a:gs pos="57143">
                  <a:srgbClr val="00AFFE">
                    <a:alpha val="9855"/>
                  </a:srgbClr>
                </a:gs>
                <a:gs pos="71429">
                  <a:srgbClr val="00AFFE">
                    <a:alpha val="4740"/>
                  </a:srgbClr>
                </a:gs>
                <a:gs pos="85714">
                  <a:srgbClr val="00AFFE">
                    <a:alpha val="1902"/>
                  </a:srgbClr>
                </a:gs>
                <a:gs pos="100000">
                  <a:srgbClr val="00A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7903228">
              <a:off x="792011" y="1755693"/>
              <a:ext cx="289020" cy="105300"/>
            </a:xfrm>
            <a:prstGeom prst="ellipse">
              <a:avLst/>
            </a:prstGeom>
            <a:gradFill>
              <a:gsLst>
                <a:gs pos="0">
                  <a:srgbClr val="FEF4FF">
                    <a:alpha val="32968"/>
                  </a:srgbClr>
                </a:gs>
                <a:gs pos="14286">
                  <a:srgbClr val="FEF4FF">
                    <a:alpha val="30764"/>
                  </a:srgbClr>
                </a:gs>
                <a:gs pos="28571">
                  <a:srgbClr val="FEF4FF">
                    <a:alpha val="24833"/>
                  </a:srgbClr>
                </a:gs>
                <a:gs pos="42857">
                  <a:srgbClr val="FEF4FF">
                    <a:alpha val="17075"/>
                  </a:srgbClr>
                </a:gs>
                <a:gs pos="57143">
                  <a:srgbClr val="FEF4FF">
                    <a:alpha val="9855"/>
                  </a:srgbClr>
                </a:gs>
                <a:gs pos="71429">
                  <a:srgbClr val="FEF4FF">
                    <a:alpha val="4740"/>
                  </a:srgbClr>
                </a:gs>
                <a:gs pos="85714">
                  <a:srgbClr val="FEF4FF">
                    <a:alpha val="1902"/>
                  </a:srgbClr>
                </a:gs>
                <a:gs pos="100000">
                  <a:srgbClr val="FE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5262413">
              <a:off x="1968623" y="1060199"/>
              <a:ext cx="260955" cy="54029"/>
            </a:xfrm>
            <a:prstGeom prst="ellipse">
              <a:avLst/>
            </a:prstGeom>
            <a:gradFill>
              <a:gsLst>
                <a:gs pos="0">
                  <a:srgbClr val="E7FFF0">
                    <a:alpha val="32968"/>
                  </a:srgbClr>
                </a:gs>
                <a:gs pos="14286">
                  <a:srgbClr val="E7FFF0">
                    <a:alpha val="30764"/>
                  </a:srgbClr>
                </a:gs>
                <a:gs pos="28571">
                  <a:srgbClr val="E7FFF0">
                    <a:alpha val="24833"/>
                  </a:srgbClr>
                </a:gs>
                <a:gs pos="42857">
                  <a:srgbClr val="E7FFF0">
                    <a:alpha val="17075"/>
                  </a:srgbClr>
                </a:gs>
                <a:gs pos="57143">
                  <a:srgbClr val="E7FFF0">
                    <a:alpha val="9855"/>
                  </a:srgbClr>
                </a:gs>
                <a:gs pos="71429">
                  <a:srgbClr val="E7FFF0">
                    <a:alpha val="4740"/>
                  </a:srgbClr>
                </a:gs>
                <a:gs pos="85714">
                  <a:srgbClr val="E7FFF0">
                    <a:alpha val="1902"/>
                  </a:srgbClr>
                </a:gs>
                <a:gs pos="100000">
                  <a:srgbClr val="E7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-8493624">
              <a:off x="2375927" y="764726"/>
              <a:ext cx="178313" cy="249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-10376485">
              <a:off x="638752" y="1139144"/>
              <a:ext cx="349003" cy="129566"/>
            </a:xfrm>
            <a:prstGeom prst="ellipse">
              <a:avLst/>
            </a:prstGeom>
            <a:gradFill>
              <a:gsLst>
                <a:gs pos="0">
                  <a:srgbClr val="39FFFF">
                    <a:alpha val="32968"/>
                  </a:srgbClr>
                </a:gs>
                <a:gs pos="14286">
                  <a:srgbClr val="39FFFF">
                    <a:alpha val="30764"/>
                  </a:srgbClr>
                </a:gs>
                <a:gs pos="28571">
                  <a:srgbClr val="39FFFF">
                    <a:alpha val="24833"/>
                  </a:srgbClr>
                </a:gs>
                <a:gs pos="42857">
                  <a:srgbClr val="39FFFF">
                    <a:alpha val="17075"/>
                  </a:srgbClr>
                </a:gs>
                <a:gs pos="57143">
                  <a:srgbClr val="39FFFF">
                    <a:alpha val="9855"/>
                  </a:srgbClr>
                </a:gs>
                <a:gs pos="71429">
                  <a:srgbClr val="39FFFF">
                    <a:alpha val="4740"/>
                  </a:srgbClr>
                </a:gs>
                <a:gs pos="85714">
                  <a:srgbClr val="39FFFF">
                    <a:alpha val="1902"/>
                  </a:srgbClr>
                </a:gs>
                <a:gs pos="100000">
                  <a:srgbClr val="3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-8257772">
              <a:off x="2455786" y="1855310"/>
              <a:ext cx="437872" cy="126321"/>
            </a:xfrm>
            <a:prstGeom prst="ellipse">
              <a:avLst/>
            </a:prstGeom>
            <a:gradFill>
              <a:gsLst>
                <a:gs pos="0">
                  <a:srgbClr val="DFE8FA">
                    <a:alpha val="32968"/>
                  </a:srgbClr>
                </a:gs>
                <a:gs pos="14286">
                  <a:srgbClr val="DFE8FA">
                    <a:alpha val="30764"/>
                  </a:srgbClr>
                </a:gs>
                <a:gs pos="28571">
                  <a:srgbClr val="DFE8FA">
                    <a:alpha val="24833"/>
                  </a:srgbClr>
                </a:gs>
                <a:gs pos="42857">
                  <a:srgbClr val="DFE8FA">
                    <a:alpha val="17075"/>
                  </a:srgbClr>
                </a:gs>
                <a:gs pos="57143">
                  <a:srgbClr val="DFE8FA">
                    <a:alpha val="9855"/>
                  </a:srgbClr>
                </a:gs>
                <a:gs pos="71429">
                  <a:srgbClr val="DFE8FA">
                    <a:alpha val="4740"/>
                  </a:srgbClr>
                </a:gs>
                <a:gs pos="85714">
                  <a:srgbClr val="DFE8FA">
                    <a:alpha val="1902"/>
                  </a:srgbClr>
                </a:gs>
                <a:gs pos="100000">
                  <a:srgbClr val="DFE8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8823664">
              <a:off x="268000" y="3032661"/>
              <a:ext cx="539361" cy="236738"/>
            </a:xfrm>
            <a:prstGeom prst="ellipse">
              <a:avLst/>
            </a:prstGeom>
            <a:gradFill>
              <a:gsLst>
                <a:gs pos="0">
                  <a:srgbClr val="E7CF00">
                    <a:alpha val="32968"/>
                  </a:srgbClr>
                </a:gs>
                <a:gs pos="14286">
                  <a:srgbClr val="E7CF00">
                    <a:alpha val="30764"/>
                  </a:srgbClr>
                </a:gs>
                <a:gs pos="28571">
                  <a:srgbClr val="E7CF00">
                    <a:alpha val="24833"/>
                  </a:srgbClr>
                </a:gs>
                <a:gs pos="42857">
                  <a:srgbClr val="E7CF00">
                    <a:alpha val="17075"/>
                  </a:srgbClr>
                </a:gs>
                <a:gs pos="57143">
                  <a:srgbClr val="E7CF00">
                    <a:alpha val="9855"/>
                  </a:srgbClr>
                </a:gs>
                <a:gs pos="71429">
                  <a:srgbClr val="E7CF00">
                    <a:alpha val="4740"/>
                  </a:srgbClr>
                </a:gs>
                <a:gs pos="85714">
                  <a:srgbClr val="E7CF00">
                    <a:alpha val="1902"/>
                  </a:srgbClr>
                </a:gs>
                <a:gs pos="100000">
                  <a:srgbClr val="E7C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2747727">
              <a:off x="593903" y="3230405"/>
              <a:ext cx="382905" cy="107476"/>
            </a:xfrm>
            <a:prstGeom prst="ellipse">
              <a:avLst/>
            </a:prstGeom>
            <a:gradFill>
              <a:gsLst>
                <a:gs pos="0">
                  <a:srgbClr val="813400">
                    <a:alpha val="32968"/>
                  </a:srgbClr>
                </a:gs>
                <a:gs pos="14286">
                  <a:srgbClr val="813400">
                    <a:alpha val="30764"/>
                  </a:srgbClr>
                </a:gs>
                <a:gs pos="28571">
                  <a:srgbClr val="813400">
                    <a:alpha val="24833"/>
                  </a:srgbClr>
                </a:gs>
                <a:gs pos="42857">
                  <a:srgbClr val="813400">
                    <a:alpha val="17075"/>
                  </a:srgbClr>
                </a:gs>
                <a:gs pos="57143">
                  <a:srgbClr val="813400">
                    <a:alpha val="9855"/>
                  </a:srgbClr>
                </a:gs>
                <a:gs pos="71429">
                  <a:srgbClr val="813400">
                    <a:alpha val="4740"/>
                  </a:srgbClr>
                </a:gs>
                <a:gs pos="85714">
                  <a:srgbClr val="813400">
                    <a:alpha val="1902"/>
                  </a:srgbClr>
                </a:gs>
                <a:gs pos="100000">
                  <a:srgbClr val="813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9911793">
              <a:off x="1512837" y="1142606"/>
              <a:ext cx="137507" cy="62249"/>
            </a:xfrm>
            <a:prstGeom prst="ellipse">
              <a:avLst/>
            </a:prstGeom>
            <a:gradFill>
              <a:gsLst>
                <a:gs pos="0">
                  <a:srgbClr val="EAFFFF">
                    <a:alpha val="32968"/>
                  </a:srgbClr>
                </a:gs>
                <a:gs pos="14286">
                  <a:srgbClr val="EAFFFF">
                    <a:alpha val="30764"/>
                  </a:srgbClr>
                </a:gs>
                <a:gs pos="28571">
                  <a:srgbClr val="EAFFFF">
                    <a:alpha val="24833"/>
                  </a:srgbClr>
                </a:gs>
                <a:gs pos="42857">
                  <a:srgbClr val="EAFFFF">
                    <a:alpha val="17075"/>
                  </a:srgbClr>
                </a:gs>
                <a:gs pos="57143">
                  <a:srgbClr val="EAFFFF">
                    <a:alpha val="9855"/>
                  </a:srgbClr>
                </a:gs>
                <a:gs pos="71429">
                  <a:srgbClr val="EAFFFF">
                    <a:alpha val="4740"/>
                  </a:srgbClr>
                </a:gs>
                <a:gs pos="85714">
                  <a:srgbClr val="EAFFFF">
                    <a:alpha val="1902"/>
                  </a:srgbClr>
                </a:gs>
                <a:gs pos="100000">
                  <a:srgbClr val="E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10673226">
              <a:off x="621966" y="950458"/>
              <a:ext cx="531066" cy="3122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9483830">
              <a:off x="-38795" y="3297009"/>
              <a:ext cx="455858" cy="74784"/>
            </a:xfrm>
            <a:prstGeom prst="ellipse">
              <a:avLst/>
            </a:prstGeom>
            <a:gradFill>
              <a:gsLst>
                <a:gs pos="0">
                  <a:srgbClr val="FFDBFF">
                    <a:alpha val="32968"/>
                  </a:srgbClr>
                </a:gs>
                <a:gs pos="14286">
                  <a:srgbClr val="FFDBFF">
                    <a:alpha val="30764"/>
                  </a:srgbClr>
                </a:gs>
                <a:gs pos="28571">
                  <a:srgbClr val="FFDBFF">
                    <a:alpha val="24833"/>
                  </a:srgbClr>
                </a:gs>
                <a:gs pos="42857">
                  <a:srgbClr val="FFDBFF">
                    <a:alpha val="17075"/>
                  </a:srgbClr>
                </a:gs>
                <a:gs pos="57143">
                  <a:srgbClr val="FFDBFF">
                    <a:alpha val="9855"/>
                  </a:srgbClr>
                </a:gs>
                <a:gs pos="71429">
                  <a:srgbClr val="FFDBFF">
                    <a:alpha val="4740"/>
                  </a:srgbClr>
                </a:gs>
                <a:gs pos="85714">
                  <a:srgbClr val="FFDBFF">
                    <a:alpha val="1902"/>
                  </a:srgbClr>
                </a:gs>
                <a:gs pos="100000">
                  <a:srgbClr val="FFD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9544102">
              <a:off x="975049" y="2911101"/>
              <a:ext cx="408066" cy="143358"/>
            </a:xfrm>
            <a:prstGeom prst="ellipse">
              <a:avLst/>
            </a:prstGeom>
            <a:gradFill>
              <a:gsLst>
                <a:gs pos="0">
                  <a:srgbClr val="6A59FF">
                    <a:alpha val="32968"/>
                  </a:srgbClr>
                </a:gs>
                <a:gs pos="14286">
                  <a:srgbClr val="6A59FF">
                    <a:alpha val="30764"/>
                  </a:srgbClr>
                </a:gs>
                <a:gs pos="28571">
                  <a:srgbClr val="6A59FF">
                    <a:alpha val="24833"/>
                  </a:srgbClr>
                </a:gs>
                <a:gs pos="42857">
                  <a:srgbClr val="6A59FF">
                    <a:alpha val="17075"/>
                  </a:srgbClr>
                </a:gs>
                <a:gs pos="57143">
                  <a:srgbClr val="6A59FF">
                    <a:alpha val="9855"/>
                  </a:srgbClr>
                </a:gs>
                <a:gs pos="71429">
                  <a:srgbClr val="6A59FF">
                    <a:alpha val="4740"/>
                  </a:srgbClr>
                </a:gs>
                <a:gs pos="85714">
                  <a:srgbClr val="6A59FF">
                    <a:alpha val="1902"/>
                  </a:srgbClr>
                </a:gs>
                <a:gs pos="100000">
                  <a:srgbClr val="6A5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10297080">
              <a:off x="1746198" y="1427847"/>
              <a:ext cx="287139" cy="99377"/>
            </a:xfrm>
            <a:prstGeom prst="ellipse">
              <a:avLst/>
            </a:prstGeom>
            <a:gradFill>
              <a:gsLst>
                <a:gs pos="0">
                  <a:srgbClr val="000041">
                    <a:alpha val="32968"/>
                  </a:srgbClr>
                </a:gs>
                <a:gs pos="14286">
                  <a:srgbClr val="000041">
                    <a:alpha val="30764"/>
                  </a:srgbClr>
                </a:gs>
                <a:gs pos="28571">
                  <a:srgbClr val="000041">
                    <a:alpha val="24833"/>
                  </a:srgbClr>
                </a:gs>
                <a:gs pos="42857">
                  <a:srgbClr val="000041">
                    <a:alpha val="17075"/>
                  </a:srgbClr>
                </a:gs>
                <a:gs pos="57143">
                  <a:srgbClr val="000041">
                    <a:alpha val="9855"/>
                  </a:srgbClr>
                </a:gs>
                <a:gs pos="71429">
                  <a:srgbClr val="000041">
                    <a:alpha val="4740"/>
                  </a:srgbClr>
                </a:gs>
                <a:gs pos="85714">
                  <a:srgbClr val="000041">
                    <a:alpha val="1902"/>
                  </a:srgbClr>
                </a:gs>
                <a:gs pos="100000">
                  <a:srgbClr val="0000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9115559">
              <a:off x="3078195" y="1863168"/>
              <a:ext cx="535777" cy="140693"/>
            </a:xfrm>
            <a:prstGeom prst="ellipse">
              <a:avLst/>
            </a:prstGeom>
            <a:gradFill>
              <a:gsLst>
                <a:gs pos="0">
                  <a:srgbClr val="C32300">
                    <a:alpha val="32968"/>
                  </a:srgbClr>
                </a:gs>
                <a:gs pos="14286">
                  <a:srgbClr val="C32300">
                    <a:alpha val="30764"/>
                  </a:srgbClr>
                </a:gs>
                <a:gs pos="28571">
                  <a:srgbClr val="C32300">
                    <a:alpha val="24833"/>
                  </a:srgbClr>
                </a:gs>
                <a:gs pos="42857">
                  <a:srgbClr val="C32300">
                    <a:alpha val="17075"/>
                  </a:srgbClr>
                </a:gs>
                <a:gs pos="57143">
                  <a:srgbClr val="C32300">
                    <a:alpha val="9855"/>
                  </a:srgbClr>
                </a:gs>
                <a:gs pos="71429">
                  <a:srgbClr val="C32300">
                    <a:alpha val="4740"/>
                  </a:srgbClr>
                </a:gs>
                <a:gs pos="85714">
                  <a:srgbClr val="C32300">
                    <a:alpha val="1902"/>
                  </a:srgbClr>
                </a:gs>
                <a:gs pos="100000">
                  <a:srgbClr val="C32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10448731">
              <a:off x="1604944" y="1181215"/>
              <a:ext cx="303982" cy="60902"/>
            </a:xfrm>
            <a:prstGeom prst="ellipse">
              <a:avLst/>
            </a:prstGeom>
            <a:gradFill>
              <a:gsLst>
                <a:gs pos="0">
                  <a:srgbClr val="DBFFFF">
                    <a:alpha val="32968"/>
                  </a:srgbClr>
                </a:gs>
                <a:gs pos="14286">
                  <a:srgbClr val="DBFFFF">
                    <a:alpha val="30764"/>
                  </a:srgbClr>
                </a:gs>
                <a:gs pos="28571">
                  <a:srgbClr val="DBFFFF">
                    <a:alpha val="24833"/>
                  </a:srgbClr>
                </a:gs>
                <a:gs pos="42857">
                  <a:srgbClr val="DBFFFF">
                    <a:alpha val="17075"/>
                  </a:srgbClr>
                </a:gs>
                <a:gs pos="57143">
                  <a:srgbClr val="DBFFFF">
                    <a:alpha val="9855"/>
                  </a:srgbClr>
                </a:gs>
                <a:gs pos="71429">
                  <a:srgbClr val="DBFFFF">
                    <a:alpha val="4740"/>
                  </a:srgbClr>
                </a:gs>
                <a:gs pos="85714">
                  <a:srgbClr val="DBFFFF">
                    <a:alpha val="1902"/>
                  </a:srgbClr>
                </a:gs>
                <a:gs pos="100000">
                  <a:srgbClr val="D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5117706">
              <a:off x="-98666" y="2503245"/>
              <a:ext cx="495110" cy="108717"/>
            </a:xfrm>
            <a:prstGeom prst="ellipse">
              <a:avLst/>
            </a:prstGeom>
            <a:gradFill>
              <a:gsLst>
                <a:gs pos="0">
                  <a:srgbClr val="B70055">
                    <a:alpha val="32968"/>
                  </a:srgbClr>
                </a:gs>
                <a:gs pos="14286">
                  <a:srgbClr val="B70055">
                    <a:alpha val="30764"/>
                  </a:srgbClr>
                </a:gs>
                <a:gs pos="28571">
                  <a:srgbClr val="B70055">
                    <a:alpha val="24833"/>
                  </a:srgbClr>
                </a:gs>
                <a:gs pos="42857">
                  <a:srgbClr val="B70055">
                    <a:alpha val="17075"/>
                  </a:srgbClr>
                </a:gs>
                <a:gs pos="57143">
                  <a:srgbClr val="B70055">
                    <a:alpha val="9855"/>
                  </a:srgbClr>
                </a:gs>
                <a:gs pos="71429">
                  <a:srgbClr val="B70055">
                    <a:alpha val="4740"/>
                  </a:srgbClr>
                </a:gs>
                <a:gs pos="85714">
                  <a:srgbClr val="B70055">
                    <a:alpha val="1902"/>
                  </a:srgbClr>
                </a:gs>
                <a:gs pos="100000">
                  <a:srgbClr val="B700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9129931">
              <a:off x="961924" y="902029"/>
              <a:ext cx="409203" cy="72319"/>
            </a:xfrm>
            <a:prstGeom prst="ellipse">
              <a:avLst/>
            </a:prstGeom>
            <a:gradFill>
              <a:gsLst>
                <a:gs pos="0">
                  <a:srgbClr val="00004A">
                    <a:alpha val="32968"/>
                  </a:srgbClr>
                </a:gs>
                <a:gs pos="14286">
                  <a:srgbClr val="00004A">
                    <a:alpha val="30764"/>
                  </a:srgbClr>
                </a:gs>
                <a:gs pos="28571">
                  <a:srgbClr val="00004A">
                    <a:alpha val="24833"/>
                  </a:srgbClr>
                </a:gs>
                <a:gs pos="42857">
                  <a:srgbClr val="00004A">
                    <a:alpha val="17075"/>
                  </a:srgbClr>
                </a:gs>
                <a:gs pos="57143">
                  <a:srgbClr val="00004A">
                    <a:alpha val="9855"/>
                  </a:srgbClr>
                </a:gs>
                <a:gs pos="71429">
                  <a:srgbClr val="00004A">
                    <a:alpha val="4740"/>
                  </a:srgbClr>
                </a:gs>
                <a:gs pos="85714">
                  <a:srgbClr val="00004A">
                    <a:alpha val="1902"/>
                  </a:srgbClr>
                </a:gs>
                <a:gs pos="100000">
                  <a:srgbClr val="0000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10401918">
              <a:off x="1548100" y="698549"/>
              <a:ext cx="150407" cy="52351"/>
            </a:xfrm>
            <a:prstGeom prst="ellipse">
              <a:avLst/>
            </a:prstGeom>
            <a:gradFill>
              <a:gsLst>
                <a:gs pos="0">
                  <a:srgbClr val="95FFFF">
                    <a:alpha val="32968"/>
                  </a:srgbClr>
                </a:gs>
                <a:gs pos="14286">
                  <a:srgbClr val="95FFFF">
                    <a:alpha val="30764"/>
                  </a:srgbClr>
                </a:gs>
                <a:gs pos="28571">
                  <a:srgbClr val="95FFFF">
                    <a:alpha val="24833"/>
                  </a:srgbClr>
                </a:gs>
                <a:gs pos="42857">
                  <a:srgbClr val="95FFFF">
                    <a:alpha val="17075"/>
                  </a:srgbClr>
                </a:gs>
                <a:gs pos="57143">
                  <a:srgbClr val="95FFFF">
                    <a:alpha val="9855"/>
                  </a:srgbClr>
                </a:gs>
                <a:gs pos="71429">
                  <a:srgbClr val="95FFFF">
                    <a:alpha val="4740"/>
                  </a:srgbClr>
                </a:gs>
                <a:gs pos="85714">
                  <a:srgbClr val="95FFFF">
                    <a:alpha val="1902"/>
                  </a:srgbClr>
                </a:gs>
                <a:gs pos="100000">
                  <a:srgbClr val="9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7189685">
              <a:off x="302181" y="766318"/>
              <a:ext cx="763501" cy="143007"/>
            </a:xfrm>
            <a:prstGeom prst="ellipse">
              <a:avLst/>
            </a:prstGeom>
            <a:gradFill>
              <a:gsLst>
                <a:gs pos="0">
                  <a:srgbClr val="FF9382">
                    <a:alpha val="9241"/>
                  </a:srgbClr>
                </a:gs>
                <a:gs pos="14286">
                  <a:srgbClr val="FF9382">
                    <a:alpha val="8526"/>
                  </a:srgbClr>
                </a:gs>
                <a:gs pos="28571">
                  <a:srgbClr val="FF9382">
                    <a:alpha val="6685"/>
                  </a:srgbClr>
                </a:gs>
                <a:gs pos="42857">
                  <a:srgbClr val="FF9382">
                    <a:alpha val="4437"/>
                  </a:srgbClr>
                </a:gs>
                <a:gs pos="57143">
                  <a:srgbClr val="FF9382">
                    <a:alpha val="2483"/>
                  </a:srgbClr>
                </a:gs>
                <a:gs pos="71429">
                  <a:srgbClr val="FF9382">
                    <a:alpha val="1170"/>
                  </a:srgbClr>
                </a:gs>
                <a:gs pos="85714">
                  <a:srgbClr val="FF9382">
                    <a:alpha val="464"/>
                  </a:srgbClr>
                </a:gs>
                <a:gs pos="100000">
                  <a:srgbClr val="FF9382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3890046">
              <a:off x="1482666" y="2021297"/>
              <a:ext cx="435165" cy="104004"/>
            </a:xfrm>
            <a:prstGeom prst="ellipse">
              <a:avLst/>
            </a:prstGeom>
            <a:gradFill>
              <a:gsLst>
                <a:gs pos="0">
                  <a:srgbClr val="1DDAFF">
                    <a:alpha val="32968"/>
                  </a:srgbClr>
                </a:gs>
                <a:gs pos="14286">
                  <a:srgbClr val="1DDAFF">
                    <a:alpha val="30764"/>
                  </a:srgbClr>
                </a:gs>
                <a:gs pos="28571">
                  <a:srgbClr val="1DDAFF">
                    <a:alpha val="24833"/>
                  </a:srgbClr>
                </a:gs>
                <a:gs pos="42857">
                  <a:srgbClr val="1DDAFF">
                    <a:alpha val="17075"/>
                  </a:srgbClr>
                </a:gs>
                <a:gs pos="57143">
                  <a:srgbClr val="1DDAFF">
                    <a:alpha val="9855"/>
                  </a:srgbClr>
                </a:gs>
                <a:gs pos="71429">
                  <a:srgbClr val="1DDAFF">
                    <a:alpha val="4740"/>
                  </a:srgbClr>
                </a:gs>
                <a:gs pos="85714">
                  <a:srgbClr val="1DDAFF">
                    <a:alpha val="1902"/>
                  </a:srgbClr>
                </a:gs>
                <a:gs pos="100000">
                  <a:srgbClr val="1DD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-10506302">
              <a:off x="1913780" y="1726431"/>
              <a:ext cx="390553" cy="31794"/>
            </a:xfrm>
            <a:prstGeom prst="ellipse">
              <a:avLst/>
            </a:prstGeom>
            <a:gradFill>
              <a:gsLst>
                <a:gs pos="0">
                  <a:srgbClr val="E8DDFF">
                    <a:alpha val="32968"/>
                  </a:srgbClr>
                </a:gs>
                <a:gs pos="14286">
                  <a:srgbClr val="E8DDFF">
                    <a:alpha val="30764"/>
                  </a:srgbClr>
                </a:gs>
                <a:gs pos="28571">
                  <a:srgbClr val="E8DDFF">
                    <a:alpha val="24833"/>
                  </a:srgbClr>
                </a:gs>
                <a:gs pos="42857">
                  <a:srgbClr val="E8DDFF">
                    <a:alpha val="17075"/>
                  </a:srgbClr>
                </a:gs>
                <a:gs pos="57143">
                  <a:srgbClr val="E8DDFF">
                    <a:alpha val="9855"/>
                  </a:srgbClr>
                </a:gs>
                <a:gs pos="71429">
                  <a:srgbClr val="E8DDFF">
                    <a:alpha val="4740"/>
                  </a:srgbClr>
                </a:gs>
                <a:gs pos="85714">
                  <a:srgbClr val="E8DDFF">
                    <a:alpha val="1902"/>
                  </a:srgbClr>
                </a:gs>
                <a:gs pos="100000">
                  <a:srgbClr val="E8D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-8570586">
              <a:off x="2223949" y="1038992"/>
              <a:ext cx="378522" cy="46574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10339535">
              <a:off x="1259706" y="1048907"/>
              <a:ext cx="653869" cy="433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10093494">
              <a:off x="1127008" y="438660"/>
              <a:ext cx="587620" cy="211230"/>
            </a:xfrm>
            <a:prstGeom prst="ellipse">
              <a:avLst/>
            </a:prstGeom>
            <a:gradFill>
              <a:gsLst>
                <a:gs pos="0">
                  <a:srgbClr val="0077FF">
                    <a:alpha val="32968"/>
                  </a:srgbClr>
                </a:gs>
                <a:gs pos="14286">
                  <a:srgbClr val="0077FF">
                    <a:alpha val="30764"/>
                  </a:srgbClr>
                </a:gs>
                <a:gs pos="28571">
                  <a:srgbClr val="0077FF">
                    <a:alpha val="24833"/>
                  </a:srgbClr>
                </a:gs>
                <a:gs pos="42857">
                  <a:srgbClr val="0077FF">
                    <a:alpha val="17075"/>
                  </a:srgbClr>
                </a:gs>
                <a:gs pos="57143">
                  <a:srgbClr val="0077FF">
                    <a:alpha val="9855"/>
                  </a:srgbClr>
                </a:gs>
                <a:gs pos="71429">
                  <a:srgbClr val="0077FF">
                    <a:alpha val="4740"/>
                  </a:srgbClr>
                </a:gs>
                <a:gs pos="85714">
                  <a:srgbClr val="0077FF">
                    <a:alpha val="1902"/>
                  </a:srgbClr>
                </a:gs>
                <a:gs pos="100000">
                  <a:srgbClr val="007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-9376466">
              <a:off x="1084967" y="1190591"/>
              <a:ext cx="567864" cy="139534"/>
            </a:xfrm>
            <a:prstGeom prst="ellipse">
              <a:avLst/>
            </a:prstGeom>
            <a:gradFill>
              <a:gsLst>
                <a:gs pos="0">
                  <a:srgbClr val="0056C3">
                    <a:alpha val="32968"/>
                  </a:srgbClr>
                </a:gs>
                <a:gs pos="14286">
                  <a:srgbClr val="0056C3">
                    <a:alpha val="30764"/>
                  </a:srgbClr>
                </a:gs>
                <a:gs pos="28571">
                  <a:srgbClr val="0056C3">
                    <a:alpha val="24833"/>
                  </a:srgbClr>
                </a:gs>
                <a:gs pos="42857">
                  <a:srgbClr val="0056C3">
                    <a:alpha val="17075"/>
                  </a:srgbClr>
                </a:gs>
                <a:gs pos="57143">
                  <a:srgbClr val="0056C3">
                    <a:alpha val="9855"/>
                  </a:srgbClr>
                </a:gs>
                <a:gs pos="71429">
                  <a:srgbClr val="0056C3">
                    <a:alpha val="4740"/>
                  </a:srgbClr>
                </a:gs>
                <a:gs pos="85714">
                  <a:srgbClr val="0056C3">
                    <a:alpha val="1902"/>
                  </a:srgbClr>
                </a:gs>
                <a:gs pos="100000">
                  <a:srgbClr val="0056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7384995">
              <a:off x="1983085" y="983232"/>
              <a:ext cx="430876" cy="46179"/>
            </a:xfrm>
            <a:prstGeom prst="ellipse">
              <a:avLst/>
            </a:prstGeom>
            <a:gradFill>
              <a:gsLst>
                <a:gs pos="0">
                  <a:srgbClr val="7F0000">
                    <a:alpha val="32968"/>
                  </a:srgbClr>
                </a:gs>
                <a:gs pos="14286">
                  <a:srgbClr val="7F0000">
                    <a:alpha val="30764"/>
                  </a:srgbClr>
                </a:gs>
                <a:gs pos="28571">
                  <a:srgbClr val="7F0000">
                    <a:alpha val="24833"/>
                  </a:srgbClr>
                </a:gs>
                <a:gs pos="42857">
                  <a:srgbClr val="7F0000">
                    <a:alpha val="17075"/>
                  </a:srgbClr>
                </a:gs>
                <a:gs pos="57143">
                  <a:srgbClr val="7F0000">
                    <a:alpha val="9855"/>
                  </a:srgbClr>
                </a:gs>
                <a:gs pos="71429">
                  <a:srgbClr val="7F0000">
                    <a:alpha val="4740"/>
                  </a:srgbClr>
                </a:gs>
                <a:gs pos="85714">
                  <a:srgbClr val="7F0000">
                    <a:alpha val="1902"/>
                  </a:srgbClr>
                </a:gs>
                <a:gs pos="100000">
                  <a:srgbClr val="7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3439978">
              <a:off x="1699516" y="1971331"/>
              <a:ext cx="433657" cy="64925"/>
            </a:xfrm>
            <a:prstGeom prst="ellipse">
              <a:avLst/>
            </a:prstGeom>
            <a:gradFill>
              <a:gsLst>
                <a:gs pos="0">
                  <a:srgbClr val="ABE3FF">
                    <a:alpha val="32968"/>
                  </a:srgbClr>
                </a:gs>
                <a:gs pos="14286">
                  <a:srgbClr val="ABE3FF">
                    <a:alpha val="30764"/>
                  </a:srgbClr>
                </a:gs>
                <a:gs pos="28571">
                  <a:srgbClr val="ABE3FF">
                    <a:alpha val="24833"/>
                  </a:srgbClr>
                </a:gs>
                <a:gs pos="42857">
                  <a:srgbClr val="ABE3FF">
                    <a:alpha val="17075"/>
                  </a:srgbClr>
                </a:gs>
                <a:gs pos="57143">
                  <a:srgbClr val="ABE3FF">
                    <a:alpha val="9855"/>
                  </a:srgbClr>
                </a:gs>
                <a:gs pos="71429">
                  <a:srgbClr val="ABE3FF">
                    <a:alpha val="4740"/>
                  </a:srgbClr>
                </a:gs>
                <a:gs pos="85714">
                  <a:srgbClr val="ABE3FF">
                    <a:alpha val="1902"/>
                  </a:srgbClr>
                </a:gs>
                <a:gs pos="100000">
                  <a:srgbClr val="ABE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5400000">
              <a:off x="1222881" y="1512035"/>
              <a:ext cx="49561" cy="49561"/>
            </a:xfrm>
            <a:prstGeom prst="ellipse">
              <a:avLst/>
            </a:prstGeom>
            <a:gradFill>
              <a:gsLst>
                <a:gs pos="0">
                  <a:srgbClr val="72B6E4">
                    <a:alpha val="16598"/>
                  </a:srgbClr>
                </a:gs>
                <a:gs pos="14286">
                  <a:srgbClr val="72B6E4">
                    <a:alpha val="15364"/>
                  </a:srgbClr>
                </a:gs>
                <a:gs pos="28571">
                  <a:srgbClr val="72B6E4">
                    <a:alpha val="12148"/>
                  </a:srgbClr>
                </a:gs>
                <a:gs pos="42857">
                  <a:srgbClr val="72B6E4">
                    <a:alpha val="8145"/>
                  </a:srgbClr>
                </a:gs>
                <a:gs pos="57143">
                  <a:srgbClr val="72B6E4">
                    <a:alpha val="4598"/>
                  </a:srgbClr>
                </a:gs>
                <a:gs pos="71429">
                  <a:srgbClr val="72B6E4">
                    <a:alpha val="2179"/>
                  </a:srgbClr>
                </a:gs>
                <a:gs pos="85714">
                  <a:srgbClr val="72B6E4">
                    <a:alpha val="868"/>
                  </a:srgbClr>
                </a:gs>
                <a:gs pos="100000">
                  <a:srgbClr val="72B6E4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10287721">
              <a:off x="1153215" y="453896"/>
              <a:ext cx="537149" cy="40039"/>
            </a:xfrm>
            <a:prstGeom prst="ellipse">
              <a:avLst/>
            </a:prstGeom>
            <a:gradFill>
              <a:gsLst>
                <a:gs pos="0">
                  <a:srgbClr val="D50000">
                    <a:alpha val="32968"/>
                  </a:srgbClr>
                </a:gs>
                <a:gs pos="14286">
                  <a:srgbClr val="D50000">
                    <a:alpha val="30764"/>
                  </a:srgbClr>
                </a:gs>
                <a:gs pos="28571">
                  <a:srgbClr val="D50000">
                    <a:alpha val="24833"/>
                  </a:srgbClr>
                </a:gs>
                <a:gs pos="42857">
                  <a:srgbClr val="D50000">
                    <a:alpha val="17075"/>
                  </a:srgbClr>
                </a:gs>
                <a:gs pos="57143">
                  <a:srgbClr val="D50000">
                    <a:alpha val="9855"/>
                  </a:srgbClr>
                </a:gs>
                <a:gs pos="71429">
                  <a:srgbClr val="D50000">
                    <a:alpha val="4740"/>
                  </a:srgbClr>
                </a:gs>
                <a:gs pos="85714">
                  <a:srgbClr val="D50000">
                    <a:alpha val="1902"/>
                  </a:srgbClr>
                </a:gs>
                <a:gs pos="100000">
                  <a:srgbClr val="D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3425183">
              <a:off x="1635847" y="1999899"/>
              <a:ext cx="434308" cy="265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8429253">
              <a:off x="2195340" y="1841355"/>
              <a:ext cx="299257" cy="79465"/>
            </a:xfrm>
            <a:prstGeom prst="ellipse">
              <a:avLst/>
            </a:prstGeom>
            <a:gradFill>
              <a:gsLst>
                <a:gs pos="0">
                  <a:srgbClr val="FFD5FF">
                    <a:alpha val="32968"/>
                  </a:srgbClr>
                </a:gs>
                <a:gs pos="14286">
                  <a:srgbClr val="FFD5FF">
                    <a:alpha val="30764"/>
                  </a:srgbClr>
                </a:gs>
                <a:gs pos="28571">
                  <a:srgbClr val="FFD5FF">
                    <a:alpha val="24833"/>
                  </a:srgbClr>
                </a:gs>
                <a:gs pos="42857">
                  <a:srgbClr val="FFD5FF">
                    <a:alpha val="17075"/>
                  </a:srgbClr>
                </a:gs>
                <a:gs pos="57143">
                  <a:srgbClr val="FFD5FF">
                    <a:alpha val="9855"/>
                  </a:srgbClr>
                </a:gs>
                <a:gs pos="71429">
                  <a:srgbClr val="FFD5FF">
                    <a:alpha val="4740"/>
                  </a:srgbClr>
                </a:gs>
                <a:gs pos="85714">
                  <a:srgbClr val="FFD5FF">
                    <a:alpha val="1902"/>
                  </a:srgbClr>
                </a:gs>
                <a:gs pos="100000">
                  <a:srgbClr val="FFD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-10304781">
              <a:off x="2043308" y="1519383"/>
              <a:ext cx="675032" cy="95021"/>
            </a:xfrm>
            <a:prstGeom prst="ellipse">
              <a:avLst/>
            </a:prstGeom>
            <a:gradFill>
              <a:gsLst>
                <a:gs pos="0">
                  <a:srgbClr val="FFE600">
                    <a:alpha val="11911"/>
                  </a:srgbClr>
                </a:gs>
                <a:gs pos="14286">
                  <a:srgbClr val="FFE600">
                    <a:alpha val="11002"/>
                  </a:srgbClr>
                </a:gs>
                <a:gs pos="28571">
                  <a:srgbClr val="FFE600">
                    <a:alpha val="8653"/>
                  </a:srgbClr>
                </a:gs>
                <a:gs pos="42857">
                  <a:srgbClr val="FFE600">
                    <a:alpha val="5764"/>
                  </a:srgbClr>
                </a:gs>
                <a:gs pos="57143">
                  <a:srgbClr val="FFE600">
                    <a:alpha val="3236"/>
                  </a:srgbClr>
                </a:gs>
                <a:gs pos="71429">
                  <a:srgbClr val="FFE600">
                    <a:alpha val="1528"/>
                  </a:srgbClr>
                </a:gs>
                <a:gs pos="85714">
                  <a:srgbClr val="FFE600">
                    <a:alpha val="607"/>
                  </a:srgbClr>
                </a:gs>
                <a:gs pos="100000">
                  <a:srgbClr val="FFE600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5048783">
              <a:off x="-218995" y="2691931"/>
              <a:ext cx="632743" cy="180016"/>
            </a:xfrm>
            <a:prstGeom prst="ellipse">
              <a:avLst/>
            </a:prstGeom>
            <a:gradFill>
              <a:gsLst>
                <a:gs pos="0">
                  <a:srgbClr val="FAED68">
                    <a:alpha val="32968"/>
                  </a:srgbClr>
                </a:gs>
                <a:gs pos="14286">
                  <a:srgbClr val="FAED68">
                    <a:alpha val="30764"/>
                  </a:srgbClr>
                </a:gs>
                <a:gs pos="28571">
                  <a:srgbClr val="FAED68">
                    <a:alpha val="24833"/>
                  </a:srgbClr>
                </a:gs>
                <a:gs pos="42857">
                  <a:srgbClr val="FAED68">
                    <a:alpha val="17075"/>
                  </a:srgbClr>
                </a:gs>
                <a:gs pos="57143">
                  <a:srgbClr val="FAED68">
                    <a:alpha val="9855"/>
                  </a:srgbClr>
                </a:gs>
                <a:gs pos="71429">
                  <a:srgbClr val="FAED68">
                    <a:alpha val="4740"/>
                  </a:srgbClr>
                </a:gs>
                <a:gs pos="85714">
                  <a:srgbClr val="FAED68">
                    <a:alpha val="1902"/>
                  </a:srgbClr>
                </a:gs>
                <a:gs pos="100000">
                  <a:srgbClr val="FAED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-10511278">
              <a:off x="2954557" y="1928127"/>
              <a:ext cx="247032" cy="68638"/>
            </a:xfrm>
            <a:prstGeom prst="ellipse">
              <a:avLst/>
            </a:prstGeom>
            <a:gradFill>
              <a:gsLst>
                <a:gs pos="0">
                  <a:srgbClr val="CC5200">
                    <a:alpha val="32968"/>
                  </a:srgbClr>
                </a:gs>
                <a:gs pos="14286">
                  <a:srgbClr val="CC5200">
                    <a:alpha val="30764"/>
                  </a:srgbClr>
                </a:gs>
                <a:gs pos="28571">
                  <a:srgbClr val="CC5200">
                    <a:alpha val="24833"/>
                  </a:srgbClr>
                </a:gs>
                <a:gs pos="42857">
                  <a:srgbClr val="CC5200">
                    <a:alpha val="17075"/>
                  </a:srgbClr>
                </a:gs>
                <a:gs pos="57143">
                  <a:srgbClr val="CC5200">
                    <a:alpha val="9855"/>
                  </a:srgbClr>
                </a:gs>
                <a:gs pos="71429">
                  <a:srgbClr val="CC5200">
                    <a:alpha val="4740"/>
                  </a:srgbClr>
                </a:gs>
                <a:gs pos="85714">
                  <a:srgbClr val="CC5200">
                    <a:alpha val="1902"/>
                  </a:srgbClr>
                </a:gs>
                <a:gs pos="100000">
                  <a:srgbClr val="CC5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9661474">
              <a:off x="1552389" y="1094052"/>
              <a:ext cx="263397" cy="278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5760124">
              <a:off x="321276" y="2517179"/>
              <a:ext cx="426866" cy="193292"/>
            </a:xfrm>
            <a:prstGeom prst="ellipse">
              <a:avLst/>
            </a:prstGeom>
            <a:gradFill>
              <a:gsLst>
                <a:gs pos="0">
                  <a:srgbClr val="E0A55C">
                    <a:alpha val="32968"/>
                  </a:srgbClr>
                </a:gs>
                <a:gs pos="14286">
                  <a:srgbClr val="E0A55C">
                    <a:alpha val="30764"/>
                  </a:srgbClr>
                </a:gs>
                <a:gs pos="28571">
                  <a:srgbClr val="E0A55C">
                    <a:alpha val="24833"/>
                  </a:srgbClr>
                </a:gs>
                <a:gs pos="42857">
                  <a:srgbClr val="E0A55C">
                    <a:alpha val="17075"/>
                  </a:srgbClr>
                </a:gs>
                <a:gs pos="57143">
                  <a:srgbClr val="E0A55C">
                    <a:alpha val="9855"/>
                  </a:srgbClr>
                </a:gs>
                <a:gs pos="71429">
                  <a:srgbClr val="E0A55C">
                    <a:alpha val="4740"/>
                  </a:srgbClr>
                </a:gs>
                <a:gs pos="85714">
                  <a:srgbClr val="E0A55C">
                    <a:alpha val="1902"/>
                  </a:srgbClr>
                </a:gs>
                <a:gs pos="100000">
                  <a:srgbClr val="E0A5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7229393">
              <a:off x="1330339" y="1671146"/>
              <a:ext cx="419619" cy="55859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-10673103">
              <a:off x="1903430" y="717508"/>
              <a:ext cx="239104" cy="520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9263193">
              <a:off x="2928888" y="1910818"/>
              <a:ext cx="195046" cy="178832"/>
            </a:xfrm>
            <a:prstGeom prst="ellipse">
              <a:avLst/>
            </a:prstGeom>
            <a:gradFill>
              <a:gsLst>
                <a:gs pos="0">
                  <a:srgbClr val="F44000">
                    <a:alpha val="11386"/>
                  </a:srgbClr>
                </a:gs>
                <a:gs pos="14286">
                  <a:srgbClr val="F44000">
                    <a:alpha val="10515"/>
                  </a:srgbClr>
                </a:gs>
                <a:gs pos="28571">
                  <a:srgbClr val="F44000">
                    <a:alpha val="8265"/>
                  </a:srgbClr>
                </a:gs>
                <a:gs pos="42857">
                  <a:srgbClr val="F44000">
                    <a:alpha val="5501"/>
                  </a:srgbClr>
                </a:gs>
                <a:gs pos="57143">
                  <a:srgbClr val="F44000">
                    <a:alpha val="3087"/>
                  </a:srgbClr>
                </a:gs>
                <a:gs pos="71429">
                  <a:srgbClr val="F44000">
                    <a:alpha val="1457"/>
                  </a:srgbClr>
                </a:gs>
                <a:gs pos="85714">
                  <a:srgbClr val="F44000">
                    <a:alpha val="579"/>
                  </a:srgbClr>
                </a:gs>
                <a:gs pos="100000">
                  <a:srgbClr val="F44000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3504636">
              <a:off x="1746699" y="1235912"/>
              <a:ext cx="505968" cy="33356"/>
            </a:xfrm>
            <a:prstGeom prst="ellipse">
              <a:avLst/>
            </a:prstGeom>
            <a:gradFill>
              <a:gsLst>
                <a:gs pos="0">
                  <a:srgbClr val="FFDAFF">
                    <a:alpha val="32968"/>
                  </a:srgbClr>
                </a:gs>
                <a:gs pos="14286">
                  <a:srgbClr val="FFDAFF">
                    <a:alpha val="30764"/>
                  </a:srgbClr>
                </a:gs>
                <a:gs pos="28571">
                  <a:srgbClr val="FFDAFF">
                    <a:alpha val="24833"/>
                  </a:srgbClr>
                </a:gs>
                <a:gs pos="42857">
                  <a:srgbClr val="FFDAFF">
                    <a:alpha val="17075"/>
                  </a:srgbClr>
                </a:gs>
                <a:gs pos="57143">
                  <a:srgbClr val="FFDAFF">
                    <a:alpha val="9855"/>
                  </a:srgbClr>
                </a:gs>
                <a:gs pos="71429">
                  <a:srgbClr val="FFDAFF">
                    <a:alpha val="4740"/>
                  </a:srgbClr>
                </a:gs>
                <a:gs pos="85714">
                  <a:srgbClr val="FFDAFF">
                    <a:alpha val="1902"/>
                  </a:srgbClr>
                </a:gs>
                <a:gs pos="100000">
                  <a:srgbClr val="FFD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5731737">
              <a:off x="1514932" y="331367"/>
              <a:ext cx="357654" cy="235607"/>
            </a:xfrm>
            <a:prstGeom prst="ellipse">
              <a:avLst/>
            </a:prstGeom>
            <a:gradFill>
              <a:gsLst>
                <a:gs pos="0">
                  <a:srgbClr val="00D5FF">
                    <a:alpha val="32968"/>
                  </a:srgbClr>
                </a:gs>
                <a:gs pos="14286">
                  <a:srgbClr val="00D5FF">
                    <a:alpha val="30764"/>
                  </a:srgbClr>
                </a:gs>
                <a:gs pos="28571">
                  <a:srgbClr val="00D5FF">
                    <a:alpha val="24833"/>
                  </a:srgbClr>
                </a:gs>
                <a:gs pos="42857">
                  <a:srgbClr val="00D5FF">
                    <a:alpha val="17075"/>
                  </a:srgbClr>
                </a:gs>
                <a:gs pos="57143">
                  <a:srgbClr val="00D5FF">
                    <a:alpha val="9855"/>
                  </a:srgbClr>
                </a:gs>
                <a:gs pos="71429">
                  <a:srgbClr val="00D5FF">
                    <a:alpha val="4740"/>
                  </a:srgbClr>
                </a:gs>
                <a:gs pos="85714">
                  <a:srgbClr val="00D5FF">
                    <a:alpha val="1902"/>
                  </a:srgbClr>
                </a:gs>
                <a:gs pos="100000">
                  <a:srgbClr val="00D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8157207">
              <a:off x="1950954" y="2109965"/>
              <a:ext cx="436960" cy="93869"/>
            </a:xfrm>
            <a:prstGeom prst="ellipse">
              <a:avLst/>
            </a:prstGeom>
            <a:gradFill>
              <a:gsLst>
                <a:gs pos="0">
                  <a:srgbClr val="FA7E00">
                    <a:alpha val="32968"/>
                  </a:srgbClr>
                </a:gs>
                <a:gs pos="14286">
                  <a:srgbClr val="FA7E00">
                    <a:alpha val="30764"/>
                  </a:srgbClr>
                </a:gs>
                <a:gs pos="28571">
                  <a:srgbClr val="FA7E00">
                    <a:alpha val="24833"/>
                  </a:srgbClr>
                </a:gs>
                <a:gs pos="42857">
                  <a:srgbClr val="FA7E00">
                    <a:alpha val="17075"/>
                  </a:srgbClr>
                </a:gs>
                <a:gs pos="57143">
                  <a:srgbClr val="FA7E00">
                    <a:alpha val="9855"/>
                  </a:srgbClr>
                </a:gs>
                <a:gs pos="71429">
                  <a:srgbClr val="FA7E00">
                    <a:alpha val="4740"/>
                  </a:srgbClr>
                </a:gs>
                <a:gs pos="85714">
                  <a:srgbClr val="FA7E00">
                    <a:alpha val="1902"/>
                  </a:srgbClr>
                </a:gs>
                <a:gs pos="100000">
                  <a:srgbClr val="FA7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-9231947">
              <a:off x="812967" y="1896283"/>
              <a:ext cx="539996" cy="65522"/>
            </a:xfrm>
            <a:prstGeom prst="ellipse">
              <a:avLst/>
            </a:prstGeom>
            <a:gradFill>
              <a:gsLst>
                <a:gs pos="0">
                  <a:srgbClr val="2D005E">
                    <a:alpha val="32968"/>
                  </a:srgbClr>
                </a:gs>
                <a:gs pos="14286">
                  <a:srgbClr val="2D005E">
                    <a:alpha val="30764"/>
                  </a:srgbClr>
                </a:gs>
                <a:gs pos="28571">
                  <a:srgbClr val="2D005E">
                    <a:alpha val="24833"/>
                  </a:srgbClr>
                </a:gs>
                <a:gs pos="42857">
                  <a:srgbClr val="2D005E">
                    <a:alpha val="17075"/>
                  </a:srgbClr>
                </a:gs>
                <a:gs pos="57143">
                  <a:srgbClr val="2D005E">
                    <a:alpha val="9855"/>
                  </a:srgbClr>
                </a:gs>
                <a:gs pos="71429">
                  <a:srgbClr val="2D005E">
                    <a:alpha val="4740"/>
                  </a:srgbClr>
                </a:gs>
                <a:gs pos="85714">
                  <a:srgbClr val="2D005E">
                    <a:alpha val="1902"/>
                  </a:srgbClr>
                </a:gs>
                <a:gs pos="100000">
                  <a:srgbClr val="2D00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10225086">
              <a:off x="1411246" y="1194257"/>
              <a:ext cx="574921" cy="41422"/>
            </a:xfrm>
            <a:prstGeom prst="ellipse">
              <a:avLst/>
            </a:prstGeom>
            <a:gradFill>
              <a:gsLst>
                <a:gs pos="0">
                  <a:srgbClr val="E9FFFF">
                    <a:alpha val="32968"/>
                  </a:srgbClr>
                </a:gs>
                <a:gs pos="14286">
                  <a:srgbClr val="E9FFFF">
                    <a:alpha val="30764"/>
                  </a:srgbClr>
                </a:gs>
                <a:gs pos="28571">
                  <a:srgbClr val="E9FFFF">
                    <a:alpha val="24833"/>
                  </a:srgbClr>
                </a:gs>
                <a:gs pos="42857">
                  <a:srgbClr val="E9FFFF">
                    <a:alpha val="17075"/>
                  </a:srgbClr>
                </a:gs>
                <a:gs pos="57143">
                  <a:srgbClr val="E9FFFF">
                    <a:alpha val="9855"/>
                  </a:srgbClr>
                </a:gs>
                <a:gs pos="71429">
                  <a:srgbClr val="E9FFFF">
                    <a:alpha val="4740"/>
                  </a:srgbClr>
                </a:gs>
                <a:gs pos="85714">
                  <a:srgbClr val="E9FFFF">
                    <a:alpha val="1902"/>
                  </a:srgbClr>
                </a:gs>
                <a:gs pos="100000">
                  <a:srgbClr val="E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2984859">
              <a:off x="1189798" y="1820892"/>
              <a:ext cx="139989" cy="205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6302690">
              <a:off x="2426486" y="1841771"/>
              <a:ext cx="522975" cy="346535"/>
            </a:xfrm>
            <a:prstGeom prst="ellipse">
              <a:avLst/>
            </a:prstGeom>
            <a:gradFill>
              <a:gsLst>
                <a:gs pos="0">
                  <a:srgbClr val="009AD9">
                    <a:alpha val="32968"/>
                  </a:srgbClr>
                </a:gs>
                <a:gs pos="14286">
                  <a:srgbClr val="009AD9">
                    <a:alpha val="30764"/>
                  </a:srgbClr>
                </a:gs>
                <a:gs pos="28571">
                  <a:srgbClr val="009AD9">
                    <a:alpha val="24833"/>
                  </a:srgbClr>
                </a:gs>
                <a:gs pos="42857">
                  <a:srgbClr val="009AD9">
                    <a:alpha val="17075"/>
                  </a:srgbClr>
                </a:gs>
                <a:gs pos="57143">
                  <a:srgbClr val="009AD9">
                    <a:alpha val="9855"/>
                  </a:srgbClr>
                </a:gs>
                <a:gs pos="71429">
                  <a:srgbClr val="009AD9">
                    <a:alpha val="4740"/>
                  </a:srgbClr>
                </a:gs>
                <a:gs pos="85714">
                  <a:srgbClr val="009AD9">
                    <a:alpha val="1902"/>
                  </a:srgbClr>
                </a:gs>
                <a:gs pos="100000">
                  <a:srgbClr val="009A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-10167267">
              <a:off x="1187407" y="1126205"/>
              <a:ext cx="245791" cy="141505"/>
            </a:xfrm>
            <a:prstGeom prst="ellipse">
              <a:avLst/>
            </a:prstGeom>
            <a:gradFill>
              <a:gsLst>
                <a:gs pos="0">
                  <a:srgbClr val="2CFFFF">
                    <a:alpha val="11684"/>
                  </a:srgbClr>
                </a:gs>
                <a:gs pos="14286">
                  <a:srgbClr val="2CFFFF">
                    <a:alpha val="10792"/>
                  </a:srgbClr>
                </a:gs>
                <a:gs pos="28571">
                  <a:srgbClr val="2CFFFF">
                    <a:alpha val="8485"/>
                  </a:srgbClr>
                </a:gs>
                <a:gs pos="42857">
                  <a:srgbClr val="2CFFFF">
                    <a:alpha val="5650"/>
                  </a:srgbClr>
                </a:gs>
                <a:gs pos="57143">
                  <a:srgbClr val="2CFFFF">
                    <a:alpha val="3171"/>
                  </a:srgbClr>
                </a:gs>
                <a:gs pos="71429">
                  <a:srgbClr val="2CFFFF">
                    <a:alpha val="1497"/>
                  </a:srgbClr>
                </a:gs>
                <a:gs pos="85714">
                  <a:srgbClr val="2CFFFF">
                    <a:alpha val="595"/>
                  </a:srgbClr>
                </a:gs>
                <a:gs pos="100000">
                  <a:srgbClr val="2CFFFF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-10516898">
              <a:off x="1304264" y="706902"/>
              <a:ext cx="513120" cy="182616"/>
            </a:xfrm>
            <a:prstGeom prst="ellipse">
              <a:avLst/>
            </a:prstGeom>
            <a:gradFill>
              <a:gsLst>
                <a:gs pos="0">
                  <a:srgbClr val="00A8D5">
                    <a:alpha val="32968"/>
                  </a:srgbClr>
                </a:gs>
                <a:gs pos="14286">
                  <a:srgbClr val="00A8D5">
                    <a:alpha val="30764"/>
                  </a:srgbClr>
                </a:gs>
                <a:gs pos="28571">
                  <a:srgbClr val="00A8D5">
                    <a:alpha val="24833"/>
                  </a:srgbClr>
                </a:gs>
                <a:gs pos="42857">
                  <a:srgbClr val="00A8D5">
                    <a:alpha val="17075"/>
                  </a:srgbClr>
                </a:gs>
                <a:gs pos="57143">
                  <a:srgbClr val="00A8D5">
                    <a:alpha val="9855"/>
                  </a:srgbClr>
                </a:gs>
                <a:gs pos="71429">
                  <a:srgbClr val="00A8D5">
                    <a:alpha val="4740"/>
                  </a:srgbClr>
                </a:gs>
                <a:gs pos="85714">
                  <a:srgbClr val="00A8D5">
                    <a:alpha val="1902"/>
                  </a:srgbClr>
                </a:gs>
                <a:gs pos="100000">
                  <a:srgbClr val="00A8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6211007">
              <a:off x="849426" y="1143836"/>
              <a:ext cx="462324" cy="297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9094536">
              <a:off x="2834534" y="1852347"/>
              <a:ext cx="362448" cy="84302"/>
            </a:xfrm>
            <a:prstGeom prst="ellipse">
              <a:avLst/>
            </a:prstGeom>
            <a:gradFill>
              <a:gsLst>
                <a:gs pos="0">
                  <a:srgbClr val="B6F1FF">
                    <a:alpha val="32968"/>
                  </a:srgbClr>
                </a:gs>
                <a:gs pos="14286">
                  <a:srgbClr val="B6F1FF">
                    <a:alpha val="30764"/>
                  </a:srgbClr>
                </a:gs>
                <a:gs pos="28571">
                  <a:srgbClr val="B6F1FF">
                    <a:alpha val="24833"/>
                  </a:srgbClr>
                </a:gs>
                <a:gs pos="42857">
                  <a:srgbClr val="B6F1FF">
                    <a:alpha val="17075"/>
                  </a:srgbClr>
                </a:gs>
                <a:gs pos="57143">
                  <a:srgbClr val="B6F1FF">
                    <a:alpha val="9855"/>
                  </a:srgbClr>
                </a:gs>
                <a:gs pos="71429">
                  <a:srgbClr val="B6F1FF">
                    <a:alpha val="4740"/>
                  </a:srgbClr>
                </a:gs>
                <a:gs pos="85714">
                  <a:srgbClr val="B6F1FF">
                    <a:alpha val="1902"/>
                  </a:srgbClr>
                </a:gs>
                <a:gs pos="100000">
                  <a:srgbClr val="B6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4265765">
              <a:off x="711812" y="1703861"/>
              <a:ext cx="417092" cy="94947"/>
            </a:xfrm>
            <a:prstGeom prst="ellipse">
              <a:avLst/>
            </a:prstGeom>
            <a:gradFill>
              <a:gsLst>
                <a:gs pos="0">
                  <a:srgbClr val="0051FB">
                    <a:alpha val="32968"/>
                  </a:srgbClr>
                </a:gs>
                <a:gs pos="14286">
                  <a:srgbClr val="0051FB">
                    <a:alpha val="30764"/>
                  </a:srgbClr>
                </a:gs>
                <a:gs pos="28571">
                  <a:srgbClr val="0051FB">
                    <a:alpha val="24833"/>
                  </a:srgbClr>
                </a:gs>
                <a:gs pos="42857">
                  <a:srgbClr val="0051FB">
                    <a:alpha val="17075"/>
                  </a:srgbClr>
                </a:gs>
                <a:gs pos="57143">
                  <a:srgbClr val="0051FB">
                    <a:alpha val="9855"/>
                  </a:srgbClr>
                </a:gs>
                <a:gs pos="71429">
                  <a:srgbClr val="0051FB">
                    <a:alpha val="4740"/>
                  </a:srgbClr>
                </a:gs>
                <a:gs pos="85714">
                  <a:srgbClr val="0051FB">
                    <a:alpha val="1902"/>
                  </a:srgbClr>
                </a:gs>
                <a:gs pos="100000">
                  <a:srgbClr val="0051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5400000">
              <a:off x="1943996" y="1555042"/>
              <a:ext cx="49722" cy="49722"/>
            </a:xfrm>
            <a:prstGeom prst="ellipse">
              <a:avLst/>
            </a:prstGeom>
            <a:gradFill>
              <a:gsLst>
                <a:gs pos="0">
                  <a:srgbClr val="6A678E">
                    <a:alpha val="16556"/>
                  </a:srgbClr>
                </a:gs>
                <a:gs pos="14286">
                  <a:srgbClr val="6A678E">
                    <a:alpha val="15325"/>
                  </a:srgbClr>
                </a:gs>
                <a:gs pos="28571">
                  <a:srgbClr val="6A678E">
                    <a:alpha val="12117"/>
                  </a:srgbClr>
                </a:gs>
                <a:gs pos="42857">
                  <a:srgbClr val="6A678E">
                    <a:alpha val="8123"/>
                  </a:srgbClr>
                </a:gs>
                <a:gs pos="57143">
                  <a:srgbClr val="6A678E">
                    <a:alpha val="4586"/>
                  </a:srgbClr>
                </a:gs>
                <a:gs pos="71429">
                  <a:srgbClr val="6A678E">
                    <a:alpha val="2173"/>
                  </a:srgbClr>
                </a:gs>
                <a:gs pos="85714">
                  <a:srgbClr val="6A678E">
                    <a:alpha val="865"/>
                  </a:srgbClr>
                </a:gs>
                <a:gs pos="100000">
                  <a:srgbClr val="6A678E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8119442">
              <a:off x="1310037" y="1138803"/>
              <a:ext cx="751203" cy="135500"/>
            </a:xfrm>
            <a:prstGeom prst="ellipse">
              <a:avLst/>
            </a:prstGeom>
            <a:gradFill>
              <a:gsLst>
                <a:gs pos="0">
                  <a:srgbClr val="009FD5">
                    <a:alpha val="32968"/>
                  </a:srgbClr>
                </a:gs>
                <a:gs pos="14286">
                  <a:srgbClr val="009FD5">
                    <a:alpha val="30764"/>
                  </a:srgbClr>
                </a:gs>
                <a:gs pos="28571">
                  <a:srgbClr val="009FD5">
                    <a:alpha val="24833"/>
                  </a:srgbClr>
                </a:gs>
                <a:gs pos="42857">
                  <a:srgbClr val="009FD5">
                    <a:alpha val="17075"/>
                  </a:srgbClr>
                </a:gs>
                <a:gs pos="57143">
                  <a:srgbClr val="009FD5">
                    <a:alpha val="9855"/>
                  </a:srgbClr>
                </a:gs>
                <a:gs pos="71429">
                  <a:srgbClr val="009FD5">
                    <a:alpha val="4740"/>
                  </a:srgbClr>
                </a:gs>
                <a:gs pos="85714">
                  <a:srgbClr val="009FD5">
                    <a:alpha val="1902"/>
                  </a:srgbClr>
                </a:gs>
                <a:gs pos="100000">
                  <a:srgbClr val="009F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7380326">
              <a:off x="1871746" y="786484"/>
              <a:ext cx="493600" cy="54659"/>
            </a:xfrm>
            <a:prstGeom prst="ellipse">
              <a:avLst/>
            </a:prstGeom>
            <a:gradFill>
              <a:gsLst>
                <a:gs pos="0">
                  <a:srgbClr val="CAB2D2">
                    <a:alpha val="32968"/>
                  </a:srgbClr>
                </a:gs>
                <a:gs pos="14286">
                  <a:srgbClr val="CAB2D2">
                    <a:alpha val="30764"/>
                  </a:srgbClr>
                </a:gs>
                <a:gs pos="28571">
                  <a:srgbClr val="CAB2D2">
                    <a:alpha val="24833"/>
                  </a:srgbClr>
                </a:gs>
                <a:gs pos="42857">
                  <a:srgbClr val="CAB2D2">
                    <a:alpha val="17075"/>
                  </a:srgbClr>
                </a:gs>
                <a:gs pos="57143">
                  <a:srgbClr val="CAB2D2">
                    <a:alpha val="9855"/>
                  </a:srgbClr>
                </a:gs>
                <a:gs pos="71429">
                  <a:srgbClr val="CAB2D2">
                    <a:alpha val="4740"/>
                  </a:srgbClr>
                </a:gs>
                <a:gs pos="85714">
                  <a:srgbClr val="CAB2D2">
                    <a:alpha val="1902"/>
                  </a:srgbClr>
                </a:gs>
                <a:gs pos="100000">
                  <a:srgbClr val="CAB2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5595811">
              <a:off x="2134916" y="2196581"/>
              <a:ext cx="446003" cy="137163"/>
            </a:xfrm>
            <a:prstGeom prst="ellipse">
              <a:avLst/>
            </a:prstGeom>
            <a:gradFill>
              <a:gsLst>
                <a:gs pos="0">
                  <a:srgbClr val="690000">
                    <a:alpha val="32968"/>
                  </a:srgbClr>
                </a:gs>
                <a:gs pos="14286">
                  <a:srgbClr val="690000">
                    <a:alpha val="30764"/>
                  </a:srgbClr>
                </a:gs>
                <a:gs pos="28571">
                  <a:srgbClr val="690000">
                    <a:alpha val="24833"/>
                  </a:srgbClr>
                </a:gs>
                <a:gs pos="42857">
                  <a:srgbClr val="690000">
                    <a:alpha val="17075"/>
                  </a:srgbClr>
                </a:gs>
                <a:gs pos="57143">
                  <a:srgbClr val="690000">
                    <a:alpha val="9855"/>
                  </a:srgbClr>
                </a:gs>
                <a:gs pos="71429">
                  <a:srgbClr val="690000">
                    <a:alpha val="4740"/>
                  </a:srgbClr>
                </a:gs>
                <a:gs pos="85714">
                  <a:srgbClr val="690000">
                    <a:alpha val="1902"/>
                  </a:srgbClr>
                </a:gs>
                <a:gs pos="100000">
                  <a:srgbClr val="6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9570138">
              <a:off x="1360348" y="1264624"/>
              <a:ext cx="443494" cy="44400"/>
            </a:xfrm>
            <a:prstGeom prst="ellipse">
              <a:avLst/>
            </a:prstGeom>
            <a:gradFill>
              <a:gsLst>
                <a:gs pos="0">
                  <a:srgbClr val="7EFFFB">
                    <a:alpha val="32968"/>
                  </a:srgbClr>
                </a:gs>
                <a:gs pos="14286">
                  <a:srgbClr val="7EFFFB">
                    <a:alpha val="30764"/>
                  </a:srgbClr>
                </a:gs>
                <a:gs pos="28571">
                  <a:srgbClr val="7EFFFB">
                    <a:alpha val="24833"/>
                  </a:srgbClr>
                </a:gs>
                <a:gs pos="42857">
                  <a:srgbClr val="7EFFFB">
                    <a:alpha val="17075"/>
                  </a:srgbClr>
                </a:gs>
                <a:gs pos="57143">
                  <a:srgbClr val="7EFFFB">
                    <a:alpha val="9855"/>
                  </a:srgbClr>
                </a:gs>
                <a:gs pos="71429">
                  <a:srgbClr val="7EFFFB">
                    <a:alpha val="4740"/>
                  </a:srgbClr>
                </a:gs>
                <a:gs pos="85714">
                  <a:srgbClr val="7EFFFB">
                    <a:alpha val="1902"/>
                  </a:srgbClr>
                </a:gs>
                <a:gs pos="100000">
                  <a:srgbClr val="7E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9928235">
              <a:off x="1514317" y="1251412"/>
              <a:ext cx="227806" cy="29660"/>
            </a:xfrm>
            <a:prstGeom prst="ellipse">
              <a:avLst/>
            </a:prstGeom>
            <a:gradFill>
              <a:gsLst>
                <a:gs pos="0">
                  <a:srgbClr val="E7FFEF">
                    <a:alpha val="32968"/>
                  </a:srgbClr>
                </a:gs>
                <a:gs pos="14286">
                  <a:srgbClr val="E7FFEF">
                    <a:alpha val="30764"/>
                  </a:srgbClr>
                </a:gs>
                <a:gs pos="28571">
                  <a:srgbClr val="E7FFEF">
                    <a:alpha val="24833"/>
                  </a:srgbClr>
                </a:gs>
                <a:gs pos="42857">
                  <a:srgbClr val="E7FFEF">
                    <a:alpha val="17075"/>
                  </a:srgbClr>
                </a:gs>
                <a:gs pos="57143">
                  <a:srgbClr val="E7FFEF">
                    <a:alpha val="9855"/>
                  </a:srgbClr>
                </a:gs>
                <a:gs pos="71429">
                  <a:srgbClr val="E7FFEF">
                    <a:alpha val="4740"/>
                  </a:srgbClr>
                </a:gs>
                <a:gs pos="85714">
                  <a:srgbClr val="E7FFEF">
                    <a:alpha val="1902"/>
                  </a:srgbClr>
                </a:gs>
                <a:gs pos="100000">
                  <a:srgbClr val="E7FF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-10220176">
              <a:off x="1024332" y="812384"/>
              <a:ext cx="395784" cy="113285"/>
            </a:xfrm>
            <a:prstGeom prst="ellipse">
              <a:avLst/>
            </a:prstGeom>
            <a:gradFill>
              <a:gsLst>
                <a:gs pos="0">
                  <a:srgbClr val="000045">
                    <a:alpha val="32968"/>
                  </a:srgbClr>
                </a:gs>
                <a:gs pos="14286">
                  <a:srgbClr val="000045">
                    <a:alpha val="30764"/>
                  </a:srgbClr>
                </a:gs>
                <a:gs pos="28571">
                  <a:srgbClr val="000045">
                    <a:alpha val="24833"/>
                  </a:srgbClr>
                </a:gs>
                <a:gs pos="42857">
                  <a:srgbClr val="000045">
                    <a:alpha val="17075"/>
                  </a:srgbClr>
                </a:gs>
                <a:gs pos="57143">
                  <a:srgbClr val="000045">
                    <a:alpha val="9855"/>
                  </a:srgbClr>
                </a:gs>
                <a:gs pos="71429">
                  <a:srgbClr val="000045">
                    <a:alpha val="4740"/>
                  </a:srgbClr>
                </a:gs>
                <a:gs pos="85714">
                  <a:srgbClr val="000045">
                    <a:alpha val="1902"/>
                  </a:srgbClr>
                </a:gs>
                <a:gs pos="100000">
                  <a:srgbClr val="0000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9643793">
              <a:off x="664423" y="954472"/>
              <a:ext cx="450491" cy="304312"/>
            </a:xfrm>
            <a:prstGeom prst="ellipse">
              <a:avLst/>
            </a:prstGeom>
            <a:gradFill>
              <a:gsLst>
                <a:gs pos="0">
                  <a:srgbClr val="000049">
                    <a:alpha val="32968"/>
                  </a:srgbClr>
                </a:gs>
                <a:gs pos="14286">
                  <a:srgbClr val="000049">
                    <a:alpha val="30764"/>
                  </a:srgbClr>
                </a:gs>
                <a:gs pos="28571">
                  <a:srgbClr val="000049">
                    <a:alpha val="24833"/>
                  </a:srgbClr>
                </a:gs>
                <a:gs pos="42857">
                  <a:srgbClr val="000049">
                    <a:alpha val="17075"/>
                  </a:srgbClr>
                </a:gs>
                <a:gs pos="57143">
                  <a:srgbClr val="000049">
                    <a:alpha val="9855"/>
                  </a:srgbClr>
                </a:gs>
                <a:gs pos="71429">
                  <a:srgbClr val="000049">
                    <a:alpha val="4740"/>
                  </a:srgbClr>
                </a:gs>
                <a:gs pos="85714">
                  <a:srgbClr val="000049">
                    <a:alpha val="1902"/>
                  </a:srgbClr>
                </a:gs>
                <a:gs pos="100000">
                  <a:srgbClr val="000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5672755">
              <a:off x="503555" y="1021567"/>
              <a:ext cx="337835" cy="68814"/>
            </a:xfrm>
            <a:prstGeom prst="ellipse">
              <a:avLst/>
            </a:prstGeom>
            <a:gradFill>
              <a:gsLst>
                <a:gs pos="0">
                  <a:srgbClr val="00E0FF">
                    <a:alpha val="32968"/>
                  </a:srgbClr>
                </a:gs>
                <a:gs pos="14286">
                  <a:srgbClr val="00E0FF">
                    <a:alpha val="30764"/>
                  </a:srgbClr>
                </a:gs>
                <a:gs pos="28571">
                  <a:srgbClr val="00E0FF">
                    <a:alpha val="24833"/>
                  </a:srgbClr>
                </a:gs>
                <a:gs pos="42857">
                  <a:srgbClr val="00E0FF">
                    <a:alpha val="17075"/>
                  </a:srgbClr>
                </a:gs>
                <a:gs pos="57143">
                  <a:srgbClr val="00E0FF">
                    <a:alpha val="9855"/>
                  </a:srgbClr>
                </a:gs>
                <a:gs pos="71429">
                  <a:srgbClr val="00E0FF">
                    <a:alpha val="4740"/>
                  </a:srgbClr>
                </a:gs>
                <a:gs pos="85714">
                  <a:srgbClr val="00E0FF">
                    <a:alpha val="1902"/>
                  </a:srgbClr>
                </a:gs>
                <a:gs pos="100000">
                  <a:srgbClr val="00E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-9455166">
              <a:off x="1338926" y="986851"/>
              <a:ext cx="449768" cy="34952"/>
            </a:xfrm>
            <a:prstGeom prst="ellipse">
              <a:avLst/>
            </a:prstGeom>
            <a:gradFill>
              <a:gsLst>
                <a:gs pos="0">
                  <a:srgbClr val="000010">
                    <a:alpha val="32968"/>
                  </a:srgbClr>
                </a:gs>
                <a:gs pos="14286">
                  <a:srgbClr val="000010">
                    <a:alpha val="30764"/>
                  </a:srgbClr>
                </a:gs>
                <a:gs pos="28571">
                  <a:srgbClr val="000010">
                    <a:alpha val="24833"/>
                  </a:srgbClr>
                </a:gs>
                <a:gs pos="42857">
                  <a:srgbClr val="000010">
                    <a:alpha val="17075"/>
                  </a:srgbClr>
                </a:gs>
                <a:gs pos="57143">
                  <a:srgbClr val="000010">
                    <a:alpha val="9855"/>
                  </a:srgbClr>
                </a:gs>
                <a:gs pos="71429">
                  <a:srgbClr val="000010">
                    <a:alpha val="4740"/>
                  </a:srgbClr>
                </a:gs>
                <a:gs pos="85714">
                  <a:srgbClr val="000010">
                    <a:alpha val="1902"/>
                  </a:srgbClr>
                </a:gs>
                <a:gs pos="100000">
                  <a:srgbClr val="0000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-9551381">
              <a:off x="1392668" y="1248632"/>
              <a:ext cx="162501" cy="36303"/>
            </a:xfrm>
            <a:prstGeom prst="ellipse">
              <a:avLst/>
            </a:prstGeom>
            <a:gradFill>
              <a:gsLst>
                <a:gs pos="0">
                  <a:srgbClr val="FAFFE5">
                    <a:alpha val="32968"/>
                  </a:srgbClr>
                </a:gs>
                <a:gs pos="14286">
                  <a:srgbClr val="FAFFE5">
                    <a:alpha val="30764"/>
                  </a:srgbClr>
                </a:gs>
                <a:gs pos="28571">
                  <a:srgbClr val="FAFFE5">
                    <a:alpha val="24833"/>
                  </a:srgbClr>
                </a:gs>
                <a:gs pos="42857">
                  <a:srgbClr val="FAFFE5">
                    <a:alpha val="17075"/>
                  </a:srgbClr>
                </a:gs>
                <a:gs pos="57143">
                  <a:srgbClr val="FAFFE5">
                    <a:alpha val="9855"/>
                  </a:srgbClr>
                </a:gs>
                <a:gs pos="71429">
                  <a:srgbClr val="FAFFE5">
                    <a:alpha val="4740"/>
                  </a:srgbClr>
                </a:gs>
                <a:gs pos="85714">
                  <a:srgbClr val="FAFFE5">
                    <a:alpha val="1902"/>
                  </a:srgbClr>
                </a:gs>
                <a:gs pos="100000">
                  <a:srgbClr val="FA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5400000">
              <a:off x="1440972" y="1720530"/>
              <a:ext cx="49820" cy="49820"/>
            </a:xfrm>
            <a:prstGeom prst="ellipse">
              <a:avLst/>
            </a:prstGeom>
            <a:gradFill>
              <a:gsLst>
                <a:gs pos="0">
                  <a:srgbClr val="A297BF">
                    <a:alpha val="16530"/>
                  </a:srgbClr>
                </a:gs>
                <a:gs pos="14286">
                  <a:srgbClr val="A297BF">
                    <a:alpha val="15301"/>
                  </a:srgbClr>
                </a:gs>
                <a:gs pos="28571">
                  <a:srgbClr val="A297BF">
                    <a:alpha val="12098"/>
                  </a:srgbClr>
                </a:gs>
                <a:gs pos="42857">
                  <a:srgbClr val="A297BF">
                    <a:alpha val="8110"/>
                  </a:srgbClr>
                </a:gs>
                <a:gs pos="57143">
                  <a:srgbClr val="A297BF">
                    <a:alpha val="4578"/>
                  </a:srgbClr>
                </a:gs>
                <a:gs pos="71429">
                  <a:srgbClr val="A297BF">
                    <a:alpha val="2170"/>
                  </a:srgbClr>
                </a:gs>
                <a:gs pos="85714">
                  <a:srgbClr val="A297BF">
                    <a:alpha val="864"/>
                  </a:srgbClr>
                </a:gs>
                <a:gs pos="100000">
                  <a:srgbClr val="A297BF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5400000">
              <a:off x="1253898" y="890246"/>
              <a:ext cx="61344" cy="61344"/>
            </a:xfrm>
            <a:prstGeom prst="ellipse">
              <a:avLst/>
            </a:prstGeom>
            <a:gradFill>
              <a:gsLst>
                <a:gs pos="0">
                  <a:srgbClr val="A4BCDE">
                    <a:alpha val="13483"/>
                  </a:srgbClr>
                </a:gs>
                <a:gs pos="14286">
                  <a:srgbClr val="A4BCDE">
                    <a:alpha val="12463"/>
                  </a:srgbClr>
                </a:gs>
                <a:gs pos="28571">
                  <a:srgbClr val="A4BCDE">
                    <a:alpha val="9819"/>
                  </a:srgbClr>
                </a:gs>
                <a:gs pos="42857">
                  <a:srgbClr val="A4BCDE">
                    <a:alpha val="6554"/>
                  </a:srgbClr>
                </a:gs>
                <a:gs pos="57143">
                  <a:srgbClr val="A4BCDE">
                    <a:alpha val="3687"/>
                  </a:srgbClr>
                </a:gs>
                <a:gs pos="71429">
                  <a:srgbClr val="A4BCDE">
                    <a:alpha val="1743"/>
                  </a:srgbClr>
                </a:gs>
                <a:gs pos="85714">
                  <a:srgbClr val="A4BCDE">
                    <a:alpha val="693"/>
                  </a:srgbClr>
                </a:gs>
                <a:gs pos="100000">
                  <a:srgbClr val="A4BCDE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9511499">
              <a:off x="1507790" y="251646"/>
              <a:ext cx="451408" cy="173308"/>
            </a:xfrm>
            <a:prstGeom prst="ellipse">
              <a:avLst/>
            </a:prstGeom>
            <a:gradFill>
              <a:gsLst>
                <a:gs pos="0">
                  <a:srgbClr val="ADDEFF">
                    <a:alpha val="32968"/>
                  </a:srgbClr>
                </a:gs>
                <a:gs pos="14286">
                  <a:srgbClr val="ADDEFF">
                    <a:alpha val="30764"/>
                  </a:srgbClr>
                </a:gs>
                <a:gs pos="28571">
                  <a:srgbClr val="ADDEFF">
                    <a:alpha val="24833"/>
                  </a:srgbClr>
                </a:gs>
                <a:gs pos="42857">
                  <a:srgbClr val="ADDEFF">
                    <a:alpha val="17075"/>
                  </a:srgbClr>
                </a:gs>
                <a:gs pos="57143">
                  <a:srgbClr val="ADDEFF">
                    <a:alpha val="9855"/>
                  </a:srgbClr>
                </a:gs>
                <a:gs pos="71429">
                  <a:srgbClr val="ADDEFF">
                    <a:alpha val="4740"/>
                  </a:srgbClr>
                </a:gs>
                <a:gs pos="85714">
                  <a:srgbClr val="ADDEFF">
                    <a:alpha val="1902"/>
                  </a:srgbClr>
                </a:gs>
                <a:gs pos="100000">
                  <a:srgbClr val="ADD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9010495">
              <a:off x="1796228" y="987883"/>
              <a:ext cx="168581" cy="32601"/>
            </a:xfrm>
            <a:prstGeom prst="ellipse">
              <a:avLst/>
            </a:prstGeom>
            <a:gradFill>
              <a:gsLst>
                <a:gs pos="0">
                  <a:srgbClr val="E6FFFF">
                    <a:alpha val="31193"/>
                  </a:srgbClr>
                </a:gs>
                <a:gs pos="14286">
                  <a:srgbClr val="E6FFFF">
                    <a:alpha val="29081"/>
                  </a:srgbClr>
                </a:gs>
                <a:gs pos="28571">
                  <a:srgbClr val="E6FFFF">
                    <a:alpha val="23418"/>
                  </a:srgbClr>
                </a:gs>
                <a:gs pos="42857">
                  <a:srgbClr val="E6FFFF">
                    <a:alpha val="16055"/>
                  </a:srgbClr>
                </a:gs>
                <a:gs pos="57143">
                  <a:srgbClr val="E6FFFF">
                    <a:alpha val="9242"/>
                  </a:srgbClr>
                </a:gs>
                <a:gs pos="71429">
                  <a:srgbClr val="E6FFFF">
                    <a:alpha val="4438"/>
                  </a:srgbClr>
                </a:gs>
                <a:gs pos="85714">
                  <a:srgbClr val="E6FFFF">
                    <a:alpha val="1779"/>
                  </a:srgbClr>
                </a:gs>
                <a:gs pos="100000">
                  <a:srgbClr val="E6FFFF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10658715">
              <a:off x="854747" y="584863"/>
              <a:ext cx="625596" cy="58259"/>
            </a:xfrm>
            <a:prstGeom prst="ellipse">
              <a:avLst/>
            </a:prstGeom>
            <a:gradFill>
              <a:gsLst>
                <a:gs pos="0">
                  <a:srgbClr val="CDFFFF">
                    <a:alpha val="32968"/>
                  </a:srgbClr>
                </a:gs>
                <a:gs pos="14286">
                  <a:srgbClr val="CDFFFF">
                    <a:alpha val="30764"/>
                  </a:srgbClr>
                </a:gs>
                <a:gs pos="28571">
                  <a:srgbClr val="CDFFFF">
                    <a:alpha val="24833"/>
                  </a:srgbClr>
                </a:gs>
                <a:gs pos="42857">
                  <a:srgbClr val="CDFFFF">
                    <a:alpha val="17075"/>
                  </a:srgbClr>
                </a:gs>
                <a:gs pos="57143">
                  <a:srgbClr val="CDFFFF">
                    <a:alpha val="9855"/>
                  </a:srgbClr>
                </a:gs>
                <a:gs pos="71429">
                  <a:srgbClr val="CDFFFF">
                    <a:alpha val="4740"/>
                  </a:srgbClr>
                </a:gs>
                <a:gs pos="85714">
                  <a:srgbClr val="CDFFFF">
                    <a:alpha val="1902"/>
                  </a:srgbClr>
                </a:gs>
                <a:gs pos="100000">
                  <a:srgbClr val="C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5400000">
              <a:off x="1499994" y="921497"/>
              <a:ext cx="64931" cy="64931"/>
            </a:xfrm>
            <a:prstGeom prst="ellipse">
              <a:avLst/>
            </a:prstGeom>
            <a:gradFill>
              <a:gsLst>
                <a:gs pos="0">
                  <a:srgbClr val="84CBCC">
                    <a:alpha val="12512"/>
                  </a:srgbClr>
                </a:gs>
                <a:gs pos="14286">
                  <a:srgbClr val="84CBCC">
                    <a:alpha val="11561"/>
                  </a:srgbClr>
                </a:gs>
                <a:gs pos="28571">
                  <a:srgbClr val="84CBCC">
                    <a:alpha val="9098"/>
                  </a:srgbClr>
                </a:gs>
                <a:gs pos="42857">
                  <a:srgbClr val="84CBCC">
                    <a:alpha val="6065"/>
                  </a:srgbClr>
                </a:gs>
                <a:gs pos="57143">
                  <a:srgbClr val="84CBCC">
                    <a:alpha val="3407"/>
                  </a:srgbClr>
                </a:gs>
                <a:gs pos="71429">
                  <a:srgbClr val="84CBCC">
                    <a:alpha val="1610"/>
                  </a:srgbClr>
                </a:gs>
                <a:gs pos="85714">
                  <a:srgbClr val="84CBCC">
                    <a:alpha val="640"/>
                  </a:srgbClr>
                </a:gs>
                <a:gs pos="100000">
                  <a:srgbClr val="84CBCC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-9733543">
              <a:off x="1225385" y="1214723"/>
              <a:ext cx="527000" cy="105463"/>
            </a:xfrm>
            <a:prstGeom prst="ellipse">
              <a:avLst/>
            </a:prstGeom>
            <a:gradFill>
              <a:gsLst>
                <a:gs pos="0">
                  <a:srgbClr val="00D1FF">
                    <a:alpha val="15750"/>
                  </a:srgbClr>
                </a:gs>
                <a:gs pos="14286">
                  <a:srgbClr val="00D1FF">
                    <a:alpha val="14574"/>
                  </a:srgbClr>
                </a:gs>
                <a:gs pos="28571">
                  <a:srgbClr val="00D1FF">
                    <a:alpha val="11512"/>
                  </a:srgbClr>
                </a:gs>
                <a:gs pos="42857">
                  <a:srgbClr val="00D1FF">
                    <a:alpha val="7709"/>
                  </a:srgbClr>
                </a:gs>
                <a:gs pos="57143">
                  <a:srgbClr val="00D1FF">
                    <a:alpha val="4348"/>
                  </a:srgbClr>
                </a:gs>
                <a:gs pos="71429">
                  <a:srgbClr val="00D1FF">
                    <a:alpha val="2059"/>
                  </a:srgbClr>
                </a:gs>
                <a:gs pos="85714">
                  <a:srgbClr val="00D1FF">
                    <a:alpha val="819"/>
                  </a:srgbClr>
                </a:gs>
                <a:gs pos="100000">
                  <a:srgbClr val="00D1FF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2828149">
              <a:off x="1658198" y="370115"/>
              <a:ext cx="441209" cy="365760"/>
            </a:xfrm>
            <a:prstGeom prst="ellipse">
              <a:avLst/>
            </a:prstGeom>
            <a:gradFill>
              <a:gsLst>
                <a:gs pos="0">
                  <a:srgbClr val="00CCB6">
                    <a:alpha val="32968"/>
                  </a:srgbClr>
                </a:gs>
                <a:gs pos="14286">
                  <a:srgbClr val="00CCB6">
                    <a:alpha val="30764"/>
                  </a:srgbClr>
                </a:gs>
                <a:gs pos="28571">
                  <a:srgbClr val="00CCB6">
                    <a:alpha val="24833"/>
                  </a:srgbClr>
                </a:gs>
                <a:gs pos="42857">
                  <a:srgbClr val="00CCB6">
                    <a:alpha val="17075"/>
                  </a:srgbClr>
                </a:gs>
                <a:gs pos="57143">
                  <a:srgbClr val="00CCB6">
                    <a:alpha val="9855"/>
                  </a:srgbClr>
                </a:gs>
                <a:gs pos="71429">
                  <a:srgbClr val="00CCB6">
                    <a:alpha val="4740"/>
                  </a:srgbClr>
                </a:gs>
                <a:gs pos="85714">
                  <a:srgbClr val="00CCB6">
                    <a:alpha val="1902"/>
                  </a:srgbClr>
                </a:gs>
                <a:gs pos="100000">
                  <a:srgbClr val="00CC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3683647">
              <a:off x="1371763" y="2087383"/>
              <a:ext cx="471837" cy="126103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3639677">
              <a:off x="1384665" y="1929682"/>
              <a:ext cx="500828" cy="104684"/>
            </a:xfrm>
            <a:prstGeom prst="ellipse">
              <a:avLst/>
            </a:prstGeom>
            <a:gradFill>
              <a:gsLst>
                <a:gs pos="0">
                  <a:srgbClr val="960056">
                    <a:alpha val="32968"/>
                  </a:srgbClr>
                </a:gs>
                <a:gs pos="14286">
                  <a:srgbClr val="960056">
                    <a:alpha val="30764"/>
                  </a:srgbClr>
                </a:gs>
                <a:gs pos="28571">
                  <a:srgbClr val="960056">
                    <a:alpha val="24833"/>
                  </a:srgbClr>
                </a:gs>
                <a:gs pos="42857">
                  <a:srgbClr val="960056">
                    <a:alpha val="17075"/>
                  </a:srgbClr>
                </a:gs>
                <a:gs pos="57143">
                  <a:srgbClr val="960056">
                    <a:alpha val="9855"/>
                  </a:srgbClr>
                </a:gs>
                <a:gs pos="71429">
                  <a:srgbClr val="960056">
                    <a:alpha val="4740"/>
                  </a:srgbClr>
                </a:gs>
                <a:gs pos="85714">
                  <a:srgbClr val="960056">
                    <a:alpha val="1902"/>
                  </a:srgbClr>
                </a:gs>
                <a:gs pos="100000">
                  <a:srgbClr val="9600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10451866">
              <a:off x="1422840" y="1141806"/>
              <a:ext cx="394631" cy="16608"/>
            </a:xfrm>
            <a:prstGeom prst="ellipse">
              <a:avLst/>
            </a:prstGeom>
            <a:gradFill>
              <a:gsLst>
                <a:gs pos="0">
                  <a:srgbClr val="004198">
                    <a:alpha val="32968"/>
                  </a:srgbClr>
                </a:gs>
                <a:gs pos="14286">
                  <a:srgbClr val="004198">
                    <a:alpha val="30764"/>
                  </a:srgbClr>
                </a:gs>
                <a:gs pos="28571">
                  <a:srgbClr val="004198">
                    <a:alpha val="24833"/>
                  </a:srgbClr>
                </a:gs>
                <a:gs pos="42857">
                  <a:srgbClr val="004198">
                    <a:alpha val="17075"/>
                  </a:srgbClr>
                </a:gs>
                <a:gs pos="57143">
                  <a:srgbClr val="004198">
                    <a:alpha val="9855"/>
                  </a:srgbClr>
                </a:gs>
                <a:gs pos="71429">
                  <a:srgbClr val="004198">
                    <a:alpha val="4740"/>
                  </a:srgbClr>
                </a:gs>
                <a:gs pos="85714">
                  <a:srgbClr val="004198">
                    <a:alpha val="1902"/>
                  </a:srgbClr>
                </a:gs>
                <a:gs pos="100000">
                  <a:srgbClr val="0041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9498569">
              <a:off x="2171838" y="1493463"/>
              <a:ext cx="453714" cy="52161"/>
            </a:xfrm>
            <a:prstGeom prst="ellipse">
              <a:avLst/>
            </a:prstGeom>
            <a:gradFill>
              <a:gsLst>
                <a:gs pos="0">
                  <a:srgbClr val="FDD3A4">
                    <a:alpha val="32968"/>
                  </a:srgbClr>
                </a:gs>
                <a:gs pos="14286">
                  <a:srgbClr val="FDD3A4">
                    <a:alpha val="30764"/>
                  </a:srgbClr>
                </a:gs>
                <a:gs pos="28571">
                  <a:srgbClr val="FDD3A4">
                    <a:alpha val="24833"/>
                  </a:srgbClr>
                </a:gs>
                <a:gs pos="42857">
                  <a:srgbClr val="FDD3A4">
                    <a:alpha val="17075"/>
                  </a:srgbClr>
                </a:gs>
                <a:gs pos="57143">
                  <a:srgbClr val="FDD3A4">
                    <a:alpha val="9855"/>
                  </a:srgbClr>
                </a:gs>
                <a:gs pos="71429">
                  <a:srgbClr val="FDD3A4">
                    <a:alpha val="4740"/>
                  </a:srgbClr>
                </a:gs>
                <a:gs pos="85714">
                  <a:srgbClr val="FDD3A4">
                    <a:alpha val="1902"/>
                  </a:srgbClr>
                </a:gs>
                <a:gs pos="100000">
                  <a:srgbClr val="FDD3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4314167">
              <a:off x="2145868" y="971108"/>
              <a:ext cx="351030" cy="3206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10420243">
              <a:off x="1132892" y="1338378"/>
              <a:ext cx="665423" cy="46005"/>
            </a:xfrm>
            <a:prstGeom prst="ellipse">
              <a:avLst/>
            </a:prstGeom>
            <a:gradFill>
              <a:gsLst>
                <a:gs pos="0">
                  <a:srgbClr val="0000AC">
                    <a:alpha val="32968"/>
                  </a:srgbClr>
                </a:gs>
                <a:gs pos="14286">
                  <a:srgbClr val="0000AC">
                    <a:alpha val="30764"/>
                  </a:srgbClr>
                </a:gs>
                <a:gs pos="28571">
                  <a:srgbClr val="0000AC">
                    <a:alpha val="24833"/>
                  </a:srgbClr>
                </a:gs>
                <a:gs pos="42857">
                  <a:srgbClr val="0000AC">
                    <a:alpha val="17075"/>
                  </a:srgbClr>
                </a:gs>
                <a:gs pos="57143">
                  <a:srgbClr val="0000AC">
                    <a:alpha val="9855"/>
                  </a:srgbClr>
                </a:gs>
                <a:gs pos="71429">
                  <a:srgbClr val="0000AC">
                    <a:alpha val="4740"/>
                  </a:srgbClr>
                </a:gs>
                <a:gs pos="85714">
                  <a:srgbClr val="0000AC">
                    <a:alpha val="1902"/>
                  </a:srgbClr>
                </a:gs>
                <a:gs pos="100000">
                  <a:srgbClr val="0000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10616803">
              <a:off x="2000639" y="1514199"/>
              <a:ext cx="611199" cy="81253"/>
            </a:xfrm>
            <a:prstGeom prst="ellipse">
              <a:avLst/>
            </a:prstGeom>
            <a:gradFill>
              <a:gsLst>
                <a:gs pos="0">
                  <a:srgbClr val="FFFADE">
                    <a:alpha val="32968"/>
                  </a:srgbClr>
                </a:gs>
                <a:gs pos="14286">
                  <a:srgbClr val="FFFADE">
                    <a:alpha val="30764"/>
                  </a:srgbClr>
                </a:gs>
                <a:gs pos="28571">
                  <a:srgbClr val="FFFADE">
                    <a:alpha val="24833"/>
                  </a:srgbClr>
                </a:gs>
                <a:gs pos="42857">
                  <a:srgbClr val="FFFADE">
                    <a:alpha val="17075"/>
                  </a:srgbClr>
                </a:gs>
                <a:gs pos="57143">
                  <a:srgbClr val="FFFADE">
                    <a:alpha val="9855"/>
                  </a:srgbClr>
                </a:gs>
                <a:gs pos="71429">
                  <a:srgbClr val="FFFADE">
                    <a:alpha val="4740"/>
                  </a:srgbClr>
                </a:gs>
                <a:gs pos="85714">
                  <a:srgbClr val="FFFADE">
                    <a:alpha val="1902"/>
                  </a:srgbClr>
                </a:gs>
                <a:gs pos="100000">
                  <a:srgbClr val="FFFA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9479159">
              <a:off x="606506" y="1093477"/>
              <a:ext cx="620177" cy="1171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9994855">
              <a:off x="1577003" y="1110503"/>
              <a:ext cx="98406" cy="343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-9093052">
              <a:off x="1035353" y="748625"/>
              <a:ext cx="398090" cy="32884"/>
            </a:xfrm>
            <a:prstGeom prst="ellipse">
              <a:avLst/>
            </a:prstGeom>
            <a:gradFill>
              <a:gsLst>
                <a:gs pos="0">
                  <a:srgbClr val="9EFFFF">
                    <a:alpha val="19525"/>
                  </a:srgbClr>
                </a:gs>
                <a:gs pos="14286">
                  <a:srgbClr val="9EFFFF">
                    <a:alpha val="18099"/>
                  </a:srgbClr>
                </a:gs>
                <a:gs pos="28571">
                  <a:srgbClr val="9EFFFF">
                    <a:alpha val="14361"/>
                  </a:srgbClr>
                </a:gs>
                <a:gs pos="42857">
                  <a:srgbClr val="9EFFFF">
                    <a:alpha val="9668"/>
                  </a:srgbClr>
                </a:gs>
                <a:gs pos="57143">
                  <a:srgbClr val="9EFFFF">
                    <a:alpha val="5479"/>
                  </a:srgbClr>
                </a:gs>
                <a:gs pos="71429">
                  <a:srgbClr val="9EFFFF">
                    <a:alpha val="2603"/>
                  </a:srgbClr>
                </a:gs>
                <a:gs pos="85714">
                  <a:srgbClr val="9EFFFF">
                    <a:alpha val="1037"/>
                  </a:srgbClr>
                </a:gs>
                <a:gs pos="100000">
                  <a:srgbClr val="9EFFFF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9491373">
              <a:off x="991093" y="2895832"/>
              <a:ext cx="387879" cy="122330"/>
            </a:xfrm>
            <a:prstGeom prst="ellipse">
              <a:avLst/>
            </a:prstGeom>
            <a:gradFill>
              <a:gsLst>
                <a:gs pos="0">
                  <a:srgbClr val="D4FFFF">
                    <a:alpha val="32968"/>
                  </a:srgbClr>
                </a:gs>
                <a:gs pos="14286">
                  <a:srgbClr val="D4FFFF">
                    <a:alpha val="30764"/>
                  </a:srgbClr>
                </a:gs>
                <a:gs pos="28571">
                  <a:srgbClr val="D4FFFF">
                    <a:alpha val="24833"/>
                  </a:srgbClr>
                </a:gs>
                <a:gs pos="42857">
                  <a:srgbClr val="D4FFFF">
                    <a:alpha val="17075"/>
                  </a:srgbClr>
                </a:gs>
                <a:gs pos="57143">
                  <a:srgbClr val="D4FFFF">
                    <a:alpha val="9855"/>
                  </a:srgbClr>
                </a:gs>
                <a:gs pos="71429">
                  <a:srgbClr val="D4FFFF">
                    <a:alpha val="4740"/>
                  </a:srgbClr>
                </a:gs>
                <a:gs pos="85714">
                  <a:srgbClr val="D4FFFF">
                    <a:alpha val="1902"/>
                  </a:srgbClr>
                </a:gs>
                <a:gs pos="100000">
                  <a:srgbClr val="D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9162143">
              <a:off x="1945786" y="609539"/>
              <a:ext cx="609142" cy="117814"/>
            </a:xfrm>
            <a:prstGeom prst="ellipse">
              <a:avLst/>
            </a:prstGeom>
            <a:gradFill>
              <a:gsLst>
                <a:gs pos="0">
                  <a:srgbClr val="5B0400">
                    <a:alpha val="32968"/>
                  </a:srgbClr>
                </a:gs>
                <a:gs pos="14286">
                  <a:srgbClr val="5B0400">
                    <a:alpha val="30764"/>
                  </a:srgbClr>
                </a:gs>
                <a:gs pos="28571">
                  <a:srgbClr val="5B0400">
                    <a:alpha val="24833"/>
                  </a:srgbClr>
                </a:gs>
                <a:gs pos="42857">
                  <a:srgbClr val="5B0400">
                    <a:alpha val="17075"/>
                  </a:srgbClr>
                </a:gs>
                <a:gs pos="57143">
                  <a:srgbClr val="5B0400">
                    <a:alpha val="9855"/>
                  </a:srgbClr>
                </a:gs>
                <a:gs pos="71429">
                  <a:srgbClr val="5B0400">
                    <a:alpha val="4740"/>
                  </a:srgbClr>
                </a:gs>
                <a:gs pos="85714">
                  <a:srgbClr val="5B0400">
                    <a:alpha val="1902"/>
                  </a:srgbClr>
                </a:gs>
                <a:gs pos="100000">
                  <a:srgbClr val="5B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10791804">
              <a:off x="1146841" y="842838"/>
              <a:ext cx="332959" cy="173311"/>
            </a:xfrm>
            <a:prstGeom prst="ellipse">
              <a:avLst/>
            </a:prstGeom>
            <a:gradFill>
              <a:gsLst>
                <a:gs pos="0">
                  <a:srgbClr val="00FFFF">
                    <a:alpha val="9021"/>
                  </a:srgbClr>
                </a:gs>
                <a:gs pos="14286">
                  <a:srgbClr val="00FFFF">
                    <a:alpha val="8323"/>
                  </a:srgbClr>
                </a:gs>
                <a:gs pos="28571">
                  <a:srgbClr val="00FFFF">
                    <a:alpha val="6524"/>
                  </a:srgbClr>
                </a:gs>
                <a:gs pos="42857">
                  <a:srgbClr val="00FFFF">
                    <a:alpha val="4329"/>
                  </a:srgbClr>
                </a:gs>
                <a:gs pos="57143">
                  <a:srgbClr val="00FFFF">
                    <a:alpha val="2422"/>
                  </a:srgbClr>
                </a:gs>
                <a:gs pos="71429">
                  <a:srgbClr val="00FFFF">
                    <a:alpha val="1141"/>
                  </a:srgbClr>
                </a:gs>
                <a:gs pos="85714">
                  <a:srgbClr val="00FFFF">
                    <a:alpha val="453"/>
                  </a:srgbClr>
                </a:gs>
                <a:gs pos="100000">
                  <a:srgbClr val="00FFFF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4557802">
              <a:off x="1212946" y="909214"/>
              <a:ext cx="290172" cy="147892"/>
            </a:xfrm>
            <a:prstGeom prst="ellipse">
              <a:avLst/>
            </a:prstGeom>
            <a:gradFill>
              <a:gsLst>
                <a:gs pos="0">
                  <a:srgbClr val="00FFFF">
                    <a:alpha val="13351"/>
                  </a:srgbClr>
                </a:gs>
                <a:gs pos="14286">
                  <a:srgbClr val="00FFFF">
                    <a:alpha val="12341"/>
                  </a:srgbClr>
                </a:gs>
                <a:gs pos="28571">
                  <a:srgbClr val="00FFFF">
                    <a:alpha val="9721"/>
                  </a:srgbClr>
                </a:gs>
                <a:gs pos="42857">
                  <a:srgbClr val="00FFFF">
                    <a:alpha val="6488"/>
                  </a:srgbClr>
                </a:gs>
                <a:gs pos="57143">
                  <a:srgbClr val="00FFFF">
                    <a:alpha val="3649"/>
                  </a:srgbClr>
                </a:gs>
                <a:gs pos="71429">
                  <a:srgbClr val="00FFFF">
                    <a:alpha val="1725"/>
                  </a:srgbClr>
                </a:gs>
                <a:gs pos="85714">
                  <a:srgbClr val="00FFFF">
                    <a:alpha val="686"/>
                  </a:srgbClr>
                </a:gs>
                <a:gs pos="100000">
                  <a:srgbClr val="00FFFF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10426983">
              <a:off x="2074508" y="629617"/>
              <a:ext cx="375110" cy="136647"/>
            </a:xfrm>
            <a:prstGeom prst="ellipse">
              <a:avLst/>
            </a:prstGeom>
            <a:gradFill>
              <a:gsLst>
                <a:gs pos="0">
                  <a:srgbClr val="F1FFCD">
                    <a:alpha val="9603"/>
                  </a:srgbClr>
                </a:gs>
                <a:gs pos="14286">
                  <a:srgbClr val="F1FFCD">
                    <a:alpha val="8862"/>
                  </a:srgbClr>
                </a:gs>
                <a:gs pos="28571">
                  <a:srgbClr val="F1FFCD">
                    <a:alpha val="6951"/>
                  </a:srgbClr>
                </a:gs>
                <a:gs pos="42857">
                  <a:srgbClr val="F1FFCD">
                    <a:alpha val="4616"/>
                  </a:srgbClr>
                </a:gs>
                <a:gs pos="57143">
                  <a:srgbClr val="F1FFCD">
                    <a:alpha val="2585"/>
                  </a:srgbClr>
                </a:gs>
                <a:gs pos="71429">
                  <a:srgbClr val="F1FFCD">
                    <a:alpha val="1218"/>
                  </a:srgbClr>
                </a:gs>
                <a:gs pos="85714">
                  <a:srgbClr val="F1FFCD">
                    <a:alpha val="484"/>
                  </a:srgbClr>
                </a:gs>
                <a:gs pos="100000">
                  <a:srgbClr val="F1FFCD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-10554292">
              <a:off x="1397217" y="934244"/>
              <a:ext cx="252963" cy="48057"/>
            </a:xfrm>
            <a:prstGeom prst="ellipse">
              <a:avLst/>
            </a:prstGeom>
            <a:gradFill>
              <a:gsLst>
                <a:gs pos="0">
                  <a:srgbClr val="A2FFE1">
                    <a:alpha val="32968"/>
                  </a:srgbClr>
                </a:gs>
                <a:gs pos="14286">
                  <a:srgbClr val="A2FFE1">
                    <a:alpha val="30764"/>
                  </a:srgbClr>
                </a:gs>
                <a:gs pos="28571">
                  <a:srgbClr val="A2FFE1">
                    <a:alpha val="24833"/>
                  </a:srgbClr>
                </a:gs>
                <a:gs pos="42857">
                  <a:srgbClr val="A2FFE1">
                    <a:alpha val="17075"/>
                  </a:srgbClr>
                </a:gs>
                <a:gs pos="57143">
                  <a:srgbClr val="A2FFE1">
                    <a:alpha val="9855"/>
                  </a:srgbClr>
                </a:gs>
                <a:gs pos="71429">
                  <a:srgbClr val="A2FFE1">
                    <a:alpha val="4740"/>
                  </a:srgbClr>
                </a:gs>
                <a:gs pos="85714">
                  <a:srgbClr val="A2FFE1">
                    <a:alpha val="1902"/>
                  </a:srgbClr>
                </a:gs>
                <a:gs pos="100000">
                  <a:srgbClr val="A2FF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-9341385">
              <a:off x="1281674" y="1312087"/>
              <a:ext cx="330276" cy="29233"/>
            </a:xfrm>
            <a:prstGeom prst="ellipse">
              <a:avLst/>
            </a:prstGeom>
            <a:gradFill>
              <a:gsLst>
                <a:gs pos="0">
                  <a:srgbClr val="ABFFFF">
                    <a:alpha val="12384"/>
                  </a:srgbClr>
                </a:gs>
                <a:gs pos="14286">
                  <a:srgbClr val="ABFFFF">
                    <a:alpha val="11442"/>
                  </a:srgbClr>
                </a:gs>
                <a:gs pos="28571">
                  <a:srgbClr val="ABFFFF">
                    <a:alpha val="9003"/>
                  </a:srgbClr>
                </a:gs>
                <a:gs pos="42857">
                  <a:srgbClr val="ABFFFF">
                    <a:alpha val="6001"/>
                  </a:srgbClr>
                </a:gs>
                <a:gs pos="57143">
                  <a:srgbClr val="ABFFFF">
                    <a:alpha val="3371"/>
                  </a:srgbClr>
                </a:gs>
                <a:gs pos="71429">
                  <a:srgbClr val="ABFFFF">
                    <a:alpha val="1592"/>
                  </a:srgbClr>
                </a:gs>
                <a:gs pos="85714">
                  <a:srgbClr val="ABFFFF">
                    <a:alpha val="633"/>
                  </a:srgbClr>
                </a:gs>
                <a:gs pos="100000">
                  <a:srgbClr val="ABFFFF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-8984164">
              <a:off x="1970973" y="458129"/>
              <a:ext cx="294551" cy="212391"/>
            </a:xfrm>
            <a:prstGeom prst="ellipse">
              <a:avLst/>
            </a:prstGeom>
            <a:gradFill>
              <a:gsLst>
                <a:gs pos="0">
                  <a:srgbClr val="00A0FF">
                    <a:alpha val="29975"/>
                  </a:srgbClr>
                </a:gs>
                <a:gs pos="14286">
                  <a:srgbClr val="00A0FF">
                    <a:alpha val="27928"/>
                  </a:srgbClr>
                </a:gs>
                <a:gs pos="28571">
                  <a:srgbClr val="00A0FF">
                    <a:alpha val="22453"/>
                  </a:srgbClr>
                </a:gs>
                <a:gs pos="42857">
                  <a:srgbClr val="00A0FF">
                    <a:alpha val="15362"/>
                  </a:srgbClr>
                </a:gs>
                <a:gs pos="57143">
                  <a:srgbClr val="00A0FF">
                    <a:alpha val="8828"/>
                  </a:srgbClr>
                </a:gs>
                <a:gs pos="71429">
                  <a:srgbClr val="00A0FF">
                    <a:alpha val="4234"/>
                  </a:srgbClr>
                </a:gs>
                <a:gs pos="85714">
                  <a:srgbClr val="00A0FF">
                    <a:alpha val="1696"/>
                  </a:srgbClr>
                </a:gs>
                <a:gs pos="100000">
                  <a:srgbClr val="00A0FF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7599274">
              <a:off x="1234912" y="459425"/>
              <a:ext cx="587653" cy="310379"/>
            </a:xfrm>
            <a:prstGeom prst="ellipse">
              <a:avLst/>
            </a:prstGeom>
            <a:gradFill>
              <a:gsLst>
                <a:gs pos="0">
                  <a:srgbClr val="00D7FF">
                    <a:alpha val="31212"/>
                  </a:srgbClr>
                </a:gs>
                <a:gs pos="14286">
                  <a:srgbClr val="00D7FF">
                    <a:alpha val="29099"/>
                  </a:srgbClr>
                </a:gs>
                <a:gs pos="28571">
                  <a:srgbClr val="00D7FF">
                    <a:alpha val="23433"/>
                  </a:srgbClr>
                </a:gs>
                <a:gs pos="42857">
                  <a:srgbClr val="00D7FF">
                    <a:alpha val="16066"/>
                  </a:srgbClr>
                </a:gs>
                <a:gs pos="57143">
                  <a:srgbClr val="00D7FF">
                    <a:alpha val="9248"/>
                  </a:srgbClr>
                </a:gs>
                <a:gs pos="71429">
                  <a:srgbClr val="00D7FF">
                    <a:alpha val="4441"/>
                  </a:srgbClr>
                </a:gs>
                <a:gs pos="85714">
                  <a:srgbClr val="00D7FF">
                    <a:alpha val="1780"/>
                  </a:srgbClr>
                </a:gs>
                <a:gs pos="100000">
                  <a:srgbClr val="00D7FF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9429183">
              <a:off x="1623627" y="1084300"/>
              <a:ext cx="405468" cy="672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7962822">
              <a:off x="1318962" y="447094"/>
              <a:ext cx="279162" cy="215422"/>
            </a:xfrm>
            <a:prstGeom prst="ellipse">
              <a:avLst/>
            </a:prstGeom>
            <a:gradFill>
              <a:gsLst>
                <a:gs pos="0">
                  <a:srgbClr val="64DFFF">
                    <a:alpha val="32968"/>
                  </a:srgbClr>
                </a:gs>
                <a:gs pos="14286">
                  <a:srgbClr val="64DFFF">
                    <a:alpha val="30764"/>
                  </a:srgbClr>
                </a:gs>
                <a:gs pos="28571">
                  <a:srgbClr val="64DFFF">
                    <a:alpha val="24833"/>
                  </a:srgbClr>
                </a:gs>
                <a:gs pos="42857">
                  <a:srgbClr val="64DFFF">
                    <a:alpha val="17075"/>
                  </a:srgbClr>
                </a:gs>
                <a:gs pos="57143">
                  <a:srgbClr val="64DFFF">
                    <a:alpha val="9855"/>
                  </a:srgbClr>
                </a:gs>
                <a:gs pos="71429">
                  <a:srgbClr val="64DFFF">
                    <a:alpha val="4740"/>
                  </a:srgbClr>
                </a:gs>
                <a:gs pos="85714">
                  <a:srgbClr val="64DFFF">
                    <a:alpha val="1902"/>
                  </a:srgbClr>
                </a:gs>
                <a:gs pos="100000">
                  <a:srgbClr val="64D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3685385">
              <a:off x="2034760" y="1459166"/>
              <a:ext cx="452603" cy="136982"/>
            </a:xfrm>
            <a:prstGeom prst="ellipse">
              <a:avLst/>
            </a:prstGeom>
            <a:gradFill>
              <a:gsLst>
                <a:gs pos="0">
                  <a:srgbClr val="E9C700">
                    <a:alpha val="6299"/>
                  </a:srgbClr>
                </a:gs>
                <a:gs pos="14286">
                  <a:srgbClr val="E9C700">
                    <a:alpha val="5805"/>
                  </a:srgbClr>
                </a:gs>
                <a:gs pos="28571">
                  <a:srgbClr val="E9C700">
                    <a:alpha val="4537"/>
                  </a:srgbClr>
                </a:gs>
                <a:gs pos="42857">
                  <a:srgbClr val="E9C700">
                    <a:alpha val="3000"/>
                  </a:srgbClr>
                </a:gs>
                <a:gs pos="57143">
                  <a:srgbClr val="E9C700">
                    <a:alpha val="1673"/>
                  </a:srgbClr>
                </a:gs>
                <a:gs pos="71429">
                  <a:srgbClr val="E9C700">
                    <a:alpha val="787"/>
                  </a:srgbClr>
                </a:gs>
                <a:gs pos="85714">
                  <a:srgbClr val="E9C700">
                    <a:alpha val="312"/>
                  </a:srgbClr>
                </a:gs>
                <a:gs pos="100000">
                  <a:srgbClr val="E9C7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5400000">
              <a:off x="1795962" y="1705523"/>
              <a:ext cx="52384" cy="52384"/>
            </a:xfrm>
            <a:prstGeom prst="ellipse">
              <a:avLst/>
            </a:prstGeom>
            <a:gradFill>
              <a:gsLst>
                <a:gs pos="0">
                  <a:srgbClr val="A492BE">
                    <a:alpha val="15862"/>
                  </a:srgbClr>
                </a:gs>
                <a:gs pos="14286">
                  <a:srgbClr val="A492BE">
                    <a:alpha val="14678"/>
                  </a:srgbClr>
                </a:gs>
                <a:gs pos="28571">
                  <a:srgbClr val="A492BE">
                    <a:alpha val="11596"/>
                  </a:srgbClr>
                </a:gs>
                <a:gs pos="42857">
                  <a:srgbClr val="A492BE">
                    <a:alpha val="7766"/>
                  </a:srgbClr>
                </a:gs>
                <a:gs pos="57143">
                  <a:srgbClr val="A492BE">
                    <a:alpha val="4381"/>
                  </a:srgbClr>
                </a:gs>
                <a:gs pos="71429">
                  <a:srgbClr val="A492BE">
                    <a:alpha val="2075"/>
                  </a:srgbClr>
                </a:gs>
                <a:gs pos="85714">
                  <a:srgbClr val="A492BE">
                    <a:alpha val="826"/>
                  </a:srgbClr>
                </a:gs>
                <a:gs pos="100000">
                  <a:srgbClr val="A492BE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8357941">
              <a:off x="1399612" y="1477304"/>
              <a:ext cx="207771" cy="40853"/>
            </a:xfrm>
            <a:prstGeom prst="ellipse">
              <a:avLst/>
            </a:prstGeom>
            <a:gradFill>
              <a:gsLst>
                <a:gs pos="0">
                  <a:srgbClr val="BFF7FF">
                    <a:alpha val="18842"/>
                  </a:srgbClr>
                </a:gs>
                <a:gs pos="14286">
                  <a:srgbClr val="BFF7FF">
                    <a:alpha val="17460"/>
                  </a:srgbClr>
                </a:gs>
                <a:gs pos="28571">
                  <a:srgbClr val="BFF7FF">
                    <a:alpha val="13842"/>
                  </a:srgbClr>
                </a:gs>
                <a:gs pos="42857">
                  <a:srgbClr val="BFF7FF">
                    <a:alpha val="9310"/>
                  </a:srgbClr>
                </a:gs>
                <a:gs pos="57143">
                  <a:srgbClr val="BFF7FF">
                    <a:alpha val="5271"/>
                  </a:srgbClr>
                </a:gs>
                <a:gs pos="71429">
                  <a:srgbClr val="BFF7FF">
                    <a:alpha val="2503"/>
                  </a:srgbClr>
                </a:gs>
                <a:gs pos="85714">
                  <a:srgbClr val="BFF7FF">
                    <a:alpha val="997"/>
                  </a:srgbClr>
                </a:gs>
                <a:gs pos="100000">
                  <a:srgbClr val="BFF7FF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-10768054">
              <a:off x="1912625" y="1587748"/>
              <a:ext cx="675161" cy="28370"/>
            </a:xfrm>
            <a:prstGeom prst="ellipse">
              <a:avLst/>
            </a:prstGeom>
            <a:gradFill>
              <a:gsLst>
                <a:gs pos="0">
                  <a:srgbClr val="520000">
                    <a:alpha val="32968"/>
                  </a:srgbClr>
                </a:gs>
                <a:gs pos="14286">
                  <a:srgbClr val="520000">
                    <a:alpha val="30764"/>
                  </a:srgbClr>
                </a:gs>
                <a:gs pos="28571">
                  <a:srgbClr val="520000">
                    <a:alpha val="24833"/>
                  </a:srgbClr>
                </a:gs>
                <a:gs pos="42857">
                  <a:srgbClr val="520000">
                    <a:alpha val="17075"/>
                  </a:srgbClr>
                </a:gs>
                <a:gs pos="57143">
                  <a:srgbClr val="520000">
                    <a:alpha val="9855"/>
                  </a:srgbClr>
                </a:gs>
                <a:gs pos="71429">
                  <a:srgbClr val="520000">
                    <a:alpha val="4740"/>
                  </a:srgbClr>
                </a:gs>
                <a:gs pos="85714">
                  <a:srgbClr val="520000">
                    <a:alpha val="1902"/>
                  </a:srgbClr>
                </a:gs>
                <a:gs pos="100000">
                  <a:srgbClr val="5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-8359264">
              <a:off x="682923" y="1196114"/>
              <a:ext cx="228573" cy="23104"/>
            </a:xfrm>
            <a:prstGeom prst="ellipse">
              <a:avLst/>
            </a:prstGeom>
            <a:gradFill>
              <a:gsLst>
                <a:gs pos="0">
                  <a:srgbClr val="E3FFE1">
                    <a:alpha val="32968"/>
                  </a:srgbClr>
                </a:gs>
                <a:gs pos="14286">
                  <a:srgbClr val="E3FFE1">
                    <a:alpha val="30764"/>
                  </a:srgbClr>
                </a:gs>
                <a:gs pos="28571">
                  <a:srgbClr val="E3FFE1">
                    <a:alpha val="24833"/>
                  </a:srgbClr>
                </a:gs>
                <a:gs pos="42857">
                  <a:srgbClr val="E3FFE1">
                    <a:alpha val="17075"/>
                  </a:srgbClr>
                </a:gs>
                <a:gs pos="57143">
                  <a:srgbClr val="E3FFE1">
                    <a:alpha val="9855"/>
                  </a:srgbClr>
                </a:gs>
                <a:gs pos="71429">
                  <a:srgbClr val="E3FFE1">
                    <a:alpha val="4740"/>
                  </a:srgbClr>
                </a:gs>
                <a:gs pos="85714">
                  <a:srgbClr val="E3FFE1">
                    <a:alpha val="1902"/>
                  </a:srgbClr>
                </a:gs>
                <a:gs pos="100000">
                  <a:srgbClr val="E3FF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-9526585">
              <a:off x="1268675" y="1151084"/>
              <a:ext cx="346376" cy="31553"/>
            </a:xfrm>
            <a:prstGeom prst="ellipse">
              <a:avLst/>
            </a:prstGeom>
            <a:gradFill>
              <a:gsLst>
                <a:gs pos="0">
                  <a:srgbClr val="CDFFFC">
                    <a:alpha val="32968"/>
                  </a:srgbClr>
                </a:gs>
                <a:gs pos="14286">
                  <a:srgbClr val="CDFFFC">
                    <a:alpha val="30764"/>
                  </a:srgbClr>
                </a:gs>
                <a:gs pos="28571">
                  <a:srgbClr val="CDFFFC">
                    <a:alpha val="24833"/>
                  </a:srgbClr>
                </a:gs>
                <a:gs pos="42857">
                  <a:srgbClr val="CDFFFC">
                    <a:alpha val="17075"/>
                  </a:srgbClr>
                </a:gs>
                <a:gs pos="57143">
                  <a:srgbClr val="CDFFFC">
                    <a:alpha val="9855"/>
                  </a:srgbClr>
                </a:gs>
                <a:gs pos="71429">
                  <a:srgbClr val="CDFFFC">
                    <a:alpha val="4740"/>
                  </a:srgbClr>
                </a:gs>
                <a:gs pos="85714">
                  <a:srgbClr val="CDFFFC">
                    <a:alpha val="1902"/>
                  </a:srgbClr>
                </a:gs>
                <a:gs pos="100000">
                  <a:srgbClr val="CD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9154663">
              <a:off x="911776" y="320410"/>
              <a:ext cx="552739" cy="395227"/>
            </a:xfrm>
            <a:prstGeom prst="ellipse">
              <a:avLst/>
            </a:prstGeom>
            <a:gradFill>
              <a:gsLst>
                <a:gs pos="0">
                  <a:srgbClr val="F10076">
                    <a:alpha val="12084"/>
                  </a:srgbClr>
                </a:gs>
                <a:gs pos="14286">
                  <a:srgbClr val="F10076">
                    <a:alpha val="11163"/>
                  </a:srgbClr>
                </a:gs>
                <a:gs pos="28571">
                  <a:srgbClr val="F10076">
                    <a:alpha val="8781"/>
                  </a:srgbClr>
                </a:gs>
                <a:gs pos="42857">
                  <a:srgbClr val="F10076">
                    <a:alpha val="5850"/>
                  </a:srgbClr>
                </a:gs>
                <a:gs pos="57143">
                  <a:srgbClr val="F10076">
                    <a:alpha val="3285"/>
                  </a:srgbClr>
                </a:gs>
                <a:gs pos="71429">
                  <a:srgbClr val="F10076">
                    <a:alpha val="1551"/>
                  </a:srgbClr>
                </a:gs>
                <a:gs pos="85714">
                  <a:srgbClr val="F10076">
                    <a:alpha val="616"/>
                  </a:srgbClr>
                </a:gs>
                <a:gs pos="100000">
                  <a:srgbClr val="F10076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-10169372">
              <a:off x="1372667" y="972217"/>
              <a:ext cx="236038" cy="72482"/>
            </a:xfrm>
            <a:prstGeom prst="ellipse">
              <a:avLst/>
            </a:prstGeom>
            <a:gradFill>
              <a:gsLst>
                <a:gs pos="0">
                  <a:srgbClr val="9DFCFF">
                    <a:alpha val="32968"/>
                  </a:srgbClr>
                </a:gs>
                <a:gs pos="14286">
                  <a:srgbClr val="9DFCFF">
                    <a:alpha val="30764"/>
                  </a:srgbClr>
                </a:gs>
                <a:gs pos="28571">
                  <a:srgbClr val="9DFCFF">
                    <a:alpha val="24833"/>
                  </a:srgbClr>
                </a:gs>
                <a:gs pos="42857">
                  <a:srgbClr val="9DFCFF">
                    <a:alpha val="17075"/>
                  </a:srgbClr>
                </a:gs>
                <a:gs pos="57143">
                  <a:srgbClr val="9DFCFF">
                    <a:alpha val="9855"/>
                  </a:srgbClr>
                </a:gs>
                <a:gs pos="71429">
                  <a:srgbClr val="9DFCFF">
                    <a:alpha val="4740"/>
                  </a:srgbClr>
                </a:gs>
                <a:gs pos="85714">
                  <a:srgbClr val="9DFCFF">
                    <a:alpha val="1902"/>
                  </a:srgbClr>
                </a:gs>
                <a:gs pos="100000">
                  <a:srgbClr val="9D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3000545">
              <a:off x="1093971" y="898771"/>
              <a:ext cx="440416" cy="176940"/>
            </a:xfrm>
            <a:prstGeom prst="ellipse">
              <a:avLst/>
            </a:prstGeom>
            <a:gradFill>
              <a:gsLst>
                <a:gs pos="0">
                  <a:srgbClr val="00B7A9">
                    <a:alpha val="10957"/>
                  </a:srgbClr>
                </a:gs>
                <a:gs pos="14286">
                  <a:srgbClr val="00B7A9">
                    <a:alpha val="10117"/>
                  </a:srgbClr>
                </a:gs>
                <a:gs pos="28571">
                  <a:srgbClr val="00B7A9">
                    <a:alpha val="7948"/>
                  </a:srgbClr>
                </a:gs>
                <a:gs pos="42857">
                  <a:srgbClr val="00B7A9">
                    <a:alpha val="5287"/>
                  </a:srgbClr>
                </a:gs>
                <a:gs pos="57143">
                  <a:srgbClr val="00B7A9">
                    <a:alpha val="2965"/>
                  </a:srgbClr>
                </a:gs>
                <a:gs pos="71429">
                  <a:srgbClr val="00B7A9">
                    <a:alpha val="1399"/>
                  </a:srgbClr>
                </a:gs>
                <a:gs pos="85714">
                  <a:srgbClr val="00B7A9">
                    <a:alpha val="556"/>
                  </a:srgbClr>
                </a:gs>
                <a:gs pos="100000">
                  <a:srgbClr val="00B7A9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5083930">
              <a:off x="2256282" y="1473531"/>
              <a:ext cx="277103" cy="66888"/>
            </a:xfrm>
            <a:prstGeom prst="ellipse">
              <a:avLst/>
            </a:prstGeom>
            <a:gradFill>
              <a:gsLst>
                <a:gs pos="0">
                  <a:srgbClr val="FFEBB8">
                    <a:alpha val="32968"/>
                  </a:srgbClr>
                </a:gs>
                <a:gs pos="14286">
                  <a:srgbClr val="FFEBB8">
                    <a:alpha val="30764"/>
                  </a:srgbClr>
                </a:gs>
                <a:gs pos="28571">
                  <a:srgbClr val="FFEBB8">
                    <a:alpha val="24833"/>
                  </a:srgbClr>
                </a:gs>
                <a:gs pos="42857">
                  <a:srgbClr val="FFEBB8">
                    <a:alpha val="17075"/>
                  </a:srgbClr>
                </a:gs>
                <a:gs pos="57143">
                  <a:srgbClr val="FFEBB8">
                    <a:alpha val="9855"/>
                  </a:srgbClr>
                </a:gs>
                <a:gs pos="71429">
                  <a:srgbClr val="FFEBB8">
                    <a:alpha val="4740"/>
                  </a:srgbClr>
                </a:gs>
                <a:gs pos="85714">
                  <a:srgbClr val="FFEBB8">
                    <a:alpha val="1902"/>
                  </a:srgbClr>
                </a:gs>
                <a:gs pos="100000">
                  <a:srgbClr val="FFEB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5130502">
              <a:off x="-365160" y="1652833"/>
              <a:ext cx="775791" cy="185228"/>
            </a:xfrm>
            <a:prstGeom prst="ellipse">
              <a:avLst/>
            </a:prstGeom>
            <a:gradFill>
              <a:gsLst>
                <a:gs pos="0">
                  <a:srgbClr val="C23900">
                    <a:alpha val="22329"/>
                  </a:srgbClr>
                </a:gs>
                <a:gs pos="14286">
                  <a:srgbClr val="C23900">
                    <a:alpha val="20725"/>
                  </a:srgbClr>
                </a:gs>
                <a:gs pos="28571">
                  <a:srgbClr val="C23900">
                    <a:alpha val="16500"/>
                  </a:srgbClr>
                </a:gs>
                <a:gs pos="42857">
                  <a:srgbClr val="C23900">
                    <a:alpha val="11155"/>
                  </a:srgbClr>
                </a:gs>
                <a:gs pos="57143">
                  <a:srgbClr val="C23900">
                    <a:alpha val="6344"/>
                  </a:srgbClr>
                </a:gs>
                <a:gs pos="71429">
                  <a:srgbClr val="C23900">
                    <a:alpha val="3021"/>
                  </a:srgbClr>
                </a:gs>
                <a:gs pos="85714">
                  <a:srgbClr val="C23900">
                    <a:alpha val="1206"/>
                  </a:srgbClr>
                </a:gs>
                <a:gs pos="100000">
                  <a:srgbClr val="C239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10284128">
              <a:off x="2077201" y="570512"/>
              <a:ext cx="290692" cy="311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3428978">
              <a:off x="697680" y="1192541"/>
              <a:ext cx="187803" cy="21379"/>
            </a:xfrm>
            <a:prstGeom prst="ellipse">
              <a:avLst/>
            </a:prstGeom>
            <a:gradFill>
              <a:gsLst>
                <a:gs pos="0">
                  <a:srgbClr val="9BF4EF">
                    <a:alpha val="29690"/>
                  </a:srgbClr>
                </a:gs>
                <a:gs pos="14286">
                  <a:srgbClr val="9BF4EF">
                    <a:alpha val="27658"/>
                  </a:srgbClr>
                </a:gs>
                <a:gs pos="28571">
                  <a:srgbClr val="9BF4EF">
                    <a:alpha val="22228"/>
                  </a:srgbClr>
                </a:gs>
                <a:gs pos="42857">
                  <a:srgbClr val="9BF4EF">
                    <a:alpha val="15201"/>
                  </a:srgbClr>
                </a:gs>
                <a:gs pos="57143">
                  <a:srgbClr val="9BF4EF">
                    <a:alpha val="8732"/>
                  </a:srgbClr>
                </a:gs>
                <a:gs pos="71429">
                  <a:srgbClr val="9BF4EF">
                    <a:alpha val="4187"/>
                  </a:srgbClr>
                </a:gs>
                <a:gs pos="85714">
                  <a:srgbClr val="9BF4EF">
                    <a:alpha val="1677"/>
                  </a:srgbClr>
                </a:gs>
                <a:gs pos="100000">
                  <a:srgbClr val="9BF4EF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9113199">
              <a:off x="948595" y="550929"/>
              <a:ext cx="470587" cy="83357"/>
            </a:xfrm>
            <a:prstGeom prst="ellipse">
              <a:avLst/>
            </a:prstGeom>
            <a:gradFill>
              <a:gsLst>
                <a:gs pos="0">
                  <a:srgbClr val="FFF4FF">
                    <a:alpha val="32968"/>
                  </a:srgbClr>
                </a:gs>
                <a:gs pos="14286">
                  <a:srgbClr val="FFF4FF">
                    <a:alpha val="30764"/>
                  </a:srgbClr>
                </a:gs>
                <a:gs pos="28571">
                  <a:srgbClr val="FFF4FF">
                    <a:alpha val="24833"/>
                  </a:srgbClr>
                </a:gs>
                <a:gs pos="42857">
                  <a:srgbClr val="FFF4FF">
                    <a:alpha val="17075"/>
                  </a:srgbClr>
                </a:gs>
                <a:gs pos="57143">
                  <a:srgbClr val="FFF4FF">
                    <a:alpha val="9855"/>
                  </a:srgbClr>
                </a:gs>
                <a:gs pos="71429">
                  <a:srgbClr val="FFF4FF">
                    <a:alpha val="4740"/>
                  </a:srgbClr>
                </a:gs>
                <a:gs pos="85714">
                  <a:srgbClr val="FFF4FF">
                    <a:alpha val="1902"/>
                  </a:srgbClr>
                </a:gs>
                <a:gs pos="100000">
                  <a:srgbClr val="FF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7270107">
              <a:off x="1517990" y="1101535"/>
              <a:ext cx="321469" cy="53723"/>
            </a:xfrm>
            <a:prstGeom prst="ellipse">
              <a:avLst/>
            </a:prstGeom>
            <a:gradFill>
              <a:gsLst>
                <a:gs pos="0">
                  <a:srgbClr val="C8FFFF">
                    <a:alpha val="32968"/>
                  </a:srgbClr>
                </a:gs>
                <a:gs pos="14286">
                  <a:srgbClr val="C8FFFF">
                    <a:alpha val="30764"/>
                  </a:srgbClr>
                </a:gs>
                <a:gs pos="28571">
                  <a:srgbClr val="C8FFFF">
                    <a:alpha val="24833"/>
                  </a:srgbClr>
                </a:gs>
                <a:gs pos="42857">
                  <a:srgbClr val="C8FFFF">
                    <a:alpha val="17075"/>
                  </a:srgbClr>
                </a:gs>
                <a:gs pos="57143">
                  <a:srgbClr val="C8FFFF">
                    <a:alpha val="9855"/>
                  </a:srgbClr>
                </a:gs>
                <a:gs pos="71429">
                  <a:srgbClr val="C8FFFF">
                    <a:alpha val="4740"/>
                  </a:srgbClr>
                </a:gs>
                <a:gs pos="85714">
                  <a:srgbClr val="C8FFFF">
                    <a:alpha val="1902"/>
                  </a:srgbClr>
                </a:gs>
                <a:gs pos="100000">
                  <a:srgbClr val="C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8955187">
              <a:off x="1704112" y="786902"/>
              <a:ext cx="394728" cy="69416"/>
            </a:xfrm>
            <a:prstGeom prst="ellipse">
              <a:avLst/>
            </a:prstGeom>
            <a:gradFill>
              <a:gsLst>
                <a:gs pos="0">
                  <a:srgbClr val="B9FFFF">
                    <a:alpha val="32968"/>
                  </a:srgbClr>
                </a:gs>
                <a:gs pos="14286">
                  <a:srgbClr val="B9FFFF">
                    <a:alpha val="30764"/>
                  </a:srgbClr>
                </a:gs>
                <a:gs pos="28571">
                  <a:srgbClr val="B9FFFF">
                    <a:alpha val="24833"/>
                  </a:srgbClr>
                </a:gs>
                <a:gs pos="42857">
                  <a:srgbClr val="B9FFFF">
                    <a:alpha val="17075"/>
                  </a:srgbClr>
                </a:gs>
                <a:gs pos="57143">
                  <a:srgbClr val="B9FFFF">
                    <a:alpha val="9855"/>
                  </a:srgbClr>
                </a:gs>
                <a:gs pos="71429">
                  <a:srgbClr val="B9FFFF">
                    <a:alpha val="4740"/>
                  </a:srgbClr>
                </a:gs>
                <a:gs pos="85714">
                  <a:srgbClr val="B9FFFF">
                    <a:alpha val="1902"/>
                  </a:srgbClr>
                </a:gs>
                <a:gs pos="100000">
                  <a:srgbClr val="B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-9699888">
              <a:off x="1888359" y="530980"/>
              <a:ext cx="511612" cy="58391"/>
            </a:xfrm>
            <a:prstGeom prst="ellipse">
              <a:avLst/>
            </a:prstGeom>
            <a:gradFill>
              <a:gsLst>
                <a:gs pos="0">
                  <a:srgbClr val="7FF9FF">
                    <a:alpha val="24651"/>
                  </a:srgbClr>
                </a:gs>
                <a:gs pos="14286">
                  <a:srgbClr val="7FF9FF">
                    <a:alpha val="22906"/>
                  </a:srgbClr>
                </a:gs>
                <a:gs pos="28571">
                  <a:srgbClr val="7FF9FF">
                    <a:alpha val="18289"/>
                  </a:srgbClr>
                </a:gs>
                <a:gs pos="42857">
                  <a:srgbClr val="7FF9FF">
                    <a:alpha val="12409"/>
                  </a:srgbClr>
                </a:gs>
                <a:gs pos="57143">
                  <a:srgbClr val="7FF9FF">
                    <a:alpha val="7078"/>
                  </a:srgbClr>
                </a:gs>
                <a:gs pos="71429">
                  <a:srgbClr val="7FF9FF">
                    <a:alpha val="3378"/>
                  </a:srgbClr>
                </a:gs>
                <a:gs pos="85714">
                  <a:srgbClr val="7FF9FF">
                    <a:alpha val="1350"/>
                  </a:srgbClr>
                </a:gs>
                <a:gs pos="100000">
                  <a:srgbClr val="7FF9FF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8652997">
              <a:off x="1574582" y="725421"/>
              <a:ext cx="644552" cy="29307"/>
            </a:xfrm>
            <a:prstGeom prst="ellipse">
              <a:avLst/>
            </a:prstGeom>
            <a:gradFill>
              <a:gsLst>
                <a:gs pos="0">
                  <a:srgbClr val="D9FFFF">
                    <a:alpha val="32968"/>
                  </a:srgbClr>
                </a:gs>
                <a:gs pos="14286">
                  <a:srgbClr val="D9FFFF">
                    <a:alpha val="30764"/>
                  </a:srgbClr>
                </a:gs>
                <a:gs pos="28571">
                  <a:srgbClr val="D9FFFF">
                    <a:alpha val="24833"/>
                  </a:srgbClr>
                </a:gs>
                <a:gs pos="42857">
                  <a:srgbClr val="D9FFFF">
                    <a:alpha val="17075"/>
                  </a:srgbClr>
                </a:gs>
                <a:gs pos="57143">
                  <a:srgbClr val="D9FFFF">
                    <a:alpha val="9855"/>
                  </a:srgbClr>
                </a:gs>
                <a:gs pos="71429">
                  <a:srgbClr val="D9FFFF">
                    <a:alpha val="4740"/>
                  </a:srgbClr>
                </a:gs>
                <a:gs pos="85714">
                  <a:srgbClr val="D9FFFF">
                    <a:alpha val="1902"/>
                  </a:srgbClr>
                </a:gs>
                <a:gs pos="100000">
                  <a:srgbClr val="D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10733540">
              <a:off x="1918786" y="1562563"/>
              <a:ext cx="552460" cy="39929"/>
            </a:xfrm>
            <a:prstGeom prst="ellipse">
              <a:avLst/>
            </a:prstGeom>
            <a:gradFill>
              <a:gsLst>
                <a:gs pos="0">
                  <a:srgbClr val="F7F7F1">
                    <a:alpha val="32968"/>
                  </a:srgbClr>
                </a:gs>
                <a:gs pos="14286">
                  <a:srgbClr val="F7F7F1">
                    <a:alpha val="30764"/>
                  </a:srgbClr>
                </a:gs>
                <a:gs pos="28571">
                  <a:srgbClr val="F7F7F1">
                    <a:alpha val="24833"/>
                  </a:srgbClr>
                </a:gs>
                <a:gs pos="42857">
                  <a:srgbClr val="F7F7F1">
                    <a:alpha val="17075"/>
                  </a:srgbClr>
                </a:gs>
                <a:gs pos="57143">
                  <a:srgbClr val="F7F7F1">
                    <a:alpha val="9855"/>
                  </a:srgbClr>
                </a:gs>
                <a:gs pos="71429">
                  <a:srgbClr val="F7F7F1">
                    <a:alpha val="4740"/>
                  </a:srgbClr>
                </a:gs>
                <a:gs pos="85714">
                  <a:srgbClr val="F7F7F1">
                    <a:alpha val="1902"/>
                  </a:srgbClr>
                </a:gs>
                <a:gs pos="100000">
                  <a:srgbClr val="F7F7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8695371">
              <a:off x="1586603" y="834342"/>
              <a:ext cx="649518" cy="30551"/>
            </a:xfrm>
            <a:prstGeom prst="ellipse">
              <a:avLst/>
            </a:prstGeom>
            <a:gradFill>
              <a:gsLst>
                <a:gs pos="0">
                  <a:srgbClr val="000059">
                    <a:alpha val="32968"/>
                  </a:srgbClr>
                </a:gs>
                <a:gs pos="14286">
                  <a:srgbClr val="000059">
                    <a:alpha val="30764"/>
                  </a:srgbClr>
                </a:gs>
                <a:gs pos="28571">
                  <a:srgbClr val="000059">
                    <a:alpha val="24833"/>
                  </a:srgbClr>
                </a:gs>
                <a:gs pos="42857">
                  <a:srgbClr val="000059">
                    <a:alpha val="17075"/>
                  </a:srgbClr>
                </a:gs>
                <a:gs pos="57143">
                  <a:srgbClr val="000059">
                    <a:alpha val="9855"/>
                  </a:srgbClr>
                </a:gs>
                <a:gs pos="71429">
                  <a:srgbClr val="000059">
                    <a:alpha val="4740"/>
                  </a:srgbClr>
                </a:gs>
                <a:gs pos="85714">
                  <a:srgbClr val="000059">
                    <a:alpha val="1902"/>
                  </a:srgbClr>
                </a:gs>
                <a:gs pos="100000">
                  <a:srgbClr val="00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4204100">
              <a:off x="1342609" y="2038526"/>
              <a:ext cx="389909" cy="453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9499166">
              <a:off x="276854" y="3169584"/>
              <a:ext cx="446911" cy="131160"/>
            </a:xfrm>
            <a:prstGeom prst="ellipse">
              <a:avLst/>
            </a:prstGeom>
            <a:gradFill>
              <a:gsLst>
                <a:gs pos="0">
                  <a:srgbClr val="D5CBFF">
                    <a:alpha val="32968"/>
                  </a:srgbClr>
                </a:gs>
                <a:gs pos="14286">
                  <a:srgbClr val="D5CBFF">
                    <a:alpha val="30764"/>
                  </a:srgbClr>
                </a:gs>
                <a:gs pos="28571">
                  <a:srgbClr val="D5CBFF">
                    <a:alpha val="24833"/>
                  </a:srgbClr>
                </a:gs>
                <a:gs pos="42857">
                  <a:srgbClr val="D5CBFF">
                    <a:alpha val="17075"/>
                  </a:srgbClr>
                </a:gs>
                <a:gs pos="57143">
                  <a:srgbClr val="D5CBFF">
                    <a:alpha val="9855"/>
                  </a:srgbClr>
                </a:gs>
                <a:gs pos="71429">
                  <a:srgbClr val="D5CBFF">
                    <a:alpha val="4740"/>
                  </a:srgbClr>
                </a:gs>
                <a:gs pos="85714">
                  <a:srgbClr val="D5CBFF">
                    <a:alpha val="1902"/>
                  </a:srgbClr>
                </a:gs>
                <a:gs pos="100000">
                  <a:srgbClr val="D5C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7354151">
              <a:off x="916436" y="1510830"/>
              <a:ext cx="362732" cy="37264"/>
            </a:xfrm>
            <a:prstGeom prst="ellipse">
              <a:avLst/>
            </a:prstGeom>
            <a:gradFill>
              <a:gsLst>
                <a:gs pos="0">
                  <a:srgbClr val="ECFFFF">
                    <a:alpha val="32968"/>
                  </a:srgbClr>
                </a:gs>
                <a:gs pos="14286">
                  <a:srgbClr val="ECFFFF">
                    <a:alpha val="30764"/>
                  </a:srgbClr>
                </a:gs>
                <a:gs pos="28571">
                  <a:srgbClr val="ECFFFF">
                    <a:alpha val="24833"/>
                  </a:srgbClr>
                </a:gs>
                <a:gs pos="42857">
                  <a:srgbClr val="ECFFFF">
                    <a:alpha val="17075"/>
                  </a:srgbClr>
                </a:gs>
                <a:gs pos="57143">
                  <a:srgbClr val="ECFFFF">
                    <a:alpha val="9855"/>
                  </a:srgbClr>
                </a:gs>
                <a:gs pos="71429">
                  <a:srgbClr val="ECFFFF">
                    <a:alpha val="4740"/>
                  </a:srgbClr>
                </a:gs>
                <a:gs pos="85714">
                  <a:srgbClr val="ECFFFF">
                    <a:alpha val="1902"/>
                  </a:srgbClr>
                </a:gs>
                <a:gs pos="100000">
                  <a:srgbClr val="E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10017351">
              <a:off x="1599902" y="1160967"/>
              <a:ext cx="132552" cy="42124"/>
            </a:xfrm>
            <a:prstGeom prst="ellipse">
              <a:avLst/>
            </a:prstGeom>
            <a:gradFill>
              <a:gsLst>
                <a:gs pos="0">
                  <a:srgbClr val="000082">
                    <a:alpha val="32968"/>
                  </a:srgbClr>
                </a:gs>
                <a:gs pos="14286">
                  <a:srgbClr val="000082">
                    <a:alpha val="30764"/>
                  </a:srgbClr>
                </a:gs>
                <a:gs pos="28571">
                  <a:srgbClr val="000082">
                    <a:alpha val="24833"/>
                  </a:srgbClr>
                </a:gs>
                <a:gs pos="42857">
                  <a:srgbClr val="000082">
                    <a:alpha val="17075"/>
                  </a:srgbClr>
                </a:gs>
                <a:gs pos="57143">
                  <a:srgbClr val="000082">
                    <a:alpha val="9855"/>
                  </a:srgbClr>
                </a:gs>
                <a:gs pos="71429">
                  <a:srgbClr val="000082">
                    <a:alpha val="4740"/>
                  </a:srgbClr>
                </a:gs>
                <a:gs pos="85714">
                  <a:srgbClr val="000082">
                    <a:alpha val="1902"/>
                  </a:srgbClr>
                </a:gs>
                <a:gs pos="100000">
                  <a:srgbClr val="0000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10528331">
              <a:off x="1407896" y="402506"/>
              <a:ext cx="698303" cy="350869"/>
            </a:xfrm>
            <a:prstGeom prst="ellipse">
              <a:avLst/>
            </a:prstGeom>
            <a:gradFill>
              <a:gsLst>
                <a:gs pos="0">
                  <a:srgbClr val="00CDF7">
                    <a:alpha val="32968"/>
                  </a:srgbClr>
                </a:gs>
                <a:gs pos="14286">
                  <a:srgbClr val="00CDF7">
                    <a:alpha val="30764"/>
                  </a:srgbClr>
                </a:gs>
                <a:gs pos="28571">
                  <a:srgbClr val="00CDF7">
                    <a:alpha val="24833"/>
                  </a:srgbClr>
                </a:gs>
                <a:gs pos="42857">
                  <a:srgbClr val="00CDF7">
                    <a:alpha val="17075"/>
                  </a:srgbClr>
                </a:gs>
                <a:gs pos="57143">
                  <a:srgbClr val="00CDF7">
                    <a:alpha val="9855"/>
                  </a:srgbClr>
                </a:gs>
                <a:gs pos="71429">
                  <a:srgbClr val="00CDF7">
                    <a:alpha val="4740"/>
                  </a:srgbClr>
                </a:gs>
                <a:gs pos="85714">
                  <a:srgbClr val="00CDF7">
                    <a:alpha val="1902"/>
                  </a:srgbClr>
                </a:gs>
                <a:gs pos="100000">
                  <a:srgbClr val="00CD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10483660">
              <a:off x="1414109" y="988836"/>
              <a:ext cx="236599" cy="149858"/>
            </a:xfrm>
            <a:prstGeom prst="ellipse">
              <a:avLst/>
            </a:prstGeom>
            <a:gradFill>
              <a:gsLst>
                <a:gs pos="0">
                  <a:srgbClr val="0020AD">
                    <a:alpha val="28189"/>
                  </a:srgbClr>
                </a:gs>
                <a:gs pos="14286">
                  <a:srgbClr val="0020AD">
                    <a:alpha val="26240"/>
                  </a:srgbClr>
                </a:gs>
                <a:gs pos="28571">
                  <a:srgbClr val="0020AD">
                    <a:alpha val="21047"/>
                  </a:srgbClr>
                </a:gs>
                <a:gs pos="42857">
                  <a:srgbClr val="0020AD">
                    <a:alpha val="14359"/>
                  </a:srgbClr>
                </a:gs>
                <a:gs pos="57143">
                  <a:srgbClr val="0020AD">
                    <a:alpha val="8230"/>
                  </a:srgbClr>
                </a:gs>
                <a:gs pos="71429">
                  <a:srgbClr val="0020AD">
                    <a:alpha val="3941"/>
                  </a:srgbClr>
                </a:gs>
                <a:gs pos="85714">
                  <a:srgbClr val="0020AD">
                    <a:alpha val="1577"/>
                  </a:srgbClr>
                </a:gs>
                <a:gs pos="100000">
                  <a:srgbClr val="0020AD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5400000">
              <a:off x="1439332" y="1016475"/>
              <a:ext cx="58273" cy="58273"/>
            </a:xfrm>
            <a:prstGeom prst="ellipse">
              <a:avLst/>
            </a:prstGeom>
            <a:gradFill>
              <a:gsLst>
                <a:gs pos="0">
                  <a:srgbClr val="4993AD">
                    <a:alpha val="14306"/>
                  </a:srgbClr>
                </a:gs>
                <a:gs pos="14286">
                  <a:srgbClr val="4993AD">
                    <a:alpha val="13229"/>
                  </a:srgbClr>
                </a:gs>
                <a:gs pos="28571">
                  <a:srgbClr val="4993AD">
                    <a:alpha val="10432"/>
                  </a:srgbClr>
                </a:gs>
                <a:gs pos="42857">
                  <a:srgbClr val="4993AD">
                    <a:alpha val="6972"/>
                  </a:srgbClr>
                </a:gs>
                <a:gs pos="57143">
                  <a:srgbClr val="4993AD">
                    <a:alpha val="3925"/>
                  </a:srgbClr>
                </a:gs>
                <a:gs pos="71429">
                  <a:srgbClr val="4993AD">
                    <a:alpha val="1857"/>
                  </a:srgbClr>
                </a:gs>
                <a:gs pos="85714">
                  <a:srgbClr val="4993AD">
                    <a:alpha val="738"/>
                  </a:srgbClr>
                </a:gs>
                <a:gs pos="100000">
                  <a:srgbClr val="4993AD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3616014">
              <a:off x="975153" y="1586583"/>
              <a:ext cx="425149" cy="65796"/>
            </a:xfrm>
            <a:prstGeom prst="ellipse">
              <a:avLst/>
            </a:prstGeom>
            <a:gradFill>
              <a:gsLst>
                <a:gs pos="0">
                  <a:srgbClr val="93BDE3">
                    <a:alpha val="32968"/>
                  </a:srgbClr>
                </a:gs>
                <a:gs pos="14286">
                  <a:srgbClr val="93BDE3">
                    <a:alpha val="30764"/>
                  </a:srgbClr>
                </a:gs>
                <a:gs pos="28571">
                  <a:srgbClr val="93BDE3">
                    <a:alpha val="24833"/>
                  </a:srgbClr>
                </a:gs>
                <a:gs pos="42857">
                  <a:srgbClr val="93BDE3">
                    <a:alpha val="17075"/>
                  </a:srgbClr>
                </a:gs>
                <a:gs pos="57143">
                  <a:srgbClr val="93BDE3">
                    <a:alpha val="9855"/>
                  </a:srgbClr>
                </a:gs>
                <a:gs pos="71429">
                  <a:srgbClr val="93BDE3">
                    <a:alpha val="4740"/>
                  </a:srgbClr>
                </a:gs>
                <a:gs pos="85714">
                  <a:srgbClr val="93BDE3">
                    <a:alpha val="1902"/>
                  </a:srgbClr>
                </a:gs>
                <a:gs pos="100000">
                  <a:srgbClr val="93BD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9988035">
              <a:off x="1853680" y="891096"/>
              <a:ext cx="147962" cy="71697"/>
            </a:xfrm>
            <a:prstGeom prst="ellipse">
              <a:avLst/>
            </a:prstGeom>
            <a:gradFill>
              <a:gsLst>
                <a:gs pos="0">
                  <a:srgbClr val="DEEEFA">
                    <a:alpha val="32968"/>
                  </a:srgbClr>
                </a:gs>
                <a:gs pos="14286">
                  <a:srgbClr val="DEEEFA">
                    <a:alpha val="30764"/>
                  </a:srgbClr>
                </a:gs>
                <a:gs pos="28571">
                  <a:srgbClr val="DEEEFA">
                    <a:alpha val="24833"/>
                  </a:srgbClr>
                </a:gs>
                <a:gs pos="42857">
                  <a:srgbClr val="DEEEFA">
                    <a:alpha val="17075"/>
                  </a:srgbClr>
                </a:gs>
                <a:gs pos="57143">
                  <a:srgbClr val="DEEEFA">
                    <a:alpha val="9855"/>
                  </a:srgbClr>
                </a:gs>
                <a:gs pos="71429">
                  <a:srgbClr val="DEEEFA">
                    <a:alpha val="4740"/>
                  </a:srgbClr>
                </a:gs>
                <a:gs pos="85714">
                  <a:srgbClr val="DEEEFA">
                    <a:alpha val="1902"/>
                  </a:srgbClr>
                </a:gs>
                <a:gs pos="100000">
                  <a:srgbClr val="DEEE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9182276">
              <a:off x="1295570" y="1019747"/>
              <a:ext cx="517397" cy="52452"/>
            </a:xfrm>
            <a:prstGeom prst="ellipse">
              <a:avLst/>
            </a:prstGeom>
            <a:gradFill>
              <a:gsLst>
                <a:gs pos="0">
                  <a:srgbClr val="B9FFFF">
                    <a:alpha val="32968"/>
                  </a:srgbClr>
                </a:gs>
                <a:gs pos="14286">
                  <a:srgbClr val="B9FFFF">
                    <a:alpha val="30764"/>
                  </a:srgbClr>
                </a:gs>
                <a:gs pos="28571">
                  <a:srgbClr val="B9FFFF">
                    <a:alpha val="24833"/>
                  </a:srgbClr>
                </a:gs>
                <a:gs pos="42857">
                  <a:srgbClr val="B9FFFF">
                    <a:alpha val="17075"/>
                  </a:srgbClr>
                </a:gs>
                <a:gs pos="57143">
                  <a:srgbClr val="B9FFFF">
                    <a:alpha val="9855"/>
                  </a:srgbClr>
                </a:gs>
                <a:gs pos="71429">
                  <a:srgbClr val="B9FFFF">
                    <a:alpha val="4740"/>
                  </a:srgbClr>
                </a:gs>
                <a:gs pos="85714">
                  <a:srgbClr val="B9FFFF">
                    <a:alpha val="1902"/>
                  </a:srgbClr>
                </a:gs>
                <a:gs pos="100000">
                  <a:srgbClr val="B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5400000">
              <a:off x="1684952" y="821424"/>
              <a:ext cx="59020" cy="59020"/>
            </a:xfrm>
            <a:prstGeom prst="ellipse">
              <a:avLst/>
            </a:prstGeom>
            <a:gradFill>
              <a:gsLst>
                <a:gs pos="0">
                  <a:srgbClr val="A9D2D0">
                    <a:alpha val="14106"/>
                  </a:srgbClr>
                </a:gs>
                <a:gs pos="14286">
                  <a:srgbClr val="A9D2D0">
                    <a:alpha val="13043"/>
                  </a:srgbClr>
                </a:gs>
                <a:gs pos="28571">
                  <a:srgbClr val="A9D2D0">
                    <a:alpha val="10284"/>
                  </a:srgbClr>
                </a:gs>
                <a:gs pos="42857">
                  <a:srgbClr val="A9D2D0">
                    <a:alpha val="6870"/>
                  </a:srgbClr>
                </a:gs>
                <a:gs pos="57143">
                  <a:srgbClr val="A9D2D0">
                    <a:alpha val="3867"/>
                  </a:srgbClr>
                </a:gs>
                <a:gs pos="71429">
                  <a:srgbClr val="A9D2D0">
                    <a:alpha val="1829"/>
                  </a:srgbClr>
                </a:gs>
                <a:gs pos="85714">
                  <a:srgbClr val="A9D2D0">
                    <a:alpha val="727"/>
                  </a:srgbClr>
                </a:gs>
                <a:gs pos="100000">
                  <a:srgbClr val="A9D2D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-10447645">
              <a:off x="1505025" y="784196"/>
              <a:ext cx="544933" cy="66447"/>
            </a:xfrm>
            <a:prstGeom prst="ellipse">
              <a:avLst/>
            </a:prstGeom>
            <a:gradFill>
              <a:gsLst>
                <a:gs pos="0">
                  <a:srgbClr val="438BB3">
                    <a:alpha val="32968"/>
                  </a:srgbClr>
                </a:gs>
                <a:gs pos="14286">
                  <a:srgbClr val="438BB3">
                    <a:alpha val="30764"/>
                  </a:srgbClr>
                </a:gs>
                <a:gs pos="28571">
                  <a:srgbClr val="438BB3">
                    <a:alpha val="24833"/>
                  </a:srgbClr>
                </a:gs>
                <a:gs pos="42857">
                  <a:srgbClr val="438BB3">
                    <a:alpha val="17075"/>
                  </a:srgbClr>
                </a:gs>
                <a:gs pos="57143">
                  <a:srgbClr val="438BB3">
                    <a:alpha val="9855"/>
                  </a:srgbClr>
                </a:gs>
                <a:gs pos="71429">
                  <a:srgbClr val="438BB3">
                    <a:alpha val="4740"/>
                  </a:srgbClr>
                </a:gs>
                <a:gs pos="85714">
                  <a:srgbClr val="438BB3">
                    <a:alpha val="1902"/>
                  </a:srgbClr>
                </a:gs>
                <a:gs pos="100000">
                  <a:srgbClr val="438B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7019571">
              <a:off x="1547751" y="750254"/>
              <a:ext cx="508476" cy="100253"/>
            </a:xfrm>
            <a:prstGeom prst="ellipse">
              <a:avLst/>
            </a:prstGeom>
            <a:gradFill>
              <a:gsLst>
                <a:gs pos="0">
                  <a:srgbClr val="73FAFF">
                    <a:alpha val="14660"/>
                  </a:srgbClr>
                </a:gs>
                <a:gs pos="14286">
                  <a:srgbClr val="73FAFF">
                    <a:alpha val="13558"/>
                  </a:srgbClr>
                </a:gs>
                <a:gs pos="28571">
                  <a:srgbClr val="73FAFF">
                    <a:alpha val="10696"/>
                  </a:srgbClr>
                </a:gs>
                <a:gs pos="42857">
                  <a:srgbClr val="73FAFF">
                    <a:alpha val="7152"/>
                  </a:srgbClr>
                </a:gs>
                <a:gs pos="57143">
                  <a:srgbClr val="73FAFF">
                    <a:alpha val="4028"/>
                  </a:srgbClr>
                </a:gs>
                <a:gs pos="71429">
                  <a:srgbClr val="73FAFF">
                    <a:alpha val="1906"/>
                  </a:srgbClr>
                </a:gs>
                <a:gs pos="85714">
                  <a:srgbClr val="73FAFF">
                    <a:alpha val="758"/>
                  </a:srgbClr>
                </a:gs>
                <a:gs pos="100000">
                  <a:srgbClr val="73FAFF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10713899">
              <a:off x="1348881" y="551836"/>
              <a:ext cx="282043" cy="51118"/>
            </a:xfrm>
            <a:prstGeom prst="ellipse">
              <a:avLst/>
            </a:prstGeom>
            <a:gradFill>
              <a:gsLst>
                <a:gs pos="0">
                  <a:srgbClr val="0000AD">
                    <a:alpha val="32968"/>
                  </a:srgbClr>
                </a:gs>
                <a:gs pos="14286">
                  <a:srgbClr val="0000AD">
                    <a:alpha val="30764"/>
                  </a:srgbClr>
                </a:gs>
                <a:gs pos="28571">
                  <a:srgbClr val="0000AD">
                    <a:alpha val="24833"/>
                  </a:srgbClr>
                </a:gs>
                <a:gs pos="42857">
                  <a:srgbClr val="0000AD">
                    <a:alpha val="17075"/>
                  </a:srgbClr>
                </a:gs>
                <a:gs pos="57143">
                  <a:srgbClr val="0000AD">
                    <a:alpha val="9855"/>
                  </a:srgbClr>
                </a:gs>
                <a:gs pos="71429">
                  <a:srgbClr val="0000AD">
                    <a:alpha val="4740"/>
                  </a:srgbClr>
                </a:gs>
                <a:gs pos="85714">
                  <a:srgbClr val="0000AD">
                    <a:alpha val="1902"/>
                  </a:srgbClr>
                </a:gs>
                <a:gs pos="100000">
                  <a:srgbClr val="0000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6754509">
              <a:off x="1491421" y="2213726"/>
              <a:ext cx="234501" cy="495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10114960">
              <a:off x="2160648" y="973776"/>
              <a:ext cx="461187" cy="43565"/>
            </a:xfrm>
            <a:prstGeom prst="ellipse">
              <a:avLst/>
            </a:prstGeom>
            <a:gradFill>
              <a:gsLst>
                <a:gs pos="0">
                  <a:srgbClr val="EFFEA1">
                    <a:alpha val="32968"/>
                  </a:srgbClr>
                </a:gs>
                <a:gs pos="14286">
                  <a:srgbClr val="EFFEA1">
                    <a:alpha val="30764"/>
                  </a:srgbClr>
                </a:gs>
                <a:gs pos="28571">
                  <a:srgbClr val="EFFEA1">
                    <a:alpha val="24833"/>
                  </a:srgbClr>
                </a:gs>
                <a:gs pos="42857">
                  <a:srgbClr val="EFFEA1">
                    <a:alpha val="17075"/>
                  </a:srgbClr>
                </a:gs>
                <a:gs pos="57143">
                  <a:srgbClr val="EFFEA1">
                    <a:alpha val="9855"/>
                  </a:srgbClr>
                </a:gs>
                <a:gs pos="71429">
                  <a:srgbClr val="EFFEA1">
                    <a:alpha val="4740"/>
                  </a:srgbClr>
                </a:gs>
                <a:gs pos="85714">
                  <a:srgbClr val="EFFEA1">
                    <a:alpha val="1902"/>
                  </a:srgbClr>
                </a:gs>
                <a:gs pos="100000">
                  <a:srgbClr val="EFFE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5400000">
              <a:off x="1658767" y="1162164"/>
              <a:ext cx="59244" cy="59244"/>
            </a:xfrm>
            <a:prstGeom prst="ellipse">
              <a:avLst/>
            </a:prstGeom>
            <a:gradFill>
              <a:gsLst>
                <a:gs pos="0">
                  <a:srgbClr val="289EC5">
                    <a:alpha val="14046"/>
                  </a:srgbClr>
                </a:gs>
                <a:gs pos="14286">
                  <a:srgbClr val="289EC5">
                    <a:alpha val="12987"/>
                  </a:srgbClr>
                </a:gs>
                <a:gs pos="28571">
                  <a:srgbClr val="289EC5">
                    <a:alpha val="10239"/>
                  </a:srgbClr>
                </a:gs>
                <a:gs pos="42857">
                  <a:srgbClr val="289EC5">
                    <a:alpha val="6840"/>
                  </a:srgbClr>
                </a:gs>
                <a:gs pos="57143">
                  <a:srgbClr val="289EC5">
                    <a:alpha val="3850"/>
                  </a:srgbClr>
                </a:gs>
                <a:gs pos="71429">
                  <a:srgbClr val="289EC5">
                    <a:alpha val="1821"/>
                  </a:srgbClr>
                </a:gs>
                <a:gs pos="85714">
                  <a:srgbClr val="289EC5">
                    <a:alpha val="724"/>
                  </a:srgbClr>
                </a:gs>
                <a:gs pos="100000">
                  <a:srgbClr val="289EC5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-10725838">
              <a:off x="1402797" y="1107376"/>
              <a:ext cx="199660" cy="48447"/>
            </a:xfrm>
            <a:prstGeom prst="ellipse">
              <a:avLst/>
            </a:prstGeom>
            <a:gradFill>
              <a:gsLst>
                <a:gs pos="0">
                  <a:srgbClr val="B6FFFB">
                    <a:alpha val="32968"/>
                  </a:srgbClr>
                </a:gs>
                <a:gs pos="14286">
                  <a:srgbClr val="B6FFFB">
                    <a:alpha val="30764"/>
                  </a:srgbClr>
                </a:gs>
                <a:gs pos="28571">
                  <a:srgbClr val="B6FFFB">
                    <a:alpha val="24833"/>
                  </a:srgbClr>
                </a:gs>
                <a:gs pos="42857">
                  <a:srgbClr val="B6FFFB">
                    <a:alpha val="17075"/>
                  </a:srgbClr>
                </a:gs>
                <a:gs pos="57143">
                  <a:srgbClr val="B6FFFB">
                    <a:alpha val="9855"/>
                  </a:srgbClr>
                </a:gs>
                <a:gs pos="71429">
                  <a:srgbClr val="B6FFFB">
                    <a:alpha val="4740"/>
                  </a:srgbClr>
                </a:gs>
                <a:gs pos="85714">
                  <a:srgbClr val="B6FFFB">
                    <a:alpha val="1902"/>
                  </a:srgbClr>
                </a:gs>
                <a:gs pos="100000">
                  <a:srgbClr val="B6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-10311759">
              <a:off x="1236411" y="1268533"/>
              <a:ext cx="547231" cy="28720"/>
            </a:xfrm>
            <a:prstGeom prst="ellipse">
              <a:avLst/>
            </a:prstGeom>
            <a:gradFill>
              <a:gsLst>
                <a:gs pos="0">
                  <a:srgbClr val="84B6E4">
                    <a:alpha val="32968"/>
                  </a:srgbClr>
                </a:gs>
                <a:gs pos="14286">
                  <a:srgbClr val="84B6E4">
                    <a:alpha val="30764"/>
                  </a:srgbClr>
                </a:gs>
                <a:gs pos="28571">
                  <a:srgbClr val="84B6E4">
                    <a:alpha val="24833"/>
                  </a:srgbClr>
                </a:gs>
                <a:gs pos="42857">
                  <a:srgbClr val="84B6E4">
                    <a:alpha val="17075"/>
                  </a:srgbClr>
                </a:gs>
                <a:gs pos="57143">
                  <a:srgbClr val="84B6E4">
                    <a:alpha val="9855"/>
                  </a:srgbClr>
                </a:gs>
                <a:gs pos="71429">
                  <a:srgbClr val="84B6E4">
                    <a:alpha val="4740"/>
                  </a:srgbClr>
                </a:gs>
                <a:gs pos="85714">
                  <a:srgbClr val="84B6E4">
                    <a:alpha val="1902"/>
                  </a:srgbClr>
                </a:gs>
                <a:gs pos="100000">
                  <a:srgbClr val="84B6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3935850">
              <a:off x="666367" y="1354713"/>
              <a:ext cx="290365" cy="150257"/>
            </a:xfrm>
            <a:prstGeom prst="ellipse">
              <a:avLst/>
            </a:prstGeom>
            <a:gradFill>
              <a:gsLst>
                <a:gs pos="0">
                  <a:srgbClr val="FFFFB2">
                    <a:alpha val="32968"/>
                  </a:srgbClr>
                </a:gs>
                <a:gs pos="14286">
                  <a:srgbClr val="FFFFB2">
                    <a:alpha val="30764"/>
                  </a:srgbClr>
                </a:gs>
                <a:gs pos="28571">
                  <a:srgbClr val="FFFFB2">
                    <a:alpha val="24833"/>
                  </a:srgbClr>
                </a:gs>
                <a:gs pos="42857">
                  <a:srgbClr val="FFFFB2">
                    <a:alpha val="17075"/>
                  </a:srgbClr>
                </a:gs>
                <a:gs pos="57143">
                  <a:srgbClr val="FFFFB2">
                    <a:alpha val="9855"/>
                  </a:srgbClr>
                </a:gs>
                <a:gs pos="71429">
                  <a:srgbClr val="FFFFB2">
                    <a:alpha val="4740"/>
                  </a:srgbClr>
                </a:gs>
                <a:gs pos="85714">
                  <a:srgbClr val="FFFFB2">
                    <a:alpha val="1902"/>
                  </a:srgbClr>
                </a:gs>
                <a:gs pos="100000">
                  <a:srgbClr val="FFFF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-9260425">
              <a:off x="953613" y="640594"/>
              <a:ext cx="379870" cy="124834"/>
            </a:xfrm>
            <a:prstGeom prst="ellipse">
              <a:avLst/>
            </a:prstGeom>
            <a:gradFill>
              <a:gsLst>
                <a:gs pos="0">
                  <a:srgbClr val="65E4FF">
                    <a:alpha val="20238"/>
                  </a:srgbClr>
                </a:gs>
                <a:gs pos="14286">
                  <a:srgbClr val="65E4FF">
                    <a:alpha val="18766"/>
                  </a:srgbClr>
                </a:gs>
                <a:gs pos="28571">
                  <a:srgbClr val="65E4FF">
                    <a:alpha val="14902"/>
                  </a:srgbClr>
                </a:gs>
                <a:gs pos="42857">
                  <a:srgbClr val="65E4FF">
                    <a:alpha val="10044"/>
                  </a:srgbClr>
                </a:gs>
                <a:gs pos="57143">
                  <a:srgbClr val="65E4FF">
                    <a:alpha val="5696"/>
                  </a:srgbClr>
                </a:gs>
                <a:gs pos="71429">
                  <a:srgbClr val="65E4FF">
                    <a:alpha val="2708"/>
                  </a:srgbClr>
                </a:gs>
                <a:gs pos="85714">
                  <a:srgbClr val="65E4FF">
                    <a:alpha val="1080"/>
                  </a:srgbClr>
                </a:gs>
                <a:gs pos="100000">
                  <a:srgbClr val="65E4FF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5400000">
              <a:off x="2269006" y="981949"/>
              <a:ext cx="59524" cy="59524"/>
            </a:xfrm>
            <a:prstGeom prst="ellipse">
              <a:avLst/>
            </a:prstGeom>
            <a:gradFill>
              <a:gsLst>
                <a:gs pos="0">
                  <a:srgbClr val="A0A676">
                    <a:alpha val="13971"/>
                  </a:srgbClr>
                </a:gs>
                <a:gs pos="14286">
                  <a:srgbClr val="A0A676">
                    <a:alpha val="12918"/>
                  </a:srgbClr>
                </a:gs>
                <a:gs pos="28571">
                  <a:srgbClr val="A0A676">
                    <a:alpha val="10183"/>
                  </a:srgbClr>
                </a:gs>
                <a:gs pos="42857">
                  <a:srgbClr val="A0A676">
                    <a:alpha val="6802"/>
                  </a:srgbClr>
                </a:gs>
                <a:gs pos="57143">
                  <a:srgbClr val="A0A676">
                    <a:alpha val="3828"/>
                  </a:srgbClr>
                </a:gs>
                <a:gs pos="71429">
                  <a:srgbClr val="A0A676">
                    <a:alpha val="1811"/>
                  </a:srgbClr>
                </a:gs>
                <a:gs pos="85714">
                  <a:srgbClr val="A0A676">
                    <a:alpha val="720"/>
                  </a:srgbClr>
                </a:gs>
                <a:gs pos="100000">
                  <a:srgbClr val="A0A676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2948015">
              <a:off x="1487195" y="949826"/>
              <a:ext cx="473264" cy="287099"/>
            </a:xfrm>
            <a:prstGeom prst="ellipse">
              <a:avLst/>
            </a:prstGeom>
            <a:gradFill>
              <a:gsLst>
                <a:gs pos="0">
                  <a:srgbClr val="00F3FF">
                    <a:alpha val="20928"/>
                  </a:srgbClr>
                </a:gs>
                <a:gs pos="14286">
                  <a:srgbClr val="00F3FF">
                    <a:alpha val="19412"/>
                  </a:srgbClr>
                </a:gs>
                <a:gs pos="28571">
                  <a:srgbClr val="00F3FF">
                    <a:alpha val="15429"/>
                  </a:srgbClr>
                </a:gs>
                <a:gs pos="42857">
                  <a:srgbClr val="00F3FF">
                    <a:alpha val="10409"/>
                  </a:srgbClr>
                </a:gs>
                <a:gs pos="57143">
                  <a:srgbClr val="00F3FF">
                    <a:alpha val="5909"/>
                  </a:srgbClr>
                </a:gs>
                <a:gs pos="71429">
                  <a:srgbClr val="00F3FF">
                    <a:alpha val="2811"/>
                  </a:srgbClr>
                </a:gs>
                <a:gs pos="85714">
                  <a:srgbClr val="00F3FF">
                    <a:alpha val="1121"/>
                  </a:srgbClr>
                </a:gs>
                <a:gs pos="100000">
                  <a:srgbClr val="00F3FF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10563677">
              <a:off x="1147158" y="924885"/>
              <a:ext cx="132221" cy="36701"/>
            </a:xfrm>
            <a:prstGeom prst="ellipse">
              <a:avLst/>
            </a:prstGeom>
            <a:gradFill>
              <a:gsLst>
                <a:gs pos="0">
                  <a:srgbClr val="E0FBFF">
                    <a:alpha val="32968"/>
                  </a:srgbClr>
                </a:gs>
                <a:gs pos="14286">
                  <a:srgbClr val="E0FBFF">
                    <a:alpha val="30764"/>
                  </a:srgbClr>
                </a:gs>
                <a:gs pos="28571">
                  <a:srgbClr val="E0FBFF">
                    <a:alpha val="24833"/>
                  </a:srgbClr>
                </a:gs>
                <a:gs pos="42857">
                  <a:srgbClr val="E0FBFF">
                    <a:alpha val="17075"/>
                  </a:srgbClr>
                </a:gs>
                <a:gs pos="57143">
                  <a:srgbClr val="E0FBFF">
                    <a:alpha val="9855"/>
                  </a:srgbClr>
                </a:gs>
                <a:gs pos="71429">
                  <a:srgbClr val="E0FBFF">
                    <a:alpha val="4740"/>
                  </a:srgbClr>
                </a:gs>
                <a:gs pos="85714">
                  <a:srgbClr val="E0FBFF">
                    <a:alpha val="1902"/>
                  </a:srgbClr>
                </a:gs>
                <a:gs pos="100000">
                  <a:srgbClr val="E0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8928178">
              <a:off x="1823316" y="557947"/>
              <a:ext cx="435897" cy="206911"/>
            </a:xfrm>
            <a:prstGeom prst="ellipse">
              <a:avLst/>
            </a:prstGeom>
            <a:gradFill>
              <a:gsLst>
                <a:gs pos="0">
                  <a:srgbClr val="00FEFF">
                    <a:alpha val="32968"/>
                  </a:srgbClr>
                </a:gs>
                <a:gs pos="14286">
                  <a:srgbClr val="00FEFF">
                    <a:alpha val="30764"/>
                  </a:srgbClr>
                </a:gs>
                <a:gs pos="28571">
                  <a:srgbClr val="00FEFF">
                    <a:alpha val="24833"/>
                  </a:srgbClr>
                </a:gs>
                <a:gs pos="42857">
                  <a:srgbClr val="00FEFF">
                    <a:alpha val="17075"/>
                  </a:srgbClr>
                </a:gs>
                <a:gs pos="57143">
                  <a:srgbClr val="00FEFF">
                    <a:alpha val="9855"/>
                  </a:srgbClr>
                </a:gs>
                <a:gs pos="71429">
                  <a:srgbClr val="00FEFF">
                    <a:alpha val="4740"/>
                  </a:srgbClr>
                </a:gs>
                <a:gs pos="85714">
                  <a:srgbClr val="00FEFF">
                    <a:alpha val="1902"/>
                  </a:srgbClr>
                </a:gs>
                <a:gs pos="100000">
                  <a:srgbClr val="00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5400000">
              <a:off x="1331550" y="792374"/>
              <a:ext cx="59179" cy="59179"/>
            </a:xfrm>
            <a:prstGeom prst="ellipse">
              <a:avLst/>
            </a:prstGeom>
            <a:gradFill>
              <a:gsLst>
                <a:gs pos="0">
                  <a:srgbClr val="498EAC">
                    <a:alpha val="14063"/>
                  </a:srgbClr>
                </a:gs>
                <a:gs pos="14286">
                  <a:srgbClr val="498EAC">
                    <a:alpha val="13004"/>
                  </a:srgbClr>
                </a:gs>
                <a:gs pos="28571">
                  <a:srgbClr val="498EAC">
                    <a:alpha val="10252"/>
                  </a:srgbClr>
                </a:gs>
                <a:gs pos="42857">
                  <a:srgbClr val="498EAC">
                    <a:alpha val="6849"/>
                  </a:srgbClr>
                </a:gs>
                <a:gs pos="57143">
                  <a:srgbClr val="498EAC">
                    <a:alpha val="3855"/>
                  </a:srgbClr>
                </a:gs>
                <a:gs pos="71429">
                  <a:srgbClr val="498EAC">
                    <a:alpha val="1823"/>
                  </a:srgbClr>
                </a:gs>
                <a:gs pos="85714">
                  <a:srgbClr val="498EAC">
                    <a:alpha val="725"/>
                  </a:srgbClr>
                </a:gs>
                <a:gs pos="100000">
                  <a:srgbClr val="498EAC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5400000">
              <a:off x="1446229" y="1523866"/>
              <a:ext cx="59720" cy="59720"/>
            </a:xfrm>
            <a:prstGeom prst="ellipse">
              <a:avLst/>
            </a:prstGeom>
            <a:gradFill>
              <a:gsLst>
                <a:gs pos="0">
                  <a:srgbClr val="757796">
                    <a:alpha val="13919"/>
                  </a:srgbClr>
                </a:gs>
                <a:gs pos="14286">
                  <a:srgbClr val="757796">
                    <a:alpha val="12869"/>
                  </a:srgbClr>
                </a:gs>
                <a:gs pos="28571">
                  <a:srgbClr val="757796">
                    <a:alpha val="10144"/>
                  </a:srgbClr>
                </a:gs>
                <a:gs pos="42857">
                  <a:srgbClr val="757796">
                    <a:alpha val="6775"/>
                  </a:srgbClr>
                </a:gs>
                <a:gs pos="57143">
                  <a:srgbClr val="757796">
                    <a:alpha val="3813"/>
                  </a:srgbClr>
                </a:gs>
                <a:gs pos="71429">
                  <a:srgbClr val="757796">
                    <a:alpha val="1803"/>
                  </a:srgbClr>
                </a:gs>
                <a:gs pos="85714">
                  <a:srgbClr val="757796">
                    <a:alpha val="717"/>
                  </a:srgbClr>
                </a:gs>
                <a:gs pos="100000">
                  <a:srgbClr val="757796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7900964">
              <a:off x="582194" y="990917"/>
              <a:ext cx="185747" cy="47492"/>
            </a:xfrm>
            <a:prstGeom prst="ellipse">
              <a:avLst/>
            </a:prstGeom>
            <a:gradFill>
              <a:gsLst>
                <a:gs pos="0">
                  <a:srgbClr val="7CEAF4">
                    <a:alpha val="32968"/>
                  </a:srgbClr>
                </a:gs>
                <a:gs pos="14286">
                  <a:srgbClr val="7CEAF4">
                    <a:alpha val="30764"/>
                  </a:srgbClr>
                </a:gs>
                <a:gs pos="28571">
                  <a:srgbClr val="7CEAF4">
                    <a:alpha val="24833"/>
                  </a:srgbClr>
                </a:gs>
                <a:gs pos="42857">
                  <a:srgbClr val="7CEAF4">
                    <a:alpha val="17075"/>
                  </a:srgbClr>
                </a:gs>
                <a:gs pos="57143">
                  <a:srgbClr val="7CEAF4">
                    <a:alpha val="9855"/>
                  </a:srgbClr>
                </a:gs>
                <a:gs pos="71429">
                  <a:srgbClr val="7CEAF4">
                    <a:alpha val="4740"/>
                  </a:srgbClr>
                </a:gs>
                <a:gs pos="85714">
                  <a:srgbClr val="7CEAF4">
                    <a:alpha val="1902"/>
                  </a:srgbClr>
                </a:gs>
                <a:gs pos="100000">
                  <a:srgbClr val="7CEA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-8582427">
              <a:off x="1290121" y="1151275"/>
              <a:ext cx="280954" cy="55852"/>
            </a:xfrm>
            <a:prstGeom prst="ellipse">
              <a:avLst/>
            </a:prstGeom>
            <a:gradFill>
              <a:gsLst>
                <a:gs pos="0">
                  <a:srgbClr val="9DFFFF">
                    <a:alpha val="32968"/>
                  </a:srgbClr>
                </a:gs>
                <a:gs pos="14286">
                  <a:srgbClr val="9DFFFF">
                    <a:alpha val="30764"/>
                  </a:srgbClr>
                </a:gs>
                <a:gs pos="28571">
                  <a:srgbClr val="9DFFFF">
                    <a:alpha val="24833"/>
                  </a:srgbClr>
                </a:gs>
                <a:gs pos="42857">
                  <a:srgbClr val="9DFFFF">
                    <a:alpha val="17075"/>
                  </a:srgbClr>
                </a:gs>
                <a:gs pos="57143">
                  <a:srgbClr val="9DFFFF">
                    <a:alpha val="9855"/>
                  </a:srgbClr>
                </a:gs>
                <a:gs pos="71429">
                  <a:srgbClr val="9DFFFF">
                    <a:alpha val="4740"/>
                  </a:srgbClr>
                </a:gs>
                <a:gs pos="85714">
                  <a:srgbClr val="9DFFFF">
                    <a:alpha val="1902"/>
                  </a:srgbClr>
                </a:gs>
                <a:gs pos="100000">
                  <a:srgbClr val="9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9676311">
              <a:off x="1675213" y="866436"/>
              <a:ext cx="175612" cy="23403"/>
            </a:xfrm>
            <a:prstGeom prst="ellipse">
              <a:avLst/>
            </a:prstGeom>
            <a:gradFill>
              <a:gsLst>
                <a:gs pos="0">
                  <a:srgbClr val="BBFFE7">
                    <a:alpha val="32968"/>
                  </a:srgbClr>
                </a:gs>
                <a:gs pos="14286">
                  <a:srgbClr val="BBFFE7">
                    <a:alpha val="30764"/>
                  </a:srgbClr>
                </a:gs>
                <a:gs pos="28571">
                  <a:srgbClr val="BBFFE7">
                    <a:alpha val="24833"/>
                  </a:srgbClr>
                </a:gs>
                <a:gs pos="42857">
                  <a:srgbClr val="BBFFE7">
                    <a:alpha val="17075"/>
                  </a:srgbClr>
                </a:gs>
                <a:gs pos="57143">
                  <a:srgbClr val="BBFFE7">
                    <a:alpha val="9855"/>
                  </a:srgbClr>
                </a:gs>
                <a:gs pos="71429">
                  <a:srgbClr val="BBFFE7">
                    <a:alpha val="4740"/>
                  </a:srgbClr>
                </a:gs>
                <a:gs pos="85714">
                  <a:srgbClr val="BBFFE7">
                    <a:alpha val="1902"/>
                  </a:srgbClr>
                </a:gs>
                <a:gs pos="100000">
                  <a:srgbClr val="BB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-9261705">
              <a:off x="1300417" y="1292581"/>
              <a:ext cx="520785" cy="58419"/>
            </a:xfrm>
            <a:prstGeom prst="ellipse">
              <a:avLst/>
            </a:prstGeom>
            <a:gradFill>
              <a:gsLst>
                <a:gs pos="0">
                  <a:srgbClr val="D2FFFF">
                    <a:alpha val="32968"/>
                  </a:srgbClr>
                </a:gs>
                <a:gs pos="14286">
                  <a:srgbClr val="D2FFFF">
                    <a:alpha val="30764"/>
                  </a:srgbClr>
                </a:gs>
                <a:gs pos="28571">
                  <a:srgbClr val="D2FFFF">
                    <a:alpha val="24833"/>
                  </a:srgbClr>
                </a:gs>
                <a:gs pos="42857">
                  <a:srgbClr val="D2FFFF">
                    <a:alpha val="17075"/>
                  </a:srgbClr>
                </a:gs>
                <a:gs pos="57143">
                  <a:srgbClr val="D2FFFF">
                    <a:alpha val="9855"/>
                  </a:srgbClr>
                </a:gs>
                <a:gs pos="71429">
                  <a:srgbClr val="D2FFFF">
                    <a:alpha val="4740"/>
                  </a:srgbClr>
                </a:gs>
                <a:gs pos="85714">
                  <a:srgbClr val="D2FFFF">
                    <a:alpha val="1902"/>
                  </a:srgbClr>
                </a:gs>
                <a:gs pos="100000">
                  <a:srgbClr val="D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10568490">
              <a:off x="2017504" y="992790"/>
              <a:ext cx="715854" cy="223604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5400000">
              <a:off x="1662690" y="718293"/>
              <a:ext cx="61910" cy="61910"/>
            </a:xfrm>
            <a:prstGeom prst="ellipse">
              <a:avLst/>
            </a:prstGeom>
            <a:gradFill>
              <a:gsLst>
                <a:gs pos="0">
                  <a:srgbClr val="69A3C9">
                    <a:alpha val="13330"/>
                  </a:srgbClr>
                </a:gs>
                <a:gs pos="14286">
                  <a:srgbClr val="69A3C9">
                    <a:alpha val="12321"/>
                  </a:srgbClr>
                </a:gs>
                <a:gs pos="28571">
                  <a:srgbClr val="69A3C9">
                    <a:alpha val="9706"/>
                  </a:srgbClr>
                </a:gs>
                <a:gs pos="42857">
                  <a:srgbClr val="69A3C9">
                    <a:alpha val="6477"/>
                  </a:srgbClr>
                </a:gs>
                <a:gs pos="57143">
                  <a:srgbClr val="69A3C9">
                    <a:alpha val="3643"/>
                  </a:srgbClr>
                </a:gs>
                <a:gs pos="71429">
                  <a:srgbClr val="69A3C9">
                    <a:alpha val="1722"/>
                  </a:srgbClr>
                </a:gs>
                <a:gs pos="85714">
                  <a:srgbClr val="69A3C9">
                    <a:alpha val="684"/>
                  </a:srgbClr>
                </a:gs>
                <a:gs pos="100000">
                  <a:srgbClr val="69A3C9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7690117">
              <a:off x="1025330" y="1393806"/>
              <a:ext cx="394698" cy="218350"/>
            </a:xfrm>
            <a:prstGeom prst="ellipse">
              <a:avLst/>
            </a:prstGeom>
            <a:gradFill>
              <a:gsLst>
                <a:gs pos="0">
                  <a:srgbClr val="00004D">
                    <a:alpha val="32968"/>
                  </a:srgbClr>
                </a:gs>
                <a:gs pos="14286">
                  <a:srgbClr val="00004D">
                    <a:alpha val="30764"/>
                  </a:srgbClr>
                </a:gs>
                <a:gs pos="28571">
                  <a:srgbClr val="00004D">
                    <a:alpha val="24833"/>
                  </a:srgbClr>
                </a:gs>
                <a:gs pos="42857">
                  <a:srgbClr val="00004D">
                    <a:alpha val="17075"/>
                  </a:srgbClr>
                </a:gs>
                <a:gs pos="57143">
                  <a:srgbClr val="00004D">
                    <a:alpha val="9855"/>
                  </a:srgbClr>
                </a:gs>
                <a:gs pos="71429">
                  <a:srgbClr val="00004D">
                    <a:alpha val="4740"/>
                  </a:srgbClr>
                </a:gs>
                <a:gs pos="85714">
                  <a:srgbClr val="00004D">
                    <a:alpha val="1902"/>
                  </a:srgbClr>
                </a:gs>
                <a:gs pos="100000">
                  <a:srgbClr val="0000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-9950705">
              <a:off x="1291270" y="1188067"/>
              <a:ext cx="427216" cy="39737"/>
            </a:xfrm>
            <a:prstGeom prst="ellipse">
              <a:avLst/>
            </a:prstGeom>
            <a:gradFill>
              <a:gsLst>
                <a:gs pos="0">
                  <a:srgbClr val="000093">
                    <a:alpha val="32968"/>
                  </a:srgbClr>
                </a:gs>
                <a:gs pos="14286">
                  <a:srgbClr val="000093">
                    <a:alpha val="30764"/>
                  </a:srgbClr>
                </a:gs>
                <a:gs pos="28571">
                  <a:srgbClr val="000093">
                    <a:alpha val="24833"/>
                  </a:srgbClr>
                </a:gs>
                <a:gs pos="42857">
                  <a:srgbClr val="000093">
                    <a:alpha val="17075"/>
                  </a:srgbClr>
                </a:gs>
                <a:gs pos="57143">
                  <a:srgbClr val="000093">
                    <a:alpha val="9855"/>
                  </a:srgbClr>
                </a:gs>
                <a:gs pos="71429">
                  <a:srgbClr val="000093">
                    <a:alpha val="4740"/>
                  </a:srgbClr>
                </a:gs>
                <a:gs pos="85714">
                  <a:srgbClr val="000093">
                    <a:alpha val="1902"/>
                  </a:srgbClr>
                </a:gs>
                <a:gs pos="100000">
                  <a:srgbClr val="0000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-8549811">
              <a:off x="1213985" y="754546"/>
              <a:ext cx="357285" cy="180313"/>
            </a:xfrm>
            <a:prstGeom prst="ellipse">
              <a:avLst/>
            </a:prstGeom>
            <a:gradFill>
              <a:gsLst>
                <a:gs pos="0">
                  <a:srgbClr val="00FFFA">
                    <a:alpha val="16940"/>
                  </a:srgbClr>
                </a:gs>
                <a:gs pos="14286">
                  <a:srgbClr val="00FFFA">
                    <a:alpha val="15684"/>
                  </a:srgbClr>
                </a:gs>
                <a:gs pos="28571">
                  <a:srgbClr val="00FFFA">
                    <a:alpha val="12406"/>
                  </a:srgbClr>
                </a:gs>
                <a:gs pos="42857">
                  <a:srgbClr val="00FFFA">
                    <a:alpha val="8322"/>
                  </a:srgbClr>
                </a:gs>
                <a:gs pos="57143">
                  <a:srgbClr val="00FFFA">
                    <a:alpha val="4700"/>
                  </a:srgbClr>
                </a:gs>
                <a:gs pos="71429">
                  <a:srgbClr val="00FFFA">
                    <a:alpha val="2228"/>
                  </a:srgbClr>
                </a:gs>
                <a:gs pos="85714">
                  <a:srgbClr val="00FFFA">
                    <a:alpha val="887"/>
                  </a:srgbClr>
                </a:gs>
                <a:gs pos="100000">
                  <a:srgbClr val="00FFFA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-10610424">
              <a:off x="1355576" y="1079329"/>
              <a:ext cx="274329" cy="24317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10354548">
              <a:off x="1272323" y="1454244"/>
              <a:ext cx="351818" cy="58988"/>
            </a:xfrm>
            <a:prstGeom prst="ellipse">
              <a:avLst/>
            </a:prstGeom>
            <a:gradFill>
              <a:gsLst>
                <a:gs pos="0">
                  <a:srgbClr val="280000">
                    <a:alpha val="32968"/>
                  </a:srgbClr>
                </a:gs>
                <a:gs pos="14286">
                  <a:srgbClr val="280000">
                    <a:alpha val="30764"/>
                  </a:srgbClr>
                </a:gs>
                <a:gs pos="28571">
                  <a:srgbClr val="280000">
                    <a:alpha val="24833"/>
                  </a:srgbClr>
                </a:gs>
                <a:gs pos="42857">
                  <a:srgbClr val="280000">
                    <a:alpha val="17075"/>
                  </a:srgbClr>
                </a:gs>
                <a:gs pos="57143">
                  <a:srgbClr val="280000">
                    <a:alpha val="9855"/>
                  </a:srgbClr>
                </a:gs>
                <a:gs pos="71429">
                  <a:srgbClr val="280000">
                    <a:alpha val="4740"/>
                  </a:srgbClr>
                </a:gs>
                <a:gs pos="85714">
                  <a:srgbClr val="280000">
                    <a:alpha val="1902"/>
                  </a:srgbClr>
                </a:gs>
                <a:gs pos="100000">
                  <a:srgbClr val="2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10147699">
              <a:off x="1748200" y="574168"/>
              <a:ext cx="421667" cy="339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-9587920">
              <a:off x="2157323" y="640869"/>
              <a:ext cx="284285" cy="37570"/>
            </a:xfrm>
            <a:prstGeom prst="ellipse">
              <a:avLst/>
            </a:prstGeom>
            <a:gradFill>
              <a:gsLst>
                <a:gs pos="0">
                  <a:srgbClr val="270000">
                    <a:alpha val="32968"/>
                  </a:srgbClr>
                </a:gs>
                <a:gs pos="14286">
                  <a:srgbClr val="270000">
                    <a:alpha val="30764"/>
                  </a:srgbClr>
                </a:gs>
                <a:gs pos="28571">
                  <a:srgbClr val="270000">
                    <a:alpha val="24833"/>
                  </a:srgbClr>
                </a:gs>
                <a:gs pos="42857">
                  <a:srgbClr val="270000">
                    <a:alpha val="17075"/>
                  </a:srgbClr>
                </a:gs>
                <a:gs pos="57143">
                  <a:srgbClr val="270000">
                    <a:alpha val="9855"/>
                  </a:srgbClr>
                </a:gs>
                <a:gs pos="71429">
                  <a:srgbClr val="270000">
                    <a:alpha val="4740"/>
                  </a:srgbClr>
                </a:gs>
                <a:gs pos="85714">
                  <a:srgbClr val="270000">
                    <a:alpha val="1902"/>
                  </a:srgbClr>
                </a:gs>
                <a:gs pos="100000">
                  <a:srgbClr val="2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9588116">
              <a:off x="807586" y="1554546"/>
              <a:ext cx="272010" cy="96215"/>
            </a:xfrm>
            <a:prstGeom prst="ellipse">
              <a:avLst/>
            </a:prstGeom>
            <a:gradFill>
              <a:gsLst>
                <a:gs pos="0">
                  <a:srgbClr val="F6FDFF">
                    <a:alpha val="32968"/>
                  </a:srgbClr>
                </a:gs>
                <a:gs pos="14286">
                  <a:srgbClr val="F6FDFF">
                    <a:alpha val="30764"/>
                  </a:srgbClr>
                </a:gs>
                <a:gs pos="28571">
                  <a:srgbClr val="F6FDFF">
                    <a:alpha val="24833"/>
                  </a:srgbClr>
                </a:gs>
                <a:gs pos="42857">
                  <a:srgbClr val="F6FDFF">
                    <a:alpha val="17075"/>
                  </a:srgbClr>
                </a:gs>
                <a:gs pos="57143">
                  <a:srgbClr val="F6FDFF">
                    <a:alpha val="9855"/>
                  </a:srgbClr>
                </a:gs>
                <a:gs pos="71429">
                  <a:srgbClr val="F6FDFF">
                    <a:alpha val="4740"/>
                  </a:srgbClr>
                </a:gs>
                <a:gs pos="85714">
                  <a:srgbClr val="F6FDFF">
                    <a:alpha val="1902"/>
                  </a:srgbClr>
                </a:gs>
                <a:gs pos="100000">
                  <a:srgbClr val="F6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-9348726">
              <a:off x="1254039" y="1834150"/>
              <a:ext cx="562740" cy="237622"/>
            </a:xfrm>
            <a:prstGeom prst="ellipse">
              <a:avLst/>
            </a:prstGeom>
            <a:gradFill>
              <a:gsLst>
                <a:gs pos="0">
                  <a:srgbClr val="B21C05">
                    <a:alpha val="22549"/>
                  </a:srgbClr>
                </a:gs>
                <a:gs pos="14286">
                  <a:srgbClr val="B21C05">
                    <a:alpha val="20932"/>
                  </a:srgbClr>
                </a:gs>
                <a:gs pos="28571">
                  <a:srgbClr val="B21C05">
                    <a:alpha val="16670"/>
                  </a:srgbClr>
                </a:gs>
                <a:gs pos="42857">
                  <a:srgbClr val="B21C05">
                    <a:alpha val="11274"/>
                  </a:srgbClr>
                </a:gs>
                <a:gs pos="57143">
                  <a:srgbClr val="B21C05">
                    <a:alpha val="6413"/>
                  </a:srgbClr>
                </a:gs>
                <a:gs pos="71429">
                  <a:srgbClr val="B21C05">
                    <a:alpha val="3055"/>
                  </a:srgbClr>
                </a:gs>
                <a:gs pos="85714">
                  <a:srgbClr val="B21C05">
                    <a:alpha val="1219"/>
                  </a:srgbClr>
                </a:gs>
                <a:gs pos="100000">
                  <a:srgbClr val="B21C05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5400000">
              <a:off x="1705471" y="1525003"/>
              <a:ext cx="59662" cy="59662"/>
            </a:xfrm>
            <a:prstGeom prst="ellipse">
              <a:avLst/>
            </a:prstGeom>
            <a:gradFill>
              <a:gsLst>
                <a:gs pos="0">
                  <a:srgbClr val="8483A3">
                    <a:alpha val="13934"/>
                  </a:srgbClr>
                </a:gs>
                <a:gs pos="14286">
                  <a:srgbClr val="8483A3">
                    <a:alpha val="12883"/>
                  </a:srgbClr>
                </a:gs>
                <a:gs pos="28571">
                  <a:srgbClr val="8483A3">
                    <a:alpha val="10155"/>
                  </a:srgbClr>
                </a:gs>
                <a:gs pos="42857">
                  <a:srgbClr val="8483A3">
                    <a:alpha val="6783"/>
                  </a:srgbClr>
                </a:gs>
                <a:gs pos="57143">
                  <a:srgbClr val="8483A3">
                    <a:alpha val="3817"/>
                  </a:srgbClr>
                </a:gs>
                <a:gs pos="71429">
                  <a:srgbClr val="8483A3">
                    <a:alpha val="1805"/>
                  </a:srgbClr>
                </a:gs>
                <a:gs pos="85714">
                  <a:srgbClr val="8483A3">
                    <a:alpha val="718"/>
                  </a:srgbClr>
                </a:gs>
                <a:gs pos="100000">
                  <a:srgbClr val="8483A3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10227166">
              <a:off x="1169666" y="1211808"/>
              <a:ext cx="295847" cy="87742"/>
            </a:xfrm>
            <a:prstGeom prst="ellipse">
              <a:avLst/>
            </a:prstGeom>
            <a:gradFill>
              <a:gsLst>
                <a:gs pos="0">
                  <a:srgbClr val="00002E">
                    <a:alpha val="32968"/>
                  </a:srgbClr>
                </a:gs>
                <a:gs pos="14286">
                  <a:srgbClr val="00002E">
                    <a:alpha val="30764"/>
                  </a:srgbClr>
                </a:gs>
                <a:gs pos="28571">
                  <a:srgbClr val="00002E">
                    <a:alpha val="24833"/>
                  </a:srgbClr>
                </a:gs>
                <a:gs pos="42857">
                  <a:srgbClr val="00002E">
                    <a:alpha val="17075"/>
                  </a:srgbClr>
                </a:gs>
                <a:gs pos="57143">
                  <a:srgbClr val="00002E">
                    <a:alpha val="9855"/>
                  </a:srgbClr>
                </a:gs>
                <a:gs pos="71429">
                  <a:srgbClr val="00002E">
                    <a:alpha val="4740"/>
                  </a:srgbClr>
                </a:gs>
                <a:gs pos="85714">
                  <a:srgbClr val="00002E">
                    <a:alpha val="1902"/>
                  </a:srgbClr>
                </a:gs>
                <a:gs pos="100000">
                  <a:srgbClr val="00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-10377353">
              <a:off x="1311649" y="2001862"/>
              <a:ext cx="688194" cy="299429"/>
            </a:xfrm>
            <a:prstGeom prst="ellipse">
              <a:avLst/>
            </a:prstGeom>
            <a:gradFill>
              <a:gsLst>
                <a:gs pos="0">
                  <a:srgbClr val="0000D7">
                    <a:alpha val="23786"/>
                  </a:srgbClr>
                </a:gs>
                <a:gs pos="14286">
                  <a:srgbClr val="0000D7">
                    <a:alpha val="22094"/>
                  </a:srgbClr>
                </a:gs>
                <a:gs pos="28571">
                  <a:srgbClr val="0000D7">
                    <a:alpha val="17622"/>
                  </a:srgbClr>
                </a:gs>
                <a:gs pos="42857">
                  <a:srgbClr val="0000D7">
                    <a:alpha val="11940"/>
                  </a:srgbClr>
                </a:gs>
                <a:gs pos="57143">
                  <a:srgbClr val="0000D7">
                    <a:alpha val="6803"/>
                  </a:srgbClr>
                </a:gs>
                <a:gs pos="71429">
                  <a:srgbClr val="0000D7">
                    <a:alpha val="3244"/>
                  </a:srgbClr>
                </a:gs>
                <a:gs pos="85714">
                  <a:srgbClr val="0000D7">
                    <a:alpha val="1296"/>
                  </a:srgbClr>
                </a:gs>
                <a:gs pos="100000">
                  <a:srgbClr val="0000D7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8354989">
              <a:off x="1799686" y="671711"/>
              <a:ext cx="259679" cy="48000"/>
            </a:xfrm>
            <a:prstGeom prst="ellipse">
              <a:avLst/>
            </a:prstGeom>
            <a:gradFill>
              <a:gsLst>
                <a:gs pos="0">
                  <a:srgbClr val="00004A">
                    <a:alpha val="32968"/>
                  </a:srgbClr>
                </a:gs>
                <a:gs pos="14286">
                  <a:srgbClr val="00004A">
                    <a:alpha val="30764"/>
                  </a:srgbClr>
                </a:gs>
                <a:gs pos="28571">
                  <a:srgbClr val="00004A">
                    <a:alpha val="24833"/>
                  </a:srgbClr>
                </a:gs>
                <a:gs pos="42857">
                  <a:srgbClr val="00004A">
                    <a:alpha val="17075"/>
                  </a:srgbClr>
                </a:gs>
                <a:gs pos="57143">
                  <a:srgbClr val="00004A">
                    <a:alpha val="9855"/>
                  </a:srgbClr>
                </a:gs>
                <a:gs pos="71429">
                  <a:srgbClr val="00004A">
                    <a:alpha val="4740"/>
                  </a:srgbClr>
                </a:gs>
                <a:gs pos="85714">
                  <a:srgbClr val="00004A">
                    <a:alpha val="1902"/>
                  </a:srgbClr>
                </a:gs>
                <a:gs pos="100000">
                  <a:srgbClr val="0000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-9510849">
              <a:off x="1308591" y="1101606"/>
              <a:ext cx="254400" cy="51433"/>
            </a:xfrm>
            <a:prstGeom prst="ellipse">
              <a:avLst/>
            </a:prstGeom>
            <a:gradFill>
              <a:gsLst>
                <a:gs pos="0">
                  <a:srgbClr val="34CFF1">
                    <a:alpha val="32968"/>
                  </a:srgbClr>
                </a:gs>
                <a:gs pos="14286">
                  <a:srgbClr val="34CFF1">
                    <a:alpha val="30764"/>
                  </a:srgbClr>
                </a:gs>
                <a:gs pos="28571">
                  <a:srgbClr val="34CFF1">
                    <a:alpha val="24833"/>
                  </a:srgbClr>
                </a:gs>
                <a:gs pos="42857">
                  <a:srgbClr val="34CFF1">
                    <a:alpha val="17075"/>
                  </a:srgbClr>
                </a:gs>
                <a:gs pos="57143">
                  <a:srgbClr val="34CFF1">
                    <a:alpha val="9855"/>
                  </a:srgbClr>
                </a:gs>
                <a:gs pos="71429">
                  <a:srgbClr val="34CFF1">
                    <a:alpha val="4740"/>
                  </a:srgbClr>
                </a:gs>
                <a:gs pos="85714">
                  <a:srgbClr val="34CFF1">
                    <a:alpha val="1902"/>
                  </a:srgbClr>
                </a:gs>
                <a:gs pos="100000">
                  <a:srgbClr val="34C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7765298">
              <a:off x="1772851" y="535271"/>
              <a:ext cx="370400" cy="86073"/>
            </a:xfrm>
            <a:prstGeom prst="ellipse">
              <a:avLst/>
            </a:prstGeom>
            <a:gradFill>
              <a:gsLst>
                <a:gs pos="0">
                  <a:srgbClr val="008AA9">
                    <a:alpha val="32968"/>
                  </a:srgbClr>
                </a:gs>
                <a:gs pos="14286">
                  <a:srgbClr val="008AA9">
                    <a:alpha val="30764"/>
                  </a:srgbClr>
                </a:gs>
                <a:gs pos="28571">
                  <a:srgbClr val="008AA9">
                    <a:alpha val="24833"/>
                  </a:srgbClr>
                </a:gs>
                <a:gs pos="42857">
                  <a:srgbClr val="008AA9">
                    <a:alpha val="17075"/>
                  </a:srgbClr>
                </a:gs>
                <a:gs pos="57143">
                  <a:srgbClr val="008AA9">
                    <a:alpha val="9855"/>
                  </a:srgbClr>
                </a:gs>
                <a:gs pos="71429">
                  <a:srgbClr val="008AA9">
                    <a:alpha val="4740"/>
                  </a:srgbClr>
                </a:gs>
                <a:gs pos="85714">
                  <a:srgbClr val="008AA9">
                    <a:alpha val="1902"/>
                  </a:srgbClr>
                </a:gs>
                <a:gs pos="100000">
                  <a:srgbClr val="008A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6910959">
              <a:off x="1396131" y="483842"/>
              <a:ext cx="243476" cy="129241"/>
            </a:xfrm>
            <a:prstGeom prst="ellipse">
              <a:avLst/>
            </a:prstGeom>
            <a:gradFill>
              <a:gsLst>
                <a:gs pos="0">
                  <a:srgbClr val="B9F1FF">
                    <a:alpha val="32968"/>
                  </a:srgbClr>
                </a:gs>
                <a:gs pos="14286">
                  <a:srgbClr val="B9F1FF">
                    <a:alpha val="30764"/>
                  </a:srgbClr>
                </a:gs>
                <a:gs pos="28571">
                  <a:srgbClr val="B9F1FF">
                    <a:alpha val="24833"/>
                  </a:srgbClr>
                </a:gs>
                <a:gs pos="42857">
                  <a:srgbClr val="B9F1FF">
                    <a:alpha val="17075"/>
                  </a:srgbClr>
                </a:gs>
                <a:gs pos="57143">
                  <a:srgbClr val="B9F1FF">
                    <a:alpha val="9855"/>
                  </a:srgbClr>
                </a:gs>
                <a:gs pos="71429">
                  <a:srgbClr val="B9F1FF">
                    <a:alpha val="4740"/>
                  </a:srgbClr>
                </a:gs>
                <a:gs pos="85714">
                  <a:srgbClr val="B9F1FF">
                    <a:alpha val="1902"/>
                  </a:srgbClr>
                </a:gs>
                <a:gs pos="100000">
                  <a:srgbClr val="B9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-9395387">
              <a:off x="714123" y="1463159"/>
              <a:ext cx="316814" cy="112350"/>
            </a:xfrm>
            <a:prstGeom prst="ellipse">
              <a:avLst/>
            </a:prstGeom>
            <a:gradFill>
              <a:gsLst>
                <a:gs pos="0">
                  <a:srgbClr val="F7FF00">
                    <a:alpha val="32651"/>
                  </a:srgbClr>
                </a:gs>
                <a:gs pos="14286">
                  <a:srgbClr val="F7FF00">
                    <a:alpha val="30463"/>
                  </a:srgbClr>
                </a:gs>
                <a:gs pos="28571">
                  <a:srgbClr val="F7FF00">
                    <a:alpha val="24579"/>
                  </a:srgbClr>
                </a:gs>
                <a:gs pos="42857">
                  <a:srgbClr val="F7FF00">
                    <a:alpha val="16892"/>
                  </a:srgbClr>
                </a:gs>
                <a:gs pos="57143">
                  <a:srgbClr val="F7FF00">
                    <a:alpha val="9744"/>
                  </a:srgbClr>
                </a:gs>
                <a:gs pos="71429">
                  <a:srgbClr val="F7FF00">
                    <a:alpha val="4686"/>
                  </a:srgbClr>
                </a:gs>
                <a:gs pos="85714">
                  <a:srgbClr val="F7FF00">
                    <a:alpha val="1880"/>
                  </a:srgbClr>
                </a:gs>
                <a:gs pos="100000">
                  <a:srgbClr val="F7FF00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-9310370">
              <a:off x="1472906" y="1257381"/>
              <a:ext cx="192693" cy="133828"/>
            </a:xfrm>
            <a:prstGeom prst="ellipse">
              <a:avLst/>
            </a:prstGeom>
            <a:gradFill>
              <a:gsLst>
                <a:gs pos="0">
                  <a:srgbClr val="76FFFF">
                    <a:alpha val="32968"/>
                  </a:srgbClr>
                </a:gs>
                <a:gs pos="14286">
                  <a:srgbClr val="76FFFF">
                    <a:alpha val="30764"/>
                  </a:srgbClr>
                </a:gs>
                <a:gs pos="28571">
                  <a:srgbClr val="76FFFF">
                    <a:alpha val="24833"/>
                  </a:srgbClr>
                </a:gs>
                <a:gs pos="42857">
                  <a:srgbClr val="76FFFF">
                    <a:alpha val="17075"/>
                  </a:srgbClr>
                </a:gs>
                <a:gs pos="57143">
                  <a:srgbClr val="76FFFF">
                    <a:alpha val="9855"/>
                  </a:srgbClr>
                </a:gs>
                <a:gs pos="71429">
                  <a:srgbClr val="76FFFF">
                    <a:alpha val="4740"/>
                  </a:srgbClr>
                </a:gs>
                <a:gs pos="85714">
                  <a:srgbClr val="76FFFF">
                    <a:alpha val="1902"/>
                  </a:srgbClr>
                </a:gs>
                <a:gs pos="100000">
                  <a:srgbClr val="7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9610097">
              <a:off x="1063410" y="674528"/>
              <a:ext cx="449501" cy="283536"/>
            </a:xfrm>
            <a:prstGeom prst="ellipse">
              <a:avLst/>
            </a:prstGeom>
            <a:gradFill>
              <a:gsLst>
                <a:gs pos="0">
                  <a:srgbClr val="007BC6">
                    <a:alpha val="32968"/>
                  </a:srgbClr>
                </a:gs>
                <a:gs pos="14286">
                  <a:srgbClr val="007BC6">
                    <a:alpha val="30764"/>
                  </a:srgbClr>
                </a:gs>
                <a:gs pos="28571">
                  <a:srgbClr val="007BC6">
                    <a:alpha val="24833"/>
                  </a:srgbClr>
                </a:gs>
                <a:gs pos="42857">
                  <a:srgbClr val="007BC6">
                    <a:alpha val="17075"/>
                  </a:srgbClr>
                </a:gs>
                <a:gs pos="57143">
                  <a:srgbClr val="007BC6">
                    <a:alpha val="9855"/>
                  </a:srgbClr>
                </a:gs>
                <a:gs pos="71429">
                  <a:srgbClr val="007BC6">
                    <a:alpha val="4740"/>
                  </a:srgbClr>
                </a:gs>
                <a:gs pos="85714">
                  <a:srgbClr val="007BC6">
                    <a:alpha val="1902"/>
                  </a:srgbClr>
                </a:gs>
                <a:gs pos="100000">
                  <a:srgbClr val="007B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-8587550">
              <a:off x="1386180" y="613566"/>
              <a:ext cx="306769" cy="71664"/>
            </a:xfrm>
            <a:prstGeom prst="ellipse">
              <a:avLst/>
            </a:prstGeom>
            <a:gradFill>
              <a:gsLst>
                <a:gs pos="0">
                  <a:srgbClr val="000078">
                    <a:alpha val="32968"/>
                  </a:srgbClr>
                </a:gs>
                <a:gs pos="14286">
                  <a:srgbClr val="000078">
                    <a:alpha val="30764"/>
                  </a:srgbClr>
                </a:gs>
                <a:gs pos="28571">
                  <a:srgbClr val="000078">
                    <a:alpha val="24833"/>
                  </a:srgbClr>
                </a:gs>
                <a:gs pos="42857">
                  <a:srgbClr val="000078">
                    <a:alpha val="17075"/>
                  </a:srgbClr>
                </a:gs>
                <a:gs pos="57143">
                  <a:srgbClr val="000078">
                    <a:alpha val="9855"/>
                  </a:srgbClr>
                </a:gs>
                <a:gs pos="71429">
                  <a:srgbClr val="000078">
                    <a:alpha val="4740"/>
                  </a:srgbClr>
                </a:gs>
                <a:gs pos="85714">
                  <a:srgbClr val="000078">
                    <a:alpha val="1902"/>
                  </a:srgbClr>
                </a:gs>
                <a:gs pos="100000">
                  <a:srgbClr val="0000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7872739">
              <a:off x="1859263" y="724377"/>
              <a:ext cx="575406" cy="360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-9548035">
              <a:off x="1315903" y="550815"/>
              <a:ext cx="279783" cy="50884"/>
            </a:xfrm>
            <a:prstGeom prst="ellipse">
              <a:avLst/>
            </a:prstGeom>
            <a:gradFill>
              <a:gsLst>
                <a:gs pos="0">
                  <a:srgbClr val="EDFFF4">
                    <a:alpha val="32968"/>
                  </a:srgbClr>
                </a:gs>
                <a:gs pos="14286">
                  <a:srgbClr val="EDFFF4">
                    <a:alpha val="30764"/>
                  </a:srgbClr>
                </a:gs>
                <a:gs pos="28571">
                  <a:srgbClr val="EDFFF4">
                    <a:alpha val="24833"/>
                  </a:srgbClr>
                </a:gs>
                <a:gs pos="42857">
                  <a:srgbClr val="EDFFF4">
                    <a:alpha val="17075"/>
                  </a:srgbClr>
                </a:gs>
                <a:gs pos="57143">
                  <a:srgbClr val="EDFFF4">
                    <a:alpha val="9855"/>
                  </a:srgbClr>
                </a:gs>
                <a:gs pos="71429">
                  <a:srgbClr val="EDFFF4">
                    <a:alpha val="4740"/>
                  </a:srgbClr>
                </a:gs>
                <a:gs pos="85714">
                  <a:srgbClr val="EDFFF4">
                    <a:alpha val="1902"/>
                  </a:srgbClr>
                </a:gs>
                <a:gs pos="100000">
                  <a:srgbClr val="ED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-10367568">
              <a:off x="1442861" y="1088090"/>
              <a:ext cx="213304" cy="24271"/>
            </a:xfrm>
            <a:prstGeom prst="ellipse">
              <a:avLst/>
            </a:prstGeom>
            <a:gradFill>
              <a:gsLst>
                <a:gs pos="0">
                  <a:srgbClr val="A0FFE9">
                    <a:alpha val="32968"/>
                  </a:srgbClr>
                </a:gs>
                <a:gs pos="14286">
                  <a:srgbClr val="A0FFE9">
                    <a:alpha val="30764"/>
                  </a:srgbClr>
                </a:gs>
                <a:gs pos="28571">
                  <a:srgbClr val="A0FFE9">
                    <a:alpha val="24833"/>
                  </a:srgbClr>
                </a:gs>
                <a:gs pos="42857">
                  <a:srgbClr val="A0FFE9">
                    <a:alpha val="17075"/>
                  </a:srgbClr>
                </a:gs>
                <a:gs pos="57143">
                  <a:srgbClr val="A0FFE9">
                    <a:alpha val="9855"/>
                  </a:srgbClr>
                </a:gs>
                <a:gs pos="71429">
                  <a:srgbClr val="A0FFE9">
                    <a:alpha val="4740"/>
                  </a:srgbClr>
                </a:gs>
                <a:gs pos="85714">
                  <a:srgbClr val="A0FFE9">
                    <a:alpha val="1902"/>
                  </a:srgbClr>
                </a:gs>
                <a:gs pos="100000">
                  <a:srgbClr val="A0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5400000">
              <a:off x="1920910" y="1722938"/>
              <a:ext cx="58618" cy="58618"/>
            </a:xfrm>
            <a:prstGeom prst="ellipse">
              <a:avLst/>
            </a:prstGeom>
            <a:gradFill>
              <a:gsLst>
                <a:gs pos="0">
                  <a:srgbClr val="9A91BC">
                    <a:alpha val="14214"/>
                  </a:srgbClr>
                </a:gs>
                <a:gs pos="14286">
                  <a:srgbClr val="9A91BC">
                    <a:alpha val="13143"/>
                  </a:srgbClr>
                </a:gs>
                <a:gs pos="28571">
                  <a:srgbClr val="9A91BC">
                    <a:alpha val="10364"/>
                  </a:srgbClr>
                </a:gs>
                <a:gs pos="42857">
                  <a:srgbClr val="9A91BC">
                    <a:alpha val="6925"/>
                  </a:srgbClr>
                </a:gs>
                <a:gs pos="57143">
                  <a:srgbClr val="9A91BC">
                    <a:alpha val="3898"/>
                  </a:srgbClr>
                </a:gs>
                <a:gs pos="71429">
                  <a:srgbClr val="9A91BC">
                    <a:alpha val="1844"/>
                  </a:srgbClr>
                </a:gs>
                <a:gs pos="85714">
                  <a:srgbClr val="9A91BC">
                    <a:alpha val="733"/>
                  </a:srgbClr>
                </a:gs>
                <a:gs pos="100000">
                  <a:srgbClr val="9A91BC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-8495362">
              <a:off x="1386347" y="1177026"/>
              <a:ext cx="260196" cy="54188"/>
            </a:xfrm>
            <a:prstGeom prst="ellipse">
              <a:avLst/>
            </a:prstGeom>
            <a:gradFill>
              <a:gsLst>
                <a:gs pos="0">
                  <a:srgbClr val="00FFFF">
                    <a:alpha val="4932"/>
                  </a:srgbClr>
                </a:gs>
                <a:gs pos="14286">
                  <a:srgbClr val="00FFFF">
                    <a:alpha val="4542"/>
                  </a:srgbClr>
                </a:gs>
                <a:gs pos="28571">
                  <a:srgbClr val="00FFFF">
                    <a:alpha val="3545"/>
                  </a:srgbClr>
                </a:gs>
                <a:gs pos="42857">
                  <a:srgbClr val="00FFFF">
                    <a:alpha val="2339"/>
                  </a:srgbClr>
                </a:gs>
                <a:gs pos="57143">
                  <a:srgbClr val="00FFFF">
                    <a:alpha val="1303"/>
                  </a:srgbClr>
                </a:gs>
                <a:gs pos="71429">
                  <a:srgbClr val="00FFFF">
                    <a:alpha val="612"/>
                  </a:srgbClr>
                </a:gs>
                <a:gs pos="85714">
                  <a:srgbClr val="00FFFF">
                    <a:alpha val="243"/>
                  </a:srgbClr>
                </a:gs>
                <a:gs pos="100000">
                  <a:srgbClr val="00FFFF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10669026">
              <a:off x="1226329" y="491875"/>
              <a:ext cx="462840" cy="52980"/>
            </a:xfrm>
            <a:prstGeom prst="ellipse">
              <a:avLst/>
            </a:prstGeom>
            <a:gradFill>
              <a:gsLst>
                <a:gs pos="0">
                  <a:srgbClr val="D3FFFF">
                    <a:alpha val="26793"/>
                  </a:srgbClr>
                </a:gs>
                <a:gs pos="14286">
                  <a:srgbClr val="D3FFFF">
                    <a:alpha val="24923"/>
                  </a:srgbClr>
                </a:gs>
                <a:gs pos="28571">
                  <a:srgbClr val="D3FFFF">
                    <a:alpha val="19954"/>
                  </a:srgbClr>
                </a:gs>
                <a:gs pos="42857">
                  <a:srgbClr val="D3FFFF">
                    <a:alpha val="13583"/>
                  </a:srgbClr>
                </a:gs>
                <a:gs pos="57143">
                  <a:srgbClr val="D3FFFF">
                    <a:alpha val="7771"/>
                  </a:srgbClr>
                </a:gs>
                <a:gs pos="71429">
                  <a:srgbClr val="D3FFFF">
                    <a:alpha val="3716"/>
                  </a:srgbClr>
                </a:gs>
                <a:gs pos="85714">
                  <a:srgbClr val="D3FFFF">
                    <a:alpha val="1486"/>
                  </a:srgbClr>
                </a:gs>
                <a:gs pos="100000">
                  <a:srgbClr val="D3FFFF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10440184">
              <a:off x="1529082" y="529816"/>
              <a:ext cx="697129" cy="60543"/>
            </a:xfrm>
            <a:prstGeom prst="ellipse">
              <a:avLst/>
            </a:prstGeom>
            <a:gradFill>
              <a:gsLst>
                <a:gs pos="0">
                  <a:srgbClr val="DFFFFE">
                    <a:alpha val="32968"/>
                  </a:srgbClr>
                </a:gs>
                <a:gs pos="14286">
                  <a:srgbClr val="DFFFFE">
                    <a:alpha val="30764"/>
                  </a:srgbClr>
                </a:gs>
                <a:gs pos="28571">
                  <a:srgbClr val="DFFFFE">
                    <a:alpha val="24833"/>
                  </a:srgbClr>
                </a:gs>
                <a:gs pos="42857">
                  <a:srgbClr val="DFFFFE">
                    <a:alpha val="17075"/>
                  </a:srgbClr>
                </a:gs>
                <a:gs pos="57143">
                  <a:srgbClr val="DFFFFE">
                    <a:alpha val="9855"/>
                  </a:srgbClr>
                </a:gs>
                <a:gs pos="71429">
                  <a:srgbClr val="DFFFFE">
                    <a:alpha val="4740"/>
                  </a:srgbClr>
                </a:gs>
                <a:gs pos="85714">
                  <a:srgbClr val="DFFFFE">
                    <a:alpha val="1902"/>
                  </a:srgbClr>
                </a:gs>
                <a:gs pos="100000">
                  <a:srgbClr val="D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6573326">
              <a:off x="1686382" y="1051465"/>
              <a:ext cx="453509" cy="448957"/>
            </a:xfrm>
            <a:prstGeom prst="ellipse">
              <a:avLst/>
            </a:prstGeom>
            <a:gradFill>
              <a:gsLst>
                <a:gs pos="0">
                  <a:srgbClr val="00A6DA">
                    <a:alpha val="3219"/>
                  </a:srgbClr>
                </a:gs>
                <a:gs pos="14286">
                  <a:srgbClr val="00A6DA">
                    <a:alpha val="2962"/>
                  </a:srgbClr>
                </a:gs>
                <a:gs pos="28571">
                  <a:srgbClr val="00A6DA">
                    <a:alpha val="2308"/>
                  </a:srgbClr>
                </a:gs>
                <a:gs pos="42857">
                  <a:srgbClr val="00A6DA">
                    <a:alpha val="1520"/>
                  </a:srgbClr>
                </a:gs>
                <a:gs pos="57143">
                  <a:srgbClr val="00A6DA">
                    <a:alpha val="845"/>
                  </a:srgbClr>
                </a:gs>
                <a:gs pos="71429">
                  <a:srgbClr val="00A6DA">
                    <a:alpha val="396"/>
                  </a:srgbClr>
                </a:gs>
                <a:gs pos="85714">
                  <a:srgbClr val="00A6DA">
                    <a:alpha val="157"/>
                  </a:srgbClr>
                </a:gs>
                <a:gs pos="100000">
                  <a:srgbClr val="00A6DA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6772984">
              <a:off x="1495508" y="342166"/>
              <a:ext cx="410844" cy="127009"/>
            </a:xfrm>
            <a:prstGeom prst="ellipse">
              <a:avLst/>
            </a:prstGeom>
            <a:gradFill>
              <a:gsLst>
                <a:gs pos="0">
                  <a:srgbClr val="F5FFFF">
                    <a:alpha val="32968"/>
                  </a:srgbClr>
                </a:gs>
                <a:gs pos="14286">
                  <a:srgbClr val="F5FFFF">
                    <a:alpha val="30764"/>
                  </a:srgbClr>
                </a:gs>
                <a:gs pos="28571">
                  <a:srgbClr val="F5FFFF">
                    <a:alpha val="24833"/>
                  </a:srgbClr>
                </a:gs>
                <a:gs pos="42857">
                  <a:srgbClr val="F5FFFF">
                    <a:alpha val="17075"/>
                  </a:srgbClr>
                </a:gs>
                <a:gs pos="57143">
                  <a:srgbClr val="F5FFFF">
                    <a:alpha val="9855"/>
                  </a:srgbClr>
                </a:gs>
                <a:gs pos="71429">
                  <a:srgbClr val="F5FFFF">
                    <a:alpha val="4740"/>
                  </a:srgbClr>
                </a:gs>
                <a:gs pos="85714">
                  <a:srgbClr val="F5FFFF">
                    <a:alpha val="1902"/>
                  </a:srgbClr>
                </a:gs>
                <a:gs pos="100000">
                  <a:srgbClr val="F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3980827">
              <a:off x="1923136" y="1524965"/>
              <a:ext cx="267311" cy="55645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9430426">
              <a:off x="981114" y="522983"/>
              <a:ext cx="530377" cy="56618"/>
            </a:xfrm>
            <a:prstGeom prst="ellipse">
              <a:avLst/>
            </a:prstGeom>
            <a:gradFill>
              <a:gsLst>
                <a:gs pos="0">
                  <a:srgbClr val="9FD3FF">
                    <a:alpha val="32968"/>
                  </a:srgbClr>
                </a:gs>
                <a:gs pos="14286">
                  <a:srgbClr val="9FD3FF">
                    <a:alpha val="30764"/>
                  </a:srgbClr>
                </a:gs>
                <a:gs pos="28571">
                  <a:srgbClr val="9FD3FF">
                    <a:alpha val="24833"/>
                  </a:srgbClr>
                </a:gs>
                <a:gs pos="42857">
                  <a:srgbClr val="9FD3FF">
                    <a:alpha val="17075"/>
                  </a:srgbClr>
                </a:gs>
                <a:gs pos="57143">
                  <a:srgbClr val="9FD3FF">
                    <a:alpha val="9855"/>
                  </a:srgbClr>
                </a:gs>
                <a:gs pos="71429">
                  <a:srgbClr val="9FD3FF">
                    <a:alpha val="4740"/>
                  </a:srgbClr>
                </a:gs>
                <a:gs pos="85714">
                  <a:srgbClr val="9FD3FF">
                    <a:alpha val="1902"/>
                  </a:srgbClr>
                </a:gs>
                <a:gs pos="100000">
                  <a:srgbClr val="9FD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5400000">
              <a:off x="2197620" y="919571"/>
              <a:ext cx="61778" cy="61778"/>
            </a:xfrm>
            <a:prstGeom prst="ellipse">
              <a:avLst/>
            </a:prstGeom>
            <a:gradFill>
              <a:gsLst>
                <a:gs pos="0">
                  <a:srgbClr val="9A734A">
                    <a:alpha val="13366"/>
                  </a:srgbClr>
                </a:gs>
                <a:gs pos="14286">
                  <a:srgbClr val="9A734A">
                    <a:alpha val="12354"/>
                  </a:srgbClr>
                </a:gs>
                <a:gs pos="28571">
                  <a:srgbClr val="9A734A">
                    <a:alpha val="9732"/>
                  </a:srgbClr>
                </a:gs>
                <a:gs pos="42857">
                  <a:srgbClr val="9A734A">
                    <a:alpha val="6495"/>
                  </a:srgbClr>
                </a:gs>
                <a:gs pos="57143">
                  <a:srgbClr val="9A734A">
                    <a:alpha val="3653"/>
                  </a:srgbClr>
                </a:gs>
                <a:gs pos="71429">
                  <a:srgbClr val="9A734A">
                    <a:alpha val="1727"/>
                  </a:srgbClr>
                </a:gs>
                <a:gs pos="85714">
                  <a:srgbClr val="9A734A">
                    <a:alpha val="686"/>
                  </a:srgbClr>
                </a:gs>
                <a:gs pos="100000">
                  <a:srgbClr val="9A734A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5400000">
              <a:off x="1292271" y="1413765"/>
              <a:ext cx="61813" cy="61813"/>
            </a:xfrm>
            <a:prstGeom prst="ellipse">
              <a:avLst/>
            </a:prstGeom>
            <a:gradFill>
              <a:gsLst>
                <a:gs pos="0">
                  <a:srgbClr val="767AAC">
                    <a:alpha val="13356"/>
                  </a:srgbClr>
                </a:gs>
                <a:gs pos="14286">
                  <a:srgbClr val="767AAC">
                    <a:alpha val="12346"/>
                  </a:srgbClr>
                </a:gs>
                <a:gs pos="28571">
                  <a:srgbClr val="767AAC">
                    <a:alpha val="9725"/>
                  </a:srgbClr>
                </a:gs>
                <a:gs pos="42857">
                  <a:srgbClr val="767AAC">
                    <a:alpha val="6491"/>
                  </a:srgbClr>
                </a:gs>
                <a:gs pos="57143">
                  <a:srgbClr val="767AAC">
                    <a:alpha val="3650"/>
                  </a:srgbClr>
                </a:gs>
                <a:gs pos="71429">
                  <a:srgbClr val="767AAC">
                    <a:alpha val="1726"/>
                  </a:srgbClr>
                </a:gs>
                <a:gs pos="85714">
                  <a:srgbClr val="767AAC">
                    <a:alpha val="686"/>
                  </a:srgbClr>
                </a:gs>
                <a:gs pos="100000">
                  <a:srgbClr val="767AAC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-10185824">
              <a:off x="1200826" y="1084362"/>
              <a:ext cx="790194" cy="54143"/>
            </a:xfrm>
            <a:prstGeom prst="ellipse">
              <a:avLst/>
            </a:prstGeom>
            <a:gradFill>
              <a:gsLst>
                <a:gs pos="0">
                  <a:srgbClr val="000095">
                    <a:alpha val="26417"/>
                  </a:srgbClr>
                </a:gs>
                <a:gs pos="14286">
                  <a:srgbClr val="000095">
                    <a:alpha val="24568"/>
                  </a:srgbClr>
                </a:gs>
                <a:gs pos="28571">
                  <a:srgbClr val="000095">
                    <a:alpha val="19661"/>
                  </a:srgbClr>
                </a:gs>
                <a:gs pos="42857">
                  <a:srgbClr val="000095">
                    <a:alpha val="13376"/>
                  </a:srgbClr>
                </a:gs>
                <a:gs pos="57143">
                  <a:srgbClr val="000095">
                    <a:alpha val="7648"/>
                  </a:srgbClr>
                </a:gs>
                <a:gs pos="71429">
                  <a:srgbClr val="000095">
                    <a:alpha val="3656"/>
                  </a:srgbClr>
                </a:gs>
                <a:gs pos="85714">
                  <a:srgbClr val="000095">
                    <a:alpha val="1462"/>
                  </a:srgbClr>
                </a:gs>
                <a:gs pos="100000">
                  <a:srgbClr val="000095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8051838">
              <a:off x="1283739" y="1374552"/>
              <a:ext cx="220871" cy="73806"/>
            </a:xfrm>
            <a:prstGeom prst="ellipse">
              <a:avLst/>
            </a:prstGeom>
            <a:gradFill>
              <a:gsLst>
                <a:gs pos="0">
                  <a:srgbClr val="F4FFFF">
                    <a:alpha val="32968"/>
                  </a:srgbClr>
                </a:gs>
                <a:gs pos="14286">
                  <a:srgbClr val="F4FFFF">
                    <a:alpha val="30764"/>
                  </a:srgbClr>
                </a:gs>
                <a:gs pos="28571">
                  <a:srgbClr val="F4FFFF">
                    <a:alpha val="24833"/>
                  </a:srgbClr>
                </a:gs>
                <a:gs pos="42857">
                  <a:srgbClr val="F4FFFF">
                    <a:alpha val="17075"/>
                  </a:srgbClr>
                </a:gs>
                <a:gs pos="57143">
                  <a:srgbClr val="F4FFFF">
                    <a:alpha val="9855"/>
                  </a:srgbClr>
                </a:gs>
                <a:gs pos="71429">
                  <a:srgbClr val="F4FFFF">
                    <a:alpha val="4740"/>
                  </a:srgbClr>
                </a:gs>
                <a:gs pos="85714">
                  <a:srgbClr val="F4FFFF">
                    <a:alpha val="1902"/>
                  </a:srgbClr>
                </a:gs>
                <a:gs pos="100000">
                  <a:srgbClr val="F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10149318">
              <a:off x="487288" y="3116713"/>
              <a:ext cx="283549" cy="102471"/>
            </a:xfrm>
            <a:prstGeom prst="ellipse">
              <a:avLst/>
            </a:prstGeom>
            <a:gradFill>
              <a:gsLst>
                <a:gs pos="0">
                  <a:srgbClr val="F3F5EA">
                    <a:alpha val="32514"/>
                  </a:srgbClr>
                </a:gs>
                <a:gs pos="14286">
                  <a:srgbClr val="F3F5EA">
                    <a:alpha val="30332"/>
                  </a:srgbClr>
                </a:gs>
                <a:gs pos="28571">
                  <a:srgbClr val="F3F5EA">
                    <a:alpha val="24470"/>
                  </a:srgbClr>
                </a:gs>
                <a:gs pos="42857">
                  <a:srgbClr val="F3F5EA">
                    <a:alpha val="16813"/>
                  </a:srgbClr>
                </a:gs>
                <a:gs pos="57143">
                  <a:srgbClr val="F3F5EA">
                    <a:alpha val="9697"/>
                  </a:srgbClr>
                </a:gs>
                <a:gs pos="71429">
                  <a:srgbClr val="F3F5EA">
                    <a:alpha val="4662"/>
                  </a:srgbClr>
                </a:gs>
                <a:gs pos="85714">
                  <a:srgbClr val="F3F5EA">
                    <a:alpha val="1870"/>
                  </a:srgbClr>
                </a:gs>
                <a:gs pos="100000">
                  <a:srgbClr val="F3F5EA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6436293">
              <a:off x="901995" y="1551506"/>
              <a:ext cx="334413" cy="37062"/>
            </a:xfrm>
            <a:prstGeom prst="ellipse">
              <a:avLst/>
            </a:prstGeom>
            <a:gradFill>
              <a:gsLst>
                <a:gs pos="0">
                  <a:srgbClr val="FFFBFF">
                    <a:alpha val="32968"/>
                  </a:srgbClr>
                </a:gs>
                <a:gs pos="14286">
                  <a:srgbClr val="FFFBFF">
                    <a:alpha val="30764"/>
                  </a:srgbClr>
                </a:gs>
                <a:gs pos="28571">
                  <a:srgbClr val="FFFBFF">
                    <a:alpha val="24833"/>
                  </a:srgbClr>
                </a:gs>
                <a:gs pos="42857">
                  <a:srgbClr val="FFFBFF">
                    <a:alpha val="17075"/>
                  </a:srgbClr>
                </a:gs>
                <a:gs pos="57143">
                  <a:srgbClr val="FFFBFF">
                    <a:alpha val="9855"/>
                  </a:srgbClr>
                </a:gs>
                <a:gs pos="71429">
                  <a:srgbClr val="FFFBFF">
                    <a:alpha val="4740"/>
                  </a:srgbClr>
                </a:gs>
                <a:gs pos="85714">
                  <a:srgbClr val="FFFBFF">
                    <a:alpha val="1902"/>
                  </a:srgbClr>
                </a:gs>
                <a:gs pos="100000">
                  <a:srgbClr val="FF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5400000">
              <a:off x="1549493" y="654819"/>
              <a:ext cx="64445" cy="64445"/>
            </a:xfrm>
            <a:prstGeom prst="ellipse">
              <a:avLst/>
            </a:prstGeom>
            <a:gradFill>
              <a:gsLst>
                <a:gs pos="0">
                  <a:srgbClr val="2C4D78">
                    <a:alpha val="12644"/>
                  </a:srgbClr>
                </a:gs>
                <a:gs pos="14286">
                  <a:srgbClr val="2C4D78">
                    <a:alpha val="11683"/>
                  </a:srgbClr>
                </a:gs>
                <a:gs pos="28571">
                  <a:srgbClr val="2C4D78">
                    <a:alpha val="9196"/>
                  </a:srgbClr>
                </a:gs>
                <a:gs pos="42857">
                  <a:srgbClr val="2C4D78">
                    <a:alpha val="6131"/>
                  </a:srgbClr>
                </a:gs>
                <a:gs pos="57143">
                  <a:srgbClr val="2C4D78">
                    <a:alpha val="3445"/>
                  </a:srgbClr>
                </a:gs>
                <a:gs pos="71429">
                  <a:srgbClr val="2C4D78">
                    <a:alpha val="1628"/>
                  </a:srgbClr>
                </a:gs>
                <a:gs pos="85714">
                  <a:srgbClr val="2C4D78">
                    <a:alpha val="647"/>
                  </a:srgbClr>
                </a:gs>
                <a:gs pos="100000">
                  <a:srgbClr val="2C4D78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10434626">
              <a:off x="1678226" y="578085"/>
              <a:ext cx="477689" cy="47253"/>
            </a:xfrm>
            <a:prstGeom prst="ellipse">
              <a:avLst/>
            </a:prstGeom>
            <a:gradFill>
              <a:gsLst>
                <a:gs pos="0">
                  <a:srgbClr val="A5FFF8">
                    <a:alpha val="32968"/>
                  </a:srgbClr>
                </a:gs>
                <a:gs pos="14286">
                  <a:srgbClr val="A5FFF8">
                    <a:alpha val="30764"/>
                  </a:srgbClr>
                </a:gs>
                <a:gs pos="28571">
                  <a:srgbClr val="A5FFF8">
                    <a:alpha val="24833"/>
                  </a:srgbClr>
                </a:gs>
                <a:gs pos="42857">
                  <a:srgbClr val="A5FFF8">
                    <a:alpha val="17075"/>
                  </a:srgbClr>
                </a:gs>
                <a:gs pos="57143">
                  <a:srgbClr val="A5FFF8">
                    <a:alpha val="9855"/>
                  </a:srgbClr>
                </a:gs>
                <a:gs pos="71429">
                  <a:srgbClr val="A5FFF8">
                    <a:alpha val="4740"/>
                  </a:srgbClr>
                </a:gs>
                <a:gs pos="85714">
                  <a:srgbClr val="A5FFF8">
                    <a:alpha val="1902"/>
                  </a:srgbClr>
                </a:gs>
                <a:gs pos="100000">
                  <a:srgbClr val="A5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9701868">
              <a:off x="1203833" y="490973"/>
              <a:ext cx="248551" cy="180390"/>
            </a:xfrm>
            <a:prstGeom prst="ellipse">
              <a:avLst/>
            </a:prstGeom>
            <a:gradFill>
              <a:gsLst>
                <a:gs pos="0">
                  <a:srgbClr val="C9FFFF">
                    <a:alpha val="21690"/>
                  </a:srgbClr>
                </a:gs>
                <a:gs pos="14286">
                  <a:srgbClr val="C9FFFF">
                    <a:alpha val="20126"/>
                  </a:srgbClr>
                </a:gs>
                <a:gs pos="28571">
                  <a:srgbClr val="C9FFFF">
                    <a:alpha val="16011"/>
                  </a:srgbClr>
                </a:gs>
                <a:gs pos="42857">
                  <a:srgbClr val="C9FFFF">
                    <a:alpha val="10814"/>
                  </a:srgbClr>
                </a:gs>
                <a:gs pos="57143">
                  <a:srgbClr val="C9FFFF">
                    <a:alpha val="6145"/>
                  </a:srgbClr>
                </a:gs>
                <a:gs pos="71429">
                  <a:srgbClr val="C9FFFF">
                    <a:alpha val="2925"/>
                  </a:srgbClr>
                </a:gs>
                <a:gs pos="85714">
                  <a:srgbClr val="C9FFFF">
                    <a:alpha val="1167"/>
                  </a:srgbClr>
                </a:gs>
                <a:gs pos="100000">
                  <a:srgbClr val="C9FFFF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8935631">
              <a:off x="639717" y="792206"/>
              <a:ext cx="509626" cy="213348"/>
            </a:xfrm>
            <a:prstGeom prst="ellipse">
              <a:avLst/>
            </a:prstGeom>
            <a:gradFill>
              <a:gsLst>
                <a:gs pos="0">
                  <a:srgbClr val="004D00">
                    <a:alpha val="5798"/>
                  </a:srgbClr>
                </a:gs>
                <a:gs pos="14286">
                  <a:srgbClr val="004D00">
                    <a:alpha val="5342"/>
                  </a:srgbClr>
                </a:gs>
                <a:gs pos="28571">
                  <a:srgbClr val="004D00">
                    <a:alpha val="4173"/>
                  </a:srgbClr>
                </a:gs>
                <a:gs pos="42857">
                  <a:srgbClr val="004D00">
                    <a:alpha val="2757"/>
                  </a:srgbClr>
                </a:gs>
                <a:gs pos="57143">
                  <a:srgbClr val="004D00">
                    <a:alpha val="1537"/>
                  </a:srgbClr>
                </a:gs>
                <a:gs pos="71429">
                  <a:srgbClr val="004D00">
                    <a:alpha val="723"/>
                  </a:srgbClr>
                </a:gs>
                <a:gs pos="85714">
                  <a:srgbClr val="004D00">
                    <a:alpha val="286"/>
                  </a:srgbClr>
                </a:gs>
                <a:gs pos="100000">
                  <a:srgbClr val="004D00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-9064861">
              <a:off x="1794700" y="879922"/>
              <a:ext cx="296406" cy="40874"/>
            </a:xfrm>
            <a:prstGeom prst="ellipse">
              <a:avLst/>
            </a:prstGeom>
            <a:gradFill>
              <a:gsLst>
                <a:gs pos="0">
                  <a:srgbClr val="001972">
                    <a:alpha val="32586"/>
                  </a:srgbClr>
                </a:gs>
                <a:gs pos="14286">
                  <a:srgbClr val="001972">
                    <a:alpha val="30401"/>
                  </a:srgbClr>
                </a:gs>
                <a:gs pos="28571">
                  <a:srgbClr val="001972">
                    <a:alpha val="24527"/>
                  </a:srgbClr>
                </a:gs>
                <a:gs pos="42857">
                  <a:srgbClr val="001972">
                    <a:alpha val="16854"/>
                  </a:srgbClr>
                </a:gs>
                <a:gs pos="57143">
                  <a:srgbClr val="001972">
                    <a:alpha val="9722"/>
                  </a:srgbClr>
                </a:gs>
                <a:gs pos="71429">
                  <a:srgbClr val="001972">
                    <a:alpha val="4675"/>
                  </a:srgbClr>
                </a:gs>
                <a:gs pos="85714">
                  <a:srgbClr val="001972">
                    <a:alpha val="1875"/>
                  </a:srgbClr>
                </a:gs>
                <a:gs pos="100000">
                  <a:srgbClr val="001972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5400000">
              <a:off x="1490525" y="1799937"/>
              <a:ext cx="62576" cy="62576"/>
            </a:xfrm>
            <a:prstGeom prst="ellipse">
              <a:avLst/>
            </a:prstGeom>
            <a:gradFill>
              <a:gsLst>
                <a:gs pos="0">
                  <a:srgbClr val="70395C">
                    <a:alpha val="13150"/>
                  </a:srgbClr>
                </a:gs>
                <a:gs pos="14286">
                  <a:srgbClr val="70395C">
                    <a:alpha val="12154"/>
                  </a:srgbClr>
                </a:gs>
                <a:gs pos="28571">
                  <a:srgbClr val="70395C">
                    <a:alpha val="9572"/>
                  </a:srgbClr>
                </a:gs>
                <a:gs pos="42857">
                  <a:srgbClr val="70395C">
                    <a:alpha val="6387"/>
                  </a:srgbClr>
                </a:gs>
                <a:gs pos="57143">
                  <a:srgbClr val="70395C">
                    <a:alpha val="3591"/>
                  </a:srgbClr>
                </a:gs>
                <a:gs pos="71429">
                  <a:srgbClr val="70395C">
                    <a:alpha val="1697"/>
                  </a:srgbClr>
                </a:gs>
                <a:gs pos="85714">
                  <a:srgbClr val="70395C">
                    <a:alpha val="675"/>
                  </a:srgbClr>
                </a:gs>
                <a:gs pos="100000">
                  <a:srgbClr val="70395C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-10306020">
              <a:off x="757705" y="1485740"/>
              <a:ext cx="287468" cy="76280"/>
            </a:xfrm>
            <a:prstGeom prst="ellipse">
              <a:avLst/>
            </a:prstGeom>
            <a:gradFill>
              <a:gsLst>
                <a:gs pos="0">
                  <a:srgbClr val="DC0000">
                    <a:alpha val="32968"/>
                  </a:srgbClr>
                </a:gs>
                <a:gs pos="14286">
                  <a:srgbClr val="DC0000">
                    <a:alpha val="30764"/>
                  </a:srgbClr>
                </a:gs>
                <a:gs pos="28571">
                  <a:srgbClr val="DC0000">
                    <a:alpha val="24833"/>
                  </a:srgbClr>
                </a:gs>
                <a:gs pos="42857">
                  <a:srgbClr val="DC0000">
                    <a:alpha val="17075"/>
                  </a:srgbClr>
                </a:gs>
                <a:gs pos="57143">
                  <a:srgbClr val="DC0000">
                    <a:alpha val="9855"/>
                  </a:srgbClr>
                </a:gs>
                <a:gs pos="71429">
                  <a:srgbClr val="DC0000">
                    <a:alpha val="4740"/>
                  </a:srgbClr>
                </a:gs>
                <a:gs pos="85714">
                  <a:srgbClr val="DC0000">
                    <a:alpha val="1902"/>
                  </a:srgbClr>
                </a:gs>
                <a:gs pos="100000">
                  <a:srgbClr val="D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7788834">
              <a:off x="1519886" y="1134556"/>
              <a:ext cx="451091" cy="42259"/>
            </a:xfrm>
            <a:prstGeom prst="ellipse">
              <a:avLst/>
            </a:prstGeom>
            <a:gradFill>
              <a:gsLst>
                <a:gs pos="0">
                  <a:srgbClr val="00117E">
                    <a:alpha val="32968"/>
                  </a:srgbClr>
                </a:gs>
                <a:gs pos="14286">
                  <a:srgbClr val="00117E">
                    <a:alpha val="30764"/>
                  </a:srgbClr>
                </a:gs>
                <a:gs pos="28571">
                  <a:srgbClr val="00117E">
                    <a:alpha val="24833"/>
                  </a:srgbClr>
                </a:gs>
                <a:gs pos="42857">
                  <a:srgbClr val="00117E">
                    <a:alpha val="17075"/>
                  </a:srgbClr>
                </a:gs>
                <a:gs pos="57143">
                  <a:srgbClr val="00117E">
                    <a:alpha val="9855"/>
                  </a:srgbClr>
                </a:gs>
                <a:gs pos="71429">
                  <a:srgbClr val="00117E">
                    <a:alpha val="4740"/>
                  </a:srgbClr>
                </a:gs>
                <a:gs pos="85714">
                  <a:srgbClr val="00117E">
                    <a:alpha val="1902"/>
                  </a:srgbClr>
                </a:gs>
                <a:gs pos="100000">
                  <a:srgbClr val="0011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-9696441">
              <a:off x="1049435" y="659016"/>
              <a:ext cx="295784" cy="30281"/>
            </a:xfrm>
            <a:prstGeom prst="ellipse">
              <a:avLst/>
            </a:prstGeom>
            <a:gradFill>
              <a:gsLst>
                <a:gs pos="0">
                  <a:srgbClr val="FFE1EF">
                    <a:alpha val="32968"/>
                  </a:srgbClr>
                </a:gs>
                <a:gs pos="14286">
                  <a:srgbClr val="FFE1EF">
                    <a:alpha val="30764"/>
                  </a:srgbClr>
                </a:gs>
                <a:gs pos="28571">
                  <a:srgbClr val="FFE1EF">
                    <a:alpha val="24833"/>
                  </a:srgbClr>
                </a:gs>
                <a:gs pos="42857">
                  <a:srgbClr val="FFE1EF">
                    <a:alpha val="17075"/>
                  </a:srgbClr>
                </a:gs>
                <a:gs pos="57143">
                  <a:srgbClr val="FFE1EF">
                    <a:alpha val="9855"/>
                  </a:srgbClr>
                </a:gs>
                <a:gs pos="71429">
                  <a:srgbClr val="FFE1EF">
                    <a:alpha val="4740"/>
                  </a:srgbClr>
                </a:gs>
                <a:gs pos="85714">
                  <a:srgbClr val="FFE1EF">
                    <a:alpha val="1902"/>
                  </a:srgbClr>
                </a:gs>
                <a:gs pos="100000">
                  <a:srgbClr val="FFE1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5400000">
              <a:off x="842042" y="816396"/>
              <a:ext cx="63603" cy="63603"/>
            </a:xfrm>
            <a:prstGeom prst="ellipse">
              <a:avLst/>
            </a:prstGeom>
            <a:gradFill>
              <a:gsLst>
                <a:gs pos="0">
                  <a:srgbClr val="967E5A">
                    <a:alpha val="12872"/>
                  </a:srgbClr>
                </a:gs>
                <a:gs pos="14286">
                  <a:srgbClr val="967E5A">
                    <a:alpha val="11896"/>
                  </a:srgbClr>
                </a:gs>
                <a:gs pos="28571">
                  <a:srgbClr val="967E5A">
                    <a:alpha val="9366"/>
                  </a:srgbClr>
                </a:gs>
                <a:gs pos="42857">
                  <a:srgbClr val="967E5A">
                    <a:alpha val="6246"/>
                  </a:srgbClr>
                </a:gs>
                <a:gs pos="57143">
                  <a:srgbClr val="967E5A">
                    <a:alpha val="3511"/>
                  </a:srgbClr>
                </a:gs>
                <a:gs pos="71429">
                  <a:srgbClr val="967E5A">
                    <a:alpha val="1659"/>
                  </a:srgbClr>
                </a:gs>
                <a:gs pos="85714">
                  <a:srgbClr val="967E5A">
                    <a:alpha val="659"/>
                  </a:srgbClr>
                </a:gs>
                <a:gs pos="100000">
                  <a:srgbClr val="967E5A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9489497">
              <a:off x="1758277" y="675236"/>
              <a:ext cx="338922" cy="332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9313623">
              <a:off x="1381263" y="1268426"/>
              <a:ext cx="552988" cy="43691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10528354">
              <a:off x="605617" y="886026"/>
              <a:ext cx="398798" cy="387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5400000">
              <a:off x="1136614" y="1904674"/>
              <a:ext cx="63435" cy="63435"/>
            </a:xfrm>
            <a:prstGeom prst="ellipse">
              <a:avLst/>
            </a:prstGeom>
            <a:gradFill>
              <a:gsLst>
                <a:gs pos="0">
                  <a:srgbClr val="70588D">
                    <a:alpha val="12918"/>
                  </a:srgbClr>
                </a:gs>
                <a:gs pos="14286">
                  <a:srgbClr val="70588D">
                    <a:alpha val="11938"/>
                  </a:srgbClr>
                </a:gs>
                <a:gs pos="28571">
                  <a:srgbClr val="70588D">
                    <a:alpha val="9399"/>
                  </a:srgbClr>
                </a:gs>
                <a:gs pos="42857">
                  <a:srgbClr val="70588D">
                    <a:alpha val="6269"/>
                  </a:srgbClr>
                </a:gs>
                <a:gs pos="57143">
                  <a:srgbClr val="70588D">
                    <a:alpha val="3524"/>
                  </a:srgbClr>
                </a:gs>
                <a:gs pos="71429">
                  <a:srgbClr val="70588D">
                    <a:alpha val="1665"/>
                  </a:srgbClr>
                </a:gs>
                <a:gs pos="85714">
                  <a:srgbClr val="70588D">
                    <a:alpha val="662"/>
                  </a:srgbClr>
                </a:gs>
                <a:gs pos="100000">
                  <a:srgbClr val="70588D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7749183">
              <a:off x="530660" y="730019"/>
              <a:ext cx="455813" cy="77831"/>
            </a:xfrm>
            <a:prstGeom prst="ellipse">
              <a:avLst/>
            </a:prstGeom>
            <a:gradFill>
              <a:gsLst>
                <a:gs pos="0">
                  <a:srgbClr val="E26D87">
                    <a:alpha val="19849"/>
                  </a:srgbClr>
                </a:gs>
                <a:gs pos="14286">
                  <a:srgbClr val="E26D87">
                    <a:alpha val="18402"/>
                  </a:srgbClr>
                </a:gs>
                <a:gs pos="28571">
                  <a:srgbClr val="E26D87">
                    <a:alpha val="14607"/>
                  </a:srgbClr>
                </a:gs>
                <a:gs pos="42857">
                  <a:srgbClr val="E26D87">
                    <a:alpha val="9839"/>
                  </a:srgbClr>
                </a:gs>
                <a:gs pos="57143">
                  <a:srgbClr val="E26D87">
                    <a:alpha val="5577"/>
                  </a:srgbClr>
                </a:gs>
                <a:gs pos="71429">
                  <a:srgbClr val="E26D87">
                    <a:alpha val="2651"/>
                  </a:srgbClr>
                </a:gs>
                <a:gs pos="85714">
                  <a:srgbClr val="E26D87">
                    <a:alpha val="1057"/>
                  </a:srgbClr>
                </a:gs>
                <a:gs pos="100000">
                  <a:srgbClr val="E26D87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-9785751">
              <a:off x="1827319" y="515019"/>
              <a:ext cx="607826" cy="47580"/>
            </a:xfrm>
            <a:prstGeom prst="ellipse">
              <a:avLst/>
            </a:prstGeom>
            <a:gradFill>
              <a:gsLst>
                <a:gs pos="0">
                  <a:srgbClr val="C0FEFF">
                    <a:alpha val="29206"/>
                  </a:srgbClr>
                </a:gs>
                <a:gs pos="14286">
                  <a:srgbClr val="C0FEFF">
                    <a:alpha val="27200"/>
                  </a:srgbClr>
                </a:gs>
                <a:gs pos="28571">
                  <a:srgbClr val="C0FEFF">
                    <a:alpha val="21846"/>
                  </a:srgbClr>
                </a:gs>
                <a:gs pos="42857">
                  <a:srgbClr val="C0FEFF">
                    <a:alpha val="14928"/>
                  </a:srgbClr>
                </a:gs>
                <a:gs pos="57143">
                  <a:srgbClr val="C0FEFF">
                    <a:alpha val="8569"/>
                  </a:srgbClr>
                </a:gs>
                <a:gs pos="71429">
                  <a:srgbClr val="C0FEFF">
                    <a:alpha val="4107"/>
                  </a:srgbClr>
                </a:gs>
                <a:gs pos="85714">
                  <a:srgbClr val="C0FEFF">
                    <a:alpha val="1645"/>
                  </a:srgbClr>
                </a:gs>
                <a:gs pos="100000">
                  <a:srgbClr val="C0FEFF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-10627443">
              <a:off x="1405558" y="1270893"/>
              <a:ext cx="178905" cy="54219"/>
            </a:xfrm>
            <a:prstGeom prst="ellipse">
              <a:avLst/>
            </a:prstGeom>
            <a:gradFill>
              <a:gsLst>
                <a:gs pos="0">
                  <a:srgbClr val="00C0D1">
                    <a:alpha val="32424"/>
                  </a:srgbClr>
                </a:gs>
                <a:gs pos="14286">
                  <a:srgbClr val="00C0D1">
                    <a:alpha val="30248"/>
                  </a:srgbClr>
                </a:gs>
                <a:gs pos="28571">
                  <a:srgbClr val="00C0D1">
                    <a:alpha val="24398"/>
                  </a:srgbClr>
                </a:gs>
                <a:gs pos="42857">
                  <a:srgbClr val="00C0D1">
                    <a:alpha val="16761"/>
                  </a:srgbClr>
                </a:gs>
                <a:gs pos="57143">
                  <a:srgbClr val="00C0D1">
                    <a:alpha val="9666"/>
                  </a:srgbClr>
                </a:gs>
                <a:gs pos="71429">
                  <a:srgbClr val="00C0D1">
                    <a:alpha val="4647"/>
                  </a:srgbClr>
                </a:gs>
                <a:gs pos="85714">
                  <a:srgbClr val="00C0D1">
                    <a:alpha val="1864"/>
                  </a:srgbClr>
                </a:gs>
                <a:gs pos="100000">
                  <a:srgbClr val="00C0D1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9261213">
              <a:off x="2660437" y="1895562"/>
              <a:ext cx="568260" cy="93945"/>
            </a:xfrm>
            <a:prstGeom prst="ellipse">
              <a:avLst/>
            </a:prstGeom>
            <a:gradFill>
              <a:gsLst>
                <a:gs pos="0">
                  <a:srgbClr val="E8EDFF">
                    <a:alpha val="32968"/>
                  </a:srgbClr>
                </a:gs>
                <a:gs pos="14286">
                  <a:srgbClr val="E8EDFF">
                    <a:alpha val="30764"/>
                  </a:srgbClr>
                </a:gs>
                <a:gs pos="28571">
                  <a:srgbClr val="E8EDFF">
                    <a:alpha val="24833"/>
                  </a:srgbClr>
                </a:gs>
                <a:gs pos="42857">
                  <a:srgbClr val="E8EDFF">
                    <a:alpha val="17075"/>
                  </a:srgbClr>
                </a:gs>
                <a:gs pos="57143">
                  <a:srgbClr val="E8EDFF">
                    <a:alpha val="9855"/>
                  </a:srgbClr>
                </a:gs>
                <a:gs pos="71429">
                  <a:srgbClr val="E8EDFF">
                    <a:alpha val="4740"/>
                  </a:srgbClr>
                </a:gs>
                <a:gs pos="85714">
                  <a:srgbClr val="E8EDFF">
                    <a:alpha val="1902"/>
                  </a:srgbClr>
                </a:gs>
                <a:gs pos="100000">
                  <a:srgbClr val="E8E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9118259">
              <a:off x="1171159" y="577869"/>
              <a:ext cx="407864" cy="62110"/>
            </a:xfrm>
            <a:prstGeom prst="ellipse">
              <a:avLst/>
            </a:prstGeom>
            <a:gradFill>
              <a:gsLst>
                <a:gs pos="0">
                  <a:srgbClr val="E7FFFF">
                    <a:alpha val="32968"/>
                  </a:srgbClr>
                </a:gs>
                <a:gs pos="14286">
                  <a:srgbClr val="E7FFFF">
                    <a:alpha val="30764"/>
                  </a:srgbClr>
                </a:gs>
                <a:gs pos="28571">
                  <a:srgbClr val="E7FFFF">
                    <a:alpha val="24833"/>
                  </a:srgbClr>
                </a:gs>
                <a:gs pos="42857">
                  <a:srgbClr val="E7FFFF">
                    <a:alpha val="17075"/>
                  </a:srgbClr>
                </a:gs>
                <a:gs pos="57143">
                  <a:srgbClr val="E7FFFF">
                    <a:alpha val="9855"/>
                  </a:srgbClr>
                </a:gs>
                <a:gs pos="71429">
                  <a:srgbClr val="E7FFFF">
                    <a:alpha val="4740"/>
                  </a:srgbClr>
                </a:gs>
                <a:gs pos="85714">
                  <a:srgbClr val="E7FFFF">
                    <a:alpha val="1902"/>
                  </a:srgbClr>
                </a:gs>
                <a:gs pos="100000">
                  <a:srgbClr val="E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3331618">
              <a:off x="535190" y="1234567"/>
              <a:ext cx="576447" cy="1218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5400000">
              <a:off x="1813141" y="1587499"/>
              <a:ext cx="63963" cy="63963"/>
            </a:xfrm>
            <a:prstGeom prst="ellipse">
              <a:avLst/>
            </a:prstGeom>
            <a:gradFill>
              <a:gsLst>
                <a:gs pos="0">
                  <a:srgbClr val="7B7B96">
                    <a:alpha val="12775"/>
                  </a:srgbClr>
                </a:gs>
                <a:gs pos="14286">
                  <a:srgbClr val="7B7B96">
                    <a:alpha val="11805"/>
                  </a:srgbClr>
                </a:gs>
                <a:gs pos="28571">
                  <a:srgbClr val="7B7B96">
                    <a:alpha val="9293"/>
                  </a:srgbClr>
                </a:gs>
                <a:gs pos="42857">
                  <a:srgbClr val="7B7B96">
                    <a:alpha val="6197"/>
                  </a:srgbClr>
                </a:gs>
                <a:gs pos="57143">
                  <a:srgbClr val="7B7B96">
                    <a:alpha val="3483"/>
                  </a:srgbClr>
                </a:gs>
                <a:gs pos="71429">
                  <a:srgbClr val="7B7B96">
                    <a:alpha val="1646"/>
                  </a:srgbClr>
                </a:gs>
                <a:gs pos="85714">
                  <a:srgbClr val="7B7B96">
                    <a:alpha val="654"/>
                  </a:srgbClr>
                </a:gs>
                <a:gs pos="100000">
                  <a:srgbClr val="7B7B96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9067262">
              <a:off x="2220732" y="1432148"/>
              <a:ext cx="332290" cy="130191"/>
            </a:xfrm>
            <a:prstGeom prst="ellipse">
              <a:avLst/>
            </a:prstGeom>
            <a:gradFill>
              <a:gsLst>
                <a:gs pos="0">
                  <a:srgbClr val="FFFF0B">
                    <a:alpha val="7763"/>
                  </a:srgbClr>
                </a:gs>
                <a:gs pos="14286">
                  <a:srgbClr val="FFFF0B">
                    <a:alpha val="7158"/>
                  </a:srgbClr>
                </a:gs>
                <a:gs pos="28571">
                  <a:srgbClr val="FFFF0B">
                    <a:alpha val="5604"/>
                  </a:srgbClr>
                </a:gs>
                <a:gs pos="42857">
                  <a:srgbClr val="FFFF0B">
                    <a:alpha val="3712"/>
                  </a:srgbClr>
                </a:gs>
                <a:gs pos="57143">
                  <a:srgbClr val="FFFF0B">
                    <a:alpha val="2074"/>
                  </a:srgbClr>
                </a:gs>
                <a:gs pos="71429">
                  <a:srgbClr val="FFFF0B">
                    <a:alpha val="976"/>
                  </a:srgbClr>
                </a:gs>
                <a:gs pos="85714">
                  <a:srgbClr val="FFFF0B">
                    <a:alpha val="387"/>
                  </a:srgbClr>
                </a:gs>
                <a:gs pos="100000">
                  <a:srgbClr val="FFFF0B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8956041">
              <a:off x="2898915" y="1776018"/>
              <a:ext cx="544248" cy="89001"/>
            </a:xfrm>
            <a:prstGeom prst="ellipse">
              <a:avLst/>
            </a:prstGeom>
            <a:gradFill>
              <a:gsLst>
                <a:gs pos="0">
                  <a:srgbClr val="C3CCFF">
                    <a:alpha val="32968"/>
                  </a:srgbClr>
                </a:gs>
                <a:gs pos="14286">
                  <a:srgbClr val="C3CCFF">
                    <a:alpha val="30764"/>
                  </a:srgbClr>
                </a:gs>
                <a:gs pos="28571">
                  <a:srgbClr val="C3CCFF">
                    <a:alpha val="24833"/>
                  </a:srgbClr>
                </a:gs>
                <a:gs pos="42857">
                  <a:srgbClr val="C3CCFF">
                    <a:alpha val="17075"/>
                  </a:srgbClr>
                </a:gs>
                <a:gs pos="57143">
                  <a:srgbClr val="C3CCFF">
                    <a:alpha val="9855"/>
                  </a:srgbClr>
                </a:gs>
                <a:gs pos="71429">
                  <a:srgbClr val="C3CCFF">
                    <a:alpha val="4740"/>
                  </a:srgbClr>
                </a:gs>
                <a:gs pos="85714">
                  <a:srgbClr val="C3CCFF">
                    <a:alpha val="1902"/>
                  </a:srgbClr>
                </a:gs>
                <a:gs pos="100000">
                  <a:srgbClr val="C3C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7927605">
              <a:off x="1745697" y="788297"/>
              <a:ext cx="275345" cy="89092"/>
            </a:xfrm>
            <a:prstGeom prst="ellipse">
              <a:avLst/>
            </a:prstGeom>
            <a:gradFill>
              <a:gsLst>
                <a:gs pos="0">
                  <a:srgbClr val="8CF0FF">
                    <a:alpha val="32968"/>
                  </a:srgbClr>
                </a:gs>
                <a:gs pos="14286">
                  <a:srgbClr val="8CF0FF">
                    <a:alpha val="30764"/>
                  </a:srgbClr>
                </a:gs>
                <a:gs pos="28571">
                  <a:srgbClr val="8CF0FF">
                    <a:alpha val="24833"/>
                  </a:srgbClr>
                </a:gs>
                <a:gs pos="42857">
                  <a:srgbClr val="8CF0FF">
                    <a:alpha val="17075"/>
                  </a:srgbClr>
                </a:gs>
                <a:gs pos="57143">
                  <a:srgbClr val="8CF0FF">
                    <a:alpha val="9855"/>
                  </a:srgbClr>
                </a:gs>
                <a:gs pos="71429">
                  <a:srgbClr val="8CF0FF">
                    <a:alpha val="4740"/>
                  </a:srgbClr>
                </a:gs>
                <a:gs pos="85714">
                  <a:srgbClr val="8CF0FF">
                    <a:alpha val="1902"/>
                  </a:srgbClr>
                </a:gs>
                <a:gs pos="100000">
                  <a:srgbClr val="8C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9135707">
              <a:off x="1136412" y="969054"/>
              <a:ext cx="215074" cy="40003"/>
            </a:xfrm>
            <a:prstGeom prst="ellipse">
              <a:avLst/>
            </a:prstGeom>
            <a:gradFill>
              <a:gsLst>
                <a:gs pos="0">
                  <a:srgbClr val="E0F5FF">
                    <a:alpha val="32968"/>
                  </a:srgbClr>
                </a:gs>
                <a:gs pos="14286">
                  <a:srgbClr val="E0F5FF">
                    <a:alpha val="30764"/>
                  </a:srgbClr>
                </a:gs>
                <a:gs pos="28571">
                  <a:srgbClr val="E0F5FF">
                    <a:alpha val="24833"/>
                  </a:srgbClr>
                </a:gs>
                <a:gs pos="42857">
                  <a:srgbClr val="E0F5FF">
                    <a:alpha val="17075"/>
                  </a:srgbClr>
                </a:gs>
                <a:gs pos="57143">
                  <a:srgbClr val="E0F5FF">
                    <a:alpha val="9855"/>
                  </a:srgbClr>
                </a:gs>
                <a:gs pos="71429">
                  <a:srgbClr val="E0F5FF">
                    <a:alpha val="4740"/>
                  </a:srgbClr>
                </a:gs>
                <a:gs pos="85714">
                  <a:srgbClr val="E0F5FF">
                    <a:alpha val="1902"/>
                  </a:srgbClr>
                </a:gs>
                <a:gs pos="100000">
                  <a:srgbClr val="E0F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-8320115">
              <a:off x="1147343" y="574092"/>
              <a:ext cx="277875" cy="179533"/>
            </a:xfrm>
            <a:prstGeom prst="ellipse">
              <a:avLst/>
            </a:prstGeom>
            <a:gradFill>
              <a:gsLst>
                <a:gs pos="0">
                  <a:srgbClr val="00E1F6">
                    <a:alpha val="32758"/>
                  </a:srgbClr>
                </a:gs>
                <a:gs pos="14286">
                  <a:srgbClr val="00E1F6">
                    <a:alpha val="30564"/>
                  </a:srgbClr>
                </a:gs>
                <a:gs pos="28571">
                  <a:srgbClr val="00E1F6">
                    <a:alpha val="24665"/>
                  </a:srgbClr>
                </a:gs>
                <a:gs pos="42857">
                  <a:srgbClr val="00E1F6">
                    <a:alpha val="16954"/>
                  </a:srgbClr>
                </a:gs>
                <a:gs pos="57143">
                  <a:srgbClr val="00E1F6">
                    <a:alpha val="9782"/>
                  </a:srgbClr>
                </a:gs>
                <a:gs pos="71429">
                  <a:srgbClr val="00E1F6">
                    <a:alpha val="4704"/>
                  </a:srgbClr>
                </a:gs>
                <a:gs pos="85714">
                  <a:srgbClr val="00E1F6">
                    <a:alpha val="1887"/>
                  </a:srgbClr>
                </a:gs>
                <a:gs pos="100000">
                  <a:srgbClr val="00E1F6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-9538298">
              <a:off x="2282529" y="805003"/>
              <a:ext cx="365934" cy="95436"/>
            </a:xfrm>
            <a:prstGeom prst="ellipse">
              <a:avLst/>
            </a:prstGeom>
            <a:gradFill>
              <a:gsLst>
                <a:gs pos="0">
                  <a:srgbClr val="EEF887">
                    <a:alpha val="32968"/>
                  </a:srgbClr>
                </a:gs>
                <a:gs pos="14286">
                  <a:srgbClr val="EEF887">
                    <a:alpha val="30764"/>
                  </a:srgbClr>
                </a:gs>
                <a:gs pos="28571">
                  <a:srgbClr val="EEF887">
                    <a:alpha val="24833"/>
                  </a:srgbClr>
                </a:gs>
                <a:gs pos="42857">
                  <a:srgbClr val="EEF887">
                    <a:alpha val="17075"/>
                  </a:srgbClr>
                </a:gs>
                <a:gs pos="57143">
                  <a:srgbClr val="EEF887">
                    <a:alpha val="9855"/>
                  </a:srgbClr>
                </a:gs>
                <a:gs pos="71429">
                  <a:srgbClr val="EEF887">
                    <a:alpha val="4740"/>
                  </a:srgbClr>
                </a:gs>
                <a:gs pos="85714">
                  <a:srgbClr val="EEF887">
                    <a:alpha val="1902"/>
                  </a:srgbClr>
                </a:gs>
                <a:gs pos="100000">
                  <a:srgbClr val="EEF8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5400000">
              <a:off x="1214769" y="1245539"/>
              <a:ext cx="64414" cy="64414"/>
            </a:xfrm>
            <a:prstGeom prst="ellipse">
              <a:avLst/>
            </a:prstGeom>
            <a:gradFill>
              <a:gsLst>
                <a:gs pos="0">
                  <a:srgbClr val="5F607F">
                    <a:alpha val="12652"/>
                  </a:srgbClr>
                </a:gs>
                <a:gs pos="14286">
                  <a:srgbClr val="5F607F">
                    <a:alpha val="11691"/>
                  </a:srgbClr>
                </a:gs>
                <a:gs pos="28571">
                  <a:srgbClr val="5F607F">
                    <a:alpha val="9202"/>
                  </a:srgbClr>
                </a:gs>
                <a:gs pos="42857">
                  <a:srgbClr val="5F607F">
                    <a:alpha val="6136"/>
                  </a:srgbClr>
                </a:gs>
                <a:gs pos="57143">
                  <a:srgbClr val="5F607F">
                    <a:alpha val="3448"/>
                  </a:srgbClr>
                </a:gs>
                <a:gs pos="71429">
                  <a:srgbClr val="5F607F">
                    <a:alpha val="1629"/>
                  </a:srgbClr>
                </a:gs>
                <a:gs pos="85714">
                  <a:srgbClr val="5F607F">
                    <a:alpha val="647"/>
                  </a:srgbClr>
                </a:gs>
                <a:gs pos="100000">
                  <a:srgbClr val="5F607F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-10431345">
              <a:off x="1313975" y="1461852"/>
              <a:ext cx="532042" cy="39209"/>
            </a:xfrm>
            <a:prstGeom prst="ellipse">
              <a:avLst/>
            </a:prstGeom>
            <a:gradFill>
              <a:gsLst>
                <a:gs pos="0">
                  <a:srgbClr val="000019">
                    <a:alpha val="32968"/>
                  </a:srgbClr>
                </a:gs>
                <a:gs pos="14286">
                  <a:srgbClr val="000019">
                    <a:alpha val="30764"/>
                  </a:srgbClr>
                </a:gs>
                <a:gs pos="28571">
                  <a:srgbClr val="000019">
                    <a:alpha val="24833"/>
                  </a:srgbClr>
                </a:gs>
                <a:gs pos="42857">
                  <a:srgbClr val="000019">
                    <a:alpha val="17075"/>
                  </a:srgbClr>
                </a:gs>
                <a:gs pos="57143">
                  <a:srgbClr val="000019">
                    <a:alpha val="9855"/>
                  </a:srgbClr>
                </a:gs>
                <a:gs pos="71429">
                  <a:srgbClr val="000019">
                    <a:alpha val="4740"/>
                  </a:srgbClr>
                </a:gs>
                <a:gs pos="85714">
                  <a:srgbClr val="000019">
                    <a:alpha val="1902"/>
                  </a:srgbClr>
                </a:gs>
                <a:gs pos="100000">
                  <a:srgbClr val="00001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9263236">
              <a:off x="1178990" y="750956"/>
              <a:ext cx="308067" cy="37880"/>
            </a:xfrm>
            <a:prstGeom prst="ellipse">
              <a:avLst/>
            </a:prstGeom>
            <a:gradFill>
              <a:gsLst>
                <a:gs pos="0">
                  <a:srgbClr val="C3FFE9">
                    <a:alpha val="12837"/>
                  </a:srgbClr>
                </a:gs>
                <a:gs pos="14286">
                  <a:srgbClr val="C3FFE9">
                    <a:alpha val="11863"/>
                  </a:srgbClr>
                </a:gs>
                <a:gs pos="28571">
                  <a:srgbClr val="C3FFE9">
                    <a:alpha val="9339"/>
                  </a:srgbClr>
                </a:gs>
                <a:gs pos="42857">
                  <a:srgbClr val="C3FFE9">
                    <a:alpha val="6229"/>
                  </a:srgbClr>
                </a:gs>
                <a:gs pos="57143">
                  <a:srgbClr val="C3FFE9">
                    <a:alpha val="3501"/>
                  </a:srgbClr>
                </a:gs>
                <a:gs pos="71429">
                  <a:srgbClr val="C3FFE9">
                    <a:alpha val="1654"/>
                  </a:srgbClr>
                </a:gs>
                <a:gs pos="85714">
                  <a:srgbClr val="C3FFE9">
                    <a:alpha val="657"/>
                  </a:srgbClr>
                </a:gs>
                <a:gs pos="100000">
                  <a:srgbClr val="C3FFE9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5400000">
              <a:off x="2310842" y="1005597"/>
              <a:ext cx="64490" cy="64490"/>
            </a:xfrm>
            <a:prstGeom prst="ellipse">
              <a:avLst/>
            </a:prstGeom>
            <a:gradFill>
              <a:gsLst>
                <a:gs pos="0">
                  <a:srgbClr val="874843">
                    <a:alpha val="12631"/>
                  </a:srgbClr>
                </a:gs>
                <a:gs pos="14286">
                  <a:srgbClr val="874843">
                    <a:alpha val="11672"/>
                  </a:srgbClr>
                </a:gs>
                <a:gs pos="28571">
                  <a:srgbClr val="874843">
                    <a:alpha val="9187"/>
                  </a:srgbClr>
                </a:gs>
                <a:gs pos="42857">
                  <a:srgbClr val="874843">
                    <a:alpha val="6125"/>
                  </a:srgbClr>
                </a:gs>
                <a:gs pos="57143">
                  <a:srgbClr val="874843">
                    <a:alpha val="3442"/>
                  </a:srgbClr>
                </a:gs>
                <a:gs pos="71429">
                  <a:srgbClr val="874843">
                    <a:alpha val="1626"/>
                  </a:srgbClr>
                </a:gs>
                <a:gs pos="85714">
                  <a:srgbClr val="874843">
                    <a:alpha val="646"/>
                  </a:srgbClr>
                </a:gs>
                <a:gs pos="100000">
                  <a:srgbClr val="874843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2831851">
              <a:off x="1474904" y="989383"/>
              <a:ext cx="271119" cy="200665"/>
            </a:xfrm>
            <a:prstGeom prst="ellipse">
              <a:avLst/>
            </a:prstGeom>
            <a:gradFill>
              <a:gsLst>
                <a:gs pos="0">
                  <a:srgbClr val="00FFFF">
                    <a:alpha val="5187"/>
                  </a:srgbClr>
                </a:gs>
                <a:gs pos="14286">
                  <a:srgbClr val="00FFFF">
                    <a:alpha val="4778"/>
                  </a:srgbClr>
                </a:gs>
                <a:gs pos="28571">
                  <a:srgbClr val="00FFFF">
                    <a:alpha val="3730"/>
                  </a:srgbClr>
                </a:gs>
                <a:gs pos="42857">
                  <a:srgbClr val="00FFFF">
                    <a:alpha val="2463"/>
                  </a:srgbClr>
                </a:gs>
                <a:gs pos="57143">
                  <a:srgbClr val="00FFFF">
                    <a:alpha val="1372"/>
                  </a:srgbClr>
                </a:gs>
                <a:gs pos="71429">
                  <a:srgbClr val="00FFFF">
                    <a:alpha val="645"/>
                  </a:srgbClr>
                </a:gs>
                <a:gs pos="85714">
                  <a:srgbClr val="00FFFF">
                    <a:alpha val="255"/>
                  </a:srgbClr>
                </a:gs>
                <a:gs pos="100000">
                  <a:srgbClr val="00FFFF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-10162249">
              <a:off x="1280171" y="1238716"/>
              <a:ext cx="171409" cy="59471"/>
            </a:xfrm>
            <a:prstGeom prst="ellipse">
              <a:avLst/>
            </a:prstGeom>
            <a:gradFill>
              <a:gsLst>
                <a:gs pos="0">
                  <a:srgbClr val="C9FFFF">
                    <a:alpha val="32968"/>
                  </a:srgbClr>
                </a:gs>
                <a:gs pos="14286">
                  <a:srgbClr val="C9FFFF">
                    <a:alpha val="30764"/>
                  </a:srgbClr>
                </a:gs>
                <a:gs pos="28571">
                  <a:srgbClr val="C9FFFF">
                    <a:alpha val="24833"/>
                  </a:srgbClr>
                </a:gs>
                <a:gs pos="42857">
                  <a:srgbClr val="C9FFFF">
                    <a:alpha val="17075"/>
                  </a:srgbClr>
                </a:gs>
                <a:gs pos="57143">
                  <a:srgbClr val="C9FFFF">
                    <a:alpha val="9855"/>
                  </a:srgbClr>
                </a:gs>
                <a:gs pos="71429">
                  <a:srgbClr val="C9FFFF">
                    <a:alpha val="4740"/>
                  </a:srgbClr>
                </a:gs>
                <a:gs pos="85714">
                  <a:srgbClr val="C9FFFF">
                    <a:alpha val="1902"/>
                  </a:srgbClr>
                </a:gs>
                <a:gs pos="100000">
                  <a:srgbClr val="C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5400000">
              <a:off x="1720285" y="1375182"/>
              <a:ext cx="64488" cy="64488"/>
            </a:xfrm>
            <a:prstGeom prst="ellipse">
              <a:avLst/>
            </a:prstGeom>
            <a:gradFill>
              <a:gsLst>
                <a:gs pos="0">
                  <a:srgbClr val="74566A">
                    <a:alpha val="12632"/>
                  </a:srgbClr>
                </a:gs>
                <a:gs pos="14286">
                  <a:srgbClr val="74566A">
                    <a:alpha val="11673"/>
                  </a:srgbClr>
                </a:gs>
                <a:gs pos="28571">
                  <a:srgbClr val="74566A">
                    <a:alpha val="9187"/>
                  </a:srgbClr>
                </a:gs>
                <a:gs pos="42857">
                  <a:srgbClr val="74566A">
                    <a:alpha val="6126"/>
                  </a:srgbClr>
                </a:gs>
                <a:gs pos="57143">
                  <a:srgbClr val="74566A">
                    <a:alpha val="3442"/>
                  </a:srgbClr>
                </a:gs>
                <a:gs pos="71429">
                  <a:srgbClr val="74566A">
                    <a:alpha val="1626"/>
                  </a:srgbClr>
                </a:gs>
                <a:gs pos="85714">
                  <a:srgbClr val="74566A">
                    <a:alpha val="646"/>
                  </a:srgbClr>
                </a:gs>
                <a:gs pos="100000">
                  <a:srgbClr val="74566A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6252821">
              <a:off x="1783442" y="889642"/>
              <a:ext cx="190409" cy="70070"/>
            </a:xfrm>
            <a:prstGeom prst="ellipse">
              <a:avLst/>
            </a:prstGeom>
            <a:gradFill>
              <a:gsLst>
                <a:gs pos="0">
                  <a:srgbClr val="0095A5">
                    <a:alpha val="11844"/>
                  </a:srgbClr>
                </a:gs>
                <a:gs pos="14286">
                  <a:srgbClr val="0095A5">
                    <a:alpha val="10940"/>
                  </a:srgbClr>
                </a:gs>
                <a:gs pos="28571">
                  <a:srgbClr val="0095A5">
                    <a:alpha val="8603"/>
                  </a:srgbClr>
                </a:gs>
                <a:gs pos="42857">
                  <a:srgbClr val="0095A5">
                    <a:alpha val="5730"/>
                  </a:srgbClr>
                </a:gs>
                <a:gs pos="57143">
                  <a:srgbClr val="0095A5">
                    <a:alpha val="3217"/>
                  </a:srgbClr>
                </a:gs>
                <a:gs pos="71429">
                  <a:srgbClr val="0095A5">
                    <a:alpha val="1519"/>
                  </a:srgbClr>
                </a:gs>
                <a:gs pos="85714">
                  <a:srgbClr val="0095A5">
                    <a:alpha val="603"/>
                  </a:srgbClr>
                </a:gs>
                <a:gs pos="100000">
                  <a:srgbClr val="0095A5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5400000">
              <a:off x="1227526" y="1722485"/>
              <a:ext cx="64515" cy="64515"/>
            </a:xfrm>
            <a:prstGeom prst="ellipse">
              <a:avLst/>
            </a:prstGeom>
            <a:gradFill>
              <a:gsLst>
                <a:gs pos="0">
                  <a:srgbClr val="654B7B">
                    <a:alpha val="12625"/>
                  </a:srgbClr>
                </a:gs>
                <a:gs pos="14286">
                  <a:srgbClr val="654B7B">
                    <a:alpha val="11666"/>
                  </a:srgbClr>
                </a:gs>
                <a:gs pos="28571">
                  <a:srgbClr val="654B7B">
                    <a:alpha val="9182"/>
                  </a:srgbClr>
                </a:gs>
                <a:gs pos="42857">
                  <a:srgbClr val="654B7B">
                    <a:alpha val="6122"/>
                  </a:srgbClr>
                </a:gs>
                <a:gs pos="57143">
                  <a:srgbClr val="654B7B">
                    <a:alpha val="3440"/>
                  </a:srgbClr>
                </a:gs>
                <a:gs pos="71429">
                  <a:srgbClr val="654B7B">
                    <a:alpha val="1625"/>
                  </a:srgbClr>
                </a:gs>
                <a:gs pos="85714">
                  <a:srgbClr val="654B7B">
                    <a:alpha val="646"/>
                  </a:srgbClr>
                </a:gs>
                <a:gs pos="100000">
                  <a:srgbClr val="654B7B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-8303095">
              <a:off x="737923" y="953839"/>
              <a:ext cx="310014" cy="64114"/>
            </a:xfrm>
            <a:prstGeom prst="ellipse">
              <a:avLst/>
            </a:prstGeom>
            <a:gradFill>
              <a:gsLst>
                <a:gs pos="0">
                  <a:srgbClr val="F2FF83">
                    <a:alpha val="32968"/>
                  </a:srgbClr>
                </a:gs>
                <a:gs pos="14286">
                  <a:srgbClr val="F2FF83">
                    <a:alpha val="30764"/>
                  </a:srgbClr>
                </a:gs>
                <a:gs pos="28571">
                  <a:srgbClr val="F2FF83">
                    <a:alpha val="24833"/>
                  </a:srgbClr>
                </a:gs>
                <a:gs pos="42857">
                  <a:srgbClr val="F2FF83">
                    <a:alpha val="17075"/>
                  </a:srgbClr>
                </a:gs>
                <a:gs pos="57143">
                  <a:srgbClr val="F2FF83">
                    <a:alpha val="9855"/>
                  </a:srgbClr>
                </a:gs>
                <a:gs pos="71429">
                  <a:srgbClr val="F2FF83">
                    <a:alpha val="4740"/>
                  </a:srgbClr>
                </a:gs>
                <a:gs pos="85714">
                  <a:srgbClr val="F2FF83">
                    <a:alpha val="1902"/>
                  </a:srgbClr>
                </a:gs>
                <a:gs pos="100000">
                  <a:srgbClr val="F2FF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9529888">
              <a:off x="1461915" y="2240636"/>
              <a:ext cx="372665" cy="236784"/>
            </a:xfrm>
            <a:prstGeom prst="ellipse">
              <a:avLst/>
            </a:prstGeom>
            <a:gradFill>
              <a:gsLst>
                <a:gs pos="0">
                  <a:srgbClr val="002264">
                    <a:alpha val="32968"/>
                  </a:srgbClr>
                </a:gs>
                <a:gs pos="14286">
                  <a:srgbClr val="002264">
                    <a:alpha val="30764"/>
                  </a:srgbClr>
                </a:gs>
                <a:gs pos="28571">
                  <a:srgbClr val="002264">
                    <a:alpha val="24833"/>
                  </a:srgbClr>
                </a:gs>
                <a:gs pos="42857">
                  <a:srgbClr val="002264">
                    <a:alpha val="17075"/>
                  </a:srgbClr>
                </a:gs>
                <a:gs pos="57143">
                  <a:srgbClr val="002264">
                    <a:alpha val="9855"/>
                  </a:srgbClr>
                </a:gs>
                <a:gs pos="71429">
                  <a:srgbClr val="002264">
                    <a:alpha val="4740"/>
                  </a:srgbClr>
                </a:gs>
                <a:gs pos="85714">
                  <a:srgbClr val="002264">
                    <a:alpha val="1902"/>
                  </a:srgbClr>
                </a:gs>
                <a:gs pos="100000">
                  <a:srgbClr val="0022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5400000">
              <a:off x="2053940" y="1624668"/>
              <a:ext cx="64651" cy="64651"/>
            </a:xfrm>
            <a:prstGeom prst="ellipse">
              <a:avLst/>
            </a:prstGeom>
            <a:gradFill>
              <a:gsLst>
                <a:gs pos="0">
                  <a:srgbClr val="9689AD">
                    <a:alpha val="12588"/>
                  </a:srgbClr>
                </a:gs>
                <a:gs pos="14286">
                  <a:srgbClr val="9689AD">
                    <a:alpha val="11631"/>
                  </a:srgbClr>
                </a:gs>
                <a:gs pos="28571">
                  <a:srgbClr val="9689AD">
                    <a:alpha val="9155"/>
                  </a:srgbClr>
                </a:gs>
                <a:gs pos="42857">
                  <a:srgbClr val="9689AD">
                    <a:alpha val="6103"/>
                  </a:srgbClr>
                </a:gs>
                <a:gs pos="57143">
                  <a:srgbClr val="9689AD">
                    <a:alpha val="3429"/>
                  </a:srgbClr>
                </a:gs>
                <a:gs pos="71429">
                  <a:srgbClr val="9689AD">
                    <a:alpha val="1620"/>
                  </a:srgbClr>
                </a:gs>
                <a:gs pos="85714">
                  <a:srgbClr val="9689AD">
                    <a:alpha val="644"/>
                  </a:srgbClr>
                </a:gs>
                <a:gs pos="100000">
                  <a:srgbClr val="9689AD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9782930">
              <a:off x="1520109" y="1213650"/>
              <a:ext cx="386384" cy="126366"/>
            </a:xfrm>
            <a:prstGeom prst="ellipse">
              <a:avLst/>
            </a:prstGeom>
            <a:gradFill>
              <a:gsLst>
                <a:gs pos="0">
                  <a:srgbClr val="00C3FF">
                    <a:alpha val="32898"/>
                  </a:srgbClr>
                </a:gs>
                <a:gs pos="14286">
                  <a:srgbClr val="00C3FF">
                    <a:alpha val="30697"/>
                  </a:srgbClr>
                </a:gs>
                <a:gs pos="28571">
                  <a:srgbClr val="00C3FF">
                    <a:alpha val="24777"/>
                  </a:srgbClr>
                </a:gs>
                <a:gs pos="42857">
                  <a:srgbClr val="00C3FF">
                    <a:alpha val="17035"/>
                  </a:srgbClr>
                </a:gs>
                <a:gs pos="57143">
                  <a:srgbClr val="00C3FF">
                    <a:alpha val="9830"/>
                  </a:srgbClr>
                </a:gs>
                <a:gs pos="71429">
                  <a:srgbClr val="00C3FF">
                    <a:alpha val="4728"/>
                  </a:srgbClr>
                </a:gs>
                <a:gs pos="85714">
                  <a:srgbClr val="00C3FF">
                    <a:alpha val="1897"/>
                  </a:srgbClr>
                </a:gs>
                <a:gs pos="100000">
                  <a:srgbClr val="00C3FF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9581511">
              <a:off x="1620879" y="884209"/>
              <a:ext cx="278073" cy="25107"/>
            </a:xfrm>
            <a:prstGeom prst="ellipse">
              <a:avLst/>
            </a:prstGeom>
            <a:gradFill>
              <a:gsLst>
                <a:gs pos="0">
                  <a:srgbClr val="003347">
                    <a:alpha val="31357"/>
                  </a:srgbClr>
                </a:gs>
                <a:gs pos="14286">
                  <a:srgbClr val="003347">
                    <a:alpha val="29236"/>
                  </a:srgbClr>
                </a:gs>
                <a:gs pos="28571">
                  <a:srgbClr val="003347">
                    <a:alpha val="23548"/>
                  </a:srgbClr>
                </a:gs>
                <a:gs pos="42857">
                  <a:srgbClr val="003347">
                    <a:alpha val="16148"/>
                  </a:srgbClr>
                </a:gs>
                <a:gs pos="57143">
                  <a:srgbClr val="003347">
                    <a:alpha val="9298"/>
                  </a:srgbClr>
                </a:gs>
                <a:gs pos="71429">
                  <a:srgbClr val="003347">
                    <a:alpha val="4465"/>
                  </a:srgbClr>
                </a:gs>
                <a:gs pos="85714">
                  <a:srgbClr val="003347">
                    <a:alpha val="1790"/>
                  </a:srgbClr>
                </a:gs>
                <a:gs pos="100000">
                  <a:srgbClr val="003347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5400000">
              <a:off x="1203946" y="1825677"/>
              <a:ext cx="64712" cy="64712"/>
            </a:xfrm>
            <a:prstGeom prst="ellipse">
              <a:avLst/>
            </a:prstGeom>
            <a:gradFill>
              <a:gsLst>
                <a:gs pos="0">
                  <a:srgbClr val="755D9B">
                    <a:alpha val="12571"/>
                  </a:srgbClr>
                </a:gs>
                <a:gs pos="14286">
                  <a:srgbClr val="755D9B">
                    <a:alpha val="11616"/>
                  </a:srgbClr>
                </a:gs>
                <a:gs pos="28571">
                  <a:srgbClr val="755D9B">
                    <a:alpha val="9142"/>
                  </a:srgbClr>
                </a:gs>
                <a:gs pos="42857">
                  <a:srgbClr val="755D9B">
                    <a:alpha val="6095"/>
                  </a:srgbClr>
                </a:gs>
                <a:gs pos="57143">
                  <a:srgbClr val="755D9B">
                    <a:alpha val="3424"/>
                  </a:srgbClr>
                </a:gs>
                <a:gs pos="71429">
                  <a:srgbClr val="755D9B">
                    <a:alpha val="1618"/>
                  </a:srgbClr>
                </a:gs>
                <a:gs pos="85714">
                  <a:srgbClr val="755D9B">
                    <a:alpha val="643"/>
                  </a:srgbClr>
                </a:gs>
                <a:gs pos="100000">
                  <a:srgbClr val="755D9B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5400000">
              <a:off x="1656342" y="1556118"/>
              <a:ext cx="64904" cy="64904"/>
            </a:xfrm>
            <a:prstGeom prst="ellipse">
              <a:avLst/>
            </a:prstGeom>
            <a:gradFill>
              <a:gsLst>
                <a:gs pos="0">
                  <a:srgbClr val="6E6C84">
                    <a:alpha val="12519"/>
                  </a:srgbClr>
                </a:gs>
                <a:gs pos="14286">
                  <a:srgbClr val="6E6C84">
                    <a:alpha val="11567"/>
                  </a:srgbClr>
                </a:gs>
                <a:gs pos="28571">
                  <a:srgbClr val="6E6C84">
                    <a:alpha val="9103"/>
                  </a:srgbClr>
                </a:gs>
                <a:gs pos="42857">
                  <a:srgbClr val="6E6C84">
                    <a:alpha val="6069"/>
                  </a:srgbClr>
                </a:gs>
                <a:gs pos="57143">
                  <a:srgbClr val="6E6C84">
                    <a:alpha val="3410"/>
                  </a:srgbClr>
                </a:gs>
                <a:gs pos="71429">
                  <a:srgbClr val="6E6C84">
                    <a:alpha val="1611"/>
                  </a:srgbClr>
                </a:gs>
                <a:gs pos="85714">
                  <a:srgbClr val="6E6C84">
                    <a:alpha val="640"/>
                  </a:srgbClr>
                </a:gs>
                <a:gs pos="100000">
                  <a:srgbClr val="6E6C84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5400000">
              <a:off x="2414740" y="1395970"/>
              <a:ext cx="64934" cy="64934"/>
            </a:xfrm>
            <a:prstGeom prst="ellipse">
              <a:avLst/>
            </a:prstGeom>
            <a:gradFill>
              <a:gsLst>
                <a:gs pos="0">
                  <a:srgbClr val="6FAAB8">
                    <a:alpha val="12511"/>
                  </a:srgbClr>
                </a:gs>
                <a:gs pos="14286">
                  <a:srgbClr val="6FAAB8">
                    <a:alpha val="11560"/>
                  </a:srgbClr>
                </a:gs>
                <a:gs pos="28571">
                  <a:srgbClr val="6FAAB8">
                    <a:alpha val="9097"/>
                  </a:srgbClr>
                </a:gs>
                <a:gs pos="42857">
                  <a:srgbClr val="6FAAB8">
                    <a:alpha val="6065"/>
                  </a:srgbClr>
                </a:gs>
                <a:gs pos="57143">
                  <a:srgbClr val="6FAAB8">
                    <a:alpha val="3407"/>
                  </a:srgbClr>
                </a:gs>
                <a:gs pos="71429">
                  <a:srgbClr val="6FAAB8">
                    <a:alpha val="1610"/>
                  </a:srgbClr>
                </a:gs>
                <a:gs pos="85714">
                  <a:srgbClr val="6FAAB8">
                    <a:alpha val="640"/>
                  </a:srgbClr>
                </a:gs>
                <a:gs pos="100000">
                  <a:srgbClr val="6FAAB8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5400000">
              <a:off x="1160561" y="1441792"/>
              <a:ext cx="65040" cy="65040"/>
            </a:xfrm>
            <a:prstGeom prst="ellipse">
              <a:avLst/>
            </a:prstGeom>
            <a:gradFill>
              <a:gsLst>
                <a:gs pos="0">
                  <a:srgbClr val="4A9FD4">
                    <a:alpha val="12482"/>
                  </a:srgbClr>
                </a:gs>
                <a:gs pos="14286">
                  <a:srgbClr val="4A9FD4">
                    <a:alpha val="11533"/>
                  </a:srgbClr>
                </a:gs>
                <a:gs pos="28571">
                  <a:srgbClr val="4A9FD4">
                    <a:alpha val="9076"/>
                  </a:srgbClr>
                </a:gs>
                <a:gs pos="42857">
                  <a:srgbClr val="4A9FD4">
                    <a:alpha val="6050"/>
                  </a:srgbClr>
                </a:gs>
                <a:gs pos="57143">
                  <a:srgbClr val="4A9FD4">
                    <a:alpha val="3399"/>
                  </a:srgbClr>
                </a:gs>
                <a:gs pos="71429">
                  <a:srgbClr val="4A9FD4">
                    <a:alpha val="1606"/>
                  </a:srgbClr>
                </a:gs>
                <a:gs pos="85714">
                  <a:srgbClr val="4A9FD4">
                    <a:alpha val="638"/>
                  </a:srgbClr>
                </a:gs>
                <a:gs pos="100000">
                  <a:srgbClr val="4A9FD4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4694490">
              <a:off x="1380479" y="2005328"/>
              <a:ext cx="534530" cy="328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-9664098">
              <a:off x="641468" y="916231"/>
              <a:ext cx="166741" cy="105890"/>
            </a:xfrm>
            <a:prstGeom prst="ellipse">
              <a:avLst/>
            </a:prstGeom>
            <a:gradFill>
              <a:gsLst>
                <a:gs pos="0">
                  <a:srgbClr val="6EFFFF">
                    <a:alpha val="32968"/>
                  </a:srgbClr>
                </a:gs>
                <a:gs pos="14286">
                  <a:srgbClr val="6EFFFF">
                    <a:alpha val="30764"/>
                  </a:srgbClr>
                </a:gs>
                <a:gs pos="28571">
                  <a:srgbClr val="6EFFFF">
                    <a:alpha val="24833"/>
                  </a:srgbClr>
                </a:gs>
                <a:gs pos="42857">
                  <a:srgbClr val="6EFFFF">
                    <a:alpha val="17075"/>
                  </a:srgbClr>
                </a:gs>
                <a:gs pos="57143">
                  <a:srgbClr val="6EFFFF">
                    <a:alpha val="9855"/>
                  </a:srgbClr>
                </a:gs>
                <a:gs pos="71429">
                  <a:srgbClr val="6EFFFF">
                    <a:alpha val="4740"/>
                  </a:srgbClr>
                </a:gs>
                <a:gs pos="85714">
                  <a:srgbClr val="6EFFFF">
                    <a:alpha val="1902"/>
                  </a:srgbClr>
                </a:gs>
                <a:gs pos="100000">
                  <a:srgbClr val="6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-8875710">
              <a:off x="2170244" y="709074"/>
              <a:ext cx="411629" cy="67199"/>
            </a:xfrm>
            <a:prstGeom prst="ellipse">
              <a:avLst/>
            </a:prstGeom>
            <a:gradFill>
              <a:gsLst>
                <a:gs pos="0">
                  <a:srgbClr val="F5E78F">
                    <a:alpha val="32968"/>
                  </a:srgbClr>
                </a:gs>
                <a:gs pos="14286">
                  <a:srgbClr val="F5E78F">
                    <a:alpha val="30764"/>
                  </a:srgbClr>
                </a:gs>
                <a:gs pos="28571">
                  <a:srgbClr val="F5E78F">
                    <a:alpha val="24833"/>
                  </a:srgbClr>
                </a:gs>
                <a:gs pos="42857">
                  <a:srgbClr val="F5E78F">
                    <a:alpha val="17075"/>
                  </a:srgbClr>
                </a:gs>
                <a:gs pos="57143">
                  <a:srgbClr val="F5E78F">
                    <a:alpha val="9855"/>
                  </a:srgbClr>
                </a:gs>
                <a:gs pos="71429">
                  <a:srgbClr val="F5E78F">
                    <a:alpha val="4740"/>
                  </a:srgbClr>
                </a:gs>
                <a:gs pos="85714">
                  <a:srgbClr val="F5E78F">
                    <a:alpha val="1902"/>
                  </a:srgbClr>
                </a:gs>
                <a:gs pos="100000">
                  <a:srgbClr val="F5E7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5400000">
              <a:off x="1617751" y="1459771"/>
              <a:ext cx="65261" cy="65261"/>
            </a:xfrm>
            <a:prstGeom prst="ellipse">
              <a:avLst/>
            </a:prstGeom>
            <a:gradFill>
              <a:gsLst>
                <a:gs pos="0">
                  <a:srgbClr val="634568">
                    <a:alpha val="12422"/>
                  </a:srgbClr>
                </a:gs>
                <a:gs pos="14286">
                  <a:srgbClr val="634568">
                    <a:alpha val="11477"/>
                  </a:srgbClr>
                </a:gs>
                <a:gs pos="28571">
                  <a:srgbClr val="634568">
                    <a:alpha val="9031"/>
                  </a:srgbClr>
                </a:gs>
                <a:gs pos="42857">
                  <a:srgbClr val="634568">
                    <a:alpha val="6020"/>
                  </a:srgbClr>
                </a:gs>
                <a:gs pos="57143">
                  <a:srgbClr val="634568">
                    <a:alpha val="3382"/>
                  </a:srgbClr>
                </a:gs>
                <a:gs pos="71429">
                  <a:srgbClr val="634568">
                    <a:alpha val="1597"/>
                  </a:srgbClr>
                </a:gs>
                <a:gs pos="85714">
                  <a:srgbClr val="634568">
                    <a:alpha val="635"/>
                  </a:srgbClr>
                </a:gs>
                <a:gs pos="100000">
                  <a:srgbClr val="634568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8942651">
              <a:off x="1449853" y="611085"/>
              <a:ext cx="202382" cy="1600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10337882">
              <a:off x="1458265" y="1882659"/>
              <a:ext cx="522739" cy="443451"/>
            </a:xfrm>
            <a:prstGeom prst="ellipse">
              <a:avLst/>
            </a:prstGeom>
            <a:gradFill>
              <a:gsLst>
                <a:gs pos="0">
                  <a:srgbClr val="890000">
                    <a:alpha val="31309"/>
                  </a:srgbClr>
                </a:gs>
                <a:gs pos="14286">
                  <a:srgbClr val="890000">
                    <a:alpha val="29190"/>
                  </a:srgbClr>
                </a:gs>
                <a:gs pos="28571">
                  <a:srgbClr val="890000">
                    <a:alpha val="23510"/>
                  </a:srgbClr>
                </a:gs>
                <a:gs pos="42857">
                  <a:srgbClr val="890000">
                    <a:alpha val="16121"/>
                  </a:srgbClr>
                </a:gs>
                <a:gs pos="57143">
                  <a:srgbClr val="890000">
                    <a:alpha val="9281"/>
                  </a:srgbClr>
                </a:gs>
                <a:gs pos="71429">
                  <a:srgbClr val="890000">
                    <a:alpha val="4457"/>
                  </a:srgbClr>
                </a:gs>
                <a:gs pos="85714">
                  <a:srgbClr val="890000">
                    <a:alpha val="1787"/>
                  </a:srgbClr>
                </a:gs>
                <a:gs pos="100000">
                  <a:srgbClr val="890000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10758452">
              <a:off x="1165767" y="562595"/>
              <a:ext cx="476479" cy="127673"/>
            </a:xfrm>
            <a:prstGeom prst="ellipse">
              <a:avLst/>
            </a:prstGeom>
            <a:gradFill>
              <a:gsLst>
                <a:gs pos="0">
                  <a:srgbClr val="7BF1FF">
                    <a:alpha val="23470"/>
                  </a:srgbClr>
                </a:gs>
                <a:gs pos="14286">
                  <a:srgbClr val="7BF1FF">
                    <a:alpha val="21796"/>
                  </a:srgbClr>
                </a:gs>
                <a:gs pos="28571">
                  <a:srgbClr val="7BF1FF">
                    <a:alpha val="17378"/>
                  </a:srgbClr>
                </a:gs>
                <a:gs pos="42857">
                  <a:srgbClr val="7BF1FF">
                    <a:alpha val="11769"/>
                  </a:srgbClr>
                </a:gs>
                <a:gs pos="57143">
                  <a:srgbClr val="7BF1FF">
                    <a:alpha val="6703"/>
                  </a:srgbClr>
                </a:gs>
                <a:gs pos="71429">
                  <a:srgbClr val="7BF1FF">
                    <a:alpha val="3195"/>
                  </a:srgbClr>
                </a:gs>
                <a:gs pos="85714">
                  <a:srgbClr val="7BF1FF">
                    <a:alpha val="1276"/>
                  </a:srgbClr>
                </a:gs>
                <a:gs pos="100000">
                  <a:srgbClr val="7BF1FF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9250848">
              <a:off x="1901259" y="628007"/>
              <a:ext cx="414571" cy="157107"/>
            </a:xfrm>
            <a:prstGeom prst="ellipse">
              <a:avLst/>
            </a:prstGeom>
            <a:gradFill>
              <a:gsLst>
                <a:gs pos="0">
                  <a:srgbClr val="0000BA">
                    <a:alpha val="4760"/>
                  </a:srgbClr>
                </a:gs>
                <a:gs pos="14286">
                  <a:srgbClr val="0000BA">
                    <a:alpha val="4384"/>
                  </a:srgbClr>
                </a:gs>
                <a:gs pos="28571">
                  <a:srgbClr val="0000BA">
                    <a:alpha val="3421"/>
                  </a:srgbClr>
                </a:gs>
                <a:gs pos="42857">
                  <a:srgbClr val="0000BA">
                    <a:alpha val="2257"/>
                  </a:srgbClr>
                </a:gs>
                <a:gs pos="57143">
                  <a:srgbClr val="0000BA">
                    <a:alpha val="1257"/>
                  </a:srgbClr>
                </a:gs>
                <a:gs pos="71429">
                  <a:srgbClr val="0000BA">
                    <a:alpha val="590"/>
                  </a:srgbClr>
                </a:gs>
                <a:gs pos="85714">
                  <a:srgbClr val="0000BA">
                    <a:alpha val="234"/>
                  </a:srgbClr>
                </a:gs>
                <a:gs pos="100000">
                  <a:srgbClr val="0000BA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9047373">
              <a:off x="1859539" y="622894"/>
              <a:ext cx="419926" cy="104839"/>
            </a:xfrm>
            <a:prstGeom prst="ellipse">
              <a:avLst/>
            </a:prstGeom>
            <a:gradFill>
              <a:gsLst>
                <a:gs pos="0">
                  <a:srgbClr val="FFF9FF">
                    <a:alpha val="32968"/>
                  </a:srgbClr>
                </a:gs>
                <a:gs pos="14286">
                  <a:srgbClr val="FFF9FF">
                    <a:alpha val="30764"/>
                  </a:srgbClr>
                </a:gs>
                <a:gs pos="28571">
                  <a:srgbClr val="FFF9FF">
                    <a:alpha val="24833"/>
                  </a:srgbClr>
                </a:gs>
                <a:gs pos="42857">
                  <a:srgbClr val="FFF9FF">
                    <a:alpha val="17075"/>
                  </a:srgbClr>
                </a:gs>
                <a:gs pos="57143">
                  <a:srgbClr val="FFF9FF">
                    <a:alpha val="9855"/>
                  </a:srgbClr>
                </a:gs>
                <a:gs pos="71429">
                  <a:srgbClr val="FFF9FF">
                    <a:alpha val="4740"/>
                  </a:srgbClr>
                </a:gs>
                <a:gs pos="85714">
                  <a:srgbClr val="FFF9FF">
                    <a:alpha val="1902"/>
                  </a:srgbClr>
                </a:gs>
                <a:gs pos="100000">
                  <a:srgbClr val="FF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-10050115">
              <a:off x="2248303" y="1237887"/>
              <a:ext cx="168058" cy="420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-10452246">
              <a:off x="2333306" y="961014"/>
              <a:ext cx="231599" cy="55471"/>
            </a:xfrm>
            <a:prstGeom prst="ellipse">
              <a:avLst/>
            </a:prstGeom>
            <a:gradFill>
              <a:gsLst>
                <a:gs pos="0">
                  <a:srgbClr val="000086">
                    <a:alpha val="32968"/>
                  </a:srgbClr>
                </a:gs>
                <a:gs pos="14286">
                  <a:srgbClr val="000086">
                    <a:alpha val="30764"/>
                  </a:srgbClr>
                </a:gs>
                <a:gs pos="28571">
                  <a:srgbClr val="000086">
                    <a:alpha val="24833"/>
                  </a:srgbClr>
                </a:gs>
                <a:gs pos="42857">
                  <a:srgbClr val="000086">
                    <a:alpha val="17075"/>
                  </a:srgbClr>
                </a:gs>
                <a:gs pos="57143">
                  <a:srgbClr val="000086">
                    <a:alpha val="9855"/>
                  </a:srgbClr>
                </a:gs>
                <a:gs pos="71429">
                  <a:srgbClr val="000086">
                    <a:alpha val="4740"/>
                  </a:srgbClr>
                </a:gs>
                <a:gs pos="85714">
                  <a:srgbClr val="000086">
                    <a:alpha val="1902"/>
                  </a:srgbClr>
                </a:gs>
                <a:gs pos="100000">
                  <a:srgbClr val="0000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9356315">
              <a:off x="987914" y="524430"/>
              <a:ext cx="540961" cy="152105"/>
            </a:xfrm>
            <a:prstGeom prst="ellipse">
              <a:avLst/>
            </a:prstGeom>
            <a:gradFill>
              <a:gsLst>
                <a:gs pos="0">
                  <a:srgbClr val="00EBFF">
                    <a:alpha val="32968"/>
                  </a:srgbClr>
                </a:gs>
                <a:gs pos="14286">
                  <a:srgbClr val="00EBFF">
                    <a:alpha val="30764"/>
                  </a:srgbClr>
                </a:gs>
                <a:gs pos="28571">
                  <a:srgbClr val="00EBFF">
                    <a:alpha val="24833"/>
                  </a:srgbClr>
                </a:gs>
                <a:gs pos="42857">
                  <a:srgbClr val="00EBFF">
                    <a:alpha val="17075"/>
                  </a:srgbClr>
                </a:gs>
                <a:gs pos="57143">
                  <a:srgbClr val="00EBFF">
                    <a:alpha val="9855"/>
                  </a:srgbClr>
                </a:gs>
                <a:gs pos="71429">
                  <a:srgbClr val="00EBFF">
                    <a:alpha val="4740"/>
                  </a:srgbClr>
                </a:gs>
                <a:gs pos="85714">
                  <a:srgbClr val="00EBFF">
                    <a:alpha val="1902"/>
                  </a:srgbClr>
                </a:gs>
                <a:gs pos="100000">
                  <a:srgbClr val="00E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-8799908">
              <a:off x="1547786" y="592498"/>
              <a:ext cx="295008" cy="188537"/>
            </a:xfrm>
            <a:prstGeom prst="ellipse">
              <a:avLst/>
            </a:prstGeom>
            <a:gradFill>
              <a:gsLst>
                <a:gs pos="0">
                  <a:srgbClr val="001300">
                    <a:alpha val="32968"/>
                  </a:srgbClr>
                </a:gs>
                <a:gs pos="14286">
                  <a:srgbClr val="001300">
                    <a:alpha val="30764"/>
                  </a:srgbClr>
                </a:gs>
                <a:gs pos="28571">
                  <a:srgbClr val="001300">
                    <a:alpha val="24833"/>
                  </a:srgbClr>
                </a:gs>
                <a:gs pos="42857">
                  <a:srgbClr val="001300">
                    <a:alpha val="17075"/>
                  </a:srgbClr>
                </a:gs>
                <a:gs pos="57143">
                  <a:srgbClr val="001300">
                    <a:alpha val="9855"/>
                  </a:srgbClr>
                </a:gs>
                <a:gs pos="71429">
                  <a:srgbClr val="001300">
                    <a:alpha val="4740"/>
                  </a:srgbClr>
                </a:gs>
                <a:gs pos="85714">
                  <a:srgbClr val="001300">
                    <a:alpha val="1902"/>
                  </a:srgbClr>
                </a:gs>
                <a:gs pos="100000">
                  <a:srgbClr val="001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3660462">
              <a:off x="648418" y="1147160"/>
              <a:ext cx="300373" cy="33359"/>
            </a:xfrm>
            <a:prstGeom prst="ellipse">
              <a:avLst/>
            </a:prstGeom>
            <a:gradFill>
              <a:gsLst>
                <a:gs pos="0">
                  <a:srgbClr val="79BAFF">
                    <a:alpha val="11732"/>
                  </a:srgbClr>
                </a:gs>
                <a:gs pos="14286">
                  <a:srgbClr val="79BAFF">
                    <a:alpha val="10836"/>
                  </a:srgbClr>
                </a:gs>
                <a:gs pos="28571">
                  <a:srgbClr val="79BAFF">
                    <a:alpha val="8521"/>
                  </a:srgbClr>
                </a:gs>
                <a:gs pos="42857">
                  <a:srgbClr val="79BAFF">
                    <a:alpha val="5674"/>
                  </a:srgbClr>
                </a:gs>
                <a:gs pos="57143">
                  <a:srgbClr val="79BAFF">
                    <a:alpha val="3185"/>
                  </a:srgbClr>
                </a:gs>
                <a:gs pos="71429">
                  <a:srgbClr val="79BAFF">
                    <a:alpha val="1504"/>
                  </a:srgbClr>
                </a:gs>
                <a:gs pos="85714">
                  <a:srgbClr val="79BAFF">
                    <a:alpha val="597"/>
                  </a:srgbClr>
                </a:gs>
                <a:gs pos="100000">
                  <a:srgbClr val="79BAFF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-10480261">
              <a:off x="1778509" y="459988"/>
              <a:ext cx="402397" cy="53253"/>
            </a:xfrm>
            <a:prstGeom prst="ellipse">
              <a:avLst/>
            </a:prstGeom>
            <a:gradFill>
              <a:gsLst>
                <a:gs pos="0">
                  <a:srgbClr val="AEFEFF">
                    <a:alpha val="32968"/>
                  </a:srgbClr>
                </a:gs>
                <a:gs pos="14286">
                  <a:srgbClr val="AEFEFF">
                    <a:alpha val="30764"/>
                  </a:srgbClr>
                </a:gs>
                <a:gs pos="28571">
                  <a:srgbClr val="AEFEFF">
                    <a:alpha val="24833"/>
                  </a:srgbClr>
                </a:gs>
                <a:gs pos="42857">
                  <a:srgbClr val="AEFEFF">
                    <a:alpha val="17075"/>
                  </a:srgbClr>
                </a:gs>
                <a:gs pos="57143">
                  <a:srgbClr val="AEFEFF">
                    <a:alpha val="9855"/>
                  </a:srgbClr>
                </a:gs>
                <a:gs pos="71429">
                  <a:srgbClr val="AEFEFF">
                    <a:alpha val="4740"/>
                  </a:srgbClr>
                </a:gs>
                <a:gs pos="85714">
                  <a:srgbClr val="AEFEFF">
                    <a:alpha val="1902"/>
                  </a:srgbClr>
                </a:gs>
                <a:gs pos="100000">
                  <a:srgbClr val="AE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8869495">
              <a:off x="970318" y="798377"/>
              <a:ext cx="263667" cy="204497"/>
            </a:xfrm>
            <a:prstGeom prst="ellipse">
              <a:avLst/>
            </a:prstGeom>
            <a:gradFill>
              <a:gsLst>
                <a:gs pos="0">
                  <a:srgbClr val="000000">
                    <a:alpha val="17755"/>
                  </a:srgbClr>
                </a:gs>
                <a:gs pos="14286">
                  <a:srgbClr val="000000">
                    <a:alpha val="16444"/>
                  </a:srgbClr>
                </a:gs>
                <a:gs pos="28571">
                  <a:srgbClr val="000000">
                    <a:alpha val="13020"/>
                  </a:srgbClr>
                </a:gs>
                <a:gs pos="42857">
                  <a:srgbClr val="000000">
                    <a:alpha val="8743"/>
                  </a:srgbClr>
                </a:gs>
                <a:gs pos="57143">
                  <a:srgbClr val="000000">
                    <a:alpha val="4943"/>
                  </a:srgbClr>
                </a:gs>
                <a:gs pos="71429">
                  <a:srgbClr val="000000">
                    <a:alpha val="2345"/>
                  </a:srgbClr>
                </a:gs>
                <a:gs pos="85714">
                  <a:srgbClr val="000000">
                    <a:alpha val="934"/>
                  </a:srgbClr>
                </a:gs>
                <a:gs pos="100000">
                  <a:srgbClr val="000000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4108383">
              <a:off x="599259" y="1088183"/>
              <a:ext cx="300313" cy="44984"/>
            </a:xfrm>
            <a:prstGeom prst="ellipse">
              <a:avLst/>
            </a:prstGeom>
            <a:gradFill>
              <a:gsLst>
                <a:gs pos="0">
                  <a:srgbClr val="B4FDFF">
                    <a:alpha val="32968"/>
                  </a:srgbClr>
                </a:gs>
                <a:gs pos="14286">
                  <a:srgbClr val="B4FDFF">
                    <a:alpha val="30764"/>
                  </a:srgbClr>
                </a:gs>
                <a:gs pos="28571">
                  <a:srgbClr val="B4FDFF">
                    <a:alpha val="24833"/>
                  </a:srgbClr>
                </a:gs>
                <a:gs pos="42857">
                  <a:srgbClr val="B4FDFF">
                    <a:alpha val="17075"/>
                  </a:srgbClr>
                </a:gs>
                <a:gs pos="57143">
                  <a:srgbClr val="B4FDFF">
                    <a:alpha val="9855"/>
                  </a:srgbClr>
                </a:gs>
                <a:gs pos="71429">
                  <a:srgbClr val="B4FDFF">
                    <a:alpha val="4740"/>
                  </a:srgbClr>
                </a:gs>
                <a:gs pos="85714">
                  <a:srgbClr val="B4FDFF">
                    <a:alpha val="1902"/>
                  </a:srgbClr>
                </a:gs>
                <a:gs pos="100000">
                  <a:srgbClr val="B4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9759391">
              <a:off x="1096543" y="492041"/>
              <a:ext cx="478874" cy="118407"/>
            </a:xfrm>
            <a:prstGeom prst="ellipse">
              <a:avLst/>
            </a:prstGeom>
            <a:gradFill>
              <a:gsLst>
                <a:gs pos="0">
                  <a:srgbClr val="C3F5FF">
                    <a:alpha val="32968"/>
                  </a:srgbClr>
                </a:gs>
                <a:gs pos="14286">
                  <a:srgbClr val="C3F5FF">
                    <a:alpha val="30764"/>
                  </a:srgbClr>
                </a:gs>
                <a:gs pos="28571">
                  <a:srgbClr val="C3F5FF">
                    <a:alpha val="24833"/>
                  </a:srgbClr>
                </a:gs>
                <a:gs pos="42857">
                  <a:srgbClr val="C3F5FF">
                    <a:alpha val="17075"/>
                  </a:srgbClr>
                </a:gs>
                <a:gs pos="57143">
                  <a:srgbClr val="C3F5FF">
                    <a:alpha val="9855"/>
                  </a:srgbClr>
                </a:gs>
                <a:gs pos="71429">
                  <a:srgbClr val="C3F5FF">
                    <a:alpha val="4740"/>
                  </a:srgbClr>
                </a:gs>
                <a:gs pos="85714">
                  <a:srgbClr val="C3F5FF">
                    <a:alpha val="1902"/>
                  </a:srgbClr>
                </a:gs>
                <a:gs pos="100000">
                  <a:srgbClr val="C3F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-10220148">
              <a:off x="1797721" y="453622"/>
              <a:ext cx="439516" cy="164464"/>
            </a:xfrm>
            <a:prstGeom prst="ellipse">
              <a:avLst/>
            </a:prstGeom>
            <a:gradFill>
              <a:gsLst>
                <a:gs pos="0">
                  <a:srgbClr val="81F5FF">
                    <a:alpha val="32968"/>
                  </a:srgbClr>
                </a:gs>
                <a:gs pos="14286">
                  <a:srgbClr val="81F5FF">
                    <a:alpha val="30764"/>
                  </a:srgbClr>
                </a:gs>
                <a:gs pos="28571">
                  <a:srgbClr val="81F5FF">
                    <a:alpha val="24833"/>
                  </a:srgbClr>
                </a:gs>
                <a:gs pos="42857">
                  <a:srgbClr val="81F5FF">
                    <a:alpha val="17075"/>
                  </a:srgbClr>
                </a:gs>
                <a:gs pos="57143">
                  <a:srgbClr val="81F5FF">
                    <a:alpha val="9855"/>
                  </a:srgbClr>
                </a:gs>
                <a:gs pos="71429">
                  <a:srgbClr val="81F5FF">
                    <a:alpha val="4740"/>
                  </a:srgbClr>
                </a:gs>
                <a:gs pos="85714">
                  <a:srgbClr val="81F5FF">
                    <a:alpha val="1902"/>
                  </a:srgbClr>
                </a:gs>
                <a:gs pos="100000">
                  <a:srgbClr val="81F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7072343">
              <a:off x="1493344" y="428904"/>
              <a:ext cx="499821" cy="93719"/>
            </a:xfrm>
            <a:prstGeom prst="ellipse">
              <a:avLst/>
            </a:prstGeom>
            <a:gradFill>
              <a:gsLst>
                <a:gs pos="0">
                  <a:srgbClr val="000073">
                    <a:alpha val="32968"/>
                  </a:srgbClr>
                </a:gs>
                <a:gs pos="14286">
                  <a:srgbClr val="000073">
                    <a:alpha val="30764"/>
                  </a:srgbClr>
                </a:gs>
                <a:gs pos="28571">
                  <a:srgbClr val="000073">
                    <a:alpha val="24833"/>
                  </a:srgbClr>
                </a:gs>
                <a:gs pos="42857">
                  <a:srgbClr val="000073">
                    <a:alpha val="17075"/>
                  </a:srgbClr>
                </a:gs>
                <a:gs pos="57143">
                  <a:srgbClr val="000073">
                    <a:alpha val="9855"/>
                  </a:srgbClr>
                </a:gs>
                <a:gs pos="71429">
                  <a:srgbClr val="000073">
                    <a:alpha val="4740"/>
                  </a:srgbClr>
                </a:gs>
                <a:gs pos="85714">
                  <a:srgbClr val="000073">
                    <a:alpha val="1902"/>
                  </a:srgbClr>
                </a:gs>
                <a:gs pos="100000">
                  <a:srgbClr val="0000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10011376">
              <a:off x="-102778" y="3296643"/>
              <a:ext cx="505927" cy="135676"/>
            </a:xfrm>
            <a:prstGeom prst="ellipse">
              <a:avLst/>
            </a:prstGeom>
            <a:gradFill>
              <a:gsLst>
                <a:gs pos="0">
                  <a:srgbClr val="DBD8FF">
                    <a:alpha val="32968"/>
                  </a:srgbClr>
                </a:gs>
                <a:gs pos="14286">
                  <a:srgbClr val="DBD8FF">
                    <a:alpha val="30764"/>
                  </a:srgbClr>
                </a:gs>
                <a:gs pos="28571">
                  <a:srgbClr val="DBD8FF">
                    <a:alpha val="24833"/>
                  </a:srgbClr>
                </a:gs>
                <a:gs pos="42857">
                  <a:srgbClr val="DBD8FF">
                    <a:alpha val="17075"/>
                  </a:srgbClr>
                </a:gs>
                <a:gs pos="57143">
                  <a:srgbClr val="DBD8FF">
                    <a:alpha val="9855"/>
                  </a:srgbClr>
                </a:gs>
                <a:gs pos="71429">
                  <a:srgbClr val="DBD8FF">
                    <a:alpha val="4740"/>
                  </a:srgbClr>
                </a:gs>
                <a:gs pos="85714">
                  <a:srgbClr val="DBD8FF">
                    <a:alpha val="1902"/>
                  </a:srgbClr>
                </a:gs>
                <a:gs pos="100000">
                  <a:srgbClr val="DBD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-9141504">
              <a:off x="1892354" y="495402"/>
              <a:ext cx="290881" cy="212776"/>
            </a:xfrm>
            <a:prstGeom prst="ellipse">
              <a:avLst/>
            </a:prstGeom>
            <a:gradFill>
              <a:gsLst>
                <a:gs pos="0">
                  <a:srgbClr val="00EFFF">
                    <a:alpha val="10795"/>
                  </a:srgbClr>
                </a:gs>
                <a:gs pos="14286">
                  <a:srgbClr val="00EFFF">
                    <a:alpha val="9967"/>
                  </a:srgbClr>
                </a:gs>
                <a:gs pos="28571">
                  <a:srgbClr val="00EFFF">
                    <a:alpha val="7829"/>
                  </a:srgbClr>
                </a:gs>
                <a:gs pos="42857">
                  <a:srgbClr val="00EFFF">
                    <a:alpha val="5207"/>
                  </a:srgbClr>
                </a:gs>
                <a:gs pos="57143">
                  <a:srgbClr val="00EFFF">
                    <a:alpha val="2919"/>
                  </a:srgbClr>
                </a:gs>
                <a:gs pos="71429">
                  <a:srgbClr val="00EFFF">
                    <a:alpha val="1377"/>
                  </a:srgbClr>
                </a:gs>
                <a:gs pos="85714">
                  <a:srgbClr val="00EFFF">
                    <a:alpha val="547"/>
                  </a:srgbClr>
                </a:gs>
                <a:gs pos="100000">
                  <a:srgbClr val="00EFFF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4918706">
              <a:off x="808476" y="1107371"/>
              <a:ext cx="752563" cy="334615"/>
            </a:xfrm>
            <a:prstGeom prst="ellipse">
              <a:avLst/>
            </a:prstGeom>
            <a:gradFill>
              <a:gsLst>
                <a:gs pos="0">
                  <a:srgbClr val="000059">
                    <a:alpha val="32968"/>
                  </a:srgbClr>
                </a:gs>
                <a:gs pos="14286">
                  <a:srgbClr val="000059">
                    <a:alpha val="30764"/>
                  </a:srgbClr>
                </a:gs>
                <a:gs pos="28571">
                  <a:srgbClr val="000059">
                    <a:alpha val="24833"/>
                  </a:srgbClr>
                </a:gs>
                <a:gs pos="42857">
                  <a:srgbClr val="000059">
                    <a:alpha val="17075"/>
                  </a:srgbClr>
                </a:gs>
                <a:gs pos="57143">
                  <a:srgbClr val="000059">
                    <a:alpha val="9855"/>
                  </a:srgbClr>
                </a:gs>
                <a:gs pos="71429">
                  <a:srgbClr val="000059">
                    <a:alpha val="4740"/>
                  </a:srgbClr>
                </a:gs>
                <a:gs pos="85714">
                  <a:srgbClr val="000059">
                    <a:alpha val="1902"/>
                  </a:srgbClr>
                </a:gs>
                <a:gs pos="100000">
                  <a:srgbClr val="00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-10517815">
              <a:off x="923147" y="1562861"/>
              <a:ext cx="759474" cy="45364"/>
            </a:xfrm>
            <a:prstGeom prst="ellipse">
              <a:avLst/>
            </a:prstGeom>
            <a:gradFill>
              <a:gsLst>
                <a:gs pos="0">
                  <a:srgbClr val="FFEEFF">
                    <a:alpha val="27870"/>
                  </a:srgbClr>
                </a:gs>
                <a:gs pos="14286">
                  <a:srgbClr val="FFEEFF">
                    <a:alpha val="25938"/>
                  </a:srgbClr>
                </a:gs>
                <a:gs pos="28571">
                  <a:srgbClr val="FFEEFF">
                    <a:alpha val="20796"/>
                  </a:srgbClr>
                </a:gs>
                <a:gs pos="42857">
                  <a:srgbClr val="FFEEFF">
                    <a:alpha val="14180"/>
                  </a:srgbClr>
                </a:gs>
                <a:gs pos="57143">
                  <a:srgbClr val="FFEEFF">
                    <a:alpha val="8124"/>
                  </a:srgbClr>
                </a:gs>
                <a:gs pos="71429">
                  <a:srgbClr val="FFEEFF">
                    <a:alpha val="3889"/>
                  </a:srgbClr>
                </a:gs>
                <a:gs pos="85714">
                  <a:srgbClr val="FFEEFF">
                    <a:alpha val="1556"/>
                  </a:srgbClr>
                </a:gs>
                <a:gs pos="100000">
                  <a:srgbClr val="FFEEFF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8970434">
              <a:off x="1205840" y="2743912"/>
              <a:ext cx="562210" cy="124622"/>
            </a:xfrm>
            <a:prstGeom prst="ellipse">
              <a:avLst/>
            </a:prstGeom>
            <a:gradFill>
              <a:gsLst>
                <a:gs pos="0">
                  <a:srgbClr val="7FC0FF">
                    <a:alpha val="24275"/>
                  </a:srgbClr>
                </a:gs>
                <a:gs pos="14286">
                  <a:srgbClr val="7FC0FF">
                    <a:alpha val="22553"/>
                  </a:srgbClr>
                </a:gs>
                <a:gs pos="28571">
                  <a:srgbClr val="7FC0FF">
                    <a:alpha val="17999"/>
                  </a:srgbClr>
                </a:gs>
                <a:gs pos="42857">
                  <a:srgbClr val="7FC0FF">
                    <a:alpha val="12205"/>
                  </a:srgbClr>
                </a:gs>
                <a:gs pos="57143">
                  <a:srgbClr val="7FC0FF">
                    <a:alpha val="6958"/>
                  </a:srgbClr>
                </a:gs>
                <a:gs pos="71429">
                  <a:srgbClr val="7FC0FF">
                    <a:alpha val="3320"/>
                  </a:srgbClr>
                </a:gs>
                <a:gs pos="85714">
                  <a:srgbClr val="7FC0FF">
                    <a:alpha val="1326"/>
                  </a:srgbClr>
                </a:gs>
                <a:gs pos="100000">
                  <a:srgbClr val="7FC0FF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-9614043">
              <a:off x="1494497" y="995636"/>
              <a:ext cx="517240" cy="70819"/>
            </a:xfrm>
            <a:prstGeom prst="ellipse">
              <a:avLst/>
            </a:prstGeom>
            <a:gradFill>
              <a:gsLst>
                <a:gs pos="0">
                  <a:srgbClr val="E7FFFF">
                    <a:alpha val="32968"/>
                  </a:srgbClr>
                </a:gs>
                <a:gs pos="14286">
                  <a:srgbClr val="E7FFFF">
                    <a:alpha val="30764"/>
                  </a:srgbClr>
                </a:gs>
                <a:gs pos="28571">
                  <a:srgbClr val="E7FFFF">
                    <a:alpha val="24833"/>
                  </a:srgbClr>
                </a:gs>
                <a:gs pos="42857">
                  <a:srgbClr val="E7FFFF">
                    <a:alpha val="17075"/>
                  </a:srgbClr>
                </a:gs>
                <a:gs pos="57143">
                  <a:srgbClr val="E7FFFF">
                    <a:alpha val="9855"/>
                  </a:srgbClr>
                </a:gs>
                <a:gs pos="71429">
                  <a:srgbClr val="E7FFFF">
                    <a:alpha val="4740"/>
                  </a:srgbClr>
                </a:gs>
                <a:gs pos="85714">
                  <a:srgbClr val="E7FFFF">
                    <a:alpha val="1902"/>
                  </a:srgbClr>
                </a:gs>
                <a:gs pos="100000">
                  <a:srgbClr val="E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5931345">
              <a:off x="1187384" y="2002494"/>
              <a:ext cx="604634" cy="203214"/>
            </a:xfrm>
            <a:prstGeom prst="ellipse">
              <a:avLst/>
            </a:prstGeom>
            <a:gradFill>
              <a:gsLst>
                <a:gs pos="0">
                  <a:srgbClr val="002264">
                    <a:alpha val="32968"/>
                  </a:srgbClr>
                </a:gs>
                <a:gs pos="14286">
                  <a:srgbClr val="002264">
                    <a:alpha val="30764"/>
                  </a:srgbClr>
                </a:gs>
                <a:gs pos="28571">
                  <a:srgbClr val="002264">
                    <a:alpha val="24833"/>
                  </a:srgbClr>
                </a:gs>
                <a:gs pos="42857">
                  <a:srgbClr val="002264">
                    <a:alpha val="17075"/>
                  </a:srgbClr>
                </a:gs>
                <a:gs pos="57143">
                  <a:srgbClr val="002264">
                    <a:alpha val="9855"/>
                  </a:srgbClr>
                </a:gs>
                <a:gs pos="71429">
                  <a:srgbClr val="002264">
                    <a:alpha val="4740"/>
                  </a:srgbClr>
                </a:gs>
                <a:gs pos="85714">
                  <a:srgbClr val="002264">
                    <a:alpha val="1902"/>
                  </a:srgbClr>
                </a:gs>
                <a:gs pos="100000">
                  <a:srgbClr val="0022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7174281">
              <a:off x="1053026" y="1563069"/>
              <a:ext cx="215566" cy="41795"/>
            </a:xfrm>
            <a:prstGeom prst="ellipse">
              <a:avLst/>
            </a:prstGeom>
            <a:gradFill>
              <a:gsLst>
                <a:gs pos="0">
                  <a:srgbClr val="F4FFFF">
                    <a:alpha val="32968"/>
                  </a:srgbClr>
                </a:gs>
                <a:gs pos="14286">
                  <a:srgbClr val="F4FFFF">
                    <a:alpha val="30764"/>
                  </a:srgbClr>
                </a:gs>
                <a:gs pos="28571">
                  <a:srgbClr val="F4FFFF">
                    <a:alpha val="24833"/>
                  </a:srgbClr>
                </a:gs>
                <a:gs pos="42857">
                  <a:srgbClr val="F4FFFF">
                    <a:alpha val="17075"/>
                  </a:srgbClr>
                </a:gs>
                <a:gs pos="57143">
                  <a:srgbClr val="F4FFFF">
                    <a:alpha val="9855"/>
                  </a:srgbClr>
                </a:gs>
                <a:gs pos="71429">
                  <a:srgbClr val="F4FFFF">
                    <a:alpha val="4740"/>
                  </a:srgbClr>
                </a:gs>
                <a:gs pos="85714">
                  <a:srgbClr val="F4FFFF">
                    <a:alpha val="1902"/>
                  </a:srgbClr>
                </a:gs>
                <a:gs pos="100000">
                  <a:srgbClr val="F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10619621">
              <a:off x="1267683" y="561342"/>
              <a:ext cx="304344" cy="38961"/>
            </a:xfrm>
            <a:prstGeom prst="ellipse">
              <a:avLst/>
            </a:prstGeom>
            <a:gradFill>
              <a:gsLst>
                <a:gs pos="0">
                  <a:srgbClr val="00BCE2">
                    <a:alpha val="32619"/>
                  </a:srgbClr>
                </a:gs>
                <a:gs pos="14286">
                  <a:srgbClr val="00BCE2">
                    <a:alpha val="30433"/>
                  </a:srgbClr>
                </a:gs>
                <a:gs pos="28571">
                  <a:srgbClr val="00BCE2">
                    <a:alpha val="24554"/>
                  </a:srgbClr>
                </a:gs>
                <a:gs pos="42857">
                  <a:srgbClr val="00BCE2">
                    <a:alpha val="16874"/>
                  </a:srgbClr>
                </a:gs>
                <a:gs pos="57143">
                  <a:srgbClr val="00BCE2">
                    <a:alpha val="9733"/>
                  </a:srgbClr>
                </a:gs>
                <a:gs pos="71429">
                  <a:srgbClr val="00BCE2">
                    <a:alpha val="4680"/>
                  </a:srgbClr>
                </a:gs>
                <a:gs pos="85714">
                  <a:srgbClr val="00BCE2">
                    <a:alpha val="1878"/>
                  </a:srgbClr>
                </a:gs>
                <a:gs pos="100000">
                  <a:srgbClr val="00BCE2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5668033">
              <a:off x="2242005" y="1039231"/>
              <a:ext cx="554239" cy="431860"/>
            </a:xfrm>
            <a:prstGeom prst="ellipse">
              <a:avLst/>
            </a:prstGeom>
            <a:gradFill>
              <a:gsLst>
                <a:gs pos="0">
                  <a:srgbClr val="000000">
                    <a:alpha val="15353"/>
                  </a:srgbClr>
                </a:gs>
                <a:gs pos="14286">
                  <a:srgbClr val="000000">
                    <a:alpha val="14204"/>
                  </a:srgbClr>
                </a:gs>
                <a:gs pos="28571">
                  <a:srgbClr val="000000">
                    <a:alpha val="11215"/>
                  </a:srgbClr>
                </a:gs>
                <a:gs pos="42857">
                  <a:srgbClr val="000000">
                    <a:alpha val="7506"/>
                  </a:srgbClr>
                </a:gs>
                <a:gs pos="57143">
                  <a:srgbClr val="000000">
                    <a:alpha val="4231"/>
                  </a:srgbClr>
                </a:gs>
                <a:gs pos="71429">
                  <a:srgbClr val="000000">
                    <a:alpha val="2003"/>
                  </a:srgbClr>
                </a:gs>
                <a:gs pos="85714">
                  <a:srgbClr val="000000">
                    <a:alpha val="797"/>
                  </a:srgbClr>
                </a:gs>
                <a:gs pos="100000">
                  <a:srgbClr val="000000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9563903">
              <a:off x="1649001" y="637474"/>
              <a:ext cx="461073" cy="63493"/>
            </a:xfrm>
            <a:prstGeom prst="ellipse">
              <a:avLst/>
            </a:prstGeom>
            <a:gradFill>
              <a:gsLst>
                <a:gs pos="0">
                  <a:srgbClr val="00557C">
                    <a:alpha val="32968"/>
                  </a:srgbClr>
                </a:gs>
                <a:gs pos="14286">
                  <a:srgbClr val="00557C">
                    <a:alpha val="30764"/>
                  </a:srgbClr>
                </a:gs>
                <a:gs pos="28571">
                  <a:srgbClr val="00557C">
                    <a:alpha val="24833"/>
                  </a:srgbClr>
                </a:gs>
                <a:gs pos="42857">
                  <a:srgbClr val="00557C">
                    <a:alpha val="17075"/>
                  </a:srgbClr>
                </a:gs>
                <a:gs pos="57143">
                  <a:srgbClr val="00557C">
                    <a:alpha val="9855"/>
                  </a:srgbClr>
                </a:gs>
                <a:gs pos="71429">
                  <a:srgbClr val="00557C">
                    <a:alpha val="4740"/>
                  </a:srgbClr>
                </a:gs>
                <a:gs pos="85714">
                  <a:srgbClr val="00557C">
                    <a:alpha val="1902"/>
                  </a:srgbClr>
                </a:gs>
                <a:gs pos="100000">
                  <a:srgbClr val="0055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10200186">
              <a:off x="317261" y="3147241"/>
              <a:ext cx="486596" cy="114663"/>
            </a:xfrm>
            <a:prstGeom prst="ellipse">
              <a:avLst/>
            </a:prstGeom>
            <a:gradFill>
              <a:gsLst>
                <a:gs pos="0">
                  <a:srgbClr val="E6FFFF">
                    <a:alpha val="32968"/>
                  </a:srgbClr>
                </a:gs>
                <a:gs pos="14286">
                  <a:srgbClr val="E6FFFF">
                    <a:alpha val="30764"/>
                  </a:srgbClr>
                </a:gs>
                <a:gs pos="28571">
                  <a:srgbClr val="E6FFFF">
                    <a:alpha val="24833"/>
                  </a:srgbClr>
                </a:gs>
                <a:gs pos="42857">
                  <a:srgbClr val="E6FFFF">
                    <a:alpha val="17075"/>
                  </a:srgbClr>
                </a:gs>
                <a:gs pos="57143">
                  <a:srgbClr val="E6FFFF">
                    <a:alpha val="9855"/>
                  </a:srgbClr>
                </a:gs>
                <a:gs pos="71429">
                  <a:srgbClr val="E6FFFF">
                    <a:alpha val="4740"/>
                  </a:srgbClr>
                </a:gs>
                <a:gs pos="85714">
                  <a:srgbClr val="E6FFFF">
                    <a:alpha val="1902"/>
                  </a:srgbClr>
                </a:gs>
                <a:gs pos="100000">
                  <a:srgbClr val="E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9205465">
              <a:off x="1118687" y="2823548"/>
              <a:ext cx="463544" cy="122190"/>
            </a:xfrm>
            <a:prstGeom prst="ellipse">
              <a:avLst/>
            </a:prstGeom>
            <a:gradFill>
              <a:gsLst>
                <a:gs pos="0">
                  <a:srgbClr val="D7EBFF">
                    <a:alpha val="32968"/>
                  </a:srgbClr>
                </a:gs>
                <a:gs pos="14286">
                  <a:srgbClr val="D7EBFF">
                    <a:alpha val="30764"/>
                  </a:srgbClr>
                </a:gs>
                <a:gs pos="28571">
                  <a:srgbClr val="D7EBFF">
                    <a:alpha val="24833"/>
                  </a:srgbClr>
                </a:gs>
                <a:gs pos="42857">
                  <a:srgbClr val="D7EBFF">
                    <a:alpha val="17075"/>
                  </a:srgbClr>
                </a:gs>
                <a:gs pos="57143">
                  <a:srgbClr val="D7EBFF">
                    <a:alpha val="9855"/>
                  </a:srgbClr>
                </a:gs>
                <a:gs pos="71429">
                  <a:srgbClr val="D7EBFF">
                    <a:alpha val="4740"/>
                  </a:srgbClr>
                </a:gs>
                <a:gs pos="85714">
                  <a:srgbClr val="D7EBFF">
                    <a:alpha val="1902"/>
                  </a:srgbClr>
                </a:gs>
                <a:gs pos="100000">
                  <a:srgbClr val="D7E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9048164">
              <a:off x="1160973" y="1262370"/>
              <a:ext cx="249001" cy="45422"/>
            </a:xfrm>
            <a:prstGeom prst="ellipse">
              <a:avLst/>
            </a:prstGeom>
            <a:gradFill>
              <a:gsLst>
                <a:gs pos="0">
                  <a:srgbClr val="BDE8FF">
                    <a:alpha val="32118"/>
                  </a:srgbClr>
                </a:gs>
                <a:gs pos="14286">
                  <a:srgbClr val="BDE8FF">
                    <a:alpha val="29957"/>
                  </a:srgbClr>
                </a:gs>
                <a:gs pos="28571">
                  <a:srgbClr val="BDE8FF">
                    <a:alpha val="24154"/>
                  </a:srgbClr>
                </a:gs>
                <a:gs pos="42857">
                  <a:srgbClr val="BDE8FF">
                    <a:alpha val="16585"/>
                  </a:srgbClr>
                </a:gs>
                <a:gs pos="57143">
                  <a:srgbClr val="BDE8FF">
                    <a:alpha val="9560"/>
                  </a:srgbClr>
                </a:gs>
                <a:gs pos="71429">
                  <a:srgbClr val="BDE8FF">
                    <a:alpha val="4594"/>
                  </a:srgbClr>
                </a:gs>
                <a:gs pos="85714">
                  <a:srgbClr val="BDE8FF">
                    <a:alpha val="1843"/>
                  </a:srgbClr>
                </a:gs>
                <a:gs pos="100000">
                  <a:srgbClr val="BDE8FF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10414774">
              <a:off x="1248764" y="655926"/>
              <a:ext cx="289346" cy="117952"/>
            </a:xfrm>
            <a:prstGeom prst="ellipse">
              <a:avLst/>
            </a:prstGeom>
            <a:gradFill>
              <a:gsLst>
                <a:gs pos="0">
                  <a:srgbClr val="00BBEF">
                    <a:alpha val="29122"/>
                  </a:srgbClr>
                </a:gs>
                <a:gs pos="14286">
                  <a:srgbClr val="00BBEF">
                    <a:alpha val="27121"/>
                  </a:srgbClr>
                </a:gs>
                <a:gs pos="28571">
                  <a:srgbClr val="00BBEF">
                    <a:alpha val="21780"/>
                  </a:srgbClr>
                </a:gs>
                <a:gs pos="42857">
                  <a:srgbClr val="00BBEF">
                    <a:alpha val="14881"/>
                  </a:srgbClr>
                </a:gs>
                <a:gs pos="57143">
                  <a:srgbClr val="00BBEF">
                    <a:alpha val="8541"/>
                  </a:srgbClr>
                </a:gs>
                <a:gs pos="71429">
                  <a:srgbClr val="00BBEF">
                    <a:alpha val="4093"/>
                  </a:srgbClr>
                </a:gs>
                <a:gs pos="85714">
                  <a:srgbClr val="00BBEF">
                    <a:alpha val="1639"/>
                  </a:srgbClr>
                </a:gs>
                <a:gs pos="100000">
                  <a:srgbClr val="00BBEF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10150231">
              <a:off x="1080147" y="1377195"/>
              <a:ext cx="578943" cy="413349"/>
            </a:xfrm>
            <a:prstGeom prst="ellipse">
              <a:avLst/>
            </a:prstGeom>
            <a:gradFill>
              <a:gsLst>
                <a:gs pos="0">
                  <a:srgbClr val="000032">
                    <a:alpha val="32968"/>
                  </a:srgbClr>
                </a:gs>
                <a:gs pos="14286">
                  <a:srgbClr val="000032">
                    <a:alpha val="30764"/>
                  </a:srgbClr>
                </a:gs>
                <a:gs pos="28571">
                  <a:srgbClr val="000032">
                    <a:alpha val="24833"/>
                  </a:srgbClr>
                </a:gs>
                <a:gs pos="42857">
                  <a:srgbClr val="000032">
                    <a:alpha val="17075"/>
                  </a:srgbClr>
                </a:gs>
                <a:gs pos="57143">
                  <a:srgbClr val="000032">
                    <a:alpha val="9855"/>
                  </a:srgbClr>
                </a:gs>
                <a:gs pos="71429">
                  <a:srgbClr val="000032">
                    <a:alpha val="4740"/>
                  </a:srgbClr>
                </a:gs>
                <a:gs pos="85714">
                  <a:srgbClr val="000032">
                    <a:alpha val="1902"/>
                  </a:srgbClr>
                </a:gs>
                <a:gs pos="100000">
                  <a:srgbClr val="00003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6209417">
              <a:off x="1664340" y="1044462"/>
              <a:ext cx="386688" cy="201628"/>
            </a:xfrm>
            <a:prstGeom prst="ellipse">
              <a:avLst/>
            </a:prstGeom>
            <a:gradFill>
              <a:gsLst>
                <a:gs pos="0">
                  <a:srgbClr val="0098BF">
                    <a:alpha val="17273"/>
                  </a:srgbClr>
                </a:gs>
                <a:gs pos="14286">
                  <a:srgbClr val="0098BF">
                    <a:alpha val="15994"/>
                  </a:srgbClr>
                </a:gs>
                <a:gs pos="28571">
                  <a:srgbClr val="0098BF">
                    <a:alpha val="12657"/>
                  </a:srgbClr>
                </a:gs>
                <a:gs pos="42857">
                  <a:srgbClr val="0098BF">
                    <a:alpha val="8494"/>
                  </a:srgbClr>
                </a:gs>
                <a:gs pos="57143">
                  <a:srgbClr val="0098BF">
                    <a:alpha val="4799"/>
                  </a:srgbClr>
                </a:gs>
                <a:gs pos="71429">
                  <a:srgbClr val="0098BF">
                    <a:alpha val="2276"/>
                  </a:srgbClr>
                </a:gs>
                <a:gs pos="85714">
                  <a:srgbClr val="0098BF">
                    <a:alpha val="906"/>
                  </a:srgbClr>
                </a:gs>
                <a:gs pos="100000">
                  <a:srgbClr val="0098BF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-8131667">
              <a:off x="2271146" y="990200"/>
              <a:ext cx="347416" cy="71175"/>
            </a:xfrm>
            <a:prstGeom prst="ellipse">
              <a:avLst/>
            </a:prstGeom>
            <a:gradFill>
              <a:gsLst>
                <a:gs pos="0">
                  <a:srgbClr val="D2FF9F">
                    <a:alpha val="32968"/>
                  </a:srgbClr>
                </a:gs>
                <a:gs pos="14286">
                  <a:srgbClr val="D2FF9F">
                    <a:alpha val="30764"/>
                  </a:srgbClr>
                </a:gs>
                <a:gs pos="28571">
                  <a:srgbClr val="D2FF9F">
                    <a:alpha val="24833"/>
                  </a:srgbClr>
                </a:gs>
                <a:gs pos="42857">
                  <a:srgbClr val="D2FF9F">
                    <a:alpha val="17075"/>
                  </a:srgbClr>
                </a:gs>
                <a:gs pos="57143">
                  <a:srgbClr val="D2FF9F">
                    <a:alpha val="9855"/>
                  </a:srgbClr>
                </a:gs>
                <a:gs pos="71429">
                  <a:srgbClr val="D2FF9F">
                    <a:alpha val="4740"/>
                  </a:srgbClr>
                </a:gs>
                <a:gs pos="85714">
                  <a:srgbClr val="D2FF9F">
                    <a:alpha val="1902"/>
                  </a:srgbClr>
                </a:gs>
                <a:gs pos="100000">
                  <a:srgbClr val="D2FF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7973595">
              <a:off x="1487159" y="1031758"/>
              <a:ext cx="203642" cy="39304"/>
            </a:xfrm>
            <a:prstGeom prst="ellipse">
              <a:avLst/>
            </a:prstGeom>
            <a:gradFill>
              <a:gsLst>
                <a:gs pos="0">
                  <a:srgbClr val="0770B0">
                    <a:alpha val="32968"/>
                  </a:srgbClr>
                </a:gs>
                <a:gs pos="14286">
                  <a:srgbClr val="0770B0">
                    <a:alpha val="30764"/>
                  </a:srgbClr>
                </a:gs>
                <a:gs pos="28571">
                  <a:srgbClr val="0770B0">
                    <a:alpha val="24833"/>
                  </a:srgbClr>
                </a:gs>
                <a:gs pos="42857">
                  <a:srgbClr val="0770B0">
                    <a:alpha val="17075"/>
                  </a:srgbClr>
                </a:gs>
                <a:gs pos="57143">
                  <a:srgbClr val="0770B0">
                    <a:alpha val="9855"/>
                  </a:srgbClr>
                </a:gs>
                <a:gs pos="71429">
                  <a:srgbClr val="0770B0">
                    <a:alpha val="4740"/>
                  </a:srgbClr>
                </a:gs>
                <a:gs pos="85714">
                  <a:srgbClr val="0770B0">
                    <a:alpha val="1902"/>
                  </a:srgbClr>
                </a:gs>
                <a:gs pos="100000">
                  <a:srgbClr val="0770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-9597120">
              <a:off x="1182921" y="920144"/>
              <a:ext cx="559739" cy="45040"/>
            </a:xfrm>
            <a:prstGeom prst="ellipse">
              <a:avLst/>
            </a:prstGeom>
            <a:gradFill>
              <a:gsLst>
                <a:gs pos="0">
                  <a:srgbClr val="61FFD1">
                    <a:alpha val="21777"/>
                  </a:srgbClr>
                </a:gs>
                <a:gs pos="14286">
                  <a:srgbClr val="61FFD1">
                    <a:alpha val="20207"/>
                  </a:srgbClr>
                </a:gs>
                <a:gs pos="28571">
                  <a:srgbClr val="61FFD1">
                    <a:alpha val="16077"/>
                  </a:srgbClr>
                </a:gs>
                <a:gs pos="42857">
                  <a:srgbClr val="61FFD1">
                    <a:alpha val="10860"/>
                  </a:srgbClr>
                </a:gs>
                <a:gs pos="57143">
                  <a:srgbClr val="61FFD1">
                    <a:alpha val="6172"/>
                  </a:srgbClr>
                </a:gs>
                <a:gs pos="71429">
                  <a:srgbClr val="61FFD1">
                    <a:alpha val="2938"/>
                  </a:srgbClr>
                </a:gs>
                <a:gs pos="85714">
                  <a:srgbClr val="61FFD1">
                    <a:alpha val="1172"/>
                  </a:srgbClr>
                </a:gs>
                <a:gs pos="100000">
                  <a:srgbClr val="61FFD1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-10100349">
              <a:off x="1198561" y="1086743"/>
              <a:ext cx="291005" cy="57875"/>
            </a:xfrm>
            <a:prstGeom prst="ellipse">
              <a:avLst/>
            </a:prstGeom>
            <a:gradFill>
              <a:gsLst>
                <a:gs pos="0">
                  <a:srgbClr val="4600D2">
                    <a:alpha val="11850"/>
                  </a:srgbClr>
                </a:gs>
                <a:gs pos="14286">
                  <a:srgbClr val="4600D2">
                    <a:alpha val="10946"/>
                  </a:srgbClr>
                </a:gs>
                <a:gs pos="28571">
                  <a:srgbClr val="4600D2">
                    <a:alpha val="8608"/>
                  </a:srgbClr>
                </a:gs>
                <a:gs pos="42857">
                  <a:srgbClr val="4600D2">
                    <a:alpha val="5733"/>
                  </a:srgbClr>
                </a:gs>
                <a:gs pos="57143">
                  <a:srgbClr val="4600D2">
                    <a:alpha val="3219"/>
                  </a:srgbClr>
                </a:gs>
                <a:gs pos="71429">
                  <a:srgbClr val="4600D2">
                    <a:alpha val="1520"/>
                  </a:srgbClr>
                </a:gs>
                <a:gs pos="85714">
                  <a:srgbClr val="4600D2">
                    <a:alpha val="604"/>
                  </a:srgbClr>
                </a:gs>
                <a:gs pos="100000">
                  <a:srgbClr val="4600D2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5381136">
              <a:off x="1728425" y="772634"/>
              <a:ext cx="589479" cy="200636"/>
            </a:xfrm>
            <a:prstGeom prst="ellipse">
              <a:avLst/>
            </a:prstGeom>
            <a:gradFill>
              <a:gsLst>
                <a:gs pos="0">
                  <a:srgbClr val="0000FF">
                    <a:alpha val="5256"/>
                  </a:srgbClr>
                </a:gs>
                <a:gs pos="14286">
                  <a:srgbClr val="0000FF">
                    <a:alpha val="4841"/>
                  </a:srgbClr>
                </a:gs>
                <a:gs pos="28571">
                  <a:srgbClr val="0000FF">
                    <a:alpha val="3780"/>
                  </a:srgbClr>
                </a:gs>
                <a:gs pos="42857">
                  <a:srgbClr val="0000FF">
                    <a:alpha val="2496"/>
                  </a:srgbClr>
                </a:gs>
                <a:gs pos="57143">
                  <a:srgbClr val="0000FF">
                    <a:alpha val="1391"/>
                  </a:srgbClr>
                </a:gs>
                <a:gs pos="71429">
                  <a:srgbClr val="0000FF">
                    <a:alpha val="653"/>
                  </a:srgbClr>
                </a:gs>
                <a:gs pos="85714">
                  <a:srgbClr val="0000FF">
                    <a:alpha val="259"/>
                  </a:srgbClr>
                </a:gs>
                <a:gs pos="100000">
                  <a:srgbClr val="0000FF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-9514085">
              <a:off x="1879358" y="510875"/>
              <a:ext cx="516853" cy="42329"/>
            </a:xfrm>
            <a:prstGeom prst="ellipse">
              <a:avLst/>
            </a:prstGeom>
            <a:gradFill>
              <a:gsLst>
                <a:gs pos="0">
                  <a:srgbClr val="A1F6FF">
                    <a:alpha val="25122"/>
                  </a:srgbClr>
                </a:gs>
                <a:gs pos="14286">
                  <a:srgbClr val="A1F6FF">
                    <a:alpha val="23349"/>
                  </a:srgbClr>
                </a:gs>
                <a:gs pos="28571">
                  <a:srgbClr val="A1F6FF">
                    <a:alpha val="18655"/>
                  </a:srgbClr>
                </a:gs>
                <a:gs pos="42857">
                  <a:srgbClr val="A1F6FF">
                    <a:alpha val="12666"/>
                  </a:srgbClr>
                </a:gs>
                <a:gs pos="57143">
                  <a:srgbClr val="A1F6FF">
                    <a:alpha val="7229"/>
                  </a:srgbClr>
                </a:gs>
                <a:gs pos="71429">
                  <a:srgbClr val="A1F6FF">
                    <a:alpha val="3452"/>
                  </a:srgbClr>
                </a:gs>
                <a:gs pos="85714">
                  <a:srgbClr val="A1F6FF">
                    <a:alpha val="1379"/>
                  </a:srgbClr>
                </a:gs>
                <a:gs pos="100000">
                  <a:srgbClr val="A1F6FF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-9855808">
              <a:off x="1619279" y="955935"/>
              <a:ext cx="296192" cy="290544"/>
            </a:xfrm>
            <a:prstGeom prst="ellipse">
              <a:avLst/>
            </a:prstGeom>
            <a:gradFill>
              <a:gsLst>
                <a:gs pos="0">
                  <a:srgbClr val="0070FF">
                    <a:alpha val="3516"/>
                  </a:srgbClr>
                </a:gs>
                <a:gs pos="14286">
                  <a:srgbClr val="0070FF">
                    <a:alpha val="3237"/>
                  </a:srgbClr>
                </a:gs>
                <a:gs pos="28571">
                  <a:srgbClr val="0070FF">
                    <a:alpha val="2522"/>
                  </a:srgbClr>
                </a:gs>
                <a:gs pos="42857">
                  <a:srgbClr val="0070FF">
                    <a:alpha val="1662"/>
                  </a:srgbClr>
                </a:gs>
                <a:gs pos="57143">
                  <a:srgbClr val="0070FF">
                    <a:alpha val="924"/>
                  </a:srgbClr>
                </a:gs>
                <a:gs pos="71429">
                  <a:srgbClr val="0070FF">
                    <a:alpha val="434"/>
                  </a:srgbClr>
                </a:gs>
                <a:gs pos="85714">
                  <a:srgbClr val="0070FF">
                    <a:alpha val="172"/>
                  </a:srgbClr>
                </a:gs>
                <a:gs pos="100000">
                  <a:srgbClr val="0070FF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6915484">
              <a:off x="2101801" y="1068992"/>
              <a:ext cx="284690" cy="46429"/>
            </a:xfrm>
            <a:prstGeom prst="ellipse">
              <a:avLst/>
            </a:prstGeom>
            <a:gradFill>
              <a:gsLst>
                <a:gs pos="0">
                  <a:srgbClr val="FFFEBC">
                    <a:alpha val="32968"/>
                  </a:srgbClr>
                </a:gs>
                <a:gs pos="14286">
                  <a:srgbClr val="FFFEBC">
                    <a:alpha val="30764"/>
                  </a:srgbClr>
                </a:gs>
                <a:gs pos="28571">
                  <a:srgbClr val="FFFEBC">
                    <a:alpha val="24833"/>
                  </a:srgbClr>
                </a:gs>
                <a:gs pos="42857">
                  <a:srgbClr val="FFFEBC">
                    <a:alpha val="17075"/>
                  </a:srgbClr>
                </a:gs>
                <a:gs pos="57143">
                  <a:srgbClr val="FFFEBC">
                    <a:alpha val="9855"/>
                  </a:srgbClr>
                </a:gs>
                <a:gs pos="71429">
                  <a:srgbClr val="FFFEBC">
                    <a:alpha val="4740"/>
                  </a:srgbClr>
                </a:gs>
                <a:gs pos="85714">
                  <a:srgbClr val="FFFEBC">
                    <a:alpha val="1902"/>
                  </a:srgbClr>
                </a:gs>
                <a:gs pos="100000">
                  <a:srgbClr val="FFFE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-10299670">
              <a:off x="919180" y="1041267"/>
              <a:ext cx="606414" cy="77991"/>
            </a:xfrm>
            <a:prstGeom prst="ellipse">
              <a:avLst/>
            </a:prstGeom>
            <a:gradFill>
              <a:gsLst>
                <a:gs pos="0">
                  <a:srgbClr val="B6E6FF">
                    <a:alpha val="7553"/>
                  </a:srgbClr>
                </a:gs>
                <a:gs pos="14286">
                  <a:srgbClr val="B6E6FF">
                    <a:alpha val="6964"/>
                  </a:srgbClr>
                </a:gs>
                <a:gs pos="28571">
                  <a:srgbClr val="B6E6FF">
                    <a:alpha val="5451"/>
                  </a:srgbClr>
                </a:gs>
                <a:gs pos="42857">
                  <a:srgbClr val="B6E6FF">
                    <a:alpha val="3610"/>
                  </a:srgbClr>
                </a:gs>
                <a:gs pos="57143">
                  <a:srgbClr val="B6E6FF">
                    <a:alpha val="2017"/>
                  </a:srgbClr>
                </a:gs>
                <a:gs pos="71429">
                  <a:srgbClr val="B6E6FF">
                    <a:alpha val="949"/>
                  </a:srgbClr>
                </a:gs>
                <a:gs pos="85714">
                  <a:srgbClr val="B6E6FF">
                    <a:alpha val="376"/>
                  </a:srgbClr>
                </a:gs>
                <a:gs pos="100000">
                  <a:srgbClr val="B6E6FF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10029324">
              <a:off x="1766907" y="610738"/>
              <a:ext cx="494716" cy="35222"/>
            </a:xfrm>
            <a:prstGeom prst="ellipse">
              <a:avLst/>
            </a:prstGeom>
            <a:gradFill>
              <a:gsLst>
                <a:gs pos="0">
                  <a:srgbClr val="85F2F7">
                    <a:alpha val="32968"/>
                  </a:srgbClr>
                </a:gs>
                <a:gs pos="14286">
                  <a:srgbClr val="85F2F7">
                    <a:alpha val="30764"/>
                  </a:srgbClr>
                </a:gs>
                <a:gs pos="28571">
                  <a:srgbClr val="85F2F7">
                    <a:alpha val="24833"/>
                  </a:srgbClr>
                </a:gs>
                <a:gs pos="42857">
                  <a:srgbClr val="85F2F7">
                    <a:alpha val="17075"/>
                  </a:srgbClr>
                </a:gs>
                <a:gs pos="57143">
                  <a:srgbClr val="85F2F7">
                    <a:alpha val="9855"/>
                  </a:srgbClr>
                </a:gs>
                <a:gs pos="71429">
                  <a:srgbClr val="85F2F7">
                    <a:alpha val="4740"/>
                  </a:srgbClr>
                </a:gs>
                <a:gs pos="85714">
                  <a:srgbClr val="85F2F7">
                    <a:alpha val="1902"/>
                  </a:srgbClr>
                </a:gs>
                <a:gs pos="100000">
                  <a:srgbClr val="85F2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7910696">
              <a:off x="1159893" y="1178242"/>
              <a:ext cx="219230" cy="50014"/>
            </a:xfrm>
            <a:prstGeom prst="ellipse">
              <a:avLst/>
            </a:prstGeom>
            <a:gradFill>
              <a:gsLst>
                <a:gs pos="0">
                  <a:srgbClr val="C3E4FF">
                    <a:alpha val="30329"/>
                  </a:srgbClr>
                </a:gs>
                <a:gs pos="14286">
                  <a:srgbClr val="C3E4FF">
                    <a:alpha val="28262"/>
                  </a:srgbClr>
                </a:gs>
                <a:gs pos="28571">
                  <a:srgbClr val="C3E4FF">
                    <a:alpha val="22733"/>
                  </a:srgbClr>
                </a:gs>
                <a:gs pos="42857">
                  <a:srgbClr val="C3E4FF">
                    <a:alpha val="15563"/>
                  </a:srgbClr>
                </a:gs>
                <a:gs pos="57143">
                  <a:srgbClr val="C3E4FF">
                    <a:alpha val="8947"/>
                  </a:srgbClr>
                </a:gs>
                <a:gs pos="71429">
                  <a:srgbClr val="C3E4FF">
                    <a:alpha val="4293"/>
                  </a:srgbClr>
                </a:gs>
                <a:gs pos="85714">
                  <a:srgbClr val="C3E4FF">
                    <a:alpha val="1720"/>
                  </a:srgbClr>
                </a:gs>
                <a:gs pos="100000">
                  <a:srgbClr val="C3E4FF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9958482">
              <a:off x="1273775" y="847023"/>
              <a:ext cx="291821" cy="32611"/>
            </a:xfrm>
            <a:prstGeom prst="ellipse">
              <a:avLst/>
            </a:prstGeom>
            <a:gradFill>
              <a:gsLst>
                <a:gs pos="0">
                  <a:srgbClr val="2C00A1">
                    <a:alpha val="32968"/>
                  </a:srgbClr>
                </a:gs>
                <a:gs pos="14286">
                  <a:srgbClr val="2C00A1">
                    <a:alpha val="30764"/>
                  </a:srgbClr>
                </a:gs>
                <a:gs pos="28571">
                  <a:srgbClr val="2C00A1">
                    <a:alpha val="24833"/>
                  </a:srgbClr>
                </a:gs>
                <a:gs pos="42857">
                  <a:srgbClr val="2C00A1">
                    <a:alpha val="17075"/>
                  </a:srgbClr>
                </a:gs>
                <a:gs pos="57143">
                  <a:srgbClr val="2C00A1">
                    <a:alpha val="9855"/>
                  </a:srgbClr>
                </a:gs>
                <a:gs pos="71429">
                  <a:srgbClr val="2C00A1">
                    <a:alpha val="4740"/>
                  </a:srgbClr>
                </a:gs>
                <a:gs pos="85714">
                  <a:srgbClr val="2C00A1">
                    <a:alpha val="1902"/>
                  </a:srgbClr>
                </a:gs>
                <a:gs pos="100000">
                  <a:srgbClr val="2C0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8189815">
              <a:off x="717125" y="677491"/>
              <a:ext cx="393167" cy="47992"/>
            </a:xfrm>
            <a:prstGeom prst="ellipse">
              <a:avLst/>
            </a:prstGeom>
            <a:gradFill>
              <a:gsLst>
                <a:gs pos="0">
                  <a:srgbClr val="F4F7FF">
                    <a:alpha val="8166"/>
                  </a:srgbClr>
                </a:gs>
                <a:gs pos="14286">
                  <a:srgbClr val="F4F7FF">
                    <a:alpha val="7531"/>
                  </a:srgbClr>
                </a:gs>
                <a:gs pos="28571">
                  <a:srgbClr val="F4F7FF">
                    <a:alpha val="5899"/>
                  </a:srgbClr>
                </a:gs>
                <a:gs pos="42857">
                  <a:srgbClr val="F4F7FF">
                    <a:alpha val="3909"/>
                  </a:srgbClr>
                </a:gs>
                <a:gs pos="57143">
                  <a:srgbClr val="F4F7FF">
                    <a:alpha val="2185"/>
                  </a:srgbClr>
                </a:gs>
                <a:gs pos="71429">
                  <a:srgbClr val="F4F7FF">
                    <a:alpha val="1029"/>
                  </a:srgbClr>
                </a:gs>
                <a:gs pos="85714">
                  <a:srgbClr val="F4F7FF">
                    <a:alpha val="408"/>
                  </a:srgbClr>
                </a:gs>
                <a:gs pos="100000">
                  <a:srgbClr val="F4F7FF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-9541230">
              <a:off x="1165219" y="815659"/>
              <a:ext cx="257891" cy="251970"/>
            </a:xfrm>
            <a:prstGeom prst="ellipse">
              <a:avLst/>
            </a:prstGeom>
            <a:gradFill>
              <a:gsLst>
                <a:gs pos="0">
                  <a:srgbClr val="0005FF">
                    <a:alpha val="6989"/>
                  </a:srgbClr>
                </a:gs>
                <a:gs pos="14286">
                  <a:srgbClr val="0005FF">
                    <a:alpha val="6442"/>
                  </a:srgbClr>
                </a:gs>
                <a:gs pos="28571">
                  <a:srgbClr val="0005FF">
                    <a:alpha val="5039"/>
                  </a:srgbClr>
                </a:gs>
                <a:gs pos="42857">
                  <a:srgbClr val="0005FF">
                    <a:alpha val="3335"/>
                  </a:srgbClr>
                </a:gs>
                <a:gs pos="57143">
                  <a:srgbClr val="0005FF">
                    <a:alpha val="1862"/>
                  </a:srgbClr>
                </a:gs>
                <a:gs pos="71429">
                  <a:srgbClr val="0005FF">
                    <a:alpha val="876"/>
                  </a:srgbClr>
                </a:gs>
                <a:gs pos="85714">
                  <a:srgbClr val="0005FF">
                    <a:alpha val="347"/>
                  </a:srgbClr>
                </a:gs>
                <a:gs pos="100000">
                  <a:srgbClr val="0005FF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8434581">
              <a:off x="2015453" y="483061"/>
              <a:ext cx="168235" cy="156325"/>
            </a:xfrm>
            <a:prstGeom prst="ellipse">
              <a:avLst/>
            </a:prstGeom>
            <a:gradFill>
              <a:gsLst>
                <a:gs pos="0">
                  <a:srgbClr val="00ACCE">
                    <a:alpha val="20158"/>
                  </a:srgbClr>
                </a:gs>
                <a:gs pos="14286">
                  <a:srgbClr val="00ACCE">
                    <a:alpha val="18691"/>
                  </a:srgbClr>
                </a:gs>
                <a:gs pos="28571">
                  <a:srgbClr val="00ACCE">
                    <a:alpha val="14842"/>
                  </a:srgbClr>
                </a:gs>
                <a:gs pos="42857">
                  <a:srgbClr val="00ACCE">
                    <a:alpha val="10002"/>
                  </a:srgbClr>
                </a:gs>
                <a:gs pos="57143">
                  <a:srgbClr val="00ACCE">
                    <a:alpha val="5672"/>
                  </a:srgbClr>
                </a:gs>
                <a:gs pos="71429">
                  <a:srgbClr val="00ACCE">
                    <a:alpha val="2696"/>
                  </a:srgbClr>
                </a:gs>
                <a:gs pos="85714">
                  <a:srgbClr val="00ACCE">
                    <a:alpha val="1075"/>
                  </a:srgbClr>
                </a:gs>
                <a:gs pos="100000">
                  <a:srgbClr val="00ACCE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9713638">
              <a:off x="1019415" y="2910236"/>
              <a:ext cx="344405" cy="134766"/>
            </a:xfrm>
            <a:prstGeom prst="ellipse">
              <a:avLst/>
            </a:prstGeom>
            <a:gradFill>
              <a:gsLst>
                <a:gs pos="0">
                  <a:srgbClr val="EFE5FF">
                    <a:alpha val="25277"/>
                  </a:srgbClr>
                </a:gs>
                <a:gs pos="14286">
                  <a:srgbClr val="EFE5FF">
                    <a:alpha val="23495"/>
                  </a:srgbClr>
                </a:gs>
                <a:gs pos="28571">
                  <a:srgbClr val="EFE5FF">
                    <a:alpha val="18775"/>
                  </a:srgbClr>
                </a:gs>
                <a:gs pos="42857">
                  <a:srgbClr val="EFE5FF">
                    <a:alpha val="12750"/>
                  </a:srgbClr>
                </a:gs>
                <a:gs pos="57143">
                  <a:srgbClr val="EFE5FF">
                    <a:alpha val="7279"/>
                  </a:srgbClr>
                </a:gs>
                <a:gs pos="71429">
                  <a:srgbClr val="EFE5FF">
                    <a:alpha val="3476"/>
                  </a:srgbClr>
                </a:gs>
                <a:gs pos="85714">
                  <a:srgbClr val="EFE5FF">
                    <a:alpha val="1389"/>
                  </a:srgbClr>
                </a:gs>
                <a:gs pos="100000">
                  <a:srgbClr val="EFE5FF">
                    <a:alpha val="4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4748314">
              <a:off x="1097756" y="1150914"/>
              <a:ext cx="303809" cy="246775"/>
            </a:xfrm>
            <a:prstGeom prst="ellipse">
              <a:avLst/>
            </a:prstGeom>
            <a:gradFill>
              <a:gsLst>
                <a:gs pos="0">
                  <a:srgbClr val="009582">
                    <a:alpha val="7940"/>
                  </a:srgbClr>
                </a:gs>
                <a:gs pos="14286">
                  <a:srgbClr val="009582">
                    <a:alpha val="7322"/>
                  </a:srgbClr>
                </a:gs>
                <a:gs pos="28571">
                  <a:srgbClr val="009582">
                    <a:alpha val="5733"/>
                  </a:srgbClr>
                </a:gs>
                <a:gs pos="42857">
                  <a:srgbClr val="009582">
                    <a:alpha val="3798"/>
                  </a:srgbClr>
                </a:gs>
                <a:gs pos="57143">
                  <a:srgbClr val="009582">
                    <a:alpha val="2123"/>
                  </a:srgbClr>
                </a:gs>
                <a:gs pos="71429">
                  <a:srgbClr val="009582">
                    <a:alpha val="999"/>
                  </a:srgbClr>
                </a:gs>
                <a:gs pos="85714">
                  <a:srgbClr val="009582">
                    <a:alpha val="396"/>
                  </a:srgbClr>
                </a:gs>
                <a:gs pos="100000">
                  <a:srgbClr val="009582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-8282960">
              <a:off x="1810182" y="974408"/>
              <a:ext cx="273315" cy="40784"/>
            </a:xfrm>
            <a:prstGeom prst="ellipse">
              <a:avLst/>
            </a:prstGeom>
            <a:gradFill>
              <a:gsLst>
                <a:gs pos="0">
                  <a:srgbClr val="F0F3FF">
                    <a:alpha val="30051"/>
                  </a:srgbClr>
                </a:gs>
                <a:gs pos="14286">
                  <a:srgbClr val="F0F3FF">
                    <a:alpha val="27999"/>
                  </a:srgbClr>
                </a:gs>
                <a:gs pos="28571">
                  <a:srgbClr val="F0F3FF">
                    <a:alpha val="22513"/>
                  </a:srgbClr>
                </a:gs>
                <a:gs pos="42857">
                  <a:srgbClr val="F0F3FF">
                    <a:alpha val="15405"/>
                  </a:srgbClr>
                </a:gs>
                <a:gs pos="57143">
                  <a:srgbClr val="F0F3FF">
                    <a:alpha val="8853"/>
                  </a:srgbClr>
                </a:gs>
                <a:gs pos="71429">
                  <a:srgbClr val="F0F3FF">
                    <a:alpha val="4246"/>
                  </a:srgbClr>
                </a:gs>
                <a:gs pos="85714">
                  <a:srgbClr val="F0F3FF">
                    <a:alpha val="1701"/>
                  </a:srgbClr>
                </a:gs>
                <a:gs pos="100000">
                  <a:srgbClr val="F0F3FF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-9172802">
              <a:off x="1234071" y="691271"/>
              <a:ext cx="652707" cy="58177"/>
            </a:xfrm>
            <a:prstGeom prst="ellipse">
              <a:avLst/>
            </a:prstGeom>
            <a:gradFill>
              <a:gsLst>
                <a:gs pos="0">
                  <a:srgbClr val="00006C">
                    <a:alpha val="32968"/>
                  </a:srgbClr>
                </a:gs>
                <a:gs pos="14286">
                  <a:srgbClr val="00006C">
                    <a:alpha val="30764"/>
                  </a:srgbClr>
                </a:gs>
                <a:gs pos="28571">
                  <a:srgbClr val="00006C">
                    <a:alpha val="24833"/>
                  </a:srgbClr>
                </a:gs>
                <a:gs pos="42857">
                  <a:srgbClr val="00006C">
                    <a:alpha val="17075"/>
                  </a:srgbClr>
                </a:gs>
                <a:gs pos="57143">
                  <a:srgbClr val="00006C">
                    <a:alpha val="9855"/>
                  </a:srgbClr>
                </a:gs>
                <a:gs pos="71429">
                  <a:srgbClr val="00006C">
                    <a:alpha val="4740"/>
                  </a:srgbClr>
                </a:gs>
                <a:gs pos="85714">
                  <a:srgbClr val="00006C">
                    <a:alpha val="1902"/>
                  </a:srgbClr>
                </a:gs>
                <a:gs pos="100000">
                  <a:srgbClr val="0000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10132855">
              <a:off x="1597708" y="1244175"/>
              <a:ext cx="234691" cy="49446"/>
            </a:xfrm>
            <a:prstGeom prst="ellipse">
              <a:avLst/>
            </a:prstGeom>
            <a:gradFill>
              <a:gsLst>
                <a:gs pos="0">
                  <a:srgbClr val="F7FFFF">
                    <a:alpha val="32968"/>
                  </a:srgbClr>
                </a:gs>
                <a:gs pos="14286">
                  <a:srgbClr val="F7FFFF">
                    <a:alpha val="30764"/>
                  </a:srgbClr>
                </a:gs>
                <a:gs pos="28571">
                  <a:srgbClr val="F7FFFF">
                    <a:alpha val="24833"/>
                  </a:srgbClr>
                </a:gs>
                <a:gs pos="42857">
                  <a:srgbClr val="F7FFFF">
                    <a:alpha val="17075"/>
                  </a:srgbClr>
                </a:gs>
                <a:gs pos="57143">
                  <a:srgbClr val="F7FFFF">
                    <a:alpha val="9855"/>
                  </a:srgbClr>
                </a:gs>
                <a:gs pos="71429">
                  <a:srgbClr val="F7FFFF">
                    <a:alpha val="4740"/>
                  </a:srgbClr>
                </a:gs>
                <a:gs pos="85714">
                  <a:srgbClr val="F7FFFF">
                    <a:alpha val="1902"/>
                  </a:srgbClr>
                </a:gs>
                <a:gs pos="100000">
                  <a:srgbClr val="F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9139940">
              <a:off x="1431830" y="555585"/>
              <a:ext cx="358518" cy="43667"/>
            </a:xfrm>
            <a:prstGeom prst="ellipse">
              <a:avLst/>
            </a:prstGeom>
            <a:gradFill>
              <a:gsLst>
                <a:gs pos="0">
                  <a:srgbClr val="000037">
                    <a:alpha val="32968"/>
                  </a:srgbClr>
                </a:gs>
                <a:gs pos="14286">
                  <a:srgbClr val="000037">
                    <a:alpha val="30764"/>
                  </a:srgbClr>
                </a:gs>
                <a:gs pos="28571">
                  <a:srgbClr val="000037">
                    <a:alpha val="24833"/>
                  </a:srgbClr>
                </a:gs>
                <a:gs pos="42857">
                  <a:srgbClr val="000037">
                    <a:alpha val="17075"/>
                  </a:srgbClr>
                </a:gs>
                <a:gs pos="57143">
                  <a:srgbClr val="000037">
                    <a:alpha val="9855"/>
                  </a:srgbClr>
                </a:gs>
                <a:gs pos="71429">
                  <a:srgbClr val="000037">
                    <a:alpha val="4740"/>
                  </a:srgbClr>
                </a:gs>
                <a:gs pos="85714">
                  <a:srgbClr val="000037">
                    <a:alpha val="1902"/>
                  </a:srgbClr>
                </a:gs>
                <a:gs pos="100000">
                  <a:srgbClr val="0000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-10621905">
              <a:off x="1721600" y="1211740"/>
              <a:ext cx="358271" cy="338349"/>
            </a:xfrm>
            <a:prstGeom prst="ellipse">
              <a:avLst/>
            </a:prstGeom>
            <a:gradFill>
              <a:gsLst>
                <a:gs pos="0">
                  <a:srgbClr val="006A7B">
                    <a:alpha val="14439"/>
                  </a:srgbClr>
                </a:gs>
                <a:gs pos="14286">
                  <a:srgbClr val="006A7B">
                    <a:alpha val="13353"/>
                  </a:srgbClr>
                </a:gs>
                <a:gs pos="28571">
                  <a:srgbClr val="006A7B">
                    <a:alpha val="10531"/>
                  </a:srgbClr>
                </a:gs>
                <a:gs pos="42857">
                  <a:srgbClr val="006A7B">
                    <a:alpha val="7039"/>
                  </a:srgbClr>
                </a:gs>
                <a:gs pos="57143">
                  <a:srgbClr val="006A7B">
                    <a:alpha val="3964"/>
                  </a:srgbClr>
                </a:gs>
                <a:gs pos="71429">
                  <a:srgbClr val="006A7B">
                    <a:alpha val="1875"/>
                  </a:srgbClr>
                </a:gs>
                <a:gs pos="85714">
                  <a:srgbClr val="006A7B">
                    <a:alpha val="746"/>
                  </a:srgbClr>
                </a:gs>
                <a:gs pos="100000">
                  <a:srgbClr val="006A7B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-10256920">
              <a:off x="1431374" y="541459"/>
              <a:ext cx="497455" cy="48124"/>
            </a:xfrm>
            <a:prstGeom prst="ellipse">
              <a:avLst/>
            </a:prstGeom>
            <a:gradFill>
              <a:gsLst>
                <a:gs pos="0">
                  <a:srgbClr val="000054">
                    <a:alpha val="32968"/>
                  </a:srgbClr>
                </a:gs>
                <a:gs pos="14286">
                  <a:srgbClr val="000054">
                    <a:alpha val="30764"/>
                  </a:srgbClr>
                </a:gs>
                <a:gs pos="28571">
                  <a:srgbClr val="000054">
                    <a:alpha val="24833"/>
                  </a:srgbClr>
                </a:gs>
                <a:gs pos="42857">
                  <a:srgbClr val="000054">
                    <a:alpha val="17075"/>
                  </a:srgbClr>
                </a:gs>
                <a:gs pos="57143">
                  <a:srgbClr val="000054">
                    <a:alpha val="9855"/>
                  </a:srgbClr>
                </a:gs>
                <a:gs pos="71429">
                  <a:srgbClr val="000054">
                    <a:alpha val="4740"/>
                  </a:srgbClr>
                </a:gs>
                <a:gs pos="85714">
                  <a:srgbClr val="000054">
                    <a:alpha val="1902"/>
                  </a:srgbClr>
                </a:gs>
                <a:gs pos="100000">
                  <a:srgbClr val="0000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9970580">
              <a:off x="276378" y="3116536"/>
              <a:ext cx="456661" cy="373377"/>
            </a:xfrm>
            <a:prstGeom prst="ellipse">
              <a:avLst/>
            </a:prstGeom>
            <a:gradFill>
              <a:gsLst>
                <a:gs pos="0">
                  <a:srgbClr val="C674FF">
                    <a:alpha val="4398"/>
                  </a:srgbClr>
                </a:gs>
                <a:gs pos="14286">
                  <a:srgbClr val="C674FF">
                    <a:alpha val="4050"/>
                  </a:srgbClr>
                </a:gs>
                <a:gs pos="28571">
                  <a:srgbClr val="C674FF">
                    <a:alpha val="3159"/>
                  </a:srgbClr>
                </a:gs>
                <a:gs pos="42857">
                  <a:srgbClr val="C674FF">
                    <a:alpha val="2083"/>
                  </a:srgbClr>
                </a:gs>
                <a:gs pos="57143">
                  <a:srgbClr val="C674FF">
                    <a:alpha val="1160"/>
                  </a:srgbClr>
                </a:gs>
                <a:gs pos="71429">
                  <a:srgbClr val="C674FF">
                    <a:alpha val="545"/>
                  </a:srgbClr>
                </a:gs>
                <a:gs pos="85714">
                  <a:srgbClr val="C674FF">
                    <a:alpha val="216"/>
                  </a:srgbClr>
                </a:gs>
                <a:gs pos="100000">
                  <a:srgbClr val="C674FF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-9721133">
              <a:off x="1195258" y="985632"/>
              <a:ext cx="217517" cy="57414"/>
            </a:xfrm>
            <a:prstGeom prst="ellipse">
              <a:avLst/>
            </a:prstGeom>
            <a:gradFill>
              <a:gsLst>
                <a:gs pos="0">
                  <a:srgbClr val="E3FFFF">
                    <a:alpha val="32968"/>
                  </a:srgbClr>
                </a:gs>
                <a:gs pos="14286">
                  <a:srgbClr val="E3FFFF">
                    <a:alpha val="30764"/>
                  </a:srgbClr>
                </a:gs>
                <a:gs pos="28571">
                  <a:srgbClr val="E3FFFF">
                    <a:alpha val="24833"/>
                  </a:srgbClr>
                </a:gs>
                <a:gs pos="42857">
                  <a:srgbClr val="E3FFFF">
                    <a:alpha val="17075"/>
                  </a:srgbClr>
                </a:gs>
                <a:gs pos="57143">
                  <a:srgbClr val="E3FFFF">
                    <a:alpha val="9855"/>
                  </a:srgbClr>
                </a:gs>
                <a:gs pos="71429">
                  <a:srgbClr val="E3FFFF">
                    <a:alpha val="4740"/>
                  </a:srgbClr>
                </a:gs>
                <a:gs pos="85714">
                  <a:srgbClr val="E3FFFF">
                    <a:alpha val="1902"/>
                  </a:srgbClr>
                </a:gs>
                <a:gs pos="100000">
                  <a:srgbClr val="E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-10332619">
              <a:off x="1119079" y="1106525"/>
              <a:ext cx="480494" cy="58606"/>
            </a:xfrm>
            <a:prstGeom prst="ellipse">
              <a:avLst/>
            </a:prstGeom>
            <a:gradFill>
              <a:gsLst>
                <a:gs pos="0">
                  <a:srgbClr val="000083">
                    <a:alpha val="24898"/>
                  </a:srgbClr>
                </a:gs>
                <a:gs pos="14286">
                  <a:srgbClr val="000083">
                    <a:alpha val="23138"/>
                  </a:srgbClr>
                </a:gs>
                <a:gs pos="28571">
                  <a:srgbClr val="000083">
                    <a:alpha val="18481"/>
                  </a:srgbClr>
                </a:gs>
                <a:gs pos="42857">
                  <a:srgbClr val="000083">
                    <a:alpha val="12543"/>
                  </a:srgbClr>
                </a:gs>
                <a:gs pos="57143">
                  <a:srgbClr val="000083">
                    <a:alpha val="7157"/>
                  </a:srgbClr>
                </a:gs>
                <a:gs pos="71429">
                  <a:srgbClr val="000083">
                    <a:alpha val="3417"/>
                  </a:srgbClr>
                </a:gs>
                <a:gs pos="85714">
                  <a:srgbClr val="000083">
                    <a:alpha val="1365"/>
                  </a:srgbClr>
                </a:gs>
                <a:gs pos="100000">
                  <a:srgbClr val="000083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5793930">
              <a:off x="1490678" y="838089"/>
              <a:ext cx="347378" cy="215033"/>
            </a:xfrm>
            <a:prstGeom prst="ellipse">
              <a:avLst/>
            </a:prstGeom>
            <a:gradFill>
              <a:gsLst>
                <a:gs pos="0">
                  <a:srgbClr val="00CEFF">
                    <a:alpha val="28101"/>
                  </a:srgbClr>
                </a:gs>
                <a:gs pos="14286">
                  <a:srgbClr val="00CEFF">
                    <a:alpha val="26157"/>
                  </a:srgbClr>
                </a:gs>
                <a:gs pos="28571">
                  <a:srgbClr val="00CEFF">
                    <a:alpha val="20977"/>
                  </a:srgbClr>
                </a:gs>
                <a:gs pos="42857">
                  <a:srgbClr val="00CEFF">
                    <a:alpha val="14309"/>
                  </a:srgbClr>
                </a:gs>
                <a:gs pos="57143">
                  <a:srgbClr val="00CEFF">
                    <a:alpha val="8201"/>
                  </a:srgbClr>
                </a:gs>
                <a:gs pos="71429">
                  <a:srgbClr val="00CEFF">
                    <a:alpha val="3926"/>
                  </a:srgbClr>
                </a:gs>
                <a:gs pos="85714">
                  <a:srgbClr val="00CEFF">
                    <a:alpha val="1571"/>
                  </a:srgbClr>
                </a:gs>
                <a:gs pos="100000">
                  <a:srgbClr val="00CEFF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10420312">
              <a:off x="1562916" y="724272"/>
              <a:ext cx="608137" cy="17545"/>
            </a:xfrm>
            <a:prstGeom prst="ellipse">
              <a:avLst/>
            </a:prstGeom>
            <a:gradFill>
              <a:gsLst>
                <a:gs pos="0">
                  <a:srgbClr val="7BE4FF">
                    <a:alpha val="32968"/>
                  </a:srgbClr>
                </a:gs>
                <a:gs pos="14286">
                  <a:srgbClr val="7BE4FF">
                    <a:alpha val="30764"/>
                  </a:srgbClr>
                </a:gs>
                <a:gs pos="28571">
                  <a:srgbClr val="7BE4FF">
                    <a:alpha val="24833"/>
                  </a:srgbClr>
                </a:gs>
                <a:gs pos="42857">
                  <a:srgbClr val="7BE4FF">
                    <a:alpha val="17075"/>
                  </a:srgbClr>
                </a:gs>
                <a:gs pos="57143">
                  <a:srgbClr val="7BE4FF">
                    <a:alpha val="9855"/>
                  </a:srgbClr>
                </a:gs>
                <a:gs pos="71429">
                  <a:srgbClr val="7BE4FF">
                    <a:alpha val="4740"/>
                  </a:srgbClr>
                </a:gs>
                <a:gs pos="85714">
                  <a:srgbClr val="7BE4FF">
                    <a:alpha val="1902"/>
                  </a:srgbClr>
                </a:gs>
                <a:gs pos="100000">
                  <a:srgbClr val="7BE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-8796747">
              <a:off x="717652" y="1216157"/>
              <a:ext cx="261769" cy="187477"/>
            </a:xfrm>
            <a:prstGeom prst="ellipse">
              <a:avLst/>
            </a:prstGeom>
            <a:gradFill>
              <a:gsLst>
                <a:gs pos="0">
                  <a:srgbClr val="2D003C">
                    <a:alpha val="19677"/>
                  </a:srgbClr>
                </a:gs>
                <a:gs pos="14286">
                  <a:srgbClr val="2D003C">
                    <a:alpha val="18241"/>
                  </a:srgbClr>
                </a:gs>
                <a:gs pos="28571">
                  <a:srgbClr val="2D003C">
                    <a:alpha val="14476"/>
                  </a:srgbClr>
                </a:gs>
                <a:gs pos="42857">
                  <a:srgbClr val="2D003C">
                    <a:alpha val="9748"/>
                  </a:srgbClr>
                </a:gs>
                <a:gs pos="57143">
                  <a:srgbClr val="2D003C">
                    <a:alpha val="5525"/>
                  </a:srgbClr>
                </a:gs>
                <a:gs pos="71429">
                  <a:srgbClr val="2D003C">
                    <a:alpha val="2625"/>
                  </a:srgbClr>
                </a:gs>
                <a:gs pos="85714">
                  <a:srgbClr val="2D003C">
                    <a:alpha val="1046"/>
                  </a:srgbClr>
                </a:gs>
                <a:gs pos="100000">
                  <a:srgbClr val="2D003C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9550197">
              <a:off x="-216638" y="3342814"/>
              <a:ext cx="564060" cy="130448"/>
            </a:xfrm>
            <a:prstGeom prst="ellipse">
              <a:avLst/>
            </a:prstGeom>
            <a:gradFill>
              <a:gsLst>
                <a:gs pos="0">
                  <a:srgbClr val="E8FBFA">
                    <a:alpha val="32678"/>
                  </a:srgbClr>
                </a:gs>
                <a:gs pos="14286">
                  <a:srgbClr val="E8FBFA">
                    <a:alpha val="30489"/>
                  </a:srgbClr>
                </a:gs>
                <a:gs pos="28571">
                  <a:srgbClr val="E8FBFA">
                    <a:alpha val="24601"/>
                  </a:srgbClr>
                </a:gs>
                <a:gs pos="42857">
                  <a:srgbClr val="E8FBFA">
                    <a:alpha val="16908"/>
                  </a:srgbClr>
                </a:gs>
                <a:gs pos="57143">
                  <a:srgbClr val="E8FBFA">
                    <a:alpha val="9754"/>
                  </a:srgbClr>
                </a:gs>
                <a:gs pos="71429">
                  <a:srgbClr val="E8FBFA">
                    <a:alpha val="4691"/>
                  </a:srgbClr>
                </a:gs>
                <a:gs pos="85714">
                  <a:srgbClr val="E8FBFA">
                    <a:alpha val="1882"/>
                  </a:srgbClr>
                </a:gs>
                <a:gs pos="100000">
                  <a:srgbClr val="E8FBFA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9028574">
              <a:off x="1319724" y="670429"/>
              <a:ext cx="442048" cy="56149"/>
            </a:xfrm>
            <a:prstGeom prst="ellipse">
              <a:avLst/>
            </a:prstGeom>
            <a:gradFill>
              <a:gsLst>
                <a:gs pos="0">
                  <a:srgbClr val="6AD8F8">
                    <a:alpha val="15787"/>
                  </a:srgbClr>
                </a:gs>
                <a:gs pos="14286">
                  <a:srgbClr val="6AD8F8">
                    <a:alpha val="14608"/>
                  </a:srgbClr>
                </a:gs>
                <a:gs pos="28571">
                  <a:srgbClr val="6AD8F8">
                    <a:alpha val="11540"/>
                  </a:srgbClr>
                </a:gs>
                <a:gs pos="42857">
                  <a:srgbClr val="6AD8F8">
                    <a:alpha val="7728"/>
                  </a:srgbClr>
                </a:gs>
                <a:gs pos="57143">
                  <a:srgbClr val="6AD8F8">
                    <a:alpha val="4359"/>
                  </a:srgbClr>
                </a:gs>
                <a:gs pos="71429">
                  <a:srgbClr val="6AD8F8">
                    <a:alpha val="2064"/>
                  </a:srgbClr>
                </a:gs>
                <a:gs pos="85714">
                  <a:srgbClr val="6AD8F8">
                    <a:alpha val="821"/>
                  </a:srgbClr>
                </a:gs>
                <a:gs pos="100000">
                  <a:srgbClr val="6AD8F8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10295060">
              <a:off x="1591990" y="682036"/>
              <a:ext cx="403810" cy="88037"/>
            </a:xfrm>
            <a:prstGeom prst="ellipse">
              <a:avLst/>
            </a:prstGeom>
            <a:gradFill>
              <a:gsLst>
                <a:gs pos="0">
                  <a:srgbClr val="000085">
                    <a:alpha val="32968"/>
                  </a:srgbClr>
                </a:gs>
                <a:gs pos="14286">
                  <a:srgbClr val="000085">
                    <a:alpha val="30764"/>
                  </a:srgbClr>
                </a:gs>
                <a:gs pos="28571">
                  <a:srgbClr val="000085">
                    <a:alpha val="24833"/>
                  </a:srgbClr>
                </a:gs>
                <a:gs pos="42857">
                  <a:srgbClr val="000085">
                    <a:alpha val="17075"/>
                  </a:srgbClr>
                </a:gs>
                <a:gs pos="57143">
                  <a:srgbClr val="000085">
                    <a:alpha val="9855"/>
                  </a:srgbClr>
                </a:gs>
                <a:gs pos="71429">
                  <a:srgbClr val="000085">
                    <a:alpha val="4740"/>
                  </a:srgbClr>
                </a:gs>
                <a:gs pos="85714">
                  <a:srgbClr val="000085">
                    <a:alpha val="1902"/>
                  </a:srgbClr>
                </a:gs>
                <a:gs pos="100000">
                  <a:srgbClr val="0000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9998258">
              <a:off x="1279251" y="1384182"/>
              <a:ext cx="229777" cy="79241"/>
            </a:xfrm>
            <a:prstGeom prst="ellipse">
              <a:avLst/>
            </a:prstGeom>
            <a:gradFill>
              <a:gsLst>
                <a:gs pos="0">
                  <a:srgbClr val="0088D9">
                    <a:alpha val="32968"/>
                  </a:srgbClr>
                </a:gs>
                <a:gs pos="14286">
                  <a:srgbClr val="0088D9">
                    <a:alpha val="30764"/>
                  </a:srgbClr>
                </a:gs>
                <a:gs pos="28571">
                  <a:srgbClr val="0088D9">
                    <a:alpha val="24833"/>
                  </a:srgbClr>
                </a:gs>
                <a:gs pos="42857">
                  <a:srgbClr val="0088D9">
                    <a:alpha val="17075"/>
                  </a:srgbClr>
                </a:gs>
                <a:gs pos="57143">
                  <a:srgbClr val="0088D9">
                    <a:alpha val="9855"/>
                  </a:srgbClr>
                </a:gs>
                <a:gs pos="71429">
                  <a:srgbClr val="0088D9">
                    <a:alpha val="4740"/>
                  </a:srgbClr>
                </a:gs>
                <a:gs pos="85714">
                  <a:srgbClr val="0088D9">
                    <a:alpha val="1902"/>
                  </a:srgbClr>
                </a:gs>
                <a:gs pos="100000">
                  <a:srgbClr val="0088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-9423591">
              <a:off x="902532" y="589716"/>
              <a:ext cx="351684" cy="98072"/>
            </a:xfrm>
            <a:prstGeom prst="ellipse">
              <a:avLst/>
            </a:prstGeom>
            <a:gradFill>
              <a:gsLst>
                <a:gs pos="0">
                  <a:srgbClr val="B8E9FF">
                    <a:alpha val="32968"/>
                  </a:srgbClr>
                </a:gs>
                <a:gs pos="14286">
                  <a:srgbClr val="B8E9FF">
                    <a:alpha val="30764"/>
                  </a:srgbClr>
                </a:gs>
                <a:gs pos="28571">
                  <a:srgbClr val="B8E9FF">
                    <a:alpha val="24833"/>
                  </a:srgbClr>
                </a:gs>
                <a:gs pos="42857">
                  <a:srgbClr val="B8E9FF">
                    <a:alpha val="17075"/>
                  </a:srgbClr>
                </a:gs>
                <a:gs pos="57143">
                  <a:srgbClr val="B8E9FF">
                    <a:alpha val="9855"/>
                  </a:srgbClr>
                </a:gs>
                <a:gs pos="71429">
                  <a:srgbClr val="B8E9FF">
                    <a:alpha val="4740"/>
                  </a:srgbClr>
                </a:gs>
                <a:gs pos="85714">
                  <a:srgbClr val="B8E9FF">
                    <a:alpha val="1902"/>
                  </a:srgbClr>
                </a:gs>
                <a:gs pos="100000">
                  <a:srgbClr val="B8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5834536">
              <a:off x="1736217" y="703802"/>
              <a:ext cx="152156" cy="113882"/>
            </a:xfrm>
            <a:prstGeom prst="ellipse">
              <a:avLst/>
            </a:prstGeom>
            <a:gradFill>
              <a:gsLst>
                <a:gs pos="0">
                  <a:srgbClr val="0000BE">
                    <a:alpha val="16775"/>
                  </a:srgbClr>
                </a:gs>
                <a:gs pos="14286">
                  <a:srgbClr val="0000BE">
                    <a:alpha val="15529"/>
                  </a:srgbClr>
                </a:gs>
                <a:gs pos="28571">
                  <a:srgbClr val="0000BE">
                    <a:alpha val="12281"/>
                  </a:srgbClr>
                </a:gs>
                <a:gs pos="42857">
                  <a:srgbClr val="0000BE">
                    <a:alpha val="8236"/>
                  </a:srgbClr>
                </a:gs>
                <a:gs pos="57143">
                  <a:srgbClr val="0000BE">
                    <a:alpha val="4651"/>
                  </a:srgbClr>
                </a:gs>
                <a:gs pos="71429">
                  <a:srgbClr val="0000BE">
                    <a:alpha val="2205"/>
                  </a:srgbClr>
                </a:gs>
                <a:gs pos="85714">
                  <a:srgbClr val="0000BE">
                    <a:alpha val="878"/>
                  </a:srgbClr>
                </a:gs>
                <a:gs pos="100000">
                  <a:srgbClr val="0000BE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3358647">
              <a:off x="856431" y="674344"/>
              <a:ext cx="425414" cy="123439"/>
            </a:xfrm>
            <a:prstGeom prst="ellipse">
              <a:avLst/>
            </a:prstGeom>
            <a:gradFill>
              <a:gsLst>
                <a:gs pos="0">
                  <a:srgbClr val="000044">
                    <a:alpha val="32968"/>
                  </a:srgbClr>
                </a:gs>
                <a:gs pos="14286">
                  <a:srgbClr val="000044">
                    <a:alpha val="30764"/>
                  </a:srgbClr>
                </a:gs>
                <a:gs pos="28571">
                  <a:srgbClr val="000044">
                    <a:alpha val="24833"/>
                  </a:srgbClr>
                </a:gs>
                <a:gs pos="42857">
                  <a:srgbClr val="000044">
                    <a:alpha val="17075"/>
                  </a:srgbClr>
                </a:gs>
                <a:gs pos="57143">
                  <a:srgbClr val="000044">
                    <a:alpha val="9855"/>
                  </a:srgbClr>
                </a:gs>
                <a:gs pos="71429">
                  <a:srgbClr val="000044">
                    <a:alpha val="4740"/>
                  </a:srgbClr>
                </a:gs>
                <a:gs pos="85714">
                  <a:srgbClr val="000044">
                    <a:alpha val="1902"/>
                  </a:srgbClr>
                </a:gs>
                <a:gs pos="100000">
                  <a:srgbClr val="0000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10614060">
              <a:off x="2056040" y="1005796"/>
              <a:ext cx="577087" cy="255669"/>
            </a:xfrm>
            <a:prstGeom prst="ellipse">
              <a:avLst/>
            </a:prstGeom>
            <a:gradFill>
              <a:gsLst>
                <a:gs pos="0">
                  <a:srgbClr val="001325">
                    <a:alpha val="32968"/>
                  </a:srgbClr>
                </a:gs>
                <a:gs pos="14286">
                  <a:srgbClr val="001325">
                    <a:alpha val="30764"/>
                  </a:srgbClr>
                </a:gs>
                <a:gs pos="28571">
                  <a:srgbClr val="001325">
                    <a:alpha val="24833"/>
                  </a:srgbClr>
                </a:gs>
                <a:gs pos="42857">
                  <a:srgbClr val="001325">
                    <a:alpha val="17075"/>
                  </a:srgbClr>
                </a:gs>
                <a:gs pos="57143">
                  <a:srgbClr val="001325">
                    <a:alpha val="9855"/>
                  </a:srgbClr>
                </a:gs>
                <a:gs pos="71429">
                  <a:srgbClr val="001325">
                    <a:alpha val="4740"/>
                  </a:srgbClr>
                </a:gs>
                <a:gs pos="85714">
                  <a:srgbClr val="001325">
                    <a:alpha val="1902"/>
                  </a:srgbClr>
                </a:gs>
                <a:gs pos="100000">
                  <a:srgbClr val="0013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-8269823">
              <a:off x="-230161" y="1755138"/>
              <a:ext cx="615165" cy="162641"/>
            </a:xfrm>
            <a:prstGeom prst="ellipse">
              <a:avLst/>
            </a:prstGeom>
            <a:gradFill>
              <a:gsLst>
                <a:gs pos="0">
                  <a:srgbClr val="B10048">
                    <a:alpha val="28283"/>
                  </a:srgbClr>
                </a:gs>
                <a:gs pos="14286">
                  <a:srgbClr val="B10048">
                    <a:alpha val="26328"/>
                  </a:srgbClr>
                </a:gs>
                <a:gs pos="28571">
                  <a:srgbClr val="B10048">
                    <a:alpha val="21120"/>
                  </a:srgbClr>
                </a:gs>
                <a:gs pos="42857">
                  <a:srgbClr val="B10048">
                    <a:alpha val="14411"/>
                  </a:srgbClr>
                </a:gs>
                <a:gs pos="57143">
                  <a:srgbClr val="B10048">
                    <a:alpha val="8261"/>
                  </a:srgbClr>
                </a:gs>
                <a:gs pos="71429">
                  <a:srgbClr val="B10048">
                    <a:alpha val="3956"/>
                  </a:srgbClr>
                </a:gs>
                <a:gs pos="85714">
                  <a:srgbClr val="B10048">
                    <a:alpha val="1583"/>
                  </a:srgbClr>
                </a:gs>
                <a:gs pos="100000">
                  <a:srgbClr val="B10048">
                    <a:alpha val="5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-9174242">
              <a:off x="1442924" y="1390848"/>
              <a:ext cx="343352" cy="45022"/>
            </a:xfrm>
            <a:prstGeom prst="ellipse">
              <a:avLst/>
            </a:prstGeom>
            <a:gradFill>
              <a:gsLst>
                <a:gs pos="0">
                  <a:srgbClr val="DFFFFF">
                    <a:alpha val="32968"/>
                  </a:srgbClr>
                </a:gs>
                <a:gs pos="14286">
                  <a:srgbClr val="DFFFFF">
                    <a:alpha val="30764"/>
                  </a:srgbClr>
                </a:gs>
                <a:gs pos="28571">
                  <a:srgbClr val="DFFFFF">
                    <a:alpha val="24833"/>
                  </a:srgbClr>
                </a:gs>
                <a:gs pos="42857">
                  <a:srgbClr val="DFFFFF">
                    <a:alpha val="17075"/>
                  </a:srgbClr>
                </a:gs>
                <a:gs pos="57143">
                  <a:srgbClr val="DFFFFF">
                    <a:alpha val="9855"/>
                  </a:srgbClr>
                </a:gs>
                <a:gs pos="71429">
                  <a:srgbClr val="DFFFFF">
                    <a:alpha val="4740"/>
                  </a:srgbClr>
                </a:gs>
                <a:gs pos="85714">
                  <a:srgbClr val="DFFFFF">
                    <a:alpha val="1902"/>
                  </a:srgbClr>
                </a:gs>
                <a:gs pos="100000">
                  <a:srgbClr val="D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10797733">
              <a:off x="1351317" y="830208"/>
              <a:ext cx="335030" cy="47371"/>
            </a:xfrm>
            <a:prstGeom prst="ellipse">
              <a:avLst/>
            </a:prstGeom>
            <a:gradFill>
              <a:gsLst>
                <a:gs pos="0">
                  <a:srgbClr val="99FFCB">
                    <a:alpha val="32968"/>
                  </a:srgbClr>
                </a:gs>
                <a:gs pos="14286">
                  <a:srgbClr val="99FFCB">
                    <a:alpha val="30764"/>
                  </a:srgbClr>
                </a:gs>
                <a:gs pos="28571">
                  <a:srgbClr val="99FFCB">
                    <a:alpha val="24833"/>
                  </a:srgbClr>
                </a:gs>
                <a:gs pos="42857">
                  <a:srgbClr val="99FFCB">
                    <a:alpha val="17075"/>
                  </a:srgbClr>
                </a:gs>
                <a:gs pos="57143">
                  <a:srgbClr val="99FFCB">
                    <a:alpha val="9855"/>
                  </a:srgbClr>
                </a:gs>
                <a:gs pos="71429">
                  <a:srgbClr val="99FFCB">
                    <a:alpha val="4740"/>
                  </a:srgbClr>
                </a:gs>
                <a:gs pos="85714">
                  <a:srgbClr val="99FFCB">
                    <a:alpha val="1902"/>
                  </a:srgbClr>
                </a:gs>
                <a:gs pos="100000">
                  <a:srgbClr val="99FF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-9618945">
              <a:off x="1198702" y="1055091"/>
              <a:ext cx="233409" cy="40384"/>
            </a:xfrm>
            <a:prstGeom prst="ellipse">
              <a:avLst/>
            </a:prstGeom>
            <a:gradFill>
              <a:gsLst>
                <a:gs pos="0">
                  <a:srgbClr val="F0FFFF">
                    <a:alpha val="32968"/>
                  </a:srgbClr>
                </a:gs>
                <a:gs pos="14286">
                  <a:srgbClr val="F0FFFF">
                    <a:alpha val="30764"/>
                  </a:srgbClr>
                </a:gs>
                <a:gs pos="28571">
                  <a:srgbClr val="F0FFFF">
                    <a:alpha val="24833"/>
                  </a:srgbClr>
                </a:gs>
                <a:gs pos="42857">
                  <a:srgbClr val="F0FFFF">
                    <a:alpha val="17075"/>
                  </a:srgbClr>
                </a:gs>
                <a:gs pos="57143">
                  <a:srgbClr val="F0FFFF">
                    <a:alpha val="9855"/>
                  </a:srgbClr>
                </a:gs>
                <a:gs pos="71429">
                  <a:srgbClr val="F0FFFF">
                    <a:alpha val="4740"/>
                  </a:srgbClr>
                </a:gs>
                <a:gs pos="85714">
                  <a:srgbClr val="F0FFFF">
                    <a:alpha val="1902"/>
                  </a:srgbClr>
                </a:gs>
                <a:gs pos="100000">
                  <a:srgbClr val="F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-8759844">
              <a:off x="1146819" y="687509"/>
              <a:ext cx="320787" cy="25976"/>
            </a:xfrm>
            <a:prstGeom prst="ellipse">
              <a:avLst/>
            </a:prstGeom>
            <a:gradFill>
              <a:gsLst>
                <a:gs pos="0">
                  <a:srgbClr val="8BD9F1">
                    <a:alpha val="32968"/>
                  </a:srgbClr>
                </a:gs>
                <a:gs pos="14286">
                  <a:srgbClr val="8BD9F1">
                    <a:alpha val="30764"/>
                  </a:srgbClr>
                </a:gs>
                <a:gs pos="28571">
                  <a:srgbClr val="8BD9F1">
                    <a:alpha val="24833"/>
                  </a:srgbClr>
                </a:gs>
                <a:gs pos="42857">
                  <a:srgbClr val="8BD9F1">
                    <a:alpha val="17075"/>
                  </a:srgbClr>
                </a:gs>
                <a:gs pos="57143">
                  <a:srgbClr val="8BD9F1">
                    <a:alpha val="9855"/>
                  </a:srgbClr>
                </a:gs>
                <a:gs pos="71429">
                  <a:srgbClr val="8BD9F1">
                    <a:alpha val="4740"/>
                  </a:srgbClr>
                </a:gs>
                <a:gs pos="85714">
                  <a:srgbClr val="8BD9F1">
                    <a:alpha val="1902"/>
                  </a:srgbClr>
                </a:gs>
                <a:gs pos="100000">
                  <a:srgbClr val="8BD9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4744220">
              <a:off x="895755" y="1098871"/>
              <a:ext cx="510963" cy="104750"/>
            </a:xfrm>
            <a:prstGeom prst="ellipse">
              <a:avLst/>
            </a:prstGeom>
            <a:gradFill>
              <a:gsLst>
                <a:gs pos="0">
                  <a:srgbClr val="000075">
                    <a:alpha val="32968"/>
                  </a:srgbClr>
                </a:gs>
                <a:gs pos="14286">
                  <a:srgbClr val="000075">
                    <a:alpha val="30764"/>
                  </a:srgbClr>
                </a:gs>
                <a:gs pos="28571">
                  <a:srgbClr val="000075">
                    <a:alpha val="24833"/>
                  </a:srgbClr>
                </a:gs>
                <a:gs pos="42857">
                  <a:srgbClr val="000075">
                    <a:alpha val="17075"/>
                  </a:srgbClr>
                </a:gs>
                <a:gs pos="57143">
                  <a:srgbClr val="000075">
                    <a:alpha val="9855"/>
                  </a:srgbClr>
                </a:gs>
                <a:gs pos="71429">
                  <a:srgbClr val="000075">
                    <a:alpha val="4740"/>
                  </a:srgbClr>
                </a:gs>
                <a:gs pos="85714">
                  <a:srgbClr val="000075">
                    <a:alpha val="1902"/>
                  </a:srgbClr>
                </a:gs>
                <a:gs pos="100000">
                  <a:srgbClr val="0000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-10539244">
              <a:off x="1153598" y="1635356"/>
              <a:ext cx="447107" cy="41797"/>
            </a:xfrm>
            <a:prstGeom prst="ellipse">
              <a:avLst/>
            </a:prstGeom>
            <a:gradFill>
              <a:gsLst>
                <a:gs pos="0">
                  <a:srgbClr val="E0E8FF">
                    <a:alpha val="32968"/>
                  </a:srgbClr>
                </a:gs>
                <a:gs pos="14286">
                  <a:srgbClr val="E0E8FF">
                    <a:alpha val="30764"/>
                  </a:srgbClr>
                </a:gs>
                <a:gs pos="28571">
                  <a:srgbClr val="E0E8FF">
                    <a:alpha val="24833"/>
                  </a:srgbClr>
                </a:gs>
                <a:gs pos="42857">
                  <a:srgbClr val="E0E8FF">
                    <a:alpha val="17075"/>
                  </a:srgbClr>
                </a:gs>
                <a:gs pos="57143">
                  <a:srgbClr val="E0E8FF">
                    <a:alpha val="9855"/>
                  </a:srgbClr>
                </a:gs>
                <a:gs pos="71429">
                  <a:srgbClr val="E0E8FF">
                    <a:alpha val="4740"/>
                  </a:srgbClr>
                </a:gs>
                <a:gs pos="85714">
                  <a:srgbClr val="E0E8FF">
                    <a:alpha val="1902"/>
                  </a:srgbClr>
                </a:gs>
                <a:gs pos="100000">
                  <a:srgbClr val="E0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5412199">
              <a:off x="1848504" y="513293"/>
              <a:ext cx="240193" cy="239791"/>
            </a:xfrm>
            <a:prstGeom prst="ellipse">
              <a:avLst/>
            </a:prstGeom>
            <a:gradFill>
              <a:gsLst>
                <a:gs pos="0">
                  <a:srgbClr val="0000FF">
                    <a:alpha val="1687"/>
                  </a:srgbClr>
                </a:gs>
                <a:gs pos="14286">
                  <a:srgbClr val="0000FF">
                    <a:alpha val="1552"/>
                  </a:srgbClr>
                </a:gs>
                <a:gs pos="28571">
                  <a:srgbClr val="0000FF">
                    <a:alpha val="1207"/>
                  </a:srgbClr>
                </a:gs>
                <a:gs pos="42857">
                  <a:srgbClr val="0000FF">
                    <a:alpha val="793"/>
                  </a:srgbClr>
                </a:gs>
                <a:gs pos="57143">
                  <a:srgbClr val="0000FF">
                    <a:alpha val="440"/>
                  </a:srgbClr>
                </a:gs>
                <a:gs pos="71429">
                  <a:srgbClr val="0000FF">
                    <a:alpha val="206"/>
                  </a:srgbClr>
                </a:gs>
                <a:gs pos="85714">
                  <a:srgbClr val="0000FF">
                    <a:alpha val="82"/>
                  </a:srgbClr>
                </a:gs>
                <a:gs pos="100000">
                  <a:srgbClr val="0000FF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-10289976">
              <a:off x="2209239" y="898581"/>
              <a:ext cx="452430" cy="32910"/>
            </a:xfrm>
            <a:prstGeom prst="ellipse">
              <a:avLst/>
            </a:prstGeom>
            <a:gradFill>
              <a:gsLst>
                <a:gs pos="0">
                  <a:srgbClr val="F4DBCD">
                    <a:alpha val="32219"/>
                  </a:srgbClr>
                </a:gs>
                <a:gs pos="14286">
                  <a:srgbClr val="F4DBCD">
                    <a:alpha val="30053"/>
                  </a:srgbClr>
                </a:gs>
                <a:gs pos="28571">
                  <a:srgbClr val="F4DBCD">
                    <a:alpha val="24235"/>
                  </a:srgbClr>
                </a:gs>
                <a:gs pos="42857">
                  <a:srgbClr val="F4DBCD">
                    <a:alpha val="16643"/>
                  </a:srgbClr>
                </a:gs>
                <a:gs pos="57143">
                  <a:srgbClr val="F4DBCD">
                    <a:alpha val="9595"/>
                  </a:srgbClr>
                </a:gs>
                <a:gs pos="71429">
                  <a:srgbClr val="F4DBCD">
                    <a:alpha val="4612"/>
                  </a:srgbClr>
                </a:gs>
                <a:gs pos="85714">
                  <a:srgbClr val="F4DBCD">
                    <a:alpha val="1850"/>
                  </a:srgbClr>
                </a:gs>
                <a:gs pos="100000">
                  <a:srgbClr val="F4DBCD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3688829">
              <a:off x="1424634" y="2010720"/>
              <a:ext cx="708180" cy="69167"/>
            </a:xfrm>
            <a:prstGeom prst="ellipse">
              <a:avLst/>
            </a:prstGeom>
            <a:gradFill>
              <a:gsLst>
                <a:gs pos="0">
                  <a:srgbClr val="B4CEFF">
                    <a:alpha val="32968"/>
                  </a:srgbClr>
                </a:gs>
                <a:gs pos="14286">
                  <a:srgbClr val="B4CEFF">
                    <a:alpha val="30764"/>
                  </a:srgbClr>
                </a:gs>
                <a:gs pos="28571">
                  <a:srgbClr val="B4CEFF">
                    <a:alpha val="24833"/>
                  </a:srgbClr>
                </a:gs>
                <a:gs pos="42857">
                  <a:srgbClr val="B4CEFF">
                    <a:alpha val="17075"/>
                  </a:srgbClr>
                </a:gs>
                <a:gs pos="57143">
                  <a:srgbClr val="B4CEFF">
                    <a:alpha val="9855"/>
                  </a:srgbClr>
                </a:gs>
                <a:gs pos="71429">
                  <a:srgbClr val="B4CEFF">
                    <a:alpha val="4740"/>
                  </a:srgbClr>
                </a:gs>
                <a:gs pos="85714">
                  <a:srgbClr val="B4CEFF">
                    <a:alpha val="1902"/>
                  </a:srgbClr>
                </a:gs>
                <a:gs pos="100000">
                  <a:srgbClr val="B4C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-10735581">
              <a:off x="1222457" y="1277329"/>
              <a:ext cx="737338" cy="67577"/>
            </a:xfrm>
            <a:prstGeom prst="ellipse">
              <a:avLst/>
            </a:prstGeom>
            <a:gradFill>
              <a:gsLst>
                <a:gs pos="0">
                  <a:srgbClr val="0F6298">
                    <a:alpha val="31501"/>
                  </a:srgbClr>
                </a:gs>
                <a:gs pos="14286">
                  <a:srgbClr val="0F6298">
                    <a:alpha val="29373"/>
                  </a:srgbClr>
                </a:gs>
                <a:gs pos="28571">
                  <a:srgbClr val="0F6298">
                    <a:alpha val="23663"/>
                  </a:srgbClr>
                </a:gs>
                <a:gs pos="42857">
                  <a:srgbClr val="0F6298">
                    <a:alpha val="16231"/>
                  </a:srgbClr>
                </a:gs>
                <a:gs pos="57143">
                  <a:srgbClr val="0F6298">
                    <a:alpha val="9347"/>
                  </a:srgbClr>
                </a:gs>
                <a:gs pos="71429">
                  <a:srgbClr val="0F6298">
                    <a:alpha val="4490"/>
                  </a:srgbClr>
                </a:gs>
                <a:gs pos="85714">
                  <a:srgbClr val="0F6298">
                    <a:alpha val="1800"/>
                  </a:srgbClr>
                </a:gs>
                <a:gs pos="100000">
                  <a:srgbClr val="0F6298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8622809">
              <a:off x="2155165" y="1605406"/>
              <a:ext cx="741007" cy="1725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-10463776">
              <a:off x="1454416" y="976288"/>
              <a:ext cx="648215" cy="37993"/>
            </a:xfrm>
            <a:prstGeom prst="ellipse">
              <a:avLst/>
            </a:prstGeom>
            <a:gradFill>
              <a:gsLst>
                <a:gs pos="0">
                  <a:srgbClr val="E1FFFF">
                    <a:alpha val="11485"/>
                  </a:srgbClr>
                </a:gs>
                <a:gs pos="14286">
                  <a:srgbClr val="E1FFFF">
                    <a:alpha val="10607"/>
                  </a:srgbClr>
                </a:gs>
                <a:gs pos="28571">
                  <a:srgbClr val="E1FFFF">
                    <a:alpha val="8338"/>
                  </a:srgbClr>
                </a:gs>
                <a:gs pos="42857">
                  <a:srgbClr val="E1FFFF">
                    <a:alpha val="5551"/>
                  </a:srgbClr>
                </a:gs>
                <a:gs pos="57143">
                  <a:srgbClr val="E1FFFF">
                    <a:alpha val="3115"/>
                  </a:srgbClr>
                </a:gs>
                <a:gs pos="71429">
                  <a:srgbClr val="E1FFFF">
                    <a:alpha val="1470"/>
                  </a:srgbClr>
                </a:gs>
                <a:gs pos="85714">
                  <a:srgbClr val="E1FFFF">
                    <a:alpha val="584"/>
                  </a:srgbClr>
                </a:gs>
                <a:gs pos="100000">
                  <a:srgbClr val="E1FFFF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5044773">
              <a:off x="879735" y="789956"/>
              <a:ext cx="423659" cy="181880"/>
            </a:xfrm>
            <a:prstGeom prst="ellipse">
              <a:avLst/>
            </a:prstGeom>
            <a:gradFill>
              <a:gsLst>
                <a:gs pos="0">
                  <a:srgbClr val="480000">
                    <a:alpha val="32968"/>
                  </a:srgbClr>
                </a:gs>
                <a:gs pos="14286">
                  <a:srgbClr val="480000">
                    <a:alpha val="30764"/>
                  </a:srgbClr>
                </a:gs>
                <a:gs pos="28571">
                  <a:srgbClr val="480000">
                    <a:alpha val="24833"/>
                  </a:srgbClr>
                </a:gs>
                <a:gs pos="42857">
                  <a:srgbClr val="480000">
                    <a:alpha val="17075"/>
                  </a:srgbClr>
                </a:gs>
                <a:gs pos="57143">
                  <a:srgbClr val="480000">
                    <a:alpha val="9855"/>
                  </a:srgbClr>
                </a:gs>
                <a:gs pos="71429">
                  <a:srgbClr val="480000">
                    <a:alpha val="4740"/>
                  </a:srgbClr>
                </a:gs>
                <a:gs pos="85714">
                  <a:srgbClr val="480000">
                    <a:alpha val="1902"/>
                  </a:srgbClr>
                </a:gs>
                <a:gs pos="100000">
                  <a:srgbClr val="4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-9987499">
              <a:off x="1209396" y="550859"/>
              <a:ext cx="262003" cy="42439"/>
            </a:xfrm>
            <a:prstGeom prst="ellipse">
              <a:avLst/>
            </a:prstGeom>
            <a:gradFill>
              <a:gsLst>
                <a:gs pos="0">
                  <a:srgbClr val="6ED1DD">
                    <a:alpha val="14298"/>
                  </a:srgbClr>
                </a:gs>
                <a:gs pos="14286">
                  <a:srgbClr val="6ED1DD">
                    <a:alpha val="13222"/>
                  </a:srgbClr>
                </a:gs>
                <a:gs pos="28571">
                  <a:srgbClr val="6ED1DD">
                    <a:alpha val="10426"/>
                  </a:srgbClr>
                </a:gs>
                <a:gs pos="42857">
                  <a:srgbClr val="6ED1DD">
                    <a:alpha val="6968"/>
                  </a:srgbClr>
                </a:gs>
                <a:gs pos="57143">
                  <a:srgbClr val="6ED1DD">
                    <a:alpha val="3923"/>
                  </a:srgbClr>
                </a:gs>
                <a:gs pos="71429">
                  <a:srgbClr val="6ED1DD">
                    <a:alpha val="1856"/>
                  </a:srgbClr>
                </a:gs>
                <a:gs pos="85714">
                  <a:srgbClr val="6ED1DD">
                    <a:alpha val="738"/>
                  </a:srgbClr>
                </a:gs>
                <a:gs pos="100000">
                  <a:srgbClr val="6ED1DD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9059951">
              <a:off x="1281960" y="1237488"/>
              <a:ext cx="200299" cy="28494"/>
            </a:xfrm>
            <a:prstGeom prst="ellipse">
              <a:avLst/>
            </a:prstGeom>
            <a:gradFill>
              <a:gsLst>
                <a:gs pos="0">
                  <a:srgbClr val="025877">
                    <a:alpha val="31256"/>
                  </a:srgbClr>
                </a:gs>
                <a:gs pos="14286">
                  <a:srgbClr val="025877">
                    <a:alpha val="29140"/>
                  </a:srgbClr>
                </a:gs>
                <a:gs pos="28571">
                  <a:srgbClr val="025877">
                    <a:alpha val="23468"/>
                  </a:srgbClr>
                </a:gs>
                <a:gs pos="42857">
                  <a:srgbClr val="025877">
                    <a:alpha val="16091"/>
                  </a:srgbClr>
                </a:gs>
                <a:gs pos="57143">
                  <a:srgbClr val="025877">
                    <a:alpha val="9263"/>
                  </a:srgbClr>
                </a:gs>
                <a:gs pos="71429">
                  <a:srgbClr val="025877">
                    <a:alpha val="4448"/>
                  </a:srgbClr>
                </a:gs>
                <a:gs pos="85714">
                  <a:srgbClr val="025877">
                    <a:alpha val="1783"/>
                  </a:srgbClr>
                </a:gs>
                <a:gs pos="100000">
                  <a:srgbClr val="025877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-10641792">
              <a:off x="863689" y="555984"/>
              <a:ext cx="351801" cy="349460"/>
            </a:xfrm>
            <a:prstGeom prst="ellipse">
              <a:avLst/>
            </a:prstGeom>
            <a:gradFill>
              <a:gsLst>
                <a:gs pos="0">
                  <a:srgbClr val="00007F">
                    <a:alpha val="2073"/>
                  </a:srgbClr>
                </a:gs>
                <a:gs pos="14286">
                  <a:srgbClr val="00007F">
                    <a:alpha val="1907"/>
                  </a:srgbClr>
                </a:gs>
                <a:gs pos="28571">
                  <a:srgbClr val="00007F">
                    <a:alpha val="1484"/>
                  </a:srgbClr>
                </a:gs>
                <a:gs pos="42857">
                  <a:srgbClr val="00007F">
                    <a:alpha val="976"/>
                  </a:srgbClr>
                </a:gs>
                <a:gs pos="57143">
                  <a:srgbClr val="00007F">
                    <a:alpha val="542"/>
                  </a:srgbClr>
                </a:gs>
                <a:gs pos="71429">
                  <a:srgbClr val="00007F">
                    <a:alpha val="254"/>
                  </a:srgbClr>
                </a:gs>
                <a:gs pos="85714">
                  <a:srgbClr val="00007F">
                    <a:alpha val="101"/>
                  </a:srgbClr>
                </a:gs>
                <a:gs pos="100000">
                  <a:srgbClr val="00007F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6054184">
              <a:off x="1349371" y="529510"/>
              <a:ext cx="507442" cy="45187"/>
            </a:xfrm>
            <a:prstGeom prst="ellipse">
              <a:avLst/>
            </a:prstGeom>
            <a:gradFill>
              <a:gsLst>
                <a:gs pos="0">
                  <a:srgbClr val="00005F">
                    <a:alpha val="22842"/>
                  </a:srgbClr>
                </a:gs>
                <a:gs pos="14286">
                  <a:srgbClr val="00005F">
                    <a:alpha val="21207"/>
                  </a:srgbClr>
                </a:gs>
                <a:gs pos="28571">
                  <a:srgbClr val="00005F">
                    <a:alpha val="16895"/>
                  </a:srgbClr>
                </a:gs>
                <a:gs pos="42857">
                  <a:srgbClr val="00005F">
                    <a:alpha val="11431"/>
                  </a:srgbClr>
                </a:gs>
                <a:gs pos="57143">
                  <a:srgbClr val="00005F">
                    <a:alpha val="6505"/>
                  </a:srgbClr>
                </a:gs>
                <a:gs pos="71429">
                  <a:srgbClr val="00005F">
                    <a:alpha val="3099"/>
                  </a:srgbClr>
                </a:gs>
                <a:gs pos="85714">
                  <a:srgbClr val="00005F">
                    <a:alpha val="1237"/>
                  </a:srgbClr>
                </a:gs>
                <a:gs pos="100000">
                  <a:srgbClr val="00005F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9798031">
              <a:off x="2235731" y="815323"/>
              <a:ext cx="216828" cy="42849"/>
            </a:xfrm>
            <a:prstGeom prst="ellipse">
              <a:avLst/>
            </a:prstGeom>
            <a:gradFill>
              <a:gsLst>
                <a:gs pos="0">
                  <a:srgbClr val="F7FFB0">
                    <a:alpha val="32968"/>
                  </a:srgbClr>
                </a:gs>
                <a:gs pos="14286">
                  <a:srgbClr val="F7FFB0">
                    <a:alpha val="30764"/>
                  </a:srgbClr>
                </a:gs>
                <a:gs pos="28571">
                  <a:srgbClr val="F7FFB0">
                    <a:alpha val="24833"/>
                  </a:srgbClr>
                </a:gs>
                <a:gs pos="42857">
                  <a:srgbClr val="F7FFB0">
                    <a:alpha val="17075"/>
                  </a:srgbClr>
                </a:gs>
                <a:gs pos="57143">
                  <a:srgbClr val="F7FFB0">
                    <a:alpha val="9855"/>
                  </a:srgbClr>
                </a:gs>
                <a:gs pos="71429">
                  <a:srgbClr val="F7FFB0">
                    <a:alpha val="4740"/>
                  </a:srgbClr>
                </a:gs>
                <a:gs pos="85714">
                  <a:srgbClr val="F7FFB0">
                    <a:alpha val="1902"/>
                  </a:srgbClr>
                </a:gs>
                <a:gs pos="100000">
                  <a:srgbClr val="F7FF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4909717">
              <a:off x="2105540" y="1145643"/>
              <a:ext cx="280329" cy="40533"/>
            </a:xfrm>
            <a:prstGeom prst="ellipse">
              <a:avLst/>
            </a:prstGeom>
            <a:gradFill>
              <a:gsLst>
                <a:gs pos="0">
                  <a:srgbClr val="FFE8AB">
                    <a:alpha val="32968"/>
                  </a:srgbClr>
                </a:gs>
                <a:gs pos="14286">
                  <a:srgbClr val="FFE8AB">
                    <a:alpha val="30764"/>
                  </a:srgbClr>
                </a:gs>
                <a:gs pos="28571">
                  <a:srgbClr val="FFE8AB">
                    <a:alpha val="24833"/>
                  </a:srgbClr>
                </a:gs>
                <a:gs pos="42857">
                  <a:srgbClr val="FFE8AB">
                    <a:alpha val="17075"/>
                  </a:srgbClr>
                </a:gs>
                <a:gs pos="57143">
                  <a:srgbClr val="FFE8AB">
                    <a:alpha val="9855"/>
                  </a:srgbClr>
                </a:gs>
                <a:gs pos="71429">
                  <a:srgbClr val="FFE8AB">
                    <a:alpha val="4740"/>
                  </a:srgbClr>
                </a:gs>
                <a:gs pos="85714">
                  <a:srgbClr val="FFE8AB">
                    <a:alpha val="1902"/>
                  </a:srgbClr>
                </a:gs>
                <a:gs pos="100000">
                  <a:srgbClr val="FFE8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9858141">
              <a:off x="1567989" y="587865"/>
              <a:ext cx="134492" cy="71704"/>
            </a:xfrm>
            <a:prstGeom prst="ellipse">
              <a:avLst/>
            </a:prstGeom>
            <a:gradFill>
              <a:gsLst>
                <a:gs pos="0">
                  <a:srgbClr val="00002D">
                    <a:alpha val="32968"/>
                  </a:srgbClr>
                </a:gs>
                <a:gs pos="14286">
                  <a:srgbClr val="00002D">
                    <a:alpha val="30764"/>
                  </a:srgbClr>
                </a:gs>
                <a:gs pos="28571">
                  <a:srgbClr val="00002D">
                    <a:alpha val="24833"/>
                  </a:srgbClr>
                </a:gs>
                <a:gs pos="42857">
                  <a:srgbClr val="00002D">
                    <a:alpha val="17075"/>
                  </a:srgbClr>
                </a:gs>
                <a:gs pos="57143">
                  <a:srgbClr val="00002D">
                    <a:alpha val="9855"/>
                  </a:srgbClr>
                </a:gs>
                <a:gs pos="71429">
                  <a:srgbClr val="00002D">
                    <a:alpha val="4740"/>
                  </a:srgbClr>
                </a:gs>
                <a:gs pos="85714">
                  <a:srgbClr val="00002D">
                    <a:alpha val="1902"/>
                  </a:srgbClr>
                </a:gs>
                <a:gs pos="100000">
                  <a:srgbClr val="0000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3392212">
              <a:off x="799460" y="964101"/>
              <a:ext cx="336546" cy="136769"/>
            </a:xfrm>
            <a:prstGeom prst="ellipse">
              <a:avLst/>
            </a:prstGeom>
            <a:gradFill>
              <a:gsLst>
                <a:gs pos="0">
                  <a:srgbClr val="E9FF8A">
                    <a:alpha val="32968"/>
                  </a:srgbClr>
                </a:gs>
                <a:gs pos="14286">
                  <a:srgbClr val="E9FF8A">
                    <a:alpha val="30764"/>
                  </a:srgbClr>
                </a:gs>
                <a:gs pos="28571">
                  <a:srgbClr val="E9FF8A">
                    <a:alpha val="24833"/>
                  </a:srgbClr>
                </a:gs>
                <a:gs pos="42857">
                  <a:srgbClr val="E9FF8A">
                    <a:alpha val="17075"/>
                  </a:srgbClr>
                </a:gs>
                <a:gs pos="57143">
                  <a:srgbClr val="E9FF8A">
                    <a:alpha val="9855"/>
                  </a:srgbClr>
                </a:gs>
                <a:gs pos="71429">
                  <a:srgbClr val="E9FF8A">
                    <a:alpha val="4740"/>
                  </a:srgbClr>
                </a:gs>
                <a:gs pos="85714">
                  <a:srgbClr val="E9FF8A">
                    <a:alpha val="1902"/>
                  </a:srgbClr>
                </a:gs>
                <a:gs pos="100000">
                  <a:srgbClr val="E9FF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3473971">
              <a:off x="2453593" y="874151"/>
              <a:ext cx="210211" cy="34572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-8869145">
              <a:off x="361657" y="3063553"/>
              <a:ext cx="414822" cy="399999"/>
            </a:xfrm>
            <a:prstGeom prst="ellipse">
              <a:avLst/>
            </a:prstGeom>
            <a:gradFill>
              <a:gsLst>
                <a:gs pos="0">
                  <a:srgbClr val="A1ABE8">
                    <a:alpha val="3001"/>
                  </a:srgbClr>
                </a:gs>
                <a:gs pos="14286">
                  <a:srgbClr val="A1ABE8">
                    <a:alpha val="2762"/>
                  </a:srgbClr>
                </a:gs>
                <a:gs pos="28571">
                  <a:srgbClr val="A1ABE8">
                    <a:alpha val="2151"/>
                  </a:srgbClr>
                </a:gs>
                <a:gs pos="42857">
                  <a:srgbClr val="A1ABE8">
                    <a:alpha val="1416"/>
                  </a:srgbClr>
                </a:gs>
                <a:gs pos="57143">
                  <a:srgbClr val="A1ABE8">
                    <a:alpha val="787"/>
                  </a:srgbClr>
                </a:gs>
                <a:gs pos="71429">
                  <a:srgbClr val="A1ABE8">
                    <a:alpha val="369"/>
                  </a:srgbClr>
                </a:gs>
                <a:gs pos="85714">
                  <a:srgbClr val="A1ABE8">
                    <a:alpha val="146"/>
                  </a:srgbClr>
                </a:gs>
                <a:gs pos="100000">
                  <a:srgbClr val="A1ABE8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8454071">
              <a:off x="1881808" y="908660"/>
              <a:ext cx="700764" cy="45886"/>
            </a:xfrm>
            <a:prstGeom prst="ellipse">
              <a:avLst/>
            </a:prstGeom>
            <a:gradFill>
              <a:gsLst>
                <a:gs pos="0">
                  <a:srgbClr val="710000">
                    <a:alpha val="32968"/>
                  </a:srgbClr>
                </a:gs>
                <a:gs pos="14286">
                  <a:srgbClr val="710000">
                    <a:alpha val="30764"/>
                  </a:srgbClr>
                </a:gs>
                <a:gs pos="28571">
                  <a:srgbClr val="710000">
                    <a:alpha val="24833"/>
                  </a:srgbClr>
                </a:gs>
                <a:gs pos="42857">
                  <a:srgbClr val="710000">
                    <a:alpha val="17075"/>
                  </a:srgbClr>
                </a:gs>
                <a:gs pos="57143">
                  <a:srgbClr val="710000">
                    <a:alpha val="9855"/>
                  </a:srgbClr>
                </a:gs>
                <a:gs pos="71429">
                  <a:srgbClr val="710000">
                    <a:alpha val="4740"/>
                  </a:srgbClr>
                </a:gs>
                <a:gs pos="85714">
                  <a:srgbClr val="710000">
                    <a:alpha val="1902"/>
                  </a:srgbClr>
                </a:gs>
                <a:gs pos="100000">
                  <a:srgbClr val="7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-10317156">
              <a:off x="1745097" y="723475"/>
              <a:ext cx="295947" cy="70875"/>
            </a:xfrm>
            <a:prstGeom prst="ellipse">
              <a:avLst/>
            </a:prstGeom>
            <a:gradFill>
              <a:gsLst>
                <a:gs pos="0">
                  <a:srgbClr val="A3FFFE">
                    <a:alpha val="22614"/>
                  </a:srgbClr>
                </a:gs>
                <a:gs pos="14286">
                  <a:srgbClr val="A3FFFE">
                    <a:alpha val="20992"/>
                  </a:srgbClr>
                </a:gs>
                <a:gs pos="28571">
                  <a:srgbClr val="A3FFFE">
                    <a:alpha val="16719"/>
                  </a:srgbClr>
                </a:gs>
                <a:gs pos="42857">
                  <a:srgbClr val="A3FFFE">
                    <a:alpha val="11308"/>
                  </a:srgbClr>
                </a:gs>
                <a:gs pos="57143">
                  <a:srgbClr val="A3FFFE">
                    <a:alpha val="6433"/>
                  </a:srgbClr>
                </a:gs>
                <a:gs pos="71429">
                  <a:srgbClr val="A3FFFE">
                    <a:alpha val="3065"/>
                  </a:srgbClr>
                </a:gs>
                <a:gs pos="85714">
                  <a:srgbClr val="A3FFFE">
                    <a:alpha val="1223"/>
                  </a:srgbClr>
                </a:gs>
                <a:gs pos="100000">
                  <a:srgbClr val="A3FFFE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10482200">
              <a:off x="426396" y="3184970"/>
              <a:ext cx="266837" cy="73792"/>
            </a:xfrm>
            <a:prstGeom prst="ellipse">
              <a:avLst/>
            </a:prstGeom>
            <a:gradFill>
              <a:gsLst>
                <a:gs pos="0">
                  <a:srgbClr val="F4FFEC">
                    <a:alpha val="2815"/>
                  </a:srgbClr>
                </a:gs>
                <a:gs pos="14286">
                  <a:srgbClr val="F4FFEC">
                    <a:alpha val="2590"/>
                  </a:srgbClr>
                </a:gs>
                <a:gs pos="28571">
                  <a:srgbClr val="F4FFEC">
                    <a:alpha val="2017"/>
                  </a:srgbClr>
                </a:gs>
                <a:gs pos="42857">
                  <a:srgbClr val="F4FFEC">
                    <a:alpha val="1328"/>
                  </a:srgbClr>
                </a:gs>
                <a:gs pos="57143">
                  <a:srgbClr val="F4FFEC">
                    <a:alpha val="738"/>
                  </a:srgbClr>
                </a:gs>
                <a:gs pos="71429">
                  <a:srgbClr val="F4FFEC">
                    <a:alpha val="346"/>
                  </a:srgbClr>
                </a:gs>
                <a:gs pos="85714">
                  <a:srgbClr val="F4FFEC">
                    <a:alpha val="137"/>
                  </a:srgbClr>
                </a:gs>
                <a:gs pos="100000">
                  <a:srgbClr val="F4FFEC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9589519">
              <a:off x="438319" y="3196231"/>
              <a:ext cx="258164" cy="78872"/>
            </a:xfrm>
            <a:prstGeom prst="ellipse">
              <a:avLst/>
            </a:prstGeom>
            <a:gradFill>
              <a:gsLst>
                <a:gs pos="0">
                  <a:srgbClr val="D1D3ED">
                    <a:alpha val="7354"/>
                  </a:srgbClr>
                </a:gs>
                <a:gs pos="14286">
                  <a:srgbClr val="D1D3ED">
                    <a:alpha val="6780"/>
                  </a:srgbClr>
                </a:gs>
                <a:gs pos="28571">
                  <a:srgbClr val="D1D3ED">
                    <a:alpha val="5305"/>
                  </a:srgbClr>
                </a:gs>
                <a:gs pos="42857">
                  <a:srgbClr val="D1D3ED">
                    <a:alpha val="3512"/>
                  </a:srgbClr>
                </a:gs>
                <a:gs pos="57143">
                  <a:srgbClr val="D1D3ED">
                    <a:alpha val="1962"/>
                  </a:srgbClr>
                </a:gs>
                <a:gs pos="71429">
                  <a:srgbClr val="D1D3ED">
                    <a:alpha val="923"/>
                  </a:srgbClr>
                </a:gs>
                <a:gs pos="85714">
                  <a:srgbClr val="D1D3ED">
                    <a:alpha val="366"/>
                  </a:srgbClr>
                </a:gs>
                <a:gs pos="100000">
                  <a:srgbClr val="D1D3ED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-10248190">
              <a:off x="1055110" y="870931"/>
              <a:ext cx="242174" cy="36402"/>
            </a:xfrm>
            <a:prstGeom prst="ellipse">
              <a:avLst/>
            </a:prstGeom>
            <a:gradFill>
              <a:gsLst>
                <a:gs pos="0">
                  <a:srgbClr val="C2E7FF">
                    <a:alpha val="22884"/>
                  </a:srgbClr>
                </a:gs>
                <a:gs pos="14286">
                  <a:srgbClr val="C2E7FF">
                    <a:alpha val="21246"/>
                  </a:srgbClr>
                </a:gs>
                <a:gs pos="28571">
                  <a:srgbClr val="C2E7FF">
                    <a:alpha val="16927"/>
                  </a:srgbClr>
                </a:gs>
                <a:gs pos="42857">
                  <a:srgbClr val="C2E7FF">
                    <a:alpha val="11453"/>
                  </a:srgbClr>
                </a:gs>
                <a:gs pos="57143">
                  <a:srgbClr val="C2E7FF">
                    <a:alpha val="6518"/>
                  </a:srgbClr>
                </a:gs>
                <a:gs pos="71429">
                  <a:srgbClr val="C2E7FF">
                    <a:alpha val="3106"/>
                  </a:srgbClr>
                </a:gs>
                <a:gs pos="85714">
                  <a:srgbClr val="C2E7FF">
                    <a:alpha val="1240"/>
                  </a:srgbClr>
                </a:gs>
                <a:gs pos="100000">
                  <a:srgbClr val="C2E7FF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5889933">
              <a:off x="1739736" y="884139"/>
              <a:ext cx="635082" cy="39215"/>
            </a:xfrm>
            <a:prstGeom prst="ellipse">
              <a:avLst/>
            </a:prstGeom>
            <a:gradFill>
              <a:gsLst>
                <a:gs pos="0">
                  <a:srgbClr val="E1E8FF">
                    <a:alpha val="8154"/>
                  </a:srgbClr>
                </a:gs>
                <a:gs pos="14286">
                  <a:srgbClr val="E1E8FF">
                    <a:alpha val="7520"/>
                  </a:srgbClr>
                </a:gs>
                <a:gs pos="28571">
                  <a:srgbClr val="E1E8FF">
                    <a:alpha val="5890"/>
                  </a:srgbClr>
                </a:gs>
                <a:gs pos="42857">
                  <a:srgbClr val="E1E8FF">
                    <a:alpha val="3903"/>
                  </a:srgbClr>
                </a:gs>
                <a:gs pos="57143">
                  <a:srgbClr val="E1E8FF">
                    <a:alpha val="2182"/>
                  </a:srgbClr>
                </a:gs>
                <a:gs pos="71429">
                  <a:srgbClr val="E1E8FF">
                    <a:alpha val="1027"/>
                  </a:srgbClr>
                </a:gs>
                <a:gs pos="85714">
                  <a:srgbClr val="E1E8FF">
                    <a:alpha val="408"/>
                  </a:srgbClr>
                </a:gs>
                <a:gs pos="100000">
                  <a:srgbClr val="E1E8FF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4368006">
              <a:off x="1009087" y="1225426"/>
              <a:ext cx="375066" cy="85457"/>
            </a:xfrm>
            <a:prstGeom prst="ellipse">
              <a:avLst/>
            </a:prstGeom>
            <a:gradFill>
              <a:gsLst>
                <a:gs pos="0">
                  <a:srgbClr val="B7EDFF">
                    <a:alpha val="32968"/>
                  </a:srgbClr>
                </a:gs>
                <a:gs pos="14286">
                  <a:srgbClr val="B7EDFF">
                    <a:alpha val="30764"/>
                  </a:srgbClr>
                </a:gs>
                <a:gs pos="28571">
                  <a:srgbClr val="B7EDFF">
                    <a:alpha val="24833"/>
                  </a:srgbClr>
                </a:gs>
                <a:gs pos="42857">
                  <a:srgbClr val="B7EDFF">
                    <a:alpha val="17075"/>
                  </a:srgbClr>
                </a:gs>
                <a:gs pos="57143">
                  <a:srgbClr val="B7EDFF">
                    <a:alpha val="9855"/>
                  </a:srgbClr>
                </a:gs>
                <a:gs pos="71429">
                  <a:srgbClr val="B7EDFF">
                    <a:alpha val="4740"/>
                  </a:srgbClr>
                </a:gs>
                <a:gs pos="85714">
                  <a:srgbClr val="B7EDFF">
                    <a:alpha val="1902"/>
                  </a:srgbClr>
                </a:gs>
                <a:gs pos="100000">
                  <a:srgbClr val="B7E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6037120">
              <a:off x="970558" y="833889"/>
              <a:ext cx="279163" cy="153993"/>
            </a:xfrm>
            <a:prstGeom prst="ellipse">
              <a:avLst/>
            </a:prstGeom>
            <a:gradFill>
              <a:gsLst>
                <a:gs pos="0">
                  <a:srgbClr val="7D0000">
                    <a:alpha val="32968"/>
                  </a:srgbClr>
                </a:gs>
                <a:gs pos="14286">
                  <a:srgbClr val="7D0000">
                    <a:alpha val="30764"/>
                  </a:srgbClr>
                </a:gs>
                <a:gs pos="28571">
                  <a:srgbClr val="7D0000">
                    <a:alpha val="24833"/>
                  </a:srgbClr>
                </a:gs>
                <a:gs pos="42857">
                  <a:srgbClr val="7D0000">
                    <a:alpha val="17075"/>
                  </a:srgbClr>
                </a:gs>
                <a:gs pos="57143">
                  <a:srgbClr val="7D0000">
                    <a:alpha val="9855"/>
                  </a:srgbClr>
                </a:gs>
                <a:gs pos="71429">
                  <a:srgbClr val="7D0000">
                    <a:alpha val="4740"/>
                  </a:srgbClr>
                </a:gs>
                <a:gs pos="85714">
                  <a:srgbClr val="7D0000">
                    <a:alpha val="1902"/>
                  </a:srgbClr>
                </a:gs>
                <a:gs pos="100000">
                  <a:srgbClr val="7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-10530792">
              <a:off x="1398705" y="791251"/>
              <a:ext cx="367160" cy="167635"/>
            </a:xfrm>
            <a:prstGeom prst="ellipse">
              <a:avLst/>
            </a:prstGeom>
            <a:gradFill>
              <a:gsLst>
                <a:gs pos="0">
                  <a:srgbClr val="35EFFF">
                    <a:alpha val="32736"/>
                  </a:srgbClr>
                </a:gs>
                <a:gs pos="14286">
                  <a:srgbClr val="35EFFF">
                    <a:alpha val="30544"/>
                  </a:srgbClr>
                </a:gs>
                <a:gs pos="28571">
                  <a:srgbClr val="35EFFF">
                    <a:alpha val="24648"/>
                  </a:srgbClr>
                </a:gs>
                <a:gs pos="42857">
                  <a:srgbClr val="35EFFF">
                    <a:alpha val="16941"/>
                  </a:srgbClr>
                </a:gs>
                <a:gs pos="57143">
                  <a:srgbClr val="35EFFF">
                    <a:alpha val="9774"/>
                  </a:srgbClr>
                </a:gs>
                <a:gs pos="71429">
                  <a:srgbClr val="35EFFF">
                    <a:alpha val="4700"/>
                  </a:srgbClr>
                </a:gs>
                <a:gs pos="85714">
                  <a:srgbClr val="35EFFF">
                    <a:alpha val="1886"/>
                  </a:srgbClr>
                </a:gs>
                <a:gs pos="100000">
                  <a:srgbClr val="35EFFF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8990231">
              <a:off x="1588269" y="1241443"/>
              <a:ext cx="212848" cy="34603"/>
            </a:xfrm>
            <a:prstGeom prst="ellipse">
              <a:avLst/>
            </a:prstGeom>
            <a:gradFill>
              <a:gsLst>
                <a:gs pos="0">
                  <a:srgbClr val="003F9E">
                    <a:alpha val="32968"/>
                  </a:srgbClr>
                </a:gs>
                <a:gs pos="14286">
                  <a:srgbClr val="003F9E">
                    <a:alpha val="30764"/>
                  </a:srgbClr>
                </a:gs>
                <a:gs pos="28571">
                  <a:srgbClr val="003F9E">
                    <a:alpha val="24833"/>
                  </a:srgbClr>
                </a:gs>
                <a:gs pos="42857">
                  <a:srgbClr val="003F9E">
                    <a:alpha val="17075"/>
                  </a:srgbClr>
                </a:gs>
                <a:gs pos="57143">
                  <a:srgbClr val="003F9E">
                    <a:alpha val="9855"/>
                  </a:srgbClr>
                </a:gs>
                <a:gs pos="71429">
                  <a:srgbClr val="003F9E">
                    <a:alpha val="4740"/>
                  </a:srgbClr>
                </a:gs>
                <a:gs pos="85714">
                  <a:srgbClr val="003F9E">
                    <a:alpha val="1902"/>
                  </a:srgbClr>
                </a:gs>
                <a:gs pos="100000">
                  <a:srgbClr val="003F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9522391">
              <a:off x="1464076" y="1381279"/>
              <a:ext cx="383331" cy="41082"/>
            </a:xfrm>
            <a:prstGeom prst="ellipse">
              <a:avLst/>
            </a:prstGeom>
            <a:gradFill>
              <a:gsLst>
                <a:gs pos="0">
                  <a:srgbClr val="0084D9">
                    <a:alpha val="20429"/>
                  </a:srgbClr>
                </a:gs>
                <a:gs pos="14286">
                  <a:srgbClr val="0084D9">
                    <a:alpha val="18944"/>
                  </a:srgbClr>
                </a:gs>
                <a:gs pos="28571">
                  <a:srgbClr val="0084D9">
                    <a:alpha val="15048"/>
                  </a:srgbClr>
                </a:gs>
                <a:gs pos="42857">
                  <a:srgbClr val="0084D9">
                    <a:alpha val="10144"/>
                  </a:srgbClr>
                </a:gs>
                <a:gs pos="57143">
                  <a:srgbClr val="0084D9">
                    <a:alpha val="5755"/>
                  </a:srgbClr>
                </a:gs>
                <a:gs pos="71429">
                  <a:srgbClr val="0084D9">
                    <a:alpha val="2736"/>
                  </a:srgbClr>
                </a:gs>
                <a:gs pos="85714">
                  <a:srgbClr val="0084D9">
                    <a:alpha val="1091"/>
                  </a:srgbClr>
                </a:gs>
                <a:gs pos="100000">
                  <a:srgbClr val="0084D9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7524288">
              <a:off x="820195" y="1472338"/>
              <a:ext cx="148702" cy="61392"/>
            </a:xfrm>
            <a:prstGeom prst="ellipse">
              <a:avLst/>
            </a:prstGeom>
            <a:gradFill>
              <a:gsLst>
                <a:gs pos="0">
                  <a:srgbClr val="F5FFFF">
                    <a:alpha val="32968"/>
                  </a:srgbClr>
                </a:gs>
                <a:gs pos="14286">
                  <a:srgbClr val="F5FFFF">
                    <a:alpha val="30764"/>
                  </a:srgbClr>
                </a:gs>
                <a:gs pos="28571">
                  <a:srgbClr val="F5FFFF">
                    <a:alpha val="24833"/>
                  </a:srgbClr>
                </a:gs>
                <a:gs pos="42857">
                  <a:srgbClr val="F5FFFF">
                    <a:alpha val="17075"/>
                  </a:srgbClr>
                </a:gs>
                <a:gs pos="57143">
                  <a:srgbClr val="F5FFFF">
                    <a:alpha val="9855"/>
                  </a:srgbClr>
                </a:gs>
                <a:gs pos="71429">
                  <a:srgbClr val="F5FFFF">
                    <a:alpha val="4740"/>
                  </a:srgbClr>
                </a:gs>
                <a:gs pos="85714">
                  <a:srgbClr val="F5FFFF">
                    <a:alpha val="1902"/>
                  </a:srgbClr>
                </a:gs>
                <a:gs pos="100000">
                  <a:srgbClr val="F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-8511225">
              <a:off x="1775955" y="276195"/>
              <a:ext cx="455766" cy="338079"/>
            </a:xfrm>
            <a:prstGeom prst="ellipse">
              <a:avLst/>
            </a:prstGeom>
            <a:gradFill>
              <a:gsLst>
                <a:gs pos="0">
                  <a:srgbClr val="FF53FF">
                    <a:alpha val="4321"/>
                  </a:srgbClr>
                </a:gs>
                <a:gs pos="14286">
                  <a:srgbClr val="FF53FF">
                    <a:alpha val="3978"/>
                  </a:srgbClr>
                </a:gs>
                <a:gs pos="28571">
                  <a:srgbClr val="FF53FF">
                    <a:alpha val="3103"/>
                  </a:srgbClr>
                </a:gs>
                <a:gs pos="42857">
                  <a:srgbClr val="FF53FF">
                    <a:alpha val="2046"/>
                  </a:srgbClr>
                </a:gs>
                <a:gs pos="57143">
                  <a:srgbClr val="FF53FF">
                    <a:alpha val="1139"/>
                  </a:srgbClr>
                </a:gs>
                <a:gs pos="71429">
                  <a:srgbClr val="FF53FF">
                    <a:alpha val="535"/>
                  </a:srgbClr>
                </a:gs>
                <a:gs pos="85714">
                  <a:srgbClr val="FF53FF">
                    <a:alpha val="212"/>
                  </a:srgbClr>
                </a:gs>
                <a:gs pos="100000">
                  <a:srgbClr val="FF53FF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-10591449">
              <a:off x="1467301" y="1052090"/>
              <a:ext cx="204509" cy="56684"/>
            </a:xfrm>
            <a:prstGeom prst="ellipse">
              <a:avLst/>
            </a:prstGeom>
            <a:gradFill>
              <a:gsLst>
                <a:gs pos="0">
                  <a:srgbClr val="7CE3F0">
                    <a:alpha val="29788"/>
                  </a:srgbClr>
                </a:gs>
                <a:gs pos="14286">
                  <a:srgbClr val="7CE3F0">
                    <a:alpha val="27751"/>
                  </a:srgbClr>
                </a:gs>
                <a:gs pos="28571">
                  <a:srgbClr val="7CE3F0">
                    <a:alpha val="22305"/>
                  </a:srgbClr>
                </a:gs>
                <a:gs pos="42857">
                  <a:srgbClr val="7CE3F0">
                    <a:alpha val="15257"/>
                  </a:srgbClr>
                </a:gs>
                <a:gs pos="57143">
                  <a:srgbClr val="7CE3F0">
                    <a:alpha val="8765"/>
                  </a:srgbClr>
                </a:gs>
                <a:gs pos="71429">
                  <a:srgbClr val="7CE3F0">
                    <a:alpha val="4203"/>
                  </a:srgbClr>
                </a:gs>
                <a:gs pos="85714">
                  <a:srgbClr val="7CE3F0">
                    <a:alpha val="1684"/>
                  </a:srgbClr>
                </a:gs>
                <a:gs pos="100000">
                  <a:srgbClr val="7CE3F0">
                    <a:alpha val="5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-8152330">
              <a:off x="1132488" y="940725"/>
              <a:ext cx="248491" cy="38877"/>
            </a:xfrm>
            <a:prstGeom prst="ellipse">
              <a:avLst/>
            </a:prstGeom>
            <a:gradFill>
              <a:gsLst>
                <a:gs pos="0">
                  <a:srgbClr val="000269">
                    <a:alpha val="32968"/>
                  </a:srgbClr>
                </a:gs>
                <a:gs pos="14286">
                  <a:srgbClr val="000269">
                    <a:alpha val="30764"/>
                  </a:srgbClr>
                </a:gs>
                <a:gs pos="28571">
                  <a:srgbClr val="000269">
                    <a:alpha val="24833"/>
                  </a:srgbClr>
                </a:gs>
                <a:gs pos="42857">
                  <a:srgbClr val="000269">
                    <a:alpha val="17075"/>
                  </a:srgbClr>
                </a:gs>
                <a:gs pos="57143">
                  <a:srgbClr val="000269">
                    <a:alpha val="9855"/>
                  </a:srgbClr>
                </a:gs>
                <a:gs pos="71429">
                  <a:srgbClr val="000269">
                    <a:alpha val="4740"/>
                  </a:srgbClr>
                </a:gs>
                <a:gs pos="85714">
                  <a:srgbClr val="000269">
                    <a:alpha val="1902"/>
                  </a:srgbClr>
                </a:gs>
                <a:gs pos="100000">
                  <a:srgbClr val="0002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5021466">
              <a:off x="1506568" y="559939"/>
              <a:ext cx="419964" cy="70859"/>
            </a:xfrm>
            <a:prstGeom prst="ellipse">
              <a:avLst/>
            </a:prstGeom>
            <a:gradFill>
              <a:gsLst>
                <a:gs pos="0">
                  <a:srgbClr val="000021">
                    <a:alpha val="32968"/>
                  </a:srgbClr>
                </a:gs>
                <a:gs pos="14286">
                  <a:srgbClr val="000021">
                    <a:alpha val="30764"/>
                  </a:srgbClr>
                </a:gs>
                <a:gs pos="28571">
                  <a:srgbClr val="000021">
                    <a:alpha val="24833"/>
                  </a:srgbClr>
                </a:gs>
                <a:gs pos="42857">
                  <a:srgbClr val="000021">
                    <a:alpha val="17075"/>
                  </a:srgbClr>
                </a:gs>
                <a:gs pos="57143">
                  <a:srgbClr val="000021">
                    <a:alpha val="9855"/>
                  </a:srgbClr>
                </a:gs>
                <a:gs pos="71429">
                  <a:srgbClr val="000021">
                    <a:alpha val="4740"/>
                  </a:srgbClr>
                </a:gs>
                <a:gs pos="85714">
                  <a:srgbClr val="000021">
                    <a:alpha val="1902"/>
                  </a:srgbClr>
                </a:gs>
                <a:gs pos="100000">
                  <a:srgbClr val="0000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7692525">
              <a:off x="2010660" y="1932300"/>
              <a:ext cx="520563" cy="1460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7662340">
              <a:off x="1512361" y="1393371"/>
              <a:ext cx="259404" cy="241415"/>
            </a:xfrm>
            <a:prstGeom prst="ellipse">
              <a:avLst/>
            </a:prstGeom>
            <a:gradFill>
              <a:gsLst>
                <a:gs pos="0">
                  <a:srgbClr val="00009D">
                    <a:alpha val="3776"/>
                  </a:srgbClr>
                </a:gs>
                <a:gs pos="14286">
                  <a:srgbClr val="00009D">
                    <a:alpha val="3476"/>
                  </a:srgbClr>
                </a:gs>
                <a:gs pos="28571">
                  <a:srgbClr val="00009D">
                    <a:alpha val="2709"/>
                  </a:srgbClr>
                </a:gs>
                <a:gs pos="42857">
                  <a:srgbClr val="00009D">
                    <a:alpha val="1785"/>
                  </a:srgbClr>
                </a:gs>
                <a:gs pos="57143">
                  <a:srgbClr val="00009D">
                    <a:alpha val="993"/>
                  </a:srgbClr>
                </a:gs>
                <a:gs pos="71429">
                  <a:srgbClr val="00009D">
                    <a:alpha val="466"/>
                  </a:srgbClr>
                </a:gs>
                <a:gs pos="85714">
                  <a:srgbClr val="00009D">
                    <a:alpha val="185"/>
                  </a:srgbClr>
                </a:gs>
                <a:gs pos="100000">
                  <a:srgbClr val="00009D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-8739180">
              <a:off x="1149187" y="669251"/>
              <a:ext cx="365934" cy="59868"/>
            </a:xfrm>
            <a:prstGeom prst="ellipse">
              <a:avLst/>
            </a:prstGeom>
            <a:gradFill>
              <a:gsLst>
                <a:gs pos="0">
                  <a:srgbClr val="000086">
                    <a:alpha val="32968"/>
                  </a:srgbClr>
                </a:gs>
                <a:gs pos="14286">
                  <a:srgbClr val="000086">
                    <a:alpha val="30764"/>
                  </a:srgbClr>
                </a:gs>
                <a:gs pos="28571">
                  <a:srgbClr val="000086">
                    <a:alpha val="24833"/>
                  </a:srgbClr>
                </a:gs>
                <a:gs pos="42857">
                  <a:srgbClr val="000086">
                    <a:alpha val="17075"/>
                  </a:srgbClr>
                </a:gs>
                <a:gs pos="57143">
                  <a:srgbClr val="000086">
                    <a:alpha val="9855"/>
                  </a:srgbClr>
                </a:gs>
                <a:gs pos="71429">
                  <a:srgbClr val="000086">
                    <a:alpha val="4740"/>
                  </a:srgbClr>
                </a:gs>
                <a:gs pos="85714">
                  <a:srgbClr val="000086">
                    <a:alpha val="1902"/>
                  </a:srgbClr>
                </a:gs>
                <a:gs pos="100000">
                  <a:srgbClr val="0000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8928672">
              <a:off x="1135510" y="1122891"/>
              <a:ext cx="213105" cy="61552"/>
            </a:xfrm>
            <a:prstGeom prst="ellipse">
              <a:avLst/>
            </a:prstGeom>
            <a:gradFill>
              <a:gsLst>
                <a:gs pos="0">
                  <a:srgbClr val="B3ECFF">
                    <a:alpha val="26854"/>
                  </a:srgbClr>
                </a:gs>
                <a:gs pos="14286">
                  <a:srgbClr val="B3ECFF">
                    <a:alpha val="24981"/>
                  </a:srgbClr>
                </a:gs>
                <a:gs pos="28571">
                  <a:srgbClr val="B3ECFF">
                    <a:alpha val="20002"/>
                  </a:srgbClr>
                </a:gs>
                <a:gs pos="42857">
                  <a:srgbClr val="B3ECFF">
                    <a:alpha val="13617"/>
                  </a:srgbClr>
                </a:gs>
                <a:gs pos="57143">
                  <a:srgbClr val="B3ECFF">
                    <a:alpha val="7791"/>
                  </a:srgbClr>
                </a:gs>
                <a:gs pos="71429">
                  <a:srgbClr val="B3ECFF">
                    <a:alpha val="3726"/>
                  </a:srgbClr>
                </a:gs>
                <a:gs pos="85714">
                  <a:srgbClr val="B3ECFF">
                    <a:alpha val="1490"/>
                  </a:srgbClr>
                </a:gs>
                <a:gs pos="100000">
                  <a:srgbClr val="B3ECFF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10333330">
              <a:off x="1302998" y="1340870"/>
              <a:ext cx="672549" cy="55474"/>
            </a:xfrm>
            <a:prstGeom prst="ellipse">
              <a:avLst/>
            </a:prstGeom>
            <a:gradFill>
              <a:gsLst>
                <a:gs pos="0">
                  <a:srgbClr val="C2F8FF">
                    <a:alpha val="32961"/>
                  </a:srgbClr>
                </a:gs>
                <a:gs pos="14286">
                  <a:srgbClr val="C2F8FF">
                    <a:alpha val="30757"/>
                  </a:srgbClr>
                </a:gs>
                <a:gs pos="28571">
                  <a:srgbClr val="C2F8FF">
                    <a:alpha val="24828"/>
                  </a:srgbClr>
                </a:gs>
                <a:gs pos="42857">
                  <a:srgbClr val="C2F8FF">
                    <a:alpha val="17071"/>
                  </a:srgbClr>
                </a:gs>
                <a:gs pos="57143">
                  <a:srgbClr val="C2F8FF">
                    <a:alpha val="9852"/>
                  </a:srgbClr>
                </a:gs>
                <a:gs pos="71429">
                  <a:srgbClr val="C2F8FF">
                    <a:alpha val="4739"/>
                  </a:srgbClr>
                </a:gs>
                <a:gs pos="85714">
                  <a:srgbClr val="C2F8FF">
                    <a:alpha val="1902"/>
                  </a:srgbClr>
                </a:gs>
                <a:gs pos="100000">
                  <a:srgbClr val="C2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4811589">
              <a:off x="1175665" y="1875689"/>
              <a:ext cx="307696" cy="285908"/>
            </a:xfrm>
            <a:prstGeom prst="ellipse">
              <a:avLst/>
            </a:prstGeom>
            <a:gradFill>
              <a:gsLst>
                <a:gs pos="0">
                  <a:srgbClr val="CC96FF">
                    <a:alpha val="32968"/>
                  </a:srgbClr>
                </a:gs>
                <a:gs pos="14286">
                  <a:srgbClr val="CC96FF">
                    <a:alpha val="30764"/>
                  </a:srgbClr>
                </a:gs>
                <a:gs pos="28571">
                  <a:srgbClr val="CC96FF">
                    <a:alpha val="24833"/>
                  </a:srgbClr>
                </a:gs>
                <a:gs pos="42857">
                  <a:srgbClr val="CC96FF">
                    <a:alpha val="17075"/>
                  </a:srgbClr>
                </a:gs>
                <a:gs pos="57143">
                  <a:srgbClr val="CC96FF">
                    <a:alpha val="9855"/>
                  </a:srgbClr>
                </a:gs>
                <a:gs pos="71429">
                  <a:srgbClr val="CC96FF">
                    <a:alpha val="4740"/>
                  </a:srgbClr>
                </a:gs>
                <a:gs pos="85714">
                  <a:srgbClr val="CC96FF">
                    <a:alpha val="1902"/>
                  </a:srgbClr>
                </a:gs>
                <a:gs pos="100000">
                  <a:srgbClr val="CC9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3619628">
              <a:off x="885383" y="693530"/>
              <a:ext cx="502630" cy="121801"/>
            </a:xfrm>
            <a:prstGeom prst="ellipse">
              <a:avLst/>
            </a:prstGeom>
            <a:gradFill>
              <a:gsLst>
                <a:gs pos="0">
                  <a:srgbClr val="B6EBFF">
                    <a:alpha val="28984"/>
                  </a:srgbClr>
                </a:gs>
                <a:gs pos="14286">
                  <a:srgbClr val="B6EBFF">
                    <a:alpha val="26991"/>
                  </a:srgbClr>
                </a:gs>
                <a:gs pos="28571">
                  <a:srgbClr val="B6EBFF">
                    <a:alpha val="21671"/>
                  </a:srgbClr>
                </a:gs>
                <a:gs pos="42857">
                  <a:srgbClr val="B6EBFF">
                    <a:alpha val="14804"/>
                  </a:srgbClr>
                </a:gs>
                <a:gs pos="57143">
                  <a:srgbClr val="B6EBFF">
                    <a:alpha val="8495"/>
                  </a:srgbClr>
                </a:gs>
                <a:gs pos="71429">
                  <a:srgbClr val="B6EBFF">
                    <a:alpha val="4070"/>
                  </a:srgbClr>
                </a:gs>
                <a:gs pos="85714">
                  <a:srgbClr val="B6EBFF">
                    <a:alpha val="1630"/>
                  </a:srgbClr>
                </a:gs>
                <a:gs pos="100000">
                  <a:srgbClr val="B6EBFF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3101356">
              <a:off x="720571" y="1519806"/>
              <a:ext cx="418685" cy="120304"/>
            </a:xfrm>
            <a:prstGeom prst="ellipse">
              <a:avLst/>
            </a:prstGeom>
            <a:gradFill>
              <a:gsLst>
                <a:gs pos="0">
                  <a:srgbClr val="F2FFFF">
                    <a:alpha val="10360"/>
                  </a:srgbClr>
                </a:gs>
                <a:gs pos="14286">
                  <a:srgbClr val="F2FFFF">
                    <a:alpha val="9564"/>
                  </a:srgbClr>
                </a:gs>
                <a:gs pos="28571">
                  <a:srgbClr val="F2FFFF">
                    <a:alpha val="7508"/>
                  </a:srgbClr>
                </a:gs>
                <a:gs pos="42857">
                  <a:srgbClr val="F2FFFF">
                    <a:alpha val="4991"/>
                  </a:srgbClr>
                </a:gs>
                <a:gs pos="57143">
                  <a:srgbClr val="F2FFFF">
                    <a:alpha val="2797"/>
                  </a:srgbClr>
                </a:gs>
                <a:gs pos="71429">
                  <a:srgbClr val="F2FFFF">
                    <a:alpha val="1319"/>
                  </a:srgbClr>
                </a:gs>
                <a:gs pos="85714">
                  <a:srgbClr val="F2FFFF">
                    <a:alpha val="524"/>
                  </a:srgbClr>
                </a:gs>
                <a:gs pos="100000">
                  <a:srgbClr val="F2FFFF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-10452643">
              <a:off x="1074121" y="1576885"/>
              <a:ext cx="405767" cy="42361"/>
            </a:xfrm>
            <a:prstGeom prst="ellipse">
              <a:avLst/>
            </a:prstGeom>
            <a:gradFill>
              <a:gsLst>
                <a:gs pos="0">
                  <a:srgbClr val="EAFDFF">
                    <a:alpha val="32968"/>
                  </a:srgbClr>
                </a:gs>
                <a:gs pos="14286">
                  <a:srgbClr val="EAFDFF">
                    <a:alpha val="30764"/>
                  </a:srgbClr>
                </a:gs>
                <a:gs pos="28571">
                  <a:srgbClr val="EAFDFF">
                    <a:alpha val="24833"/>
                  </a:srgbClr>
                </a:gs>
                <a:gs pos="42857">
                  <a:srgbClr val="EAFDFF">
                    <a:alpha val="17075"/>
                  </a:srgbClr>
                </a:gs>
                <a:gs pos="57143">
                  <a:srgbClr val="EAFDFF">
                    <a:alpha val="9855"/>
                  </a:srgbClr>
                </a:gs>
                <a:gs pos="71429">
                  <a:srgbClr val="EAFDFF">
                    <a:alpha val="4740"/>
                  </a:srgbClr>
                </a:gs>
                <a:gs pos="85714">
                  <a:srgbClr val="EAFDFF">
                    <a:alpha val="1902"/>
                  </a:srgbClr>
                </a:gs>
                <a:gs pos="100000">
                  <a:srgbClr val="EA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8376884">
              <a:off x="1776181" y="860085"/>
              <a:ext cx="276229" cy="29360"/>
            </a:xfrm>
            <a:prstGeom prst="ellipse">
              <a:avLst/>
            </a:prstGeom>
            <a:gradFill>
              <a:gsLst>
                <a:gs pos="0">
                  <a:srgbClr val="AAFFFF">
                    <a:alpha val="32968"/>
                  </a:srgbClr>
                </a:gs>
                <a:gs pos="14286">
                  <a:srgbClr val="AAFFFF">
                    <a:alpha val="30764"/>
                  </a:srgbClr>
                </a:gs>
                <a:gs pos="28571">
                  <a:srgbClr val="AAFFFF">
                    <a:alpha val="24833"/>
                  </a:srgbClr>
                </a:gs>
                <a:gs pos="42857">
                  <a:srgbClr val="AAFFFF">
                    <a:alpha val="17075"/>
                  </a:srgbClr>
                </a:gs>
                <a:gs pos="57143">
                  <a:srgbClr val="AAFFFF">
                    <a:alpha val="9855"/>
                  </a:srgbClr>
                </a:gs>
                <a:gs pos="71429">
                  <a:srgbClr val="AAFFFF">
                    <a:alpha val="4740"/>
                  </a:srgbClr>
                </a:gs>
                <a:gs pos="85714">
                  <a:srgbClr val="AAFFFF">
                    <a:alpha val="1902"/>
                  </a:srgbClr>
                </a:gs>
                <a:gs pos="100000">
                  <a:srgbClr val="A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7448284">
              <a:off x="971373" y="1098533"/>
              <a:ext cx="293544" cy="171335"/>
            </a:xfrm>
            <a:prstGeom prst="ellipse">
              <a:avLst/>
            </a:prstGeom>
            <a:gradFill>
              <a:gsLst>
                <a:gs pos="0">
                  <a:srgbClr val="00BBE6">
                    <a:alpha val="12854"/>
                  </a:srgbClr>
                </a:gs>
                <a:gs pos="14286">
                  <a:srgbClr val="00BBE6">
                    <a:alpha val="11879"/>
                  </a:srgbClr>
                </a:gs>
                <a:gs pos="28571">
                  <a:srgbClr val="00BBE6">
                    <a:alpha val="9352"/>
                  </a:srgbClr>
                </a:gs>
                <a:gs pos="42857">
                  <a:srgbClr val="00BBE6">
                    <a:alpha val="6237"/>
                  </a:srgbClr>
                </a:gs>
                <a:gs pos="57143">
                  <a:srgbClr val="00BBE6">
                    <a:alpha val="3506"/>
                  </a:srgbClr>
                </a:gs>
                <a:gs pos="71429">
                  <a:srgbClr val="00BBE6">
                    <a:alpha val="1657"/>
                  </a:srgbClr>
                </a:gs>
                <a:gs pos="85714">
                  <a:srgbClr val="00BBE6">
                    <a:alpha val="658"/>
                  </a:srgbClr>
                </a:gs>
                <a:gs pos="100000">
                  <a:srgbClr val="00BBE6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9272984">
              <a:off x="1920753" y="593759"/>
              <a:ext cx="221771" cy="25818"/>
            </a:xfrm>
            <a:prstGeom prst="ellipse">
              <a:avLst/>
            </a:prstGeom>
            <a:gradFill>
              <a:gsLst>
                <a:gs pos="0">
                  <a:srgbClr val="BAF0FF">
                    <a:alpha val="28597"/>
                  </a:srgbClr>
                </a:gs>
                <a:gs pos="14286">
                  <a:srgbClr val="BAF0FF">
                    <a:alpha val="26625"/>
                  </a:srgbClr>
                </a:gs>
                <a:gs pos="28571">
                  <a:srgbClr val="BAF0FF">
                    <a:alpha val="21366"/>
                  </a:srgbClr>
                </a:gs>
                <a:gs pos="42857">
                  <a:srgbClr val="BAF0FF">
                    <a:alpha val="14586"/>
                  </a:srgbClr>
                </a:gs>
                <a:gs pos="57143">
                  <a:srgbClr val="BAF0FF">
                    <a:alpha val="8366"/>
                  </a:srgbClr>
                </a:gs>
                <a:gs pos="71429">
                  <a:srgbClr val="BAF0FF">
                    <a:alpha val="4007"/>
                  </a:srgbClr>
                </a:gs>
                <a:gs pos="85714">
                  <a:srgbClr val="BAF0FF">
                    <a:alpha val="1604"/>
                  </a:srgbClr>
                </a:gs>
                <a:gs pos="100000">
                  <a:srgbClr val="BAF0FF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9601296">
              <a:off x="1155617" y="1358874"/>
              <a:ext cx="827147" cy="47059"/>
            </a:xfrm>
            <a:prstGeom prst="ellipse">
              <a:avLst/>
            </a:prstGeom>
            <a:gradFill>
              <a:gsLst>
                <a:gs pos="0">
                  <a:srgbClr val="003B88">
                    <a:alpha val="32968"/>
                  </a:srgbClr>
                </a:gs>
                <a:gs pos="14286">
                  <a:srgbClr val="003B88">
                    <a:alpha val="30764"/>
                  </a:srgbClr>
                </a:gs>
                <a:gs pos="28571">
                  <a:srgbClr val="003B88">
                    <a:alpha val="24833"/>
                  </a:srgbClr>
                </a:gs>
                <a:gs pos="42857">
                  <a:srgbClr val="003B88">
                    <a:alpha val="17075"/>
                  </a:srgbClr>
                </a:gs>
                <a:gs pos="57143">
                  <a:srgbClr val="003B88">
                    <a:alpha val="9855"/>
                  </a:srgbClr>
                </a:gs>
                <a:gs pos="71429">
                  <a:srgbClr val="003B88">
                    <a:alpha val="4740"/>
                  </a:srgbClr>
                </a:gs>
                <a:gs pos="85714">
                  <a:srgbClr val="003B88">
                    <a:alpha val="1902"/>
                  </a:srgbClr>
                </a:gs>
                <a:gs pos="100000">
                  <a:srgbClr val="003B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3090883">
              <a:off x="1693431" y="709533"/>
              <a:ext cx="415216" cy="143410"/>
            </a:xfrm>
            <a:prstGeom prst="ellipse">
              <a:avLst/>
            </a:prstGeom>
            <a:gradFill>
              <a:gsLst>
                <a:gs pos="0">
                  <a:srgbClr val="0014D8">
                    <a:alpha val="7768"/>
                  </a:srgbClr>
                </a:gs>
                <a:gs pos="14286">
                  <a:srgbClr val="0014D8">
                    <a:alpha val="7162"/>
                  </a:srgbClr>
                </a:gs>
                <a:gs pos="28571">
                  <a:srgbClr val="0014D8">
                    <a:alpha val="5607"/>
                  </a:srgbClr>
                </a:gs>
                <a:gs pos="42857">
                  <a:srgbClr val="0014D8">
                    <a:alpha val="3714"/>
                  </a:srgbClr>
                </a:gs>
                <a:gs pos="57143">
                  <a:srgbClr val="0014D8">
                    <a:alpha val="2075"/>
                  </a:srgbClr>
                </a:gs>
                <a:gs pos="71429">
                  <a:srgbClr val="0014D8">
                    <a:alpha val="977"/>
                  </a:srgbClr>
                </a:gs>
                <a:gs pos="85714">
                  <a:srgbClr val="0014D8">
                    <a:alpha val="387"/>
                  </a:srgbClr>
                </a:gs>
                <a:gs pos="100000">
                  <a:srgbClr val="0014D8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7942886">
              <a:off x="1654135" y="981219"/>
              <a:ext cx="371419" cy="211210"/>
            </a:xfrm>
            <a:prstGeom prst="ellipse">
              <a:avLst/>
            </a:prstGeom>
            <a:gradFill>
              <a:gsLst>
                <a:gs pos="0">
                  <a:srgbClr val="00A7FF">
                    <a:alpha val="13800"/>
                  </a:srgbClr>
                </a:gs>
                <a:gs pos="14286">
                  <a:srgbClr val="00A7FF">
                    <a:alpha val="12758"/>
                  </a:srgbClr>
                </a:gs>
                <a:gs pos="28571">
                  <a:srgbClr val="00A7FF">
                    <a:alpha val="10055"/>
                  </a:srgbClr>
                </a:gs>
                <a:gs pos="42857">
                  <a:srgbClr val="00A7FF">
                    <a:alpha val="6715"/>
                  </a:srgbClr>
                </a:gs>
                <a:gs pos="57143">
                  <a:srgbClr val="00A7FF">
                    <a:alpha val="3778"/>
                  </a:srgbClr>
                </a:gs>
                <a:gs pos="71429">
                  <a:srgbClr val="00A7FF">
                    <a:alpha val="1787"/>
                  </a:srgbClr>
                </a:gs>
                <a:gs pos="85714">
                  <a:srgbClr val="00A7FF">
                    <a:alpha val="710"/>
                  </a:srgbClr>
                </a:gs>
                <a:gs pos="100000">
                  <a:srgbClr val="00A7FF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3347049">
              <a:off x="1587764" y="250514"/>
              <a:ext cx="420686" cy="292994"/>
            </a:xfrm>
            <a:prstGeom prst="ellipse">
              <a:avLst/>
            </a:prstGeom>
            <a:gradFill>
              <a:gsLst>
                <a:gs pos="0">
                  <a:srgbClr val="00CBFF">
                    <a:alpha val="27051"/>
                  </a:srgbClr>
                </a:gs>
                <a:gs pos="14286">
                  <a:srgbClr val="00CBFF">
                    <a:alpha val="25166"/>
                  </a:srgbClr>
                </a:gs>
                <a:gs pos="28571">
                  <a:srgbClr val="00CBFF">
                    <a:alpha val="20155"/>
                  </a:srgbClr>
                </a:gs>
                <a:gs pos="42857">
                  <a:srgbClr val="00CBFF">
                    <a:alpha val="13726"/>
                  </a:srgbClr>
                </a:gs>
                <a:gs pos="57143">
                  <a:srgbClr val="00CBFF">
                    <a:alpha val="7855"/>
                  </a:srgbClr>
                </a:gs>
                <a:gs pos="71429">
                  <a:srgbClr val="00CBFF">
                    <a:alpha val="3757"/>
                  </a:srgbClr>
                </a:gs>
                <a:gs pos="85714">
                  <a:srgbClr val="00CBFF">
                    <a:alpha val="1503"/>
                  </a:srgbClr>
                </a:gs>
                <a:gs pos="100000">
                  <a:srgbClr val="00CBFF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8922835">
              <a:off x="-230127" y="3318701"/>
              <a:ext cx="491805" cy="181341"/>
            </a:xfrm>
            <a:prstGeom prst="ellipse">
              <a:avLst/>
            </a:prstGeom>
            <a:gradFill>
              <a:gsLst>
                <a:gs pos="0">
                  <a:srgbClr val="E6EAFD">
                    <a:alpha val="32178"/>
                  </a:srgbClr>
                </a:gs>
                <a:gs pos="14286">
                  <a:srgbClr val="E6EAFD">
                    <a:alpha val="30014"/>
                  </a:srgbClr>
                </a:gs>
                <a:gs pos="28571">
                  <a:srgbClr val="E6EAFD">
                    <a:alpha val="24202"/>
                  </a:srgbClr>
                </a:gs>
                <a:gs pos="42857">
                  <a:srgbClr val="E6EAFD">
                    <a:alpha val="16619"/>
                  </a:srgbClr>
                </a:gs>
                <a:gs pos="57143">
                  <a:srgbClr val="E6EAFD">
                    <a:alpha val="9581"/>
                  </a:srgbClr>
                </a:gs>
                <a:gs pos="71429">
                  <a:srgbClr val="E6EAFD">
                    <a:alpha val="4605"/>
                  </a:srgbClr>
                </a:gs>
                <a:gs pos="85714">
                  <a:srgbClr val="E6EAFD">
                    <a:alpha val="1847"/>
                  </a:srgbClr>
                </a:gs>
                <a:gs pos="100000">
                  <a:srgbClr val="E6EAFD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-10138461">
              <a:off x="902799" y="1577827"/>
              <a:ext cx="305377" cy="94694"/>
            </a:xfrm>
            <a:prstGeom prst="ellipse">
              <a:avLst/>
            </a:prstGeom>
            <a:gradFill>
              <a:gsLst>
                <a:gs pos="0">
                  <a:srgbClr val="00A4FF">
                    <a:alpha val="6653"/>
                  </a:srgbClr>
                </a:gs>
                <a:gs pos="14286">
                  <a:srgbClr val="00A4FF">
                    <a:alpha val="6132"/>
                  </a:srgbClr>
                </a:gs>
                <a:gs pos="28571">
                  <a:srgbClr val="00A4FF">
                    <a:alpha val="4794"/>
                  </a:srgbClr>
                </a:gs>
                <a:gs pos="42857">
                  <a:srgbClr val="00A4FF">
                    <a:alpha val="3171"/>
                  </a:srgbClr>
                </a:gs>
                <a:gs pos="57143">
                  <a:srgbClr val="00A4FF">
                    <a:alpha val="1770"/>
                  </a:srgbClr>
                </a:gs>
                <a:gs pos="71429">
                  <a:srgbClr val="00A4FF">
                    <a:alpha val="832"/>
                  </a:srgbClr>
                </a:gs>
                <a:gs pos="85714">
                  <a:srgbClr val="00A4FF">
                    <a:alpha val="330"/>
                  </a:srgbClr>
                </a:gs>
                <a:gs pos="100000">
                  <a:srgbClr val="00A4FF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-10498053">
              <a:off x="783726" y="1600354"/>
              <a:ext cx="601687" cy="23142"/>
            </a:xfrm>
            <a:prstGeom prst="ellipse">
              <a:avLst/>
            </a:prstGeom>
            <a:gradFill>
              <a:gsLst>
                <a:gs pos="0">
                  <a:srgbClr val="F6FFFF">
                    <a:alpha val="24952"/>
                  </a:srgbClr>
                </a:gs>
                <a:gs pos="14286">
                  <a:srgbClr val="F6FFFF">
                    <a:alpha val="23189"/>
                  </a:srgbClr>
                </a:gs>
                <a:gs pos="28571">
                  <a:srgbClr val="F6FFFF">
                    <a:alpha val="18523"/>
                  </a:srgbClr>
                </a:gs>
                <a:gs pos="42857">
                  <a:srgbClr val="F6FFFF">
                    <a:alpha val="12573"/>
                  </a:srgbClr>
                </a:gs>
                <a:gs pos="57143">
                  <a:srgbClr val="F6FFFF">
                    <a:alpha val="7175"/>
                  </a:srgbClr>
                </a:gs>
                <a:gs pos="71429">
                  <a:srgbClr val="F6FFFF">
                    <a:alpha val="3425"/>
                  </a:srgbClr>
                </a:gs>
                <a:gs pos="85714">
                  <a:srgbClr val="F6FFFF">
                    <a:alpha val="1369"/>
                  </a:srgbClr>
                </a:gs>
                <a:gs pos="100000">
                  <a:srgbClr val="F6FFFF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10533469">
              <a:off x="1220431" y="859769"/>
              <a:ext cx="499121" cy="36492"/>
            </a:xfrm>
            <a:prstGeom prst="ellipse">
              <a:avLst/>
            </a:prstGeom>
            <a:gradFill>
              <a:gsLst>
                <a:gs pos="0">
                  <a:srgbClr val="380039">
                    <a:alpha val="24723"/>
                  </a:srgbClr>
                </a:gs>
                <a:gs pos="14286">
                  <a:srgbClr val="380039">
                    <a:alpha val="22974"/>
                  </a:srgbClr>
                </a:gs>
                <a:gs pos="28571">
                  <a:srgbClr val="380039">
                    <a:alpha val="18345"/>
                  </a:srgbClr>
                </a:gs>
                <a:gs pos="42857">
                  <a:srgbClr val="380039">
                    <a:alpha val="12448"/>
                  </a:srgbClr>
                </a:gs>
                <a:gs pos="57143">
                  <a:srgbClr val="380039">
                    <a:alpha val="7101"/>
                  </a:srgbClr>
                </a:gs>
                <a:gs pos="71429">
                  <a:srgbClr val="380039">
                    <a:alpha val="3389"/>
                  </a:srgbClr>
                </a:gs>
                <a:gs pos="85714">
                  <a:srgbClr val="380039">
                    <a:alpha val="1354"/>
                  </a:srgbClr>
                </a:gs>
                <a:gs pos="100000">
                  <a:srgbClr val="380039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-8619505">
              <a:off x="-209062" y="1773048"/>
              <a:ext cx="482704" cy="137815"/>
            </a:xfrm>
            <a:prstGeom prst="ellipse">
              <a:avLst/>
            </a:prstGeom>
            <a:gradFill>
              <a:gsLst>
                <a:gs pos="0">
                  <a:srgbClr val="FCF7E0">
                    <a:alpha val="28565"/>
                  </a:srgbClr>
                </a:gs>
                <a:gs pos="14286">
                  <a:srgbClr val="FCF7E0">
                    <a:alpha val="26594"/>
                  </a:srgbClr>
                </a:gs>
                <a:gs pos="28571">
                  <a:srgbClr val="FCF7E0">
                    <a:alpha val="21341"/>
                  </a:srgbClr>
                </a:gs>
                <a:gs pos="42857">
                  <a:srgbClr val="FCF7E0">
                    <a:alpha val="14569"/>
                  </a:srgbClr>
                </a:gs>
                <a:gs pos="57143">
                  <a:srgbClr val="FCF7E0">
                    <a:alpha val="8355"/>
                  </a:srgbClr>
                </a:gs>
                <a:gs pos="71429">
                  <a:srgbClr val="FCF7E0">
                    <a:alpha val="4002"/>
                  </a:srgbClr>
                </a:gs>
                <a:gs pos="85714">
                  <a:srgbClr val="FCF7E0">
                    <a:alpha val="1602"/>
                  </a:srgbClr>
                </a:gs>
                <a:gs pos="100000">
                  <a:srgbClr val="FCF7E0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-9842279">
              <a:off x="1143158" y="1000426"/>
              <a:ext cx="287886" cy="29591"/>
            </a:xfrm>
            <a:prstGeom prst="ellipse">
              <a:avLst/>
            </a:prstGeom>
            <a:gradFill>
              <a:gsLst>
                <a:gs pos="0">
                  <a:srgbClr val="0082C7">
                    <a:alpha val="13810"/>
                  </a:srgbClr>
                </a:gs>
                <a:gs pos="14286">
                  <a:srgbClr val="0082C7">
                    <a:alpha val="12768"/>
                  </a:srgbClr>
                </a:gs>
                <a:gs pos="28571">
                  <a:srgbClr val="0082C7">
                    <a:alpha val="10063"/>
                  </a:srgbClr>
                </a:gs>
                <a:gs pos="42857">
                  <a:srgbClr val="0082C7">
                    <a:alpha val="6720"/>
                  </a:srgbClr>
                </a:gs>
                <a:gs pos="57143">
                  <a:srgbClr val="0082C7">
                    <a:alpha val="3781"/>
                  </a:srgbClr>
                </a:gs>
                <a:gs pos="71429">
                  <a:srgbClr val="0082C7">
                    <a:alpha val="1788"/>
                  </a:srgbClr>
                </a:gs>
                <a:gs pos="85714">
                  <a:srgbClr val="0082C7">
                    <a:alpha val="711"/>
                  </a:srgbClr>
                </a:gs>
                <a:gs pos="100000">
                  <a:srgbClr val="0082C7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8598967">
              <a:off x="1684397" y="895133"/>
              <a:ext cx="379984" cy="132205"/>
            </a:xfrm>
            <a:prstGeom prst="ellipse">
              <a:avLst/>
            </a:prstGeom>
            <a:gradFill>
              <a:gsLst>
                <a:gs pos="0">
                  <a:srgbClr val="00C5FF">
                    <a:alpha val="6169"/>
                  </a:srgbClr>
                </a:gs>
                <a:gs pos="14286">
                  <a:srgbClr val="00C5FF">
                    <a:alpha val="5684"/>
                  </a:srgbClr>
                </a:gs>
                <a:gs pos="28571">
                  <a:srgbClr val="00C5FF">
                    <a:alpha val="4442"/>
                  </a:srgbClr>
                </a:gs>
                <a:gs pos="42857">
                  <a:srgbClr val="00C5FF">
                    <a:alpha val="2936"/>
                  </a:srgbClr>
                </a:gs>
                <a:gs pos="57143">
                  <a:srgbClr val="00C5FF">
                    <a:alpha val="1638"/>
                  </a:srgbClr>
                </a:gs>
                <a:gs pos="71429">
                  <a:srgbClr val="00C5FF">
                    <a:alpha val="770"/>
                  </a:srgbClr>
                </a:gs>
                <a:gs pos="85714">
                  <a:srgbClr val="00C5FF">
                    <a:alpha val="305"/>
                  </a:srgbClr>
                </a:gs>
                <a:gs pos="100000">
                  <a:srgbClr val="00C5FF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-8844666">
              <a:off x="808789" y="1890218"/>
              <a:ext cx="381420" cy="54815"/>
            </a:xfrm>
            <a:prstGeom prst="ellipse">
              <a:avLst/>
            </a:prstGeom>
            <a:gradFill>
              <a:gsLst>
                <a:gs pos="0">
                  <a:srgbClr val="FFFE4F">
                    <a:alpha val="32968"/>
                  </a:srgbClr>
                </a:gs>
                <a:gs pos="14286">
                  <a:srgbClr val="FFFE4F">
                    <a:alpha val="30764"/>
                  </a:srgbClr>
                </a:gs>
                <a:gs pos="28571">
                  <a:srgbClr val="FFFE4F">
                    <a:alpha val="24833"/>
                  </a:srgbClr>
                </a:gs>
                <a:gs pos="42857">
                  <a:srgbClr val="FFFE4F">
                    <a:alpha val="17075"/>
                  </a:srgbClr>
                </a:gs>
                <a:gs pos="57143">
                  <a:srgbClr val="FFFE4F">
                    <a:alpha val="9855"/>
                  </a:srgbClr>
                </a:gs>
                <a:gs pos="71429">
                  <a:srgbClr val="FFFE4F">
                    <a:alpha val="4740"/>
                  </a:srgbClr>
                </a:gs>
                <a:gs pos="85714">
                  <a:srgbClr val="FFFE4F">
                    <a:alpha val="1902"/>
                  </a:srgbClr>
                </a:gs>
                <a:gs pos="100000">
                  <a:srgbClr val="FFFE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9555913">
              <a:off x="46803" y="3236920"/>
              <a:ext cx="487367" cy="132598"/>
            </a:xfrm>
            <a:prstGeom prst="ellipse">
              <a:avLst/>
            </a:prstGeom>
            <a:gradFill>
              <a:gsLst>
                <a:gs pos="0">
                  <a:srgbClr val="DBF3FF">
                    <a:alpha val="32968"/>
                  </a:srgbClr>
                </a:gs>
                <a:gs pos="14286">
                  <a:srgbClr val="DBF3FF">
                    <a:alpha val="30764"/>
                  </a:srgbClr>
                </a:gs>
                <a:gs pos="28571">
                  <a:srgbClr val="DBF3FF">
                    <a:alpha val="24833"/>
                  </a:srgbClr>
                </a:gs>
                <a:gs pos="42857">
                  <a:srgbClr val="DBF3FF">
                    <a:alpha val="17075"/>
                  </a:srgbClr>
                </a:gs>
                <a:gs pos="57143">
                  <a:srgbClr val="DBF3FF">
                    <a:alpha val="9855"/>
                  </a:srgbClr>
                </a:gs>
                <a:gs pos="71429">
                  <a:srgbClr val="DBF3FF">
                    <a:alpha val="4740"/>
                  </a:srgbClr>
                </a:gs>
                <a:gs pos="85714">
                  <a:srgbClr val="DBF3FF">
                    <a:alpha val="1902"/>
                  </a:srgbClr>
                </a:gs>
                <a:gs pos="100000">
                  <a:srgbClr val="DBF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4508453">
              <a:off x="-203364" y="1749829"/>
              <a:ext cx="432451" cy="99067"/>
            </a:xfrm>
            <a:prstGeom prst="ellipse">
              <a:avLst/>
            </a:prstGeom>
            <a:gradFill>
              <a:gsLst>
                <a:gs pos="0">
                  <a:srgbClr val="DBCEF6">
                    <a:alpha val="32968"/>
                  </a:srgbClr>
                </a:gs>
                <a:gs pos="14286">
                  <a:srgbClr val="DBCEF6">
                    <a:alpha val="30764"/>
                  </a:srgbClr>
                </a:gs>
                <a:gs pos="28571">
                  <a:srgbClr val="DBCEF6">
                    <a:alpha val="24833"/>
                  </a:srgbClr>
                </a:gs>
                <a:gs pos="42857">
                  <a:srgbClr val="DBCEF6">
                    <a:alpha val="17075"/>
                  </a:srgbClr>
                </a:gs>
                <a:gs pos="57143">
                  <a:srgbClr val="DBCEF6">
                    <a:alpha val="9855"/>
                  </a:srgbClr>
                </a:gs>
                <a:gs pos="71429">
                  <a:srgbClr val="DBCEF6">
                    <a:alpha val="4740"/>
                  </a:srgbClr>
                </a:gs>
                <a:gs pos="85714">
                  <a:srgbClr val="DBCEF6">
                    <a:alpha val="1902"/>
                  </a:srgbClr>
                </a:gs>
                <a:gs pos="100000">
                  <a:srgbClr val="DBCE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9157724">
              <a:off x="1626418" y="959046"/>
              <a:ext cx="199292" cy="107687"/>
            </a:xfrm>
            <a:prstGeom prst="ellipse">
              <a:avLst/>
            </a:prstGeom>
            <a:gradFill>
              <a:gsLst>
                <a:gs pos="0">
                  <a:srgbClr val="00C3C3">
                    <a:alpha val="32968"/>
                  </a:srgbClr>
                </a:gs>
                <a:gs pos="14286">
                  <a:srgbClr val="00C3C3">
                    <a:alpha val="30764"/>
                  </a:srgbClr>
                </a:gs>
                <a:gs pos="28571">
                  <a:srgbClr val="00C3C3">
                    <a:alpha val="24833"/>
                  </a:srgbClr>
                </a:gs>
                <a:gs pos="42857">
                  <a:srgbClr val="00C3C3">
                    <a:alpha val="17075"/>
                  </a:srgbClr>
                </a:gs>
                <a:gs pos="57143">
                  <a:srgbClr val="00C3C3">
                    <a:alpha val="9855"/>
                  </a:srgbClr>
                </a:gs>
                <a:gs pos="71429">
                  <a:srgbClr val="00C3C3">
                    <a:alpha val="4740"/>
                  </a:srgbClr>
                </a:gs>
                <a:gs pos="85714">
                  <a:srgbClr val="00C3C3">
                    <a:alpha val="1902"/>
                  </a:srgbClr>
                </a:gs>
                <a:gs pos="100000">
                  <a:srgbClr val="00C3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9076299">
              <a:off x="1457198" y="1125063"/>
              <a:ext cx="603177" cy="42785"/>
            </a:xfrm>
            <a:prstGeom prst="ellipse">
              <a:avLst/>
            </a:prstGeom>
            <a:gradFill>
              <a:gsLst>
                <a:gs pos="0">
                  <a:srgbClr val="CBFFFF">
                    <a:alpha val="31213"/>
                  </a:srgbClr>
                </a:gs>
                <a:gs pos="14286">
                  <a:srgbClr val="CBFFFF">
                    <a:alpha val="29099"/>
                  </a:srgbClr>
                </a:gs>
                <a:gs pos="28571">
                  <a:srgbClr val="CBFFFF">
                    <a:alpha val="23433"/>
                  </a:srgbClr>
                </a:gs>
                <a:gs pos="42857">
                  <a:srgbClr val="CBFFFF">
                    <a:alpha val="16066"/>
                  </a:srgbClr>
                </a:gs>
                <a:gs pos="57143">
                  <a:srgbClr val="CBFFFF">
                    <a:alpha val="9248"/>
                  </a:srgbClr>
                </a:gs>
                <a:gs pos="71429">
                  <a:srgbClr val="CBFFFF">
                    <a:alpha val="4441"/>
                  </a:srgbClr>
                </a:gs>
                <a:gs pos="85714">
                  <a:srgbClr val="CBFFFF">
                    <a:alpha val="1780"/>
                  </a:srgbClr>
                </a:gs>
                <a:gs pos="100000">
                  <a:srgbClr val="CBFFFF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-8915296">
              <a:off x="1228783" y="662163"/>
              <a:ext cx="471436" cy="117158"/>
            </a:xfrm>
            <a:prstGeom prst="ellipse">
              <a:avLst/>
            </a:prstGeom>
            <a:gradFill>
              <a:gsLst>
                <a:gs pos="0">
                  <a:srgbClr val="000080">
                    <a:alpha val="32968"/>
                  </a:srgbClr>
                </a:gs>
                <a:gs pos="14286">
                  <a:srgbClr val="000080">
                    <a:alpha val="30764"/>
                  </a:srgbClr>
                </a:gs>
                <a:gs pos="28571">
                  <a:srgbClr val="000080">
                    <a:alpha val="24833"/>
                  </a:srgbClr>
                </a:gs>
                <a:gs pos="42857">
                  <a:srgbClr val="000080">
                    <a:alpha val="17075"/>
                  </a:srgbClr>
                </a:gs>
                <a:gs pos="57143">
                  <a:srgbClr val="000080">
                    <a:alpha val="9855"/>
                  </a:srgbClr>
                </a:gs>
                <a:gs pos="71429">
                  <a:srgbClr val="000080">
                    <a:alpha val="4740"/>
                  </a:srgbClr>
                </a:gs>
                <a:gs pos="85714">
                  <a:srgbClr val="000080">
                    <a:alpha val="1902"/>
                  </a:srgbClr>
                </a:gs>
                <a:gs pos="100000">
                  <a:srgbClr val="0000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10165804">
              <a:off x="1990596" y="588056"/>
              <a:ext cx="184341" cy="67816"/>
            </a:xfrm>
            <a:prstGeom prst="ellipse">
              <a:avLst/>
            </a:prstGeom>
            <a:gradFill>
              <a:gsLst>
                <a:gs pos="0">
                  <a:srgbClr val="003293">
                    <a:alpha val="32968"/>
                  </a:srgbClr>
                </a:gs>
                <a:gs pos="14286">
                  <a:srgbClr val="003293">
                    <a:alpha val="30764"/>
                  </a:srgbClr>
                </a:gs>
                <a:gs pos="28571">
                  <a:srgbClr val="003293">
                    <a:alpha val="24833"/>
                  </a:srgbClr>
                </a:gs>
                <a:gs pos="42857">
                  <a:srgbClr val="003293">
                    <a:alpha val="17075"/>
                  </a:srgbClr>
                </a:gs>
                <a:gs pos="57143">
                  <a:srgbClr val="003293">
                    <a:alpha val="9855"/>
                  </a:srgbClr>
                </a:gs>
                <a:gs pos="71429">
                  <a:srgbClr val="003293">
                    <a:alpha val="4740"/>
                  </a:srgbClr>
                </a:gs>
                <a:gs pos="85714">
                  <a:srgbClr val="003293">
                    <a:alpha val="1902"/>
                  </a:srgbClr>
                </a:gs>
                <a:gs pos="100000">
                  <a:srgbClr val="0032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9883605">
              <a:off x="1229729" y="750438"/>
              <a:ext cx="358881" cy="258256"/>
            </a:xfrm>
            <a:prstGeom prst="ellipse">
              <a:avLst/>
            </a:prstGeom>
            <a:gradFill>
              <a:gsLst>
                <a:gs pos="0">
                  <a:srgbClr val="00FF2C">
                    <a:alpha val="3189"/>
                  </a:srgbClr>
                </a:gs>
                <a:gs pos="14286">
                  <a:srgbClr val="00FF2C">
                    <a:alpha val="2935"/>
                  </a:srgbClr>
                </a:gs>
                <a:gs pos="28571">
                  <a:srgbClr val="00FF2C">
                    <a:alpha val="2286"/>
                  </a:srgbClr>
                </a:gs>
                <a:gs pos="42857">
                  <a:srgbClr val="00FF2C">
                    <a:alpha val="1506"/>
                  </a:srgbClr>
                </a:gs>
                <a:gs pos="57143">
                  <a:srgbClr val="00FF2C">
                    <a:alpha val="837"/>
                  </a:srgbClr>
                </a:gs>
                <a:gs pos="71429">
                  <a:srgbClr val="00FF2C">
                    <a:alpha val="393"/>
                  </a:srgbClr>
                </a:gs>
                <a:gs pos="85714">
                  <a:srgbClr val="00FF2C">
                    <a:alpha val="155"/>
                  </a:srgbClr>
                </a:gs>
                <a:gs pos="100000">
                  <a:srgbClr val="00FF2C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-9511255">
              <a:off x="1757670" y="289401"/>
              <a:ext cx="411044" cy="308806"/>
            </a:xfrm>
            <a:prstGeom prst="ellipse">
              <a:avLst/>
            </a:prstGeom>
            <a:gradFill>
              <a:gsLst>
                <a:gs pos="0">
                  <a:srgbClr val="FFFFFE">
                    <a:alpha val="4620"/>
                  </a:srgbClr>
                </a:gs>
                <a:gs pos="14286">
                  <a:srgbClr val="FFFFFE">
                    <a:alpha val="4254"/>
                  </a:srgbClr>
                </a:gs>
                <a:gs pos="28571">
                  <a:srgbClr val="FFFFFE">
                    <a:alpha val="3319"/>
                  </a:srgbClr>
                </a:gs>
                <a:gs pos="42857">
                  <a:srgbClr val="FFFFFE">
                    <a:alpha val="2190"/>
                  </a:srgbClr>
                </a:gs>
                <a:gs pos="57143">
                  <a:srgbClr val="FFFFFE">
                    <a:alpha val="1219"/>
                  </a:srgbClr>
                </a:gs>
                <a:gs pos="71429">
                  <a:srgbClr val="FFFFFE">
                    <a:alpha val="573"/>
                  </a:srgbClr>
                </a:gs>
                <a:gs pos="85714">
                  <a:srgbClr val="FFFFFE">
                    <a:alpha val="227"/>
                  </a:srgbClr>
                </a:gs>
                <a:gs pos="100000">
                  <a:srgbClr val="FFFFFE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-9095556">
              <a:off x="1051192" y="771136"/>
              <a:ext cx="354855" cy="87817"/>
            </a:xfrm>
            <a:prstGeom prst="ellipse">
              <a:avLst/>
            </a:prstGeom>
            <a:gradFill>
              <a:gsLst>
                <a:gs pos="0">
                  <a:srgbClr val="01FFFF">
                    <a:alpha val="15461"/>
                  </a:srgbClr>
                </a:gs>
                <a:gs pos="14286">
                  <a:srgbClr val="01FFFF">
                    <a:alpha val="14305"/>
                  </a:srgbClr>
                </a:gs>
                <a:gs pos="28571">
                  <a:srgbClr val="01FFFF">
                    <a:alpha val="11296"/>
                  </a:srgbClr>
                </a:gs>
                <a:gs pos="42857">
                  <a:srgbClr val="01FFFF">
                    <a:alpha val="7561"/>
                  </a:srgbClr>
                </a:gs>
                <a:gs pos="57143">
                  <a:srgbClr val="01FFFF">
                    <a:alpha val="4263"/>
                  </a:srgbClr>
                </a:gs>
                <a:gs pos="71429">
                  <a:srgbClr val="01FFFF">
                    <a:alpha val="2019"/>
                  </a:srgbClr>
                </a:gs>
                <a:gs pos="85714">
                  <a:srgbClr val="01FFFF">
                    <a:alpha val="803"/>
                  </a:srgbClr>
                </a:gs>
                <a:gs pos="100000">
                  <a:srgbClr val="01FFFF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-10686893">
              <a:off x="1385699" y="1436541"/>
              <a:ext cx="281478" cy="44598"/>
            </a:xfrm>
            <a:prstGeom prst="ellipse">
              <a:avLst/>
            </a:prstGeom>
            <a:gradFill>
              <a:gsLst>
                <a:gs pos="0">
                  <a:srgbClr val="500D21">
                    <a:alpha val="27964"/>
                  </a:srgbClr>
                </a:gs>
                <a:gs pos="14286">
                  <a:srgbClr val="500D21">
                    <a:alpha val="26027"/>
                  </a:srgbClr>
                </a:gs>
                <a:gs pos="28571">
                  <a:srgbClr val="500D21">
                    <a:alpha val="20870"/>
                  </a:srgbClr>
                </a:gs>
                <a:gs pos="42857">
                  <a:srgbClr val="500D21">
                    <a:alpha val="14233"/>
                  </a:srgbClr>
                </a:gs>
                <a:gs pos="57143">
                  <a:srgbClr val="500D21">
                    <a:alpha val="8156"/>
                  </a:srgbClr>
                </a:gs>
                <a:gs pos="71429">
                  <a:srgbClr val="500D21">
                    <a:alpha val="3904"/>
                  </a:srgbClr>
                </a:gs>
                <a:gs pos="85714">
                  <a:srgbClr val="500D21">
                    <a:alpha val="1562"/>
                  </a:srgbClr>
                </a:gs>
                <a:gs pos="100000">
                  <a:srgbClr val="500D21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2866146">
              <a:off x="1097454" y="807944"/>
              <a:ext cx="288709" cy="40265"/>
            </a:xfrm>
            <a:prstGeom prst="ellipse">
              <a:avLst/>
            </a:prstGeom>
            <a:gradFill>
              <a:gsLst>
                <a:gs pos="0">
                  <a:srgbClr val="C3FFFF">
                    <a:alpha val="32968"/>
                  </a:srgbClr>
                </a:gs>
                <a:gs pos="14286">
                  <a:srgbClr val="C3FFFF">
                    <a:alpha val="30764"/>
                  </a:srgbClr>
                </a:gs>
                <a:gs pos="28571">
                  <a:srgbClr val="C3FFFF">
                    <a:alpha val="24833"/>
                  </a:srgbClr>
                </a:gs>
                <a:gs pos="42857">
                  <a:srgbClr val="C3FFFF">
                    <a:alpha val="17075"/>
                  </a:srgbClr>
                </a:gs>
                <a:gs pos="57143">
                  <a:srgbClr val="C3FFFF">
                    <a:alpha val="9855"/>
                  </a:srgbClr>
                </a:gs>
                <a:gs pos="71429">
                  <a:srgbClr val="C3FFFF">
                    <a:alpha val="4740"/>
                  </a:srgbClr>
                </a:gs>
                <a:gs pos="85714">
                  <a:srgbClr val="C3FFFF">
                    <a:alpha val="1902"/>
                  </a:srgbClr>
                </a:gs>
                <a:gs pos="100000">
                  <a:srgbClr val="C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-9591602">
              <a:off x="537677" y="1261359"/>
              <a:ext cx="463822" cy="90873"/>
            </a:xfrm>
            <a:prstGeom prst="ellipse">
              <a:avLst/>
            </a:prstGeom>
            <a:gradFill>
              <a:gsLst>
                <a:gs pos="0">
                  <a:srgbClr val="BFA0C0">
                    <a:alpha val="14076"/>
                  </a:srgbClr>
                </a:gs>
                <a:gs pos="14286">
                  <a:srgbClr val="BFA0C0">
                    <a:alpha val="13015"/>
                  </a:srgbClr>
                </a:gs>
                <a:gs pos="28571">
                  <a:srgbClr val="BFA0C0">
                    <a:alpha val="10261"/>
                  </a:srgbClr>
                </a:gs>
                <a:gs pos="42857">
                  <a:srgbClr val="BFA0C0">
                    <a:alpha val="6855"/>
                  </a:srgbClr>
                </a:gs>
                <a:gs pos="57143">
                  <a:srgbClr val="BFA0C0">
                    <a:alpha val="3858"/>
                  </a:srgbClr>
                </a:gs>
                <a:gs pos="71429">
                  <a:srgbClr val="BFA0C0">
                    <a:alpha val="1825"/>
                  </a:srgbClr>
                </a:gs>
                <a:gs pos="85714">
                  <a:srgbClr val="BFA0C0">
                    <a:alpha val="726"/>
                  </a:srgbClr>
                </a:gs>
                <a:gs pos="100000">
                  <a:srgbClr val="BFA0C0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8992926">
              <a:off x="1273116" y="1524911"/>
              <a:ext cx="206953" cy="26863"/>
            </a:xfrm>
            <a:prstGeom prst="ellipse">
              <a:avLst/>
            </a:prstGeom>
            <a:gradFill>
              <a:gsLst>
                <a:gs pos="0">
                  <a:srgbClr val="CAFCFF">
                    <a:alpha val="32968"/>
                  </a:srgbClr>
                </a:gs>
                <a:gs pos="14286">
                  <a:srgbClr val="CAFCFF">
                    <a:alpha val="30764"/>
                  </a:srgbClr>
                </a:gs>
                <a:gs pos="28571">
                  <a:srgbClr val="CAFCFF">
                    <a:alpha val="24833"/>
                  </a:srgbClr>
                </a:gs>
                <a:gs pos="42857">
                  <a:srgbClr val="CAFCFF">
                    <a:alpha val="17075"/>
                  </a:srgbClr>
                </a:gs>
                <a:gs pos="57143">
                  <a:srgbClr val="CAFCFF">
                    <a:alpha val="9855"/>
                  </a:srgbClr>
                </a:gs>
                <a:gs pos="71429">
                  <a:srgbClr val="CAFCFF">
                    <a:alpha val="4740"/>
                  </a:srgbClr>
                </a:gs>
                <a:gs pos="85714">
                  <a:srgbClr val="CAFCFF">
                    <a:alpha val="1902"/>
                  </a:srgbClr>
                </a:gs>
                <a:gs pos="100000">
                  <a:srgbClr val="CA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6874508">
              <a:off x="1464734" y="764129"/>
              <a:ext cx="555184" cy="74961"/>
            </a:xfrm>
            <a:prstGeom prst="ellipse">
              <a:avLst/>
            </a:prstGeom>
            <a:gradFill>
              <a:gsLst>
                <a:gs pos="0">
                  <a:srgbClr val="0DFFFF">
                    <a:alpha val="9445"/>
                  </a:srgbClr>
                </a:gs>
                <a:gs pos="14286">
                  <a:srgbClr val="0DFFFF">
                    <a:alpha val="8716"/>
                  </a:srgbClr>
                </a:gs>
                <a:gs pos="28571">
                  <a:srgbClr val="0DFFFF">
                    <a:alpha val="6836"/>
                  </a:srgbClr>
                </a:gs>
                <a:gs pos="42857">
                  <a:srgbClr val="0DFFFF">
                    <a:alpha val="4538"/>
                  </a:srgbClr>
                </a:gs>
                <a:gs pos="57143">
                  <a:srgbClr val="0DFFFF">
                    <a:alpha val="2541"/>
                  </a:srgbClr>
                </a:gs>
                <a:gs pos="71429">
                  <a:srgbClr val="0DFFFF">
                    <a:alpha val="1197"/>
                  </a:srgbClr>
                </a:gs>
                <a:gs pos="85714">
                  <a:srgbClr val="0DFFFF">
                    <a:alpha val="475"/>
                  </a:srgbClr>
                </a:gs>
                <a:gs pos="100000">
                  <a:srgbClr val="0DFFFF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9179136">
              <a:off x="1541303" y="1028873"/>
              <a:ext cx="449494" cy="34734"/>
            </a:xfrm>
            <a:prstGeom prst="ellipse">
              <a:avLst/>
            </a:prstGeom>
            <a:gradFill>
              <a:gsLst>
                <a:gs pos="0">
                  <a:srgbClr val="007AA7">
                    <a:alpha val="32968"/>
                  </a:srgbClr>
                </a:gs>
                <a:gs pos="14286">
                  <a:srgbClr val="007AA7">
                    <a:alpha val="30764"/>
                  </a:srgbClr>
                </a:gs>
                <a:gs pos="28571">
                  <a:srgbClr val="007AA7">
                    <a:alpha val="24833"/>
                  </a:srgbClr>
                </a:gs>
                <a:gs pos="42857">
                  <a:srgbClr val="007AA7">
                    <a:alpha val="17075"/>
                  </a:srgbClr>
                </a:gs>
                <a:gs pos="57143">
                  <a:srgbClr val="007AA7">
                    <a:alpha val="9855"/>
                  </a:srgbClr>
                </a:gs>
                <a:gs pos="71429">
                  <a:srgbClr val="007AA7">
                    <a:alpha val="4740"/>
                  </a:srgbClr>
                </a:gs>
                <a:gs pos="85714">
                  <a:srgbClr val="007AA7">
                    <a:alpha val="1902"/>
                  </a:srgbClr>
                </a:gs>
                <a:gs pos="100000">
                  <a:srgbClr val="007A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9511998">
              <a:off x="2874612" y="1826345"/>
              <a:ext cx="248094" cy="241978"/>
            </a:xfrm>
            <a:prstGeom prst="ellipse">
              <a:avLst/>
            </a:prstGeom>
            <a:gradFill>
              <a:gsLst>
                <a:gs pos="0">
                  <a:srgbClr val="004FFF">
                    <a:alpha val="3179"/>
                  </a:srgbClr>
                </a:gs>
                <a:gs pos="14286">
                  <a:srgbClr val="004FFF">
                    <a:alpha val="2926"/>
                  </a:srgbClr>
                </a:gs>
                <a:gs pos="28571">
                  <a:srgbClr val="004FFF">
                    <a:alpha val="2279"/>
                  </a:srgbClr>
                </a:gs>
                <a:gs pos="42857">
                  <a:srgbClr val="004FFF">
                    <a:alpha val="1501"/>
                  </a:srgbClr>
                </a:gs>
                <a:gs pos="57143">
                  <a:srgbClr val="004FFF">
                    <a:alpha val="835"/>
                  </a:srgbClr>
                </a:gs>
                <a:gs pos="71429">
                  <a:srgbClr val="004FFF">
                    <a:alpha val="392"/>
                  </a:srgbClr>
                </a:gs>
                <a:gs pos="85714">
                  <a:srgbClr val="004FFF">
                    <a:alpha val="155"/>
                  </a:srgbClr>
                </a:gs>
                <a:gs pos="100000">
                  <a:srgbClr val="004FFF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8788672">
              <a:off x="1850178" y="1378935"/>
              <a:ext cx="275206" cy="172187"/>
            </a:xfrm>
            <a:prstGeom prst="ellipse">
              <a:avLst/>
            </a:prstGeom>
            <a:gradFill>
              <a:gsLst>
                <a:gs pos="0">
                  <a:srgbClr val="7BE6FF">
                    <a:alpha val="32968"/>
                  </a:srgbClr>
                </a:gs>
                <a:gs pos="14286">
                  <a:srgbClr val="7BE6FF">
                    <a:alpha val="30764"/>
                  </a:srgbClr>
                </a:gs>
                <a:gs pos="28571">
                  <a:srgbClr val="7BE6FF">
                    <a:alpha val="24833"/>
                  </a:srgbClr>
                </a:gs>
                <a:gs pos="42857">
                  <a:srgbClr val="7BE6FF">
                    <a:alpha val="17075"/>
                  </a:srgbClr>
                </a:gs>
                <a:gs pos="57143">
                  <a:srgbClr val="7BE6FF">
                    <a:alpha val="9855"/>
                  </a:srgbClr>
                </a:gs>
                <a:gs pos="71429">
                  <a:srgbClr val="7BE6FF">
                    <a:alpha val="4740"/>
                  </a:srgbClr>
                </a:gs>
                <a:gs pos="85714">
                  <a:srgbClr val="7BE6FF">
                    <a:alpha val="1902"/>
                  </a:srgbClr>
                </a:gs>
                <a:gs pos="100000">
                  <a:srgbClr val="7BE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8444741">
              <a:off x="1491893" y="725225"/>
              <a:ext cx="399610" cy="49747"/>
            </a:xfrm>
            <a:prstGeom prst="ellipse">
              <a:avLst/>
            </a:prstGeom>
            <a:gradFill>
              <a:gsLst>
                <a:gs pos="0">
                  <a:srgbClr val="76EAFF">
                    <a:alpha val="16543"/>
                  </a:srgbClr>
                </a:gs>
                <a:gs pos="14286">
                  <a:srgbClr val="76EAFF">
                    <a:alpha val="15314"/>
                  </a:srgbClr>
                </a:gs>
                <a:gs pos="28571">
                  <a:srgbClr val="76EAFF">
                    <a:alpha val="12108"/>
                  </a:srgbClr>
                </a:gs>
                <a:gs pos="42857">
                  <a:srgbClr val="76EAFF">
                    <a:alpha val="8117"/>
                  </a:srgbClr>
                </a:gs>
                <a:gs pos="57143">
                  <a:srgbClr val="76EAFF">
                    <a:alpha val="4582"/>
                  </a:srgbClr>
                </a:gs>
                <a:gs pos="71429">
                  <a:srgbClr val="76EAFF">
                    <a:alpha val="2172"/>
                  </a:srgbClr>
                </a:gs>
                <a:gs pos="85714">
                  <a:srgbClr val="76EAFF">
                    <a:alpha val="864"/>
                  </a:srgbClr>
                </a:gs>
                <a:gs pos="100000">
                  <a:srgbClr val="76EAFF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6010981">
              <a:off x="581733" y="1050213"/>
              <a:ext cx="273530" cy="124965"/>
            </a:xfrm>
            <a:prstGeom prst="ellipse">
              <a:avLst/>
            </a:prstGeom>
            <a:gradFill>
              <a:gsLst>
                <a:gs pos="0">
                  <a:srgbClr val="002069">
                    <a:alpha val="30916"/>
                  </a:srgbClr>
                </a:gs>
                <a:gs pos="14286">
                  <a:srgbClr val="002069">
                    <a:alpha val="28818"/>
                  </a:srgbClr>
                </a:gs>
                <a:gs pos="28571">
                  <a:srgbClr val="002069">
                    <a:alpha val="23198"/>
                  </a:srgbClr>
                </a:gs>
                <a:gs pos="42857">
                  <a:srgbClr val="002069">
                    <a:alpha val="15897"/>
                  </a:srgbClr>
                </a:gs>
                <a:gs pos="57143">
                  <a:srgbClr val="002069">
                    <a:alpha val="9147"/>
                  </a:srgbClr>
                </a:gs>
                <a:gs pos="71429">
                  <a:srgbClr val="002069">
                    <a:alpha val="4391"/>
                  </a:srgbClr>
                </a:gs>
                <a:gs pos="85714">
                  <a:srgbClr val="002069">
                    <a:alpha val="1760"/>
                  </a:srgbClr>
                </a:gs>
                <a:gs pos="100000">
                  <a:srgbClr val="002069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10781601">
              <a:off x="1630380" y="1571650"/>
              <a:ext cx="393861" cy="51491"/>
            </a:xfrm>
            <a:prstGeom prst="ellipse">
              <a:avLst/>
            </a:prstGeom>
            <a:gradFill>
              <a:gsLst>
                <a:gs pos="0">
                  <a:srgbClr val="D5F4FF">
                    <a:alpha val="32968"/>
                  </a:srgbClr>
                </a:gs>
                <a:gs pos="14286">
                  <a:srgbClr val="D5F4FF">
                    <a:alpha val="30764"/>
                  </a:srgbClr>
                </a:gs>
                <a:gs pos="28571">
                  <a:srgbClr val="D5F4FF">
                    <a:alpha val="24833"/>
                  </a:srgbClr>
                </a:gs>
                <a:gs pos="42857">
                  <a:srgbClr val="D5F4FF">
                    <a:alpha val="17075"/>
                  </a:srgbClr>
                </a:gs>
                <a:gs pos="57143">
                  <a:srgbClr val="D5F4FF">
                    <a:alpha val="9855"/>
                  </a:srgbClr>
                </a:gs>
                <a:gs pos="71429">
                  <a:srgbClr val="D5F4FF">
                    <a:alpha val="4740"/>
                  </a:srgbClr>
                </a:gs>
                <a:gs pos="85714">
                  <a:srgbClr val="D5F4FF">
                    <a:alpha val="1902"/>
                  </a:srgbClr>
                </a:gs>
                <a:gs pos="100000">
                  <a:srgbClr val="D5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4723213">
              <a:off x="1389119" y="1591830"/>
              <a:ext cx="348359" cy="154385"/>
            </a:xfrm>
            <a:prstGeom prst="ellipse">
              <a:avLst/>
            </a:prstGeom>
            <a:gradFill>
              <a:gsLst>
                <a:gs pos="0">
                  <a:srgbClr val="000000">
                    <a:alpha val="11917"/>
                  </a:srgbClr>
                </a:gs>
                <a:gs pos="14286">
                  <a:srgbClr val="000000">
                    <a:alpha val="11008"/>
                  </a:srgbClr>
                </a:gs>
                <a:gs pos="28571">
                  <a:srgbClr val="000000">
                    <a:alpha val="8658"/>
                  </a:srgbClr>
                </a:gs>
                <a:gs pos="42857">
                  <a:srgbClr val="000000">
                    <a:alpha val="5767"/>
                  </a:srgbClr>
                </a:gs>
                <a:gs pos="57143">
                  <a:srgbClr val="000000">
                    <a:alpha val="3238"/>
                  </a:srgbClr>
                </a:gs>
                <a:gs pos="71429">
                  <a:srgbClr val="000000">
                    <a:alpha val="1529"/>
                  </a:srgbClr>
                </a:gs>
                <a:gs pos="85714">
                  <a:srgbClr val="000000">
                    <a:alpha val="607"/>
                  </a:srgbClr>
                </a:gs>
                <a:gs pos="100000">
                  <a:srgbClr val="000000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-10266796">
              <a:off x="2450167" y="933421"/>
              <a:ext cx="228120" cy="181182"/>
            </a:xfrm>
            <a:prstGeom prst="ellipse">
              <a:avLst/>
            </a:prstGeom>
            <a:gradFill>
              <a:gsLst>
                <a:gs pos="0">
                  <a:srgbClr val="00B1FF">
                    <a:alpha val="28023"/>
                  </a:srgbClr>
                </a:gs>
                <a:gs pos="14286">
                  <a:srgbClr val="00B1FF">
                    <a:alpha val="26083"/>
                  </a:srgbClr>
                </a:gs>
                <a:gs pos="28571">
                  <a:srgbClr val="00B1FF">
                    <a:alpha val="20916"/>
                  </a:srgbClr>
                </a:gs>
                <a:gs pos="42857">
                  <a:srgbClr val="00B1FF">
                    <a:alpha val="14266"/>
                  </a:srgbClr>
                </a:gs>
                <a:gs pos="57143">
                  <a:srgbClr val="00B1FF">
                    <a:alpha val="8175"/>
                  </a:srgbClr>
                </a:gs>
                <a:gs pos="71429">
                  <a:srgbClr val="00B1FF">
                    <a:alpha val="3914"/>
                  </a:srgbClr>
                </a:gs>
                <a:gs pos="85714">
                  <a:srgbClr val="00B1FF">
                    <a:alpha val="1566"/>
                  </a:srgbClr>
                </a:gs>
                <a:gs pos="100000">
                  <a:srgbClr val="00B1FF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6695339">
              <a:off x="695083" y="1067376"/>
              <a:ext cx="557081" cy="33219"/>
            </a:xfrm>
            <a:prstGeom prst="ellipse">
              <a:avLst/>
            </a:prstGeom>
            <a:gradFill>
              <a:gsLst>
                <a:gs pos="0">
                  <a:srgbClr val="EDFFC6">
                    <a:alpha val="32968"/>
                  </a:srgbClr>
                </a:gs>
                <a:gs pos="14286">
                  <a:srgbClr val="EDFFC6">
                    <a:alpha val="30764"/>
                  </a:srgbClr>
                </a:gs>
                <a:gs pos="28571">
                  <a:srgbClr val="EDFFC6">
                    <a:alpha val="24833"/>
                  </a:srgbClr>
                </a:gs>
                <a:gs pos="42857">
                  <a:srgbClr val="EDFFC6">
                    <a:alpha val="17075"/>
                  </a:srgbClr>
                </a:gs>
                <a:gs pos="57143">
                  <a:srgbClr val="EDFFC6">
                    <a:alpha val="9855"/>
                  </a:srgbClr>
                </a:gs>
                <a:gs pos="71429">
                  <a:srgbClr val="EDFFC6">
                    <a:alpha val="4740"/>
                  </a:srgbClr>
                </a:gs>
                <a:gs pos="85714">
                  <a:srgbClr val="EDFFC6">
                    <a:alpha val="1902"/>
                  </a:srgbClr>
                </a:gs>
                <a:gs pos="100000">
                  <a:srgbClr val="EDFF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3066853">
              <a:off x="1433527" y="1859949"/>
              <a:ext cx="578217" cy="267771"/>
            </a:xfrm>
            <a:prstGeom prst="ellipse">
              <a:avLst/>
            </a:prstGeom>
            <a:gradFill>
              <a:gsLst>
                <a:gs pos="0">
                  <a:srgbClr val="8100DA">
                    <a:alpha val="12064"/>
                  </a:srgbClr>
                </a:gs>
                <a:gs pos="14286">
                  <a:srgbClr val="8100DA">
                    <a:alpha val="11145"/>
                  </a:srgbClr>
                </a:gs>
                <a:gs pos="28571">
                  <a:srgbClr val="8100DA">
                    <a:alpha val="8766"/>
                  </a:srgbClr>
                </a:gs>
                <a:gs pos="42857">
                  <a:srgbClr val="8100DA">
                    <a:alpha val="5840"/>
                  </a:srgbClr>
                </a:gs>
                <a:gs pos="57143">
                  <a:srgbClr val="8100DA">
                    <a:alpha val="3279"/>
                  </a:srgbClr>
                </a:gs>
                <a:gs pos="71429">
                  <a:srgbClr val="8100DA">
                    <a:alpha val="1549"/>
                  </a:srgbClr>
                </a:gs>
                <a:gs pos="85714">
                  <a:srgbClr val="8100DA">
                    <a:alpha val="615"/>
                  </a:srgbClr>
                </a:gs>
                <a:gs pos="100000">
                  <a:srgbClr val="8100DA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-9622733">
              <a:off x="1004264" y="797330"/>
              <a:ext cx="422360" cy="51935"/>
            </a:xfrm>
            <a:prstGeom prst="ellipse">
              <a:avLst/>
            </a:prstGeom>
            <a:gradFill>
              <a:gsLst>
                <a:gs pos="0">
                  <a:srgbClr val="00007E">
                    <a:alpha val="32968"/>
                  </a:srgbClr>
                </a:gs>
                <a:gs pos="14286">
                  <a:srgbClr val="00007E">
                    <a:alpha val="30764"/>
                  </a:srgbClr>
                </a:gs>
                <a:gs pos="28571">
                  <a:srgbClr val="00007E">
                    <a:alpha val="24833"/>
                  </a:srgbClr>
                </a:gs>
                <a:gs pos="42857">
                  <a:srgbClr val="00007E">
                    <a:alpha val="17075"/>
                  </a:srgbClr>
                </a:gs>
                <a:gs pos="57143">
                  <a:srgbClr val="00007E">
                    <a:alpha val="9855"/>
                  </a:srgbClr>
                </a:gs>
                <a:gs pos="71429">
                  <a:srgbClr val="00007E">
                    <a:alpha val="4740"/>
                  </a:srgbClr>
                </a:gs>
                <a:gs pos="85714">
                  <a:srgbClr val="00007E">
                    <a:alpha val="1902"/>
                  </a:srgbClr>
                </a:gs>
                <a:gs pos="100000">
                  <a:srgbClr val="0000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8381480">
              <a:off x="671328" y="874776"/>
              <a:ext cx="162363" cy="134891"/>
            </a:xfrm>
            <a:prstGeom prst="ellipse">
              <a:avLst/>
            </a:prstGeom>
            <a:gradFill>
              <a:gsLst>
                <a:gs pos="0">
                  <a:srgbClr val="00E1FF">
                    <a:alpha val="22918"/>
                  </a:srgbClr>
                </a:gs>
                <a:gs pos="14286">
                  <a:srgbClr val="00E1FF">
                    <a:alpha val="21278"/>
                  </a:srgbClr>
                </a:gs>
                <a:gs pos="28571">
                  <a:srgbClr val="00E1FF">
                    <a:alpha val="16953"/>
                  </a:srgbClr>
                </a:gs>
                <a:gs pos="42857">
                  <a:srgbClr val="00E1FF">
                    <a:alpha val="11472"/>
                  </a:srgbClr>
                </a:gs>
                <a:gs pos="57143">
                  <a:srgbClr val="00E1FF">
                    <a:alpha val="6529"/>
                  </a:srgbClr>
                </a:gs>
                <a:gs pos="71429">
                  <a:srgbClr val="00E1FF">
                    <a:alpha val="3111"/>
                  </a:srgbClr>
                </a:gs>
                <a:gs pos="85714">
                  <a:srgbClr val="00E1FF">
                    <a:alpha val="1242"/>
                  </a:srgbClr>
                </a:gs>
                <a:gs pos="100000">
                  <a:srgbClr val="00E1FF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3238946">
              <a:off x="568255" y="1164712"/>
              <a:ext cx="263731" cy="222316"/>
            </a:xfrm>
            <a:prstGeom prst="ellipse">
              <a:avLst/>
            </a:prstGeom>
            <a:gradFill>
              <a:gsLst>
                <a:gs pos="0">
                  <a:srgbClr val="D9000B">
                    <a:alpha val="32968"/>
                  </a:srgbClr>
                </a:gs>
                <a:gs pos="14286">
                  <a:srgbClr val="D9000B">
                    <a:alpha val="30764"/>
                  </a:srgbClr>
                </a:gs>
                <a:gs pos="28571">
                  <a:srgbClr val="D9000B">
                    <a:alpha val="24833"/>
                  </a:srgbClr>
                </a:gs>
                <a:gs pos="42857">
                  <a:srgbClr val="D9000B">
                    <a:alpha val="17075"/>
                  </a:srgbClr>
                </a:gs>
                <a:gs pos="57143">
                  <a:srgbClr val="D9000B">
                    <a:alpha val="9855"/>
                  </a:srgbClr>
                </a:gs>
                <a:gs pos="71429">
                  <a:srgbClr val="D9000B">
                    <a:alpha val="4740"/>
                  </a:srgbClr>
                </a:gs>
                <a:gs pos="85714">
                  <a:srgbClr val="D9000B">
                    <a:alpha val="1902"/>
                  </a:srgbClr>
                </a:gs>
                <a:gs pos="100000">
                  <a:srgbClr val="D9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3797700">
              <a:off x="1398696" y="2040584"/>
              <a:ext cx="694326" cy="53781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6917075">
              <a:off x="616216" y="988194"/>
              <a:ext cx="191497" cy="39805"/>
            </a:xfrm>
            <a:prstGeom prst="ellipse">
              <a:avLst/>
            </a:prstGeom>
            <a:gradFill>
              <a:gsLst>
                <a:gs pos="0">
                  <a:srgbClr val="000075">
                    <a:alpha val="32968"/>
                  </a:srgbClr>
                </a:gs>
                <a:gs pos="14286">
                  <a:srgbClr val="000075">
                    <a:alpha val="30764"/>
                  </a:srgbClr>
                </a:gs>
                <a:gs pos="28571">
                  <a:srgbClr val="000075">
                    <a:alpha val="24833"/>
                  </a:srgbClr>
                </a:gs>
                <a:gs pos="42857">
                  <a:srgbClr val="000075">
                    <a:alpha val="17075"/>
                  </a:srgbClr>
                </a:gs>
                <a:gs pos="57143">
                  <a:srgbClr val="000075">
                    <a:alpha val="9855"/>
                  </a:srgbClr>
                </a:gs>
                <a:gs pos="71429">
                  <a:srgbClr val="000075">
                    <a:alpha val="4740"/>
                  </a:srgbClr>
                </a:gs>
                <a:gs pos="85714">
                  <a:srgbClr val="000075">
                    <a:alpha val="1902"/>
                  </a:srgbClr>
                </a:gs>
                <a:gs pos="100000">
                  <a:srgbClr val="0000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4310770">
              <a:off x="2531654" y="1968728"/>
              <a:ext cx="366575" cy="99565"/>
            </a:xfrm>
            <a:prstGeom prst="ellipse">
              <a:avLst/>
            </a:prstGeom>
            <a:gradFill>
              <a:gsLst>
                <a:gs pos="0">
                  <a:srgbClr val="C7D9FF">
                    <a:alpha val="32968"/>
                  </a:srgbClr>
                </a:gs>
                <a:gs pos="14286">
                  <a:srgbClr val="C7D9FF">
                    <a:alpha val="30764"/>
                  </a:srgbClr>
                </a:gs>
                <a:gs pos="28571">
                  <a:srgbClr val="C7D9FF">
                    <a:alpha val="24833"/>
                  </a:srgbClr>
                </a:gs>
                <a:gs pos="42857">
                  <a:srgbClr val="C7D9FF">
                    <a:alpha val="17075"/>
                  </a:srgbClr>
                </a:gs>
                <a:gs pos="57143">
                  <a:srgbClr val="C7D9FF">
                    <a:alpha val="9855"/>
                  </a:srgbClr>
                </a:gs>
                <a:gs pos="71429">
                  <a:srgbClr val="C7D9FF">
                    <a:alpha val="4740"/>
                  </a:srgbClr>
                </a:gs>
                <a:gs pos="85714">
                  <a:srgbClr val="C7D9FF">
                    <a:alpha val="1902"/>
                  </a:srgbClr>
                </a:gs>
                <a:gs pos="100000">
                  <a:srgbClr val="C7D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8549049">
              <a:off x="1495306" y="771386"/>
              <a:ext cx="368569" cy="106379"/>
            </a:xfrm>
            <a:prstGeom prst="ellipse">
              <a:avLst/>
            </a:prstGeom>
            <a:gradFill>
              <a:gsLst>
                <a:gs pos="0">
                  <a:srgbClr val="00DDFF">
                    <a:alpha val="12812"/>
                  </a:srgbClr>
                </a:gs>
                <a:gs pos="14286">
                  <a:srgbClr val="00DDFF">
                    <a:alpha val="11840"/>
                  </a:srgbClr>
                </a:gs>
                <a:gs pos="28571">
                  <a:srgbClr val="00DDFF">
                    <a:alpha val="9321"/>
                  </a:srgbClr>
                </a:gs>
                <a:gs pos="42857">
                  <a:srgbClr val="00DDFF">
                    <a:alpha val="6216"/>
                  </a:srgbClr>
                </a:gs>
                <a:gs pos="57143">
                  <a:srgbClr val="00DDFF">
                    <a:alpha val="3494"/>
                  </a:srgbClr>
                </a:gs>
                <a:gs pos="71429">
                  <a:srgbClr val="00DDFF">
                    <a:alpha val="1651"/>
                  </a:srgbClr>
                </a:gs>
                <a:gs pos="85714">
                  <a:srgbClr val="00DDFF">
                    <a:alpha val="656"/>
                  </a:srgbClr>
                </a:gs>
                <a:gs pos="100000">
                  <a:srgbClr val="00DDFF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-10363367">
              <a:off x="1154383" y="244998"/>
              <a:ext cx="424127" cy="411146"/>
            </a:xfrm>
            <a:prstGeom prst="ellipse">
              <a:avLst/>
            </a:prstGeom>
            <a:gradFill>
              <a:gsLst>
                <a:gs pos="0">
                  <a:srgbClr val="DB00BA">
                    <a:alpha val="2496"/>
                  </a:srgbClr>
                </a:gs>
                <a:gs pos="14286">
                  <a:srgbClr val="DB00BA">
                    <a:alpha val="2296"/>
                  </a:srgbClr>
                </a:gs>
                <a:gs pos="28571">
                  <a:srgbClr val="DB00BA">
                    <a:alpha val="1787"/>
                  </a:srgbClr>
                </a:gs>
                <a:gs pos="42857">
                  <a:srgbClr val="DB00BA">
                    <a:alpha val="1176"/>
                  </a:srgbClr>
                </a:gs>
                <a:gs pos="57143">
                  <a:srgbClr val="DB00BA">
                    <a:alpha val="653"/>
                  </a:srgbClr>
                </a:gs>
                <a:gs pos="71429">
                  <a:srgbClr val="DB00BA">
                    <a:alpha val="306"/>
                  </a:srgbClr>
                </a:gs>
                <a:gs pos="85714">
                  <a:srgbClr val="DB00BA">
                    <a:alpha val="121"/>
                  </a:srgbClr>
                </a:gs>
                <a:gs pos="100000">
                  <a:srgbClr val="DB00BA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5732384">
              <a:off x="1158609" y="1988425"/>
              <a:ext cx="341951" cy="415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3684957">
              <a:off x="994305" y="1162603"/>
              <a:ext cx="255382" cy="245251"/>
            </a:xfrm>
            <a:prstGeom prst="ellipse">
              <a:avLst/>
            </a:prstGeom>
            <a:gradFill>
              <a:gsLst>
                <a:gs pos="0">
                  <a:srgbClr val="3F94E2">
                    <a:alpha val="15129"/>
                  </a:srgbClr>
                </a:gs>
                <a:gs pos="14286">
                  <a:srgbClr val="3F94E2">
                    <a:alpha val="13995"/>
                  </a:srgbClr>
                </a:gs>
                <a:gs pos="28571">
                  <a:srgbClr val="3F94E2">
                    <a:alpha val="11047"/>
                  </a:srgbClr>
                </a:gs>
                <a:gs pos="42857">
                  <a:srgbClr val="3F94E2">
                    <a:alpha val="7391"/>
                  </a:srgbClr>
                </a:gs>
                <a:gs pos="57143">
                  <a:srgbClr val="3F94E2">
                    <a:alpha val="4165"/>
                  </a:srgbClr>
                </a:gs>
                <a:gs pos="71429">
                  <a:srgbClr val="3F94E2">
                    <a:alpha val="1972"/>
                  </a:srgbClr>
                </a:gs>
                <a:gs pos="85714">
                  <a:srgbClr val="3F94E2">
                    <a:alpha val="784"/>
                  </a:srgbClr>
                </a:gs>
                <a:gs pos="100000">
                  <a:srgbClr val="3F94E2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-8350210">
              <a:off x="1206214" y="871136"/>
              <a:ext cx="468796" cy="45641"/>
            </a:xfrm>
            <a:prstGeom prst="ellipse">
              <a:avLst/>
            </a:prstGeom>
            <a:gradFill>
              <a:gsLst>
                <a:gs pos="0">
                  <a:srgbClr val="000092">
                    <a:alpha val="20413"/>
                  </a:srgbClr>
                </a:gs>
                <a:gs pos="14286">
                  <a:srgbClr val="000092">
                    <a:alpha val="18929"/>
                  </a:srgbClr>
                </a:gs>
                <a:gs pos="28571">
                  <a:srgbClr val="000092">
                    <a:alpha val="15035"/>
                  </a:srgbClr>
                </a:gs>
                <a:gs pos="42857">
                  <a:srgbClr val="000092">
                    <a:alpha val="10136"/>
                  </a:srgbClr>
                </a:gs>
                <a:gs pos="57143">
                  <a:srgbClr val="000092">
                    <a:alpha val="5750"/>
                  </a:srgbClr>
                </a:gs>
                <a:gs pos="71429">
                  <a:srgbClr val="000092">
                    <a:alpha val="2734"/>
                  </a:srgbClr>
                </a:gs>
                <a:gs pos="85714">
                  <a:srgbClr val="000092">
                    <a:alpha val="1090"/>
                  </a:srgbClr>
                </a:gs>
                <a:gs pos="100000">
                  <a:srgbClr val="000092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3408062">
              <a:off x="-91048" y="3262301"/>
              <a:ext cx="455330" cy="381118"/>
            </a:xfrm>
            <a:prstGeom prst="ellipse">
              <a:avLst/>
            </a:prstGeom>
            <a:gradFill>
              <a:gsLst>
                <a:gs pos="0">
                  <a:srgbClr val="D26ECC">
                    <a:alpha val="5916"/>
                  </a:srgbClr>
                </a:gs>
                <a:gs pos="14286">
                  <a:srgbClr val="D26ECC">
                    <a:alpha val="5451"/>
                  </a:srgbClr>
                </a:gs>
                <a:gs pos="28571">
                  <a:srgbClr val="D26ECC">
                    <a:alpha val="4259"/>
                  </a:srgbClr>
                </a:gs>
                <a:gs pos="42857">
                  <a:srgbClr val="D26ECC">
                    <a:alpha val="2814"/>
                  </a:srgbClr>
                </a:gs>
                <a:gs pos="57143">
                  <a:srgbClr val="D26ECC">
                    <a:alpha val="1569"/>
                  </a:srgbClr>
                </a:gs>
                <a:gs pos="71429">
                  <a:srgbClr val="D26ECC">
                    <a:alpha val="738"/>
                  </a:srgbClr>
                </a:gs>
                <a:gs pos="85714">
                  <a:srgbClr val="D26ECC">
                    <a:alpha val="292"/>
                  </a:srgbClr>
                </a:gs>
                <a:gs pos="100000">
                  <a:srgbClr val="D26ECC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8245636">
              <a:off x="1710930" y="700611"/>
              <a:ext cx="566081" cy="62401"/>
            </a:xfrm>
            <a:prstGeom prst="ellipse">
              <a:avLst/>
            </a:prstGeom>
            <a:gradFill>
              <a:gsLst>
                <a:gs pos="0">
                  <a:srgbClr val="008ECA">
                    <a:alpha val="22271"/>
                  </a:srgbClr>
                </a:gs>
                <a:gs pos="14286">
                  <a:srgbClr val="008ECA">
                    <a:alpha val="20671"/>
                  </a:srgbClr>
                </a:gs>
                <a:gs pos="28571">
                  <a:srgbClr val="008ECA">
                    <a:alpha val="16456"/>
                  </a:srgbClr>
                </a:gs>
                <a:gs pos="42857">
                  <a:srgbClr val="008ECA">
                    <a:alpha val="11124"/>
                  </a:srgbClr>
                </a:gs>
                <a:gs pos="57143">
                  <a:srgbClr val="008ECA">
                    <a:alpha val="6326"/>
                  </a:srgbClr>
                </a:gs>
                <a:gs pos="71429">
                  <a:srgbClr val="008ECA">
                    <a:alpha val="3013"/>
                  </a:srgbClr>
                </a:gs>
                <a:gs pos="85714">
                  <a:srgbClr val="008ECA">
                    <a:alpha val="1202"/>
                  </a:srgbClr>
                </a:gs>
                <a:gs pos="100000">
                  <a:srgbClr val="008ECA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8609141">
              <a:off x="1599352" y="632500"/>
              <a:ext cx="309744" cy="83557"/>
            </a:xfrm>
            <a:prstGeom prst="ellipse">
              <a:avLst/>
            </a:prstGeom>
            <a:gradFill>
              <a:gsLst>
                <a:gs pos="0">
                  <a:srgbClr val="177794">
                    <a:alpha val="32968"/>
                  </a:srgbClr>
                </a:gs>
                <a:gs pos="14286">
                  <a:srgbClr val="177794">
                    <a:alpha val="30764"/>
                  </a:srgbClr>
                </a:gs>
                <a:gs pos="28571">
                  <a:srgbClr val="177794">
                    <a:alpha val="24833"/>
                  </a:srgbClr>
                </a:gs>
                <a:gs pos="42857">
                  <a:srgbClr val="177794">
                    <a:alpha val="17075"/>
                  </a:srgbClr>
                </a:gs>
                <a:gs pos="57143">
                  <a:srgbClr val="177794">
                    <a:alpha val="9855"/>
                  </a:srgbClr>
                </a:gs>
                <a:gs pos="71429">
                  <a:srgbClr val="177794">
                    <a:alpha val="4740"/>
                  </a:srgbClr>
                </a:gs>
                <a:gs pos="85714">
                  <a:srgbClr val="177794">
                    <a:alpha val="1902"/>
                  </a:srgbClr>
                </a:gs>
                <a:gs pos="100000">
                  <a:srgbClr val="1777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8833252">
              <a:off x="821168" y="1584217"/>
              <a:ext cx="158062" cy="424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5504097">
              <a:off x="2219560" y="1567096"/>
              <a:ext cx="538145" cy="103739"/>
            </a:xfrm>
            <a:prstGeom prst="ellipse">
              <a:avLst/>
            </a:prstGeom>
            <a:gradFill>
              <a:gsLst>
                <a:gs pos="0">
                  <a:srgbClr val="002F00">
                    <a:alpha val="32968"/>
                  </a:srgbClr>
                </a:gs>
                <a:gs pos="14286">
                  <a:srgbClr val="002F00">
                    <a:alpha val="30764"/>
                  </a:srgbClr>
                </a:gs>
                <a:gs pos="28571">
                  <a:srgbClr val="002F00">
                    <a:alpha val="24833"/>
                  </a:srgbClr>
                </a:gs>
                <a:gs pos="42857">
                  <a:srgbClr val="002F00">
                    <a:alpha val="17075"/>
                  </a:srgbClr>
                </a:gs>
                <a:gs pos="57143">
                  <a:srgbClr val="002F00">
                    <a:alpha val="9855"/>
                  </a:srgbClr>
                </a:gs>
                <a:gs pos="71429">
                  <a:srgbClr val="002F00">
                    <a:alpha val="4740"/>
                  </a:srgbClr>
                </a:gs>
                <a:gs pos="85714">
                  <a:srgbClr val="002F00">
                    <a:alpha val="1902"/>
                  </a:srgbClr>
                </a:gs>
                <a:gs pos="100000">
                  <a:srgbClr val="002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10785021">
              <a:off x="1509935" y="899304"/>
              <a:ext cx="302804" cy="94886"/>
            </a:xfrm>
            <a:prstGeom prst="ellipse">
              <a:avLst/>
            </a:prstGeom>
            <a:gradFill>
              <a:gsLst>
                <a:gs pos="0">
                  <a:srgbClr val="4AD700">
                    <a:alpha val="16300"/>
                  </a:srgbClr>
                </a:gs>
                <a:gs pos="14286">
                  <a:srgbClr val="4AD700">
                    <a:alpha val="15087"/>
                  </a:srgbClr>
                </a:gs>
                <a:gs pos="28571">
                  <a:srgbClr val="4AD700">
                    <a:alpha val="11925"/>
                  </a:srgbClr>
                </a:gs>
                <a:gs pos="42857">
                  <a:srgbClr val="4AD700">
                    <a:alpha val="7992"/>
                  </a:srgbClr>
                </a:gs>
                <a:gs pos="57143">
                  <a:srgbClr val="4AD700">
                    <a:alpha val="4510"/>
                  </a:srgbClr>
                </a:gs>
                <a:gs pos="71429">
                  <a:srgbClr val="4AD700">
                    <a:alpha val="2137"/>
                  </a:srgbClr>
                </a:gs>
                <a:gs pos="85714">
                  <a:srgbClr val="4AD700">
                    <a:alpha val="851"/>
                  </a:srgbClr>
                </a:gs>
                <a:gs pos="100000">
                  <a:srgbClr val="4AD70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3849142">
              <a:off x="733857" y="1005428"/>
              <a:ext cx="388205" cy="41041"/>
            </a:xfrm>
            <a:prstGeom prst="ellipse">
              <a:avLst/>
            </a:prstGeom>
            <a:gradFill>
              <a:gsLst>
                <a:gs pos="0">
                  <a:srgbClr val="E4FA86">
                    <a:alpha val="32968"/>
                  </a:srgbClr>
                </a:gs>
                <a:gs pos="14286">
                  <a:srgbClr val="E4FA86">
                    <a:alpha val="30764"/>
                  </a:srgbClr>
                </a:gs>
                <a:gs pos="28571">
                  <a:srgbClr val="E4FA86">
                    <a:alpha val="24833"/>
                  </a:srgbClr>
                </a:gs>
                <a:gs pos="42857">
                  <a:srgbClr val="E4FA86">
                    <a:alpha val="17075"/>
                  </a:srgbClr>
                </a:gs>
                <a:gs pos="57143">
                  <a:srgbClr val="E4FA86">
                    <a:alpha val="9855"/>
                  </a:srgbClr>
                </a:gs>
                <a:gs pos="71429">
                  <a:srgbClr val="E4FA86">
                    <a:alpha val="4740"/>
                  </a:srgbClr>
                </a:gs>
                <a:gs pos="85714">
                  <a:srgbClr val="E4FA86">
                    <a:alpha val="1902"/>
                  </a:srgbClr>
                </a:gs>
                <a:gs pos="100000">
                  <a:srgbClr val="E4FA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4093795">
              <a:off x="2425705" y="907620"/>
              <a:ext cx="170014" cy="160557"/>
            </a:xfrm>
            <a:prstGeom prst="ellipse">
              <a:avLst/>
            </a:prstGeom>
            <a:gradFill>
              <a:gsLst>
                <a:gs pos="0">
                  <a:srgbClr val="00FF00">
                    <a:alpha val="8061"/>
                  </a:srgbClr>
                </a:gs>
                <a:gs pos="14286">
                  <a:srgbClr val="00FF00">
                    <a:alpha val="7434"/>
                  </a:srgbClr>
                </a:gs>
                <a:gs pos="28571">
                  <a:srgbClr val="00FF00">
                    <a:alpha val="5822"/>
                  </a:srgbClr>
                </a:gs>
                <a:gs pos="42857">
                  <a:srgbClr val="00FF00">
                    <a:alpha val="3858"/>
                  </a:srgbClr>
                </a:gs>
                <a:gs pos="57143">
                  <a:srgbClr val="00FF00">
                    <a:alpha val="2156"/>
                  </a:srgbClr>
                </a:gs>
                <a:gs pos="71429">
                  <a:srgbClr val="00FF00">
                    <a:alpha val="1015"/>
                  </a:srgbClr>
                </a:gs>
                <a:gs pos="85714">
                  <a:srgbClr val="00FF00">
                    <a:alpha val="403"/>
                  </a:srgbClr>
                </a:gs>
                <a:gs pos="100000">
                  <a:srgbClr val="00FF0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-8147777">
              <a:off x="1487962" y="2131370"/>
              <a:ext cx="424832" cy="125599"/>
            </a:xfrm>
            <a:prstGeom prst="ellipse">
              <a:avLst/>
            </a:prstGeom>
            <a:gradFill>
              <a:gsLst>
                <a:gs pos="0">
                  <a:srgbClr val="550000">
                    <a:alpha val="32968"/>
                  </a:srgbClr>
                </a:gs>
                <a:gs pos="14286">
                  <a:srgbClr val="550000">
                    <a:alpha val="30764"/>
                  </a:srgbClr>
                </a:gs>
                <a:gs pos="28571">
                  <a:srgbClr val="550000">
                    <a:alpha val="24833"/>
                  </a:srgbClr>
                </a:gs>
                <a:gs pos="42857">
                  <a:srgbClr val="550000">
                    <a:alpha val="17075"/>
                  </a:srgbClr>
                </a:gs>
                <a:gs pos="57143">
                  <a:srgbClr val="550000">
                    <a:alpha val="9855"/>
                  </a:srgbClr>
                </a:gs>
                <a:gs pos="71429">
                  <a:srgbClr val="550000">
                    <a:alpha val="4740"/>
                  </a:srgbClr>
                </a:gs>
                <a:gs pos="85714">
                  <a:srgbClr val="550000">
                    <a:alpha val="1902"/>
                  </a:srgbClr>
                </a:gs>
                <a:gs pos="100000">
                  <a:srgbClr val="5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-8830594">
              <a:off x="1694761" y="2395635"/>
              <a:ext cx="446294" cy="328615"/>
            </a:xfrm>
            <a:prstGeom prst="ellipse">
              <a:avLst/>
            </a:prstGeom>
            <a:gradFill>
              <a:gsLst>
                <a:gs pos="0">
                  <a:srgbClr val="A59AAC">
                    <a:alpha val="13716"/>
                  </a:srgbClr>
                </a:gs>
                <a:gs pos="14286">
                  <a:srgbClr val="A59AAC">
                    <a:alpha val="12680"/>
                  </a:srgbClr>
                </a:gs>
                <a:gs pos="28571">
                  <a:srgbClr val="A59AAC">
                    <a:alpha val="9993"/>
                  </a:srgbClr>
                </a:gs>
                <a:gs pos="42857">
                  <a:srgbClr val="A59AAC">
                    <a:alpha val="6672"/>
                  </a:srgbClr>
                </a:gs>
                <a:gs pos="57143">
                  <a:srgbClr val="A59AAC">
                    <a:alpha val="3754"/>
                  </a:srgbClr>
                </a:gs>
                <a:gs pos="71429">
                  <a:srgbClr val="A59AAC">
                    <a:alpha val="1775"/>
                  </a:srgbClr>
                </a:gs>
                <a:gs pos="85714">
                  <a:srgbClr val="A59AAC">
                    <a:alpha val="706"/>
                  </a:srgbClr>
                </a:gs>
                <a:gs pos="100000">
                  <a:srgbClr val="A59AAC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6403077">
              <a:off x="1659419" y="1004355"/>
              <a:ext cx="663902" cy="75993"/>
            </a:xfrm>
            <a:prstGeom prst="ellipse">
              <a:avLst/>
            </a:prstGeom>
            <a:gradFill>
              <a:gsLst>
                <a:gs pos="0">
                  <a:srgbClr val="D1004B">
                    <a:alpha val="32968"/>
                  </a:srgbClr>
                </a:gs>
                <a:gs pos="14286">
                  <a:srgbClr val="D1004B">
                    <a:alpha val="30764"/>
                  </a:srgbClr>
                </a:gs>
                <a:gs pos="28571">
                  <a:srgbClr val="D1004B">
                    <a:alpha val="24833"/>
                  </a:srgbClr>
                </a:gs>
                <a:gs pos="42857">
                  <a:srgbClr val="D1004B">
                    <a:alpha val="17075"/>
                  </a:srgbClr>
                </a:gs>
                <a:gs pos="57143">
                  <a:srgbClr val="D1004B">
                    <a:alpha val="9855"/>
                  </a:srgbClr>
                </a:gs>
                <a:gs pos="71429">
                  <a:srgbClr val="D1004B">
                    <a:alpha val="4740"/>
                  </a:srgbClr>
                </a:gs>
                <a:gs pos="85714">
                  <a:srgbClr val="D1004B">
                    <a:alpha val="1902"/>
                  </a:srgbClr>
                </a:gs>
                <a:gs pos="100000">
                  <a:srgbClr val="D100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-8396870">
              <a:off x="1330514" y="1332141"/>
              <a:ext cx="203029" cy="28084"/>
            </a:xfrm>
            <a:prstGeom prst="ellipse">
              <a:avLst/>
            </a:prstGeom>
            <a:gradFill>
              <a:gsLst>
                <a:gs pos="0">
                  <a:srgbClr val="000090">
                    <a:alpha val="29330"/>
                  </a:srgbClr>
                </a:gs>
                <a:gs pos="14286">
                  <a:srgbClr val="000090">
                    <a:alpha val="27317"/>
                  </a:srgbClr>
                </a:gs>
                <a:gs pos="28571">
                  <a:srgbClr val="000090">
                    <a:alpha val="21944"/>
                  </a:srgbClr>
                </a:gs>
                <a:gs pos="42857">
                  <a:srgbClr val="000090">
                    <a:alpha val="14998"/>
                  </a:srgbClr>
                </a:gs>
                <a:gs pos="57143">
                  <a:srgbClr val="000090">
                    <a:alpha val="8611"/>
                  </a:srgbClr>
                </a:gs>
                <a:gs pos="71429">
                  <a:srgbClr val="000090">
                    <a:alpha val="4127"/>
                  </a:srgbClr>
                </a:gs>
                <a:gs pos="85714">
                  <a:srgbClr val="000090">
                    <a:alpha val="1653"/>
                  </a:srgbClr>
                </a:gs>
                <a:gs pos="100000">
                  <a:srgbClr val="000090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-8216548">
              <a:off x="610354" y="1186668"/>
              <a:ext cx="285593" cy="112393"/>
            </a:xfrm>
            <a:prstGeom prst="ellipse">
              <a:avLst/>
            </a:prstGeom>
            <a:gradFill>
              <a:gsLst>
                <a:gs pos="0">
                  <a:srgbClr val="005B8A">
                    <a:alpha val="32968"/>
                  </a:srgbClr>
                </a:gs>
                <a:gs pos="14286">
                  <a:srgbClr val="005B8A">
                    <a:alpha val="30764"/>
                  </a:srgbClr>
                </a:gs>
                <a:gs pos="28571">
                  <a:srgbClr val="005B8A">
                    <a:alpha val="24833"/>
                  </a:srgbClr>
                </a:gs>
                <a:gs pos="42857">
                  <a:srgbClr val="005B8A">
                    <a:alpha val="17075"/>
                  </a:srgbClr>
                </a:gs>
                <a:gs pos="57143">
                  <a:srgbClr val="005B8A">
                    <a:alpha val="9855"/>
                  </a:srgbClr>
                </a:gs>
                <a:gs pos="71429">
                  <a:srgbClr val="005B8A">
                    <a:alpha val="4740"/>
                  </a:srgbClr>
                </a:gs>
                <a:gs pos="85714">
                  <a:srgbClr val="005B8A">
                    <a:alpha val="1902"/>
                  </a:srgbClr>
                </a:gs>
                <a:gs pos="100000">
                  <a:srgbClr val="005B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-10476417">
              <a:off x="2119949" y="551277"/>
              <a:ext cx="330217" cy="26480"/>
            </a:xfrm>
            <a:prstGeom prst="ellipse">
              <a:avLst/>
            </a:prstGeom>
            <a:gradFill>
              <a:gsLst>
                <a:gs pos="0">
                  <a:srgbClr val="A70066">
                    <a:alpha val="18457"/>
                  </a:srgbClr>
                </a:gs>
                <a:gs pos="14286">
                  <a:srgbClr val="A70066">
                    <a:alpha val="17100"/>
                  </a:srgbClr>
                </a:gs>
                <a:gs pos="28571">
                  <a:srgbClr val="A70066">
                    <a:alpha val="13550"/>
                  </a:srgbClr>
                </a:gs>
                <a:gs pos="42857">
                  <a:srgbClr val="A70066">
                    <a:alpha val="9109"/>
                  </a:srgbClr>
                </a:gs>
                <a:gs pos="57143">
                  <a:srgbClr val="A70066">
                    <a:alpha val="5155"/>
                  </a:srgbClr>
                </a:gs>
                <a:gs pos="71429">
                  <a:srgbClr val="A70066">
                    <a:alpha val="2447"/>
                  </a:srgbClr>
                </a:gs>
                <a:gs pos="85714">
                  <a:srgbClr val="A70066">
                    <a:alpha val="975"/>
                  </a:srgbClr>
                </a:gs>
                <a:gs pos="100000">
                  <a:srgbClr val="A70066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-9430676">
              <a:off x="1518873" y="1454814"/>
              <a:ext cx="217217" cy="592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9414020">
              <a:off x="2099017" y="590234"/>
              <a:ext cx="204918" cy="50820"/>
            </a:xfrm>
            <a:prstGeom prst="ellipse">
              <a:avLst/>
            </a:prstGeom>
            <a:gradFill>
              <a:gsLst>
                <a:gs pos="0">
                  <a:srgbClr val="74A4DC">
                    <a:alpha val="23929"/>
                  </a:srgbClr>
                </a:gs>
                <a:gs pos="14286">
                  <a:srgbClr val="74A4DC">
                    <a:alpha val="22228"/>
                  </a:srgbClr>
                </a:gs>
                <a:gs pos="28571">
                  <a:srgbClr val="74A4DC">
                    <a:alpha val="17732"/>
                  </a:srgbClr>
                </a:gs>
                <a:gs pos="42857">
                  <a:srgbClr val="74A4DC">
                    <a:alpha val="12017"/>
                  </a:srgbClr>
                </a:gs>
                <a:gs pos="57143">
                  <a:srgbClr val="74A4DC">
                    <a:alpha val="6848"/>
                  </a:srgbClr>
                </a:gs>
                <a:gs pos="71429">
                  <a:srgbClr val="74A4DC">
                    <a:alpha val="3266"/>
                  </a:srgbClr>
                </a:gs>
                <a:gs pos="85714">
                  <a:srgbClr val="74A4DC">
                    <a:alpha val="1305"/>
                  </a:srgbClr>
                </a:gs>
                <a:gs pos="100000">
                  <a:srgbClr val="74A4DC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6685559">
              <a:off x="1893850" y="972403"/>
              <a:ext cx="341633" cy="126455"/>
            </a:xfrm>
            <a:prstGeom prst="ellipse">
              <a:avLst/>
            </a:prstGeom>
            <a:gradFill>
              <a:gsLst>
                <a:gs pos="0">
                  <a:srgbClr val="CF1100">
                    <a:alpha val="32968"/>
                  </a:srgbClr>
                </a:gs>
                <a:gs pos="14286">
                  <a:srgbClr val="CF1100">
                    <a:alpha val="30764"/>
                  </a:srgbClr>
                </a:gs>
                <a:gs pos="28571">
                  <a:srgbClr val="CF1100">
                    <a:alpha val="24833"/>
                  </a:srgbClr>
                </a:gs>
                <a:gs pos="42857">
                  <a:srgbClr val="CF1100">
                    <a:alpha val="17075"/>
                  </a:srgbClr>
                </a:gs>
                <a:gs pos="57143">
                  <a:srgbClr val="CF1100">
                    <a:alpha val="9855"/>
                  </a:srgbClr>
                </a:gs>
                <a:gs pos="71429">
                  <a:srgbClr val="CF1100">
                    <a:alpha val="4740"/>
                  </a:srgbClr>
                </a:gs>
                <a:gs pos="85714">
                  <a:srgbClr val="CF1100">
                    <a:alpha val="1902"/>
                  </a:srgbClr>
                </a:gs>
                <a:gs pos="100000">
                  <a:srgbClr val="CF1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-9464973">
              <a:off x="1160265" y="656524"/>
              <a:ext cx="519684" cy="42805"/>
            </a:xfrm>
            <a:prstGeom prst="ellipse">
              <a:avLst/>
            </a:prstGeom>
            <a:gradFill>
              <a:gsLst>
                <a:gs pos="0">
                  <a:srgbClr val="87EFFF">
                    <a:alpha val="19791"/>
                  </a:srgbClr>
                </a:gs>
                <a:gs pos="14286">
                  <a:srgbClr val="87EFFF">
                    <a:alpha val="18347"/>
                  </a:srgbClr>
                </a:gs>
                <a:gs pos="28571">
                  <a:srgbClr val="87EFFF">
                    <a:alpha val="14562"/>
                  </a:srgbClr>
                </a:gs>
                <a:gs pos="42857">
                  <a:srgbClr val="87EFFF">
                    <a:alpha val="9808"/>
                  </a:srgbClr>
                </a:gs>
                <a:gs pos="57143">
                  <a:srgbClr val="87EFFF">
                    <a:alpha val="5560"/>
                  </a:srgbClr>
                </a:gs>
                <a:gs pos="71429">
                  <a:srgbClr val="87EFFF">
                    <a:alpha val="2642"/>
                  </a:srgbClr>
                </a:gs>
                <a:gs pos="85714">
                  <a:srgbClr val="87EFFF">
                    <a:alpha val="1053"/>
                  </a:srgbClr>
                </a:gs>
                <a:gs pos="100000">
                  <a:srgbClr val="87EFFF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5281755">
              <a:off x="2013127" y="689199"/>
              <a:ext cx="318827" cy="249980"/>
            </a:xfrm>
            <a:prstGeom prst="ellipse">
              <a:avLst/>
            </a:prstGeom>
            <a:gradFill>
              <a:gsLst>
                <a:gs pos="0">
                  <a:srgbClr val="94006F">
                    <a:alpha val="24497"/>
                  </a:srgbClr>
                </a:gs>
                <a:gs pos="14286">
                  <a:srgbClr val="94006F">
                    <a:alpha val="22761"/>
                  </a:srgbClr>
                </a:gs>
                <a:gs pos="28571">
                  <a:srgbClr val="94006F">
                    <a:alpha val="18170"/>
                  </a:srgbClr>
                </a:gs>
                <a:gs pos="42857">
                  <a:srgbClr val="94006F">
                    <a:alpha val="12325"/>
                  </a:srgbClr>
                </a:gs>
                <a:gs pos="57143">
                  <a:srgbClr val="94006F">
                    <a:alpha val="7029"/>
                  </a:srgbClr>
                </a:gs>
                <a:gs pos="71429">
                  <a:srgbClr val="94006F">
                    <a:alpha val="3354"/>
                  </a:srgbClr>
                </a:gs>
                <a:gs pos="85714">
                  <a:srgbClr val="94006F">
                    <a:alpha val="1340"/>
                  </a:srgbClr>
                </a:gs>
                <a:gs pos="100000">
                  <a:srgbClr val="94006F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6896070">
              <a:off x="1860450" y="736696"/>
              <a:ext cx="393235" cy="77971"/>
            </a:xfrm>
            <a:prstGeom prst="ellipse">
              <a:avLst/>
            </a:prstGeom>
            <a:gradFill>
              <a:gsLst>
                <a:gs pos="0">
                  <a:srgbClr val="A0FFFF">
                    <a:alpha val="7836"/>
                  </a:srgbClr>
                </a:gs>
                <a:gs pos="14286">
                  <a:srgbClr val="A0FFFF">
                    <a:alpha val="7226"/>
                  </a:srgbClr>
                </a:gs>
                <a:gs pos="28571">
                  <a:srgbClr val="A0FFFF">
                    <a:alpha val="5657"/>
                  </a:srgbClr>
                </a:gs>
                <a:gs pos="42857">
                  <a:srgbClr val="A0FFFF">
                    <a:alpha val="3748"/>
                  </a:srgbClr>
                </a:gs>
                <a:gs pos="57143">
                  <a:srgbClr val="A0FFFF">
                    <a:alpha val="2094"/>
                  </a:srgbClr>
                </a:gs>
                <a:gs pos="71429">
                  <a:srgbClr val="A0FFFF">
                    <a:alpha val="986"/>
                  </a:srgbClr>
                </a:gs>
                <a:gs pos="85714">
                  <a:srgbClr val="A0FFFF">
                    <a:alpha val="391"/>
                  </a:srgbClr>
                </a:gs>
                <a:gs pos="100000">
                  <a:srgbClr val="A0FFFF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-10495247">
              <a:off x="2262222" y="910298"/>
              <a:ext cx="443766" cy="38154"/>
            </a:xfrm>
            <a:prstGeom prst="ellipse">
              <a:avLst/>
            </a:prstGeom>
            <a:gradFill>
              <a:gsLst>
                <a:gs pos="0">
                  <a:srgbClr val="8F0032">
                    <a:alpha val="29343"/>
                  </a:srgbClr>
                </a:gs>
                <a:gs pos="14286">
                  <a:srgbClr val="8F0032">
                    <a:alpha val="27330"/>
                  </a:srgbClr>
                </a:gs>
                <a:gs pos="28571">
                  <a:srgbClr val="8F0032">
                    <a:alpha val="21954"/>
                  </a:srgbClr>
                </a:gs>
                <a:gs pos="42857">
                  <a:srgbClr val="8F0032">
                    <a:alpha val="15005"/>
                  </a:srgbClr>
                </a:gs>
                <a:gs pos="57143">
                  <a:srgbClr val="8F0032">
                    <a:alpha val="8615"/>
                  </a:srgbClr>
                </a:gs>
                <a:gs pos="71429">
                  <a:srgbClr val="8F0032">
                    <a:alpha val="4129"/>
                  </a:srgbClr>
                </a:gs>
                <a:gs pos="85714">
                  <a:srgbClr val="8F0032">
                    <a:alpha val="1654"/>
                  </a:srgbClr>
                </a:gs>
                <a:gs pos="100000">
                  <a:srgbClr val="8F0032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-10405202">
              <a:off x="792254" y="1507563"/>
              <a:ext cx="381254" cy="74777"/>
            </a:xfrm>
            <a:prstGeom prst="ellipse">
              <a:avLst/>
            </a:prstGeom>
            <a:gradFill>
              <a:gsLst>
                <a:gs pos="0">
                  <a:srgbClr val="EAFFEB">
                    <a:alpha val="32951"/>
                  </a:srgbClr>
                </a:gs>
                <a:gs pos="14286">
                  <a:srgbClr val="EAFFEB">
                    <a:alpha val="30748"/>
                  </a:srgbClr>
                </a:gs>
                <a:gs pos="28571">
                  <a:srgbClr val="EAFFEB">
                    <a:alpha val="24819"/>
                  </a:srgbClr>
                </a:gs>
                <a:gs pos="42857">
                  <a:srgbClr val="EAFFEB">
                    <a:alpha val="17066"/>
                  </a:srgbClr>
                </a:gs>
                <a:gs pos="57143">
                  <a:srgbClr val="EAFFEB">
                    <a:alpha val="9849"/>
                  </a:srgbClr>
                </a:gs>
                <a:gs pos="71429">
                  <a:srgbClr val="EAFFEB">
                    <a:alpha val="4737"/>
                  </a:srgbClr>
                </a:gs>
                <a:gs pos="85714">
                  <a:srgbClr val="EAFFEB">
                    <a:alpha val="1901"/>
                  </a:srgbClr>
                </a:gs>
                <a:gs pos="100000">
                  <a:srgbClr val="EAF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8832896">
              <a:off x="1254815" y="2742928"/>
              <a:ext cx="481645" cy="160268"/>
            </a:xfrm>
            <a:prstGeom prst="ellipse">
              <a:avLst/>
            </a:prstGeom>
            <a:gradFill>
              <a:gsLst>
                <a:gs pos="0">
                  <a:srgbClr val="F2FDFB">
                    <a:alpha val="31952"/>
                  </a:srgbClr>
                </a:gs>
                <a:gs pos="14286">
                  <a:srgbClr val="F2FDFB">
                    <a:alpha val="29799"/>
                  </a:srgbClr>
                </a:gs>
                <a:gs pos="28571">
                  <a:srgbClr val="F2FDFB">
                    <a:alpha val="24021"/>
                  </a:srgbClr>
                </a:gs>
                <a:gs pos="42857">
                  <a:srgbClr val="F2FDFB">
                    <a:alpha val="16489"/>
                  </a:srgbClr>
                </a:gs>
                <a:gs pos="57143">
                  <a:srgbClr val="F2FDFB">
                    <a:alpha val="9502"/>
                  </a:srgbClr>
                </a:gs>
                <a:gs pos="71429">
                  <a:srgbClr val="F2FDFB">
                    <a:alpha val="4566"/>
                  </a:srgbClr>
                </a:gs>
                <a:gs pos="85714">
                  <a:srgbClr val="F2FDFB">
                    <a:alpha val="1831"/>
                  </a:srgbClr>
                </a:gs>
                <a:gs pos="100000">
                  <a:srgbClr val="F2FDFB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-10611803">
              <a:off x="711959" y="1562897"/>
              <a:ext cx="479666" cy="39701"/>
            </a:xfrm>
            <a:prstGeom prst="ellipse">
              <a:avLst/>
            </a:prstGeom>
            <a:gradFill>
              <a:gsLst>
                <a:gs pos="0">
                  <a:srgbClr val="1F0070">
                    <a:alpha val="32465"/>
                  </a:srgbClr>
                </a:gs>
                <a:gs pos="14286">
                  <a:srgbClr val="1F0070">
                    <a:alpha val="30286"/>
                  </a:srgbClr>
                </a:gs>
                <a:gs pos="28571">
                  <a:srgbClr val="1F0070">
                    <a:alpha val="24431"/>
                  </a:srgbClr>
                </a:gs>
                <a:gs pos="42857">
                  <a:srgbClr val="1F0070">
                    <a:alpha val="16784"/>
                  </a:srgbClr>
                </a:gs>
                <a:gs pos="57143">
                  <a:srgbClr val="1F0070">
                    <a:alpha val="9680"/>
                  </a:srgbClr>
                </a:gs>
                <a:gs pos="71429">
                  <a:srgbClr val="1F0070">
                    <a:alpha val="4654"/>
                  </a:srgbClr>
                </a:gs>
                <a:gs pos="85714">
                  <a:srgbClr val="1F0070">
                    <a:alpha val="1867"/>
                  </a:srgbClr>
                </a:gs>
                <a:gs pos="100000">
                  <a:srgbClr val="1F007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-9890636">
              <a:off x="1497280" y="1765088"/>
              <a:ext cx="475399" cy="265751"/>
            </a:xfrm>
            <a:prstGeom prst="ellipse">
              <a:avLst/>
            </a:prstGeom>
            <a:gradFill>
              <a:gsLst>
                <a:gs pos="0">
                  <a:srgbClr val="440066">
                    <a:alpha val="28256"/>
                  </a:srgbClr>
                </a:gs>
                <a:gs pos="14286">
                  <a:srgbClr val="440066">
                    <a:alpha val="26303"/>
                  </a:srgbClr>
                </a:gs>
                <a:gs pos="28571">
                  <a:srgbClr val="440066">
                    <a:alpha val="21099"/>
                  </a:srgbClr>
                </a:gs>
                <a:gs pos="42857">
                  <a:srgbClr val="440066">
                    <a:alpha val="14396"/>
                  </a:srgbClr>
                </a:gs>
                <a:gs pos="57143">
                  <a:srgbClr val="440066">
                    <a:alpha val="8253"/>
                  </a:srgbClr>
                </a:gs>
                <a:gs pos="71429">
                  <a:srgbClr val="440066">
                    <a:alpha val="3952"/>
                  </a:srgbClr>
                </a:gs>
                <a:gs pos="85714">
                  <a:srgbClr val="440066">
                    <a:alpha val="1582"/>
                  </a:srgbClr>
                </a:gs>
                <a:gs pos="100000">
                  <a:srgbClr val="440066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6171504">
              <a:off x="1948316" y="856905"/>
              <a:ext cx="363346" cy="356549"/>
            </a:xfrm>
            <a:prstGeom prst="ellipse">
              <a:avLst/>
            </a:prstGeom>
            <a:gradFill>
              <a:gsLst>
                <a:gs pos="0">
                  <a:srgbClr val="000000">
                    <a:alpha val="4535"/>
                  </a:srgbClr>
                </a:gs>
                <a:gs pos="14286">
                  <a:srgbClr val="000000">
                    <a:alpha val="4176"/>
                  </a:srgbClr>
                </a:gs>
                <a:gs pos="28571">
                  <a:srgbClr val="000000">
                    <a:alpha val="3258"/>
                  </a:srgbClr>
                </a:gs>
                <a:gs pos="42857">
                  <a:srgbClr val="000000">
                    <a:alpha val="2149"/>
                  </a:srgbClr>
                </a:gs>
                <a:gs pos="57143">
                  <a:srgbClr val="000000">
                    <a:alpha val="1197"/>
                  </a:srgbClr>
                </a:gs>
                <a:gs pos="71429">
                  <a:srgbClr val="000000">
                    <a:alpha val="562"/>
                  </a:srgbClr>
                </a:gs>
                <a:gs pos="85714">
                  <a:srgbClr val="000000">
                    <a:alpha val="223"/>
                  </a:srgbClr>
                </a:gs>
                <a:gs pos="100000">
                  <a:srgbClr val="00000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8571872">
              <a:off x="462699" y="3096264"/>
              <a:ext cx="426232" cy="318417"/>
            </a:xfrm>
            <a:prstGeom prst="ellipse">
              <a:avLst/>
            </a:prstGeom>
            <a:gradFill>
              <a:gsLst>
                <a:gs pos="0">
                  <a:srgbClr val="F683FF">
                    <a:alpha val="6104"/>
                  </a:srgbClr>
                </a:gs>
                <a:gs pos="14286">
                  <a:srgbClr val="F683FF">
                    <a:alpha val="5624"/>
                  </a:srgbClr>
                </a:gs>
                <a:gs pos="28571">
                  <a:srgbClr val="F683FF">
                    <a:alpha val="4395"/>
                  </a:srgbClr>
                </a:gs>
                <a:gs pos="42857">
                  <a:srgbClr val="F683FF">
                    <a:alpha val="2905"/>
                  </a:srgbClr>
                </a:gs>
                <a:gs pos="57143">
                  <a:srgbClr val="F683FF">
                    <a:alpha val="1620"/>
                  </a:srgbClr>
                </a:gs>
                <a:gs pos="71429">
                  <a:srgbClr val="F683FF">
                    <a:alpha val="762"/>
                  </a:srgbClr>
                </a:gs>
                <a:gs pos="85714">
                  <a:srgbClr val="F683FF">
                    <a:alpha val="302"/>
                  </a:srgbClr>
                </a:gs>
                <a:gs pos="100000">
                  <a:srgbClr val="F683FF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-10397677">
              <a:off x="852207" y="1503404"/>
              <a:ext cx="461067" cy="194498"/>
            </a:xfrm>
            <a:prstGeom prst="ellipse">
              <a:avLst/>
            </a:prstGeom>
            <a:gradFill>
              <a:gsLst>
                <a:gs pos="0">
                  <a:srgbClr val="00FFFF">
                    <a:alpha val="8789"/>
                  </a:srgbClr>
                </a:gs>
                <a:gs pos="14286">
                  <a:srgbClr val="00FFFF">
                    <a:alpha val="8108"/>
                  </a:srgbClr>
                </a:gs>
                <a:gs pos="28571">
                  <a:srgbClr val="00FFFF">
                    <a:alpha val="6355"/>
                  </a:srgbClr>
                </a:gs>
                <a:gs pos="42857">
                  <a:srgbClr val="00FFFF">
                    <a:alpha val="4215"/>
                  </a:srgbClr>
                </a:gs>
                <a:gs pos="57143">
                  <a:srgbClr val="00FFFF">
                    <a:alpha val="2358"/>
                  </a:srgbClr>
                </a:gs>
                <a:gs pos="71429">
                  <a:srgbClr val="00FFFF">
                    <a:alpha val="1111"/>
                  </a:srgbClr>
                </a:gs>
                <a:gs pos="85714">
                  <a:srgbClr val="00FFFF">
                    <a:alpha val="441"/>
                  </a:srgbClr>
                </a:gs>
                <a:gs pos="100000">
                  <a:srgbClr val="00FFFF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6082584">
              <a:off x="2451661" y="1204024"/>
              <a:ext cx="302613" cy="157610"/>
            </a:xfrm>
            <a:prstGeom prst="ellipse">
              <a:avLst/>
            </a:prstGeom>
            <a:gradFill>
              <a:gsLst>
                <a:gs pos="0">
                  <a:srgbClr val="7CCBFF">
                    <a:alpha val="27914"/>
                  </a:srgbClr>
                </a:gs>
                <a:gs pos="14286">
                  <a:srgbClr val="7CCBFF">
                    <a:alpha val="25980"/>
                  </a:srgbClr>
                </a:gs>
                <a:gs pos="28571">
                  <a:srgbClr val="7CCBFF">
                    <a:alpha val="20831"/>
                  </a:srgbClr>
                </a:gs>
                <a:gs pos="42857">
                  <a:srgbClr val="7CCBFF">
                    <a:alpha val="14205"/>
                  </a:srgbClr>
                </a:gs>
                <a:gs pos="57143">
                  <a:srgbClr val="7CCBFF">
                    <a:alpha val="8139"/>
                  </a:srgbClr>
                </a:gs>
                <a:gs pos="71429">
                  <a:srgbClr val="7CCBFF">
                    <a:alpha val="3896"/>
                  </a:srgbClr>
                </a:gs>
                <a:gs pos="85714">
                  <a:srgbClr val="7CCBFF">
                    <a:alpha val="1559"/>
                  </a:srgbClr>
                </a:gs>
                <a:gs pos="100000">
                  <a:srgbClr val="7CCBFF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3694389">
              <a:off x="1952453" y="1444746"/>
              <a:ext cx="389791" cy="127299"/>
            </a:xfrm>
            <a:prstGeom prst="ellipse">
              <a:avLst/>
            </a:prstGeom>
            <a:gradFill>
              <a:gsLst>
                <a:gs pos="0">
                  <a:srgbClr val="0085E4">
                    <a:alpha val="18996"/>
                  </a:srgbClr>
                </a:gs>
                <a:gs pos="14286">
                  <a:srgbClr val="0085E4">
                    <a:alpha val="17604"/>
                  </a:srgbClr>
                </a:gs>
                <a:gs pos="28571">
                  <a:srgbClr val="0085E4">
                    <a:alpha val="13959"/>
                  </a:srgbClr>
                </a:gs>
                <a:gs pos="42857">
                  <a:srgbClr val="0085E4">
                    <a:alpha val="9391"/>
                  </a:srgbClr>
                </a:gs>
                <a:gs pos="57143">
                  <a:srgbClr val="0085E4">
                    <a:alpha val="5318"/>
                  </a:srgbClr>
                </a:gs>
                <a:gs pos="71429">
                  <a:srgbClr val="0085E4">
                    <a:alpha val="2525"/>
                  </a:srgbClr>
                </a:gs>
                <a:gs pos="85714">
                  <a:srgbClr val="0085E4">
                    <a:alpha val="1006"/>
                  </a:srgbClr>
                </a:gs>
                <a:gs pos="100000">
                  <a:srgbClr val="0085E4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6194901">
              <a:off x="-171175" y="1555742"/>
              <a:ext cx="444752" cy="379429"/>
            </a:xfrm>
            <a:prstGeom prst="ellipse">
              <a:avLst/>
            </a:prstGeom>
            <a:gradFill>
              <a:gsLst>
                <a:gs pos="0">
                  <a:srgbClr val="BE6CA0">
                    <a:alpha val="4804"/>
                  </a:srgbClr>
                </a:gs>
                <a:gs pos="14286">
                  <a:srgbClr val="BE6CA0">
                    <a:alpha val="4424"/>
                  </a:srgbClr>
                </a:gs>
                <a:gs pos="28571">
                  <a:srgbClr val="BE6CA0">
                    <a:alpha val="3452"/>
                  </a:srgbClr>
                </a:gs>
                <a:gs pos="42857">
                  <a:srgbClr val="BE6CA0">
                    <a:alpha val="2278"/>
                  </a:srgbClr>
                </a:gs>
                <a:gs pos="57143">
                  <a:srgbClr val="BE6CA0">
                    <a:alpha val="1269"/>
                  </a:srgbClr>
                </a:gs>
                <a:gs pos="71429">
                  <a:srgbClr val="BE6CA0">
                    <a:alpha val="596"/>
                  </a:srgbClr>
                </a:gs>
                <a:gs pos="85714">
                  <a:srgbClr val="BE6CA0">
                    <a:alpha val="236"/>
                  </a:srgbClr>
                </a:gs>
                <a:gs pos="100000">
                  <a:srgbClr val="BE6CA0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8761342">
              <a:off x="1056170" y="1051554"/>
              <a:ext cx="252963" cy="217064"/>
            </a:xfrm>
            <a:prstGeom prst="ellipse">
              <a:avLst/>
            </a:prstGeom>
            <a:gradFill>
              <a:gsLst>
                <a:gs pos="0">
                  <a:srgbClr val="000078">
                    <a:alpha val="7695"/>
                  </a:srgbClr>
                </a:gs>
                <a:gs pos="14286">
                  <a:srgbClr val="000078">
                    <a:alpha val="7095"/>
                  </a:srgbClr>
                </a:gs>
                <a:gs pos="28571">
                  <a:srgbClr val="000078">
                    <a:alpha val="5554"/>
                  </a:srgbClr>
                </a:gs>
                <a:gs pos="42857">
                  <a:srgbClr val="000078">
                    <a:alpha val="3679"/>
                  </a:srgbClr>
                </a:gs>
                <a:gs pos="57143">
                  <a:srgbClr val="000078">
                    <a:alpha val="2055"/>
                  </a:srgbClr>
                </a:gs>
                <a:gs pos="71429">
                  <a:srgbClr val="000078">
                    <a:alpha val="967"/>
                  </a:srgbClr>
                </a:gs>
                <a:gs pos="85714">
                  <a:srgbClr val="000078">
                    <a:alpha val="384"/>
                  </a:srgbClr>
                </a:gs>
                <a:gs pos="100000">
                  <a:srgbClr val="000078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-9494468">
              <a:off x="647883" y="742862"/>
              <a:ext cx="460634" cy="82850"/>
            </a:xfrm>
            <a:prstGeom prst="ellipse">
              <a:avLst/>
            </a:prstGeom>
            <a:gradFill>
              <a:gsLst>
                <a:gs pos="0">
                  <a:srgbClr val="B70000">
                    <a:alpha val="24276"/>
                  </a:srgbClr>
                </a:gs>
                <a:gs pos="14286">
                  <a:srgbClr val="B70000">
                    <a:alpha val="22554"/>
                  </a:srgbClr>
                </a:gs>
                <a:gs pos="28571">
                  <a:srgbClr val="B70000">
                    <a:alpha val="18000"/>
                  </a:srgbClr>
                </a:gs>
                <a:gs pos="42857">
                  <a:srgbClr val="B70000">
                    <a:alpha val="12205"/>
                  </a:srgbClr>
                </a:gs>
                <a:gs pos="57143">
                  <a:srgbClr val="B70000">
                    <a:alpha val="6959"/>
                  </a:srgbClr>
                </a:gs>
                <a:gs pos="71429">
                  <a:srgbClr val="B70000">
                    <a:alpha val="3320"/>
                  </a:srgbClr>
                </a:gs>
                <a:gs pos="85714">
                  <a:srgbClr val="B70000">
                    <a:alpha val="1326"/>
                  </a:srgbClr>
                </a:gs>
                <a:gs pos="100000">
                  <a:srgbClr val="B70000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4554855">
              <a:off x="1460625" y="725406"/>
              <a:ext cx="223653" cy="191158"/>
            </a:xfrm>
            <a:prstGeom prst="ellipse">
              <a:avLst/>
            </a:prstGeom>
            <a:gradFill>
              <a:gsLst>
                <a:gs pos="0">
                  <a:srgbClr val="5200F2">
                    <a:alpha val="4205"/>
                  </a:srgbClr>
                </a:gs>
                <a:gs pos="14286">
                  <a:srgbClr val="5200F2">
                    <a:alpha val="3871"/>
                  </a:srgbClr>
                </a:gs>
                <a:gs pos="28571">
                  <a:srgbClr val="5200F2">
                    <a:alpha val="3019"/>
                  </a:srgbClr>
                </a:gs>
                <a:gs pos="42857">
                  <a:srgbClr val="5200F2">
                    <a:alpha val="1991"/>
                  </a:srgbClr>
                </a:gs>
                <a:gs pos="57143">
                  <a:srgbClr val="5200F2">
                    <a:alpha val="1108"/>
                  </a:srgbClr>
                </a:gs>
                <a:gs pos="71429">
                  <a:srgbClr val="5200F2">
                    <a:alpha val="520"/>
                  </a:srgbClr>
                </a:gs>
                <a:gs pos="85714">
                  <a:srgbClr val="5200F2">
                    <a:alpha val="206"/>
                  </a:srgbClr>
                </a:gs>
                <a:gs pos="100000">
                  <a:srgbClr val="5200F2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7756578">
              <a:off x="804378" y="1334964"/>
              <a:ext cx="225024" cy="192432"/>
            </a:xfrm>
            <a:prstGeom prst="ellipse">
              <a:avLst/>
            </a:prstGeom>
            <a:gradFill>
              <a:gsLst>
                <a:gs pos="0">
                  <a:srgbClr val="009D40">
                    <a:alpha val="9191"/>
                  </a:srgbClr>
                </a:gs>
                <a:gs pos="14286">
                  <a:srgbClr val="009D40">
                    <a:alpha val="8480"/>
                  </a:srgbClr>
                </a:gs>
                <a:gs pos="28571">
                  <a:srgbClr val="009D40">
                    <a:alpha val="6649"/>
                  </a:srgbClr>
                </a:gs>
                <a:gs pos="42857">
                  <a:srgbClr val="009D40">
                    <a:alpha val="4413"/>
                  </a:srgbClr>
                </a:gs>
                <a:gs pos="57143">
                  <a:srgbClr val="009D40">
                    <a:alpha val="2470"/>
                  </a:srgbClr>
                </a:gs>
                <a:gs pos="71429">
                  <a:srgbClr val="009D40">
                    <a:alpha val="1164"/>
                  </a:srgbClr>
                </a:gs>
                <a:gs pos="85714">
                  <a:srgbClr val="009D40">
                    <a:alpha val="462"/>
                  </a:srgbClr>
                </a:gs>
                <a:gs pos="100000">
                  <a:srgbClr val="009D40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2781483">
              <a:off x="821596" y="1356966"/>
              <a:ext cx="249567" cy="230182"/>
            </a:xfrm>
            <a:prstGeom prst="ellipse">
              <a:avLst/>
            </a:prstGeom>
            <a:gradFill>
              <a:gsLst>
                <a:gs pos="0">
                  <a:srgbClr val="001C00">
                    <a:alpha val="16252"/>
                  </a:srgbClr>
                </a:gs>
                <a:gs pos="14286">
                  <a:srgbClr val="001C00">
                    <a:alpha val="15042"/>
                  </a:srgbClr>
                </a:gs>
                <a:gs pos="28571">
                  <a:srgbClr val="001C00">
                    <a:alpha val="11889"/>
                  </a:srgbClr>
                </a:gs>
                <a:gs pos="42857">
                  <a:srgbClr val="001C00">
                    <a:alpha val="7967"/>
                  </a:srgbClr>
                </a:gs>
                <a:gs pos="57143">
                  <a:srgbClr val="001C00">
                    <a:alpha val="4496"/>
                  </a:srgbClr>
                </a:gs>
                <a:gs pos="71429">
                  <a:srgbClr val="001C00">
                    <a:alpha val="2130"/>
                  </a:srgbClr>
                </a:gs>
                <a:gs pos="85714">
                  <a:srgbClr val="001C00">
                    <a:alpha val="848"/>
                  </a:srgbClr>
                </a:gs>
                <a:gs pos="100000">
                  <a:srgbClr val="001C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7892969">
              <a:off x="2340240" y="1244752"/>
              <a:ext cx="427899" cy="72035"/>
            </a:xfrm>
            <a:prstGeom prst="ellipse">
              <a:avLst/>
            </a:prstGeom>
            <a:gradFill>
              <a:gsLst>
                <a:gs pos="0">
                  <a:srgbClr val="559FFF">
                    <a:alpha val="32968"/>
                  </a:srgbClr>
                </a:gs>
                <a:gs pos="14286">
                  <a:srgbClr val="559FFF">
                    <a:alpha val="30764"/>
                  </a:srgbClr>
                </a:gs>
                <a:gs pos="28571">
                  <a:srgbClr val="559FFF">
                    <a:alpha val="24833"/>
                  </a:srgbClr>
                </a:gs>
                <a:gs pos="42857">
                  <a:srgbClr val="559FFF">
                    <a:alpha val="17075"/>
                  </a:srgbClr>
                </a:gs>
                <a:gs pos="57143">
                  <a:srgbClr val="559FFF">
                    <a:alpha val="9855"/>
                  </a:srgbClr>
                </a:gs>
                <a:gs pos="71429">
                  <a:srgbClr val="559FFF">
                    <a:alpha val="4740"/>
                  </a:srgbClr>
                </a:gs>
                <a:gs pos="85714">
                  <a:srgbClr val="559FFF">
                    <a:alpha val="1902"/>
                  </a:srgbClr>
                </a:gs>
                <a:gs pos="100000">
                  <a:srgbClr val="559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8727184">
              <a:off x="1762519" y="780869"/>
              <a:ext cx="346186" cy="28163"/>
            </a:xfrm>
            <a:prstGeom prst="ellipse">
              <a:avLst/>
            </a:prstGeom>
            <a:gradFill>
              <a:gsLst>
                <a:gs pos="0">
                  <a:srgbClr val="003C93">
                    <a:alpha val="31070"/>
                  </a:srgbClr>
                </a:gs>
                <a:gs pos="14286">
                  <a:srgbClr val="003C93">
                    <a:alpha val="28964"/>
                  </a:srgbClr>
                </a:gs>
                <a:gs pos="28571">
                  <a:srgbClr val="003C93">
                    <a:alpha val="23320"/>
                  </a:srgbClr>
                </a:gs>
                <a:gs pos="42857">
                  <a:srgbClr val="003C93">
                    <a:alpha val="15984"/>
                  </a:srgbClr>
                </a:gs>
                <a:gs pos="57143">
                  <a:srgbClr val="003C93">
                    <a:alpha val="9200"/>
                  </a:srgbClr>
                </a:gs>
                <a:gs pos="71429">
                  <a:srgbClr val="003C93">
                    <a:alpha val="4417"/>
                  </a:srgbClr>
                </a:gs>
                <a:gs pos="85714">
                  <a:srgbClr val="003C93">
                    <a:alpha val="1770"/>
                  </a:srgbClr>
                </a:gs>
                <a:gs pos="100000">
                  <a:srgbClr val="003C93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3074793">
              <a:off x="1266539" y="1559235"/>
              <a:ext cx="255430" cy="203719"/>
            </a:xfrm>
            <a:prstGeom prst="ellipse">
              <a:avLst/>
            </a:prstGeom>
            <a:gradFill>
              <a:gsLst>
                <a:gs pos="0">
                  <a:srgbClr val="001B88">
                    <a:alpha val="31506"/>
                  </a:srgbClr>
                </a:gs>
                <a:gs pos="14286">
                  <a:srgbClr val="001B88">
                    <a:alpha val="29377"/>
                  </a:srgbClr>
                </a:gs>
                <a:gs pos="28571">
                  <a:srgbClr val="001B88">
                    <a:alpha val="23667"/>
                  </a:srgbClr>
                </a:gs>
                <a:gs pos="42857">
                  <a:srgbClr val="001B88">
                    <a:alpha val="16234"/>
                  </a:srgbClr>
                </a:gs>
                <a:gs pos="57143">
                  <a:srgbClr val="001B88">
                    <a:alpha val="9349"/>
                  </a:srgbClr>
                </a:gs>
                <a:gs pos="71429">
                  <a:srgbClr val="001B88">
                    <a:alpha val="4491"/>
                  </a:srgbClr>
                </a:gs>
                <a:gs pos="85714">
                  <a:srgbClr val="001B88">
                    <a:alpha val="1800"/>
                  </a:srgbClr>
                </a:gs>
                <a:gs pos="100000">
                  <a:srgbClr val="001B88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2761268">
              <a:off x="654420" y="1287186"/>
              <a:ext cx="559117" cy="198151"/>
            </a:xfrm>
            <a:prstGeom prst="ellipse">
              <a:avLst/>
            </a:prstGeom>
            <a:gradFill>
              <a:gsLst>
                <a:gs pos="0">
                  <a:srgbClr val="001600">
                    <a:alpha val="32968"/>
                  </a:srgbClr>
                </a:gs>
                <a:gs pos="14286">
                  <a:srgbClr val="001600">
                    <a:alpha val="30764"/>
                  </a:srgbClr>
                </a:gs>
                <a:gs pos="28571">
                  <a:srgbClr val="001600">
                    <a:alpha val="24833"/>
                  </a:srgbClr>
                </a:gs>
                <a:gs pos="42857">
                  <a:srgbClr val="001600">
                    <a:alpha val="17075"/>
                  </a:srgbClr>
                </a:gs>
                <a:gs pos="57143">
                  <a:srgbClr val="001600">
                    <a:alpha val="9855"/>
                  </a:srgbClr>
                </a:gs>
                <a:gs pos="71429">
                  <a:srgbClr val="001600">
                    <a:alpha val="4740"/>
                  </a:srgbClr>
                </a:gs>
                <a:gs pos="85714">
                  <a:srgbClr val="001600">
                    <a:alpha val="1902"/>
                  </a:srgbClr>
                </a:gs>
                <a:gs pos="100000">
                  <a:srgbClr val="00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-10552873">
              <a:off x="1618943" y="1403111"/>
              <a:ext cx="621393" cy="284992"/>
            </a:xfrm>
            <a:prstGeom prst="ellipse">
              <a:avLst/>
            </a:prstGeom>
            <a:gradFill>
              <a:gsLst>
                <a:gs pos="0">
                  <a:srgbClr val="00B7F4">
                    <a:alpha val="17224"/>
                  </a:srgbClr>
                </a:gs>
                <a:gs pos="14286">
                  <a:srgbClr val="00B7F4">
                    <a:alpha val="15949"/>
                  </a:srgbClr>
                </a:gs>
                <a:gs pos="28571">
                  <a:srgbClr val="00B7F4">
                    <a:alpha val="12620"/>
                  </a:srgbClr>
                </a:gs>
                <a:gs pos="42857">
                  <a:srgbClr val="00B7F4">
                    <a:alpha val="8468"/>
                  </a:srgbClr>
                </a:gs>
                <a:gs pos="57143">
                  <a:srgbClr val="00B7F4">
                    <a:alpha val="4785"/>
                  </a:srgbClr>
                </a:gs>
                <a:gs pos="71429">
                  <a:srgbClr val="00B7F4">
                    <a:alpha val="2269"/>
                  </a:srgbClr>
                </a:gs>
                <a:gs pos="85714">
                  <a:srgbClr val="00B7F4">
                    <a:alpha val="903"/>
                  </a:srgbClr>
                </a:gs>
                <a:gs pos="100000">
                  <a:srgbClr val="00B7F4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5459864">
              <a:off x="755815" y="964808"/>
              <a:ext cx="592165" cy="2610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-10481253">
              <a:off x="1664621" y="934659"/>
              <a:ext cx="351688" cy="36414"/>
            </a:xfrm>
            <a:prstGeom prst="ellipse">
              <a:avLst/>
            </a:prstGeom>
            <a:gradFill>
              <a:gsLst>
                <a:gs pos="0">
                  <a:srgbClr val="003A8A">
                    <a:alpha val="9898"/>
                  </a:srgbClr>
                </a:gs>
                <a:gs pos="14286">
                  <a:srgbClr val="003A8A">
                    <a:alpha val="9136"/>
                  </a:srgbClr>
                </a:gs>
                <a:gs pos="28571">
                  <a:srgbClr val="003A8A">
                    <a:alpha val="7169"/>
                  </a:srgbClr>
                </a:gs>
                <a:gs pos="42857">
                  <a:srgbClr val="003A8A">
                    <a:alpha val="4762"/>
                  </a:srgbClr>
                </a:gs>
                <a:gs pos="57143">
                  <a:srgbClr val="003A8A">
                    <a:alpha val="2667"/>
                  </a:srgbClr>
                </a:gs>
                <a:gs pos="71429">
                  <a:srgbClr val="003A8A">
                    <a:alpha val="1258"/>
                  </a:srgbClr>
                </a:gs>
                <a:gs pos="85714">
                  <a:srgbClr val="003A8A">
                    <a:alpha val="499"/>
                  </a:srgbClr>
                </a:gs>
                <a:gs pos="100000">
                  <a:srgbClr val="003A8A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10743366">
              <a:off x="1407330" y="1400319"/>
              <a:ext cx="434926" cy="29916"/>
            </a:xfrm>
            <a:prstGeom prst="ellipse">
              <a:avLst/>
            </a:prstGeom>
            <a:gradFill>
              <a:gsLst>
                <a:gs pos="0">
                  <a:srgbClr val="005FA0">
                    <a:alpha val="32968"/>
                  </a:srgbClr>
                </a:gs>
                <a:gs pos="14286">
                  <a:srgbClr val="005FA0">
                    <a:alpha val="30764"/>
                  </a:srgbClr>
                </a:gs>
                <a:gs pos="28571">
                  <a:srgbClr val="005FA0">
                    <a:alpha val="24833"/>
                  </a:srgbClr>
                </a:gs>
                <a:gs pos="42857">
                  <a:srgbClr val="005FA0">
                    <a:alpha val="17075"/>
                  </a:srgbClr>
                </a:gs>
                <a:gs pos="57143">
                  <a:srgbClr val="005FA0">
                    <a:alpha val="9855"/>
                  </a:srgbClr>
                </a:gs>
                <a:gs pos="71429">
                  <a:srgbClr val="005FA0">
                    <a:alpha val="4740"/>
                  </a:srgbClr>
                </a:gs>
                <a:gs pos="85714">
                  <a:srgbClr val="005FA0">
                    <a:alpha val="1902"/>
                  </a:srgbClr>
                </a:gs>
                <a:gs pos="100000">
                  <a:srgbClr val="005F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10794802">
              <a:off x="1489464" y="950052"/>
              <a:ext cx="439558" cy="31631"/>
            </a:xfrm>
            <a:prstGeom prst="ellipse">
              <a:avLst/>
            </a:prstGeom>
            <a:gradFill>
              <a:gsLst>
                <a:gs pos="0">
                  <a:srgbClr val="154C36">
                    <a:alpha val="25700"/>
                  </a:srgbClr>
                </a:gs>
                <a:gs pos="14286">
                  <a:srgbClr val="154C36">
                    <a:alpha val="23893"/>
                  </a:srgbClr>
                </a:gs>
                <a:gs pos="28571">
                  <a:srgbClr val="154C36">
                    <a:alpha val="19103"/>
                  </a:srgbClr>
                </a:gs>
                <a:gs pos="42857">
                  <a:srgbClr val="154C36">
                    <a:alpha val="12982"/>
                  </a:srgbClr>
                </a:gs>
                <a:gs pos="57143">
                  <a:srgbClr val="154C36">
                    <a:alpha val="7416"/>
                  </a:srgbClr>
                </a:gs>
                <a:gs pos="71429">
                  <a:srgbClr val="154C36">
                    <a:alpha val="3542"/>
                  </a:srgbClr>
                </a:gs>
                <a:gs pos="85714">
                  <a:srgbClr val="154C36">
                    <a:alpha val="1416"/>
                  </a:srgbClr>
                </a:gs>
                <a:gs pos="100000">
                  <a:srgbClr val="154C36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10053670">
              <a:off x="1401211" y="1522831"/>
              <a:ext cx="401303" cy="57349"/>
            </a:xfrm>
            <a:prstGeom prst="ellipse">
              <a:avLst/>
            </a:prstGeom>
            <a:gradFill>
              <a:gsLst>
                <a:gs pos="0">
                  <a:srgbClr val="B3CFFF">
                    <a:alpha val="32968"/>
                  </a:srgbClr>
                </a:gs>
                <a:gs pos="14286">
                  <a:srgbClr val="B3CFFF">
                    <a:alpha val="30764"/>
                  </a:srgbClr>
                </a:gs>
                <a:gs pos="28571">
                  <a:srgbClr val="B3CFFF">
                    <a:alpha val="24833"/>
                  </a:srgbClr>
                </a:gs>
                <a:gs pos="42857">
                  <a:srgbClr val="B3CFFF">
                    <a:alpha val="17075"/>
                  </a:srgbClr>
                </a:gs>
                <a:gs pos="57143">
                  <a:srgbClr val="B3CFFF">
                    <a:alpha val="9855"/>
                  </a:srgbClr>
                </a:gs>
                <a:gs pos="71429">
                  <a:srgbClr val="B3CFFF">
                    <a:alpha val="4740"/>
                  </a:srgbClr>
                </a:gs>
                <a:gs pos="85714">
                  <a:srgbClr val="B3CFFF">
                    <a:alpha val="1902"/>
                  </a:srgbClr>
                </a:gs>
                <a:gs pos="100000">
                  <a:srgbClr val="B3C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9577197">
              <a:off x="146169" y="3183576"/>
              <a:ext cx="561335" cy="99489"/>
            </a:xfrm>
            <a:prstGeom prst="ellipse">
              <a:avLst/>
            </a:prstGeom>
            <a:gradFill>
              <a:gsLst>
                <a:gs pos="0">
                  <a:srgbClr val="E0D7FF">
                    <a:alpha val="32968"/>
                  </a:srgbClr>
                </a:gs>
                <a:gs pos="14286">
                  <a:srgbClr val="E0D7FF">
                    <a:alpha val="30764"/>
                  </a:srgbClr>
                </a:gs>
                <a:gs pos="28571">
                  <a:srgbClr val="E0D7FF">
                    <a:alpha val="24833"/>
                  </a:srgbClr>
                </a:gs>
                <a:gs pos="42857">
                  <a:srgbClr val="E0D7FF">
                    <a:alpha val="17075"/>
                  </a:srgbClr>
                </a:gs>
                <a:gs pos="57143">
                  <a:srgbClr val="E0D7FF">
                    <a:alpha val="9855"/>
                  </a:srgbClr>
                </a:gs>
                <a:gs pos="71429">
                  <a:srgbClr val="E0D7FF">
                    <a:alpha val="4740"/>
                  </a:srgbClr>
                </a:gs>
                <a:gs pos="85714">
                  <a:srgbClr val="E0D7FF">
                    <a:alpha val="1902"/>
                  </a:srgbClr>
                </a:gs>
                <a:gs pos="100000">
                  <a:srgbClr val="E0D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10654209">
              <a:off x="1707714" y="1590832"/>
              <a:ext cx="572393" cy="314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3337900">
              <a:off x="1641665" y="577162"/>
              <a:ext cx="221611" cy="52894"/>
            </a:xfrm>
            <a:prstGeom prst="ellipse">
              <a:avLst/>
            </a:prstGeom>
            <a:gradFill>
              <a:gsLst>
                <a:gs pos="0">
                  <a:srgbClr val="000068">
                    <a:alpha val="32968"/>
                  </a:srgbClr>
                </a:gs>
                <a:gs pos="14286">
                  <a:srgbClr val="000068">
                    <a:alpha val="30764"/>
                  </a:srgbClr>
                </a:gs>
                <a:gs pos="28571">
                  <a:srgbClr val="000068">
                    <a:alpha val="24833"/>
                  </a:srgbClr>
                </a:gs>
                <a:gs pos="42857">
                  <a:srgbClr val="000068">
                    <a:alpha val="17075"/>
                  </a:srgbClr>
                </a:gs>
                <a:gs pos="57143">
                  <a:srgbClr val="000068">
                    <a:alpha val="9855"/>
                  </a:srgbClr>
                </a:gs>
                <a:gs pos="71429">
                  <a:srgbClr val="000068">
                    <a:alpha val="4740"/>
                  </a:srgbClr>
                </a:gs>
                <a:gs pos="85714">
                  <a:srgbClr val="000068">
                    <a:alpha val="1902"/>
                  </a:srgbClr>
                </a:gs>
                <a:gs pos="100000">
                  <a:srgbClr val="0000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9399126">
              <a:off x="1868260" y="733060"/>
              <a:ext cx="323256" cy="42386"/>
            </a:xfrm>
            <a:prstGeom prst="ellipse">
              <a:avLst/>
            </a:prstGeom>
            <a:gradFill>
              <a:gsLst>
                <a:gs pos="0">
                  <a:srgbClr val="FDE7FF">
                    <a:alpha val="16091"/>
                  </a:srgbClr>
                </a:gs>
                <a:gs pos="14286">
                  <a:srgbClr val="FDE7FF">
                    <a:alpha val="14892"/>
                  </a:srgbClr>
                </a:gs>
                <a:gs pos="28571">
                  <a:srgbClr val="FDE7FF">
                    <a:alpha val="11768"/>
                  </a:srgbClr>
                </a:gs>
                <a:gs pos="42857">
                  <a:srgbClr val="FDE7FF">
                    <a:alpha val="7884"/>
                  </a:srgbClr>
                </a:gs>
                <a:gs pos="57143">
                  <a:srgbClr val="FDE7FF">
                    <a:alpha val="4449"/>
                  </a:srgbClr>
                </a:gs>
                <a:gs pos="71429">
                  <a:srgbClr val="FDE7FF">
                    <a:alpha val="2108"/>
                  </a:srgbClr>
                </a:gs>
                <a:gs pos="85714">
                  <a:srgbClr val="FDE7FF">
                    <a:alpha val="839"/>
                  </a:srgbClr>
                </a:gs>
                <a:gs pos="100000">
                  <a:srgbClr val="FDE7FF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4599166">
              <a:off x="767064" y="1091721"/>
              <a:ext cx="370327" cy="33032"/>
            </a:xfrm>
            <a:prstGeom prst="ellipse">
              <a:avLst/>
            </a:prstGeom>
            <a:gradFill>
              <a:gsLst>
                <a:gs pos="0">
                  <a:srgbClr val="F6FFB5">
                    <a:alpha val="13489"/>
                  </a:srgbClr>
                </a:gs>
                <a:gs pos="14286">
                  <a:srgbClr val="F6FFB5">
                    <a:alpha val="12469"/>
                  </a:srgbClr>
                </a:gs>
                <a:gs pos="28571">
                  <a:srgbClr val="F6FFB5">
                    <a:alpha val="9824"/>
                  </a:srgbClr>
                </a:gs>
                <a:gs pos="42857">
                  <a:srgbClr val="F6FFB5">
                    <a:alpha val="6558"/>
                  </a:srgbClr>
                </a:gs>
                <a:gs pos="57143">
                  <a:srgbClr val="F6FFB5">
                    <a:alpha val="3689"/>
                  </a:srgbClr>
                </a:gs>
                <a:gs pos="71429">
                  <a:srgbClr val="F6FFB5">
                    <a:alpha val="1744"/>
                  </a:srgbClr>
                </a:gs>
                <a:gs pos="85714">
                  <a:srgbClr val="F6FFB5">
                    <a:alpha val="693"/>
                  </a:srgbClr>
                </a:gs>
                <a:gs pos="100000">
                  <a:srgbClr val="F6FFB5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10275640">
              <a:off x="1409439" y="1457936"/>
              <a:ext cx="336105" cy="244220"/>
            </a:xfrm>
            <a:prstGeom prst="ellipse">
              <a:avLst/>
            </a:prstGeom>
            <a:gradFill>
              <a:gsLst>
                <a:gs pos="0">
                  <a:srgbClr val="00566F">
                    <a:alpha val="20127"/>
                  </a:srgbClr>
                </a:gs>
                <a:gs pos="14286">
                  <a:srgbClr val="00566F">
                    <a:alpha val="18662"/>
                  </a:srgbClr>
                </a:gs>
                <a:gs pos="28571">
                  <a:srgbClr val="00566F">
                    <a:alpha val="14818"/>
                  </a:srgbClr>
                </a:gs>
                <a:gs pos="42857">
                  <a:srgbClr val="00566F">
                    <a:alpha val="9985"/>
                  </a:srgbClr>
                </a:gs>
                <a:gs pos="57143">
                  <a:srgbClr val="00566F">
                    <a:alpha val="5662"/>
                  </a:srgbClr>
                </a:gs>
                <a:gs pos="71429">
                  <a:srgbClr val="00566F">
                    <a:alpha val="2692"/>
                  </a:srgbClr>
                </a:gs>
                <a:gs pos="85714">
                  <a:srgbClr val="00566F">
                    <a:alpha val="1073"/>
                  </a:srgbClr>
                </a:gs>
                <a:gs pos="100000">
                  <a:srgbClr val="00566F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4297508">
              <a:off x="1804715" y="1161739"/>
              <a:ext cx="550663" cy="50607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6881833">
              <a:off x="444758" y="2637350"/>
              <a:ext cx="428615" cy="224829"/>
            </a:xfrm>
            <a:prstGeom prst="ellipse">
              <a:avLst/>
            </a:prstGeom>
            <a:gradFill>
              <a:gsLst>
                <a:gs pos="0">
                  <a:srgbClr val="FFE727">
                    <a:alpha val="10920"/>
                  </a:srgbClr>
                </a:gs>
                <a:gs pos="14286">
                  <a:srgbClr val="FFE727">
                    <a:alpha val="10083"/>
                  </a:srgbClr>
                </a:gs>
                <a:gs pos="28571">
                  <a:srgbClr val="FFE727">
                    <a:alpha val="7921"/>
                  </a:srgbClr>
                </a:gs>
                <a:gs pos="42857">
                  <a:srgbClr val="FFE727">
                    <a:alpha val="5269"/>
                  </a:srgbClr>
                </a:gs>
                <a:gs pos="57143">
                  <a:srgbClr val="FFE727">
                    <a:alpha val="2955"/>
                  </a:srgbClr>
                </a:gs>
                <a:gs pos="71429">
                  <a:srgbClr val="FFE727">
                    <a:alpha val="1394"/>
                  </a:srgbClr>
                </a:gs>
                <a:gs pos="85714">
                  <a:srgbClr val="FFE727">
                    <a:alpha val="554"/>
                  </a:srgbClr>
                </a:gs>
                <a:gs pos="100000">
                  <a:srgbClr val="FFE727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3886389">
              <a:off x="1109554" y="721512"/>
              <a:ext cx="159739" cy="57535"/>
            </a:xfrm>
            <a:prstGeom prst="ellipse">
              <a:avLst/>
            </a:prstGeom>
            <a:gradFill>
              <a:gsLst>
                <a:gs pos="0">
                  <a:srgbClr val="00438D">
                    <a:alpha val="32968"/>
                  </a:srgbClr>
                </a:gs>
                <a:gs pos="14286">
                  <a:srgbClr val="00438D">
                    <a:alpha val="30764"/>
                  </a:srgbClr>
                </a:gs>
                <a:gs pos="28571">
                  <a:srgbClr val="00438D">
                    <a:alpha val="24833"/>
                  </a:srgbClr>
                </a:gs>
                <a:gs pos="42857">
                  <a:srgbClr val="00438D">
                    <a:alpha val="17075"/>
                  </a:srgbClr>
                </a:gs>
                <a:gs pos="57143">
                  <a:srgbClr val="00438D">
                    <a:alpha val="9855"/>
                  </a:srgbClr>
                </a:gs>
                <a:gs pos="71429">
                  <a:srgbClr val="00438D">
                    <a:alpha val="4740"/>
                  </a:srgbClr>
                </a:gs>
                <a:gs pos="85714">
                  <a:srgbClr val="00438D">
                    <a:alpha val="1902"/>
                  </a:srgbClr>
                </a:gs>
                <a:gs pos="100000">
                  <a:srgbClr val="0043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3056574">
              <a:off x="2355497" y="992244"/>
              <a:ext cx="187932" cy="90515"/>
            </a:xfrm>
            <a:prstGeom prst="ellipse">
              <a:avLst/>
            </a:prstGeom>
            <a:gradFill>
              <a:gsLst>
                <a:gs pos="0">
                  <a:srgbClr val="ED57FF">
                    <a:alpha val="9342"/>
                  </a:srgbClr>
                </a:gs>
                <a:gs pos="14286">
                  <a:srgbClr val="ED57FF">
                    <a:alpha val="8620"/>
                  </a:srgbClr>
                </a:gs>
                <a:gs pos="28571">
                  <a:srgbClr val="ED57FF">
                    <a:alpha val="6760"/>
                  </a:srgbClr>
                </a:gs>
                <a:gs pos="42857">
                  <a:srgbClr val="ED57FF">
                    <a:alpha val="4487"/>
                  </a:srgbClr>
                </a:gs>
                <a:gs pos="57143">
                  <a:srgbClr val="ED57FF">
                    <a:alpha val="2512"/>
                  </a:srgbClr>
                </a:gs>
                <a:gs pos="71429">
                  <a:srgbClr val="ED57FF">
                    <a:alpha val="1184"/>
                  </a:srgbClr>
                </a:gs>
                <a:gs pos="85714">
                  <a:srgbClr val="ED57FF">
                    <a:alpha val="470"/>
                  </a:srgbClr>
                </a:gs>
                <a:gs pos="100000">
                  <a:srgbClr val="ED57FF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-10302959">
              <a:off x="1696456" y="1031170"/>
              <a:ext cx="282648" cy="265059"/>
            </a:xfrm>
            <a:prstGeom prst="ellipse">
              <a:avLst/>
            </a:prstGeom>
            <a:gradFill>
              <a:gsLst>
                <a:gs pos="0">
                  <a:srgbClr val="007FFA">
                    <a:alpha val="4185"/>
                  </a:srgbClr>
                </a:gs>
                <a:gs pos="14286">
                  <a:srgbClr val="007FFA">
                    <a:alpha val="3854"/>
                  </a:srgbClr>
                </a:gs>
                <a:gs pos="28571">
                  <a:srgbClr val="007FFA">
                    <a:alpha val="3005"/>
                  </a:srgbClr>
                </a:gs>
                <a:gs pos="42857">
                  <a:srgbClr val="007FFA">
                    <a:alpha val="1981"/>
                  </a:srgbClr>
                </a:gs>
                <a:gs pos="57143">
                  <a:srgbClr val="007FFA">
                    <a:alpha val="1103"/>
                  </a:srgbClr>
                </a:gs>
                <a:gs pos="71429">
                  <a:srgbClr val="007FFA">
                    <a:alpha val="518"/>
                  </a:srgbClr>
                </a:gs>
                <a:gs pos="85714">
                  <a:srgbClr val="007FFA">
                    <a:alpha val="205"/>
                  </a:srgbClr>
                </a:gs>
                <a:gs pos="100000">
                  <a:srgbClr val="007FFA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-8572177">
              <a:off x="1689348" y="511121"/>
              <a:ext cx="137911" cy="107102"/>
            </a:xfrm>
            <a:prstGeom prst="ellipse">
              <a:avLst/>
            </a:prstGeom>
            <a:gradFill>
              <a:gsLst>
                <a:gs pos="0">
                  <a:srgbClr val="5DC8E5">
                    <a:alpha val="19768"/>
                  </a:srgbClr>
                </a:gs>
                <a:gs pos="14286">
                  <a:srgbClr val="5DC8E5">
                    <a:alpha val="18326"/>
                  </a:srgbClr>
                </a:gs>
                <a:gs pos="28571">
                  <a:srgbClr val="5DC8E5">
                    <a:alpha val="14545"/>
                  </a:srgbClr>
                </a:gs>
                <a:gs pos="42857">
                  <a:srgbClr val="5DC8E5">
                    <a:alpha val="9796"/>
                  </a:srgbClr>
                </a:gs>
                <a:gs pos="57143">
                  <a:srgbClr val="5DC8E5">
                    <a:alpha val="5552"/>
                  </a:srgbClr>
                </a:gs>
                <a:gs pos="71429">
                  <a:srgbClr val="5DC8E5">
                    <a:alpha val="2639"/>
                  </a:srgbClr>
                </a:gs>
                <a:gs pos="85714">
                  <a:srgbClr val="5DC8E5">
                    <a:alpha val="1052"/>
                  </a:srgbClr>
                </a:gs>
                <a:gs pos="100000">
                  <a:srgbClr val="5DC8E5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5691347">
              <a:off x="1076169" y="1979492"/>
              <a:ext cx="639915" cy="69529"/>
            </a:xfrm>
            <a:prstGeom prst="ellipse">
              <a:avLst/>
            </a:prstGeom>
            <a:gradFill>
              <a:gsLst>
                <a:gs pos="0">
                  <a:srgbClr val="A30000">
                    <a:alpha val="32968"/>
                  </a:srgbClr>
                </a:gs>
                <a:gs pos="14286">
                  <a:srgbClr val="A30000">
                    <a:alpha val="30764"/>
                  </a:srgbClr>
                </a:gs>
                <a:gs pos="28571">
                  <a:srgbClr val="A30000">
                    <a:alpha val="24833"/>
                  </a:srgbClr>
                </a:gs>
                <a:gs pos="42857">
                  <a:srgbClr val="A30000">
                    <a:alpha val="17075"/>
                  </a:srgbClr>
                </a:gs>
                <a:gs pos="57143">
                  <a:srgbClr val="A30000">
                    <a:alpha val="9855"/>
                  </a:srgbClr>
                </a:gs>
                <a:gs pos="71429">
                  <a:srgbClr val="A30000">
                    <a:alpha val="4740"/>
                  </a:srgbClr>
                </a:gs>
                <a:gs pos="85714">
                  <a:srgbClr val="A30000">
                    <a:alpha val="1902"/>
                  </a:srgbClr>
                </a:gs>
                <a:gs pos="100000">
                  <a:srgbClr val="A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5703401">
              <a:off x="714332" y="972499"/>
              <a:ext cx="279434" cy="227607"/>
            </a:xfrm>
            <a:prstGeom prst="ellipse">
              <a:avLst/>
            </a:prstGeom>
            <a:gradFill>
              <a:gsLst>
                <a:gs pos="0">
                  <a:srgbClr val="001300">
                    <a:alpha val="32968"/>
                  </a:srgbClr>
                </a:gs>
                <a:gs pos="14286">
                  <a:srgbClr val="001300">
                    <a:alpha val="30764"/>
                  </a:srgbClr>
                </a:gs>
                <a:gs pos="28571">
                  <a:srgbClr val="001300">
                    <a:alpha val="24833"/>
                  </a:srgbClr>
                </a:gs>
                <a:gs pos="42857">
                  <a:srgbClr val="001300">
                    <a:alpha val="17075"/>
                  </a:srgbClr>
                </a:gs>
                <a:gs pos="57143">
                  <a:srgbClr val="001300">
                    <a:alpha val="9855"/>
                  </a:srgbClr>
                </a:gs>
                <a:gs pos="71429">
                  <a:srgbClr val="001300">
                    <a:alpha val="4740"/>
                  </a:srgbClr>
                </a:gs>
                <a:gs pos="85714">
                  <a:srgbClr val="001300">
                    <a:alpha val="1902"/>
                  </a:srgbClr>
                </a:gs>
                <a:gs pos="100000">
                  <a:srgbClr val="001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8857394">
              <a:off x="3300599" y="1679895"/>
              <a:ext cx="277132" cy="202640"/>
            </a:xfrm>
            <a:prstGeom prst="ellipse">
              <a:avLst/>
            </a:prstGeom>
            <a:gradFill>
              <a:gsLst>
                <a:gs pos="0">
                  <a:srgbClr val="76E1FD">
                    <a:alpha val="12128"/>
                  </a:srgbClr>
                </a:gs>
                <a:gs pos="14286">
                  <a:srgbClr val="76E1FD">
                    <a:alpha val="11204"/>
                  </a:srgbClr>
                </a:gs>
                <a:gs pos="28571">
                  <a:srgbClr val="76E1FD">
                    <a:alpha val="8814"/>
                  </a:srgbClr>
                </a:gs>
                <a:gs pos="42857">
                  <a:srgbClr val="76E1FD">
                    <a:alpha val="5872"/>
                  </a:srgbClr>
                </a:gs>
                <a:gs pos="57143">
                  <a:srgbClr val="76E1FD">
                    <a:alpha val="3298"/>
                  </a:srgbClr>
                </a:gs>
                <a:gs pos="71429">
                  <a:srgbClr val="76E1FD">
                    <a:alpha val="1557"/>
                  </a:srgbClr>
                </a:gs>
                <a:gs pos="85714">
                  <a:srgbClr val="76E1FD">
                    <a:alpha val="619"/>
                  </a:srgbClr>
                </a:gs>
                <a:gs pos="100000">
                  <a:srgbClr val="76E1FD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-9590477">
              <a:off x="1246778" y="1310367"/>
              <a:ext cx="281888" cy="30445"/>
            </a:xfrm>
            <a:prstGeom prst="ellipse">
              <a:avLst/>
            </a:prstGeom>
            <a:gradFill>
              <a:gsLst>
                <a:gs pos="0">
                  <a:srgbClr val="001B71">
                    <a:alpha val="27705"/>
                  </a:srgbClr>
                </a:gs>
                <a:gs pos="14286">
                  <a:srgbClr val="001B71">
                    <a:alpha val="25782"/>
                  </a:srgbClr>
                </a:gs>
                <a:gs pos="28571">
                  <a:srgbClr val="001B71">
                    <a:alpha val="20667"/>
                  </a:srgbClr>
                </a:gs>
                <a:gs pos="42857">
                  <a:srgbClr val="001B71">
                    <a:alpha val="14089"/>
                  </a:srgbClr>
                </a:gs>
                <a:gs pos="57143">
                  <a:srgbClr val="001B71">
                    <a:alpha val="8070"/>
                  </a:srgbClr>
                </a:gs>
                <a:gs pos="71429">
                  <a:srgbClr val="001B71">
                    <a:alpha val="3862"/>
                  </a:srgbClr>
                </a:gs>
                <a:gs pos="85714">
                  <a:srgbClr val="001B71">
                    <a:alpha val="1545"/>
                  </a:srgbClr>
                </a:gs>
                <a:gs pos="100000">
                  <a:srgbClr val="001B71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9471836">
              <a:off x="1187755" y="2846837"/>
              <a:ext cx="267320" cy="55512"/>
            </a:xfrm>
            <a:prstGeom prst="ellipse">
              <a:avLst/>
            </a:prstGeom>
            <a:gradFill>
              <a:gsLst>
                <a:gs pos="0">
                  <a:srgbClr val="BC94FF">
                    <a:alpha val="8364"/>
                  </a:srgbClr>
                </a:gs>
                <a:gs pos="14286">
                  <a:srgbClr val="BC94FF">
                    <a:alpha val="7715"/>
                  </a:srgbClr>
                </a:gs>
                <a:gs pos="28571">
                  <a:srgbClr val="BC94FF">
                    <a:alpha val="6043"/>
                  </a:srgbClr>
                </a:gs>
                <a:gs pos="42857">
                  <a:srgbClr val="BC94FF">
                    <a:alpha val="4006"/>
                  </a:srgbClr>
                </a:gs>
                <a:gs pos="57143">
                  <a:srgbClr val="BC94FF">
                    <a:alpha val="2240"/>
                  </a:srgbClr>
                </a:gs>
                <a:gs pos="71429">
                  <a:srgbClr val="BC94FF">
                    <a:alpha val="1055"/>
                  </a:srgbClr>
                </a:gs>
                <a:gs pos="85714">
                  <a:srgbClr val="BC94FF">
                    <a:alpha val="418"/>
                  </a:srgbClr>
                </a:gs>
                <a:gs pos="100000">
                  <a:srgbClr val="BC94FF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6286306">
              <a:off x="1771827" y="905815"/>
              <a:ext cx="535021" cy="555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-8130871">
              <a:off x="1199938" y="1364641"/>
              <a:ext cx="293155" cy="239677"/>
            </a:xfrm>
            <a:prstGeom prst="ellipse">
              <a:avLst/>
            </a:prstGeom>
            <a:gradFill>
              <a:gsLst>
                <a:gs pos="0">
                  <a:srgbClr val="000085">
                    <a:alpha val="12782"/>
                  </a:srgbClr>
                </a:gs>
                <a:gs pos="14286">
                  <a:srgbClr val="000085">
                    <a:alpha val="11812"/>
                  </a:srgbClr>
                </a:gs>
                <a:gs pos="28571">
                  <a:srgbClr val="000085">
                    <a:alpha val="9298"/>
                  </a:srgbClr>
                </a:gs>
                <a:gs pos="42857">
                  <a:srgbClr val="000085">
                    <a:alpha val="6201"/>
                  </a:srgbClr>
                </a:gs>
                <a:gs pos="57143">
                  <a:srgbClr val="000085">
                    <a:alpha val="3485"/>
                  </a:srgbClr>
                </a:gs>
                <a:gs pos="71429">
                  <a:srgbClr val="000085">
                    <a:alpha val="1647"/>
                  </a:srgbClr>
                </a:gs>
                <a:gs pos="85714">
                  <a:srgbClr val="000085">
                    <a:alpha val="654"/>
                  </a:srgbClr>
                </a:gs>
                <a:gs pos="100000">
                  <a:srgbClr val="000085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6271608">
              <a:off x="1334680" y="2107509"/>
              <a:ext cx="432618" cy="84303"/>
            </a:xfrm>
            <a:prstGeom prst="ellipse">
              <a:avLst/>
            </a:prstGeom>
            <a:gradFill>
              <a:gsLst>
                <a:gs pos="0">
                  <a:srgbClr val="430000">
                    <a:alpha val="32968"/>
                  </a:srgbClr>
                </a:gs>
                <a:gs pos="14286">
                  <a:srgbClr val="430000">
                    <a:alpha val="30764"/>
                  </a:srgbClr>
                </a:gs>
                <a:gs pos="28571">
                  <a:srgbClr val="430000">
                    <a:alpha val="24833"/>
                  </a:srgbClr>
                </a:gs>
                <a:gs pos="42857">
                  <a:srgbClr val="430000">
                    <a:alpha val="17075"/>
                  </a:srgbClr>
                </a:gs>
                <a:gs pos="57143">
                  <a:srgbClr val="430000">
                    <a:alpha val="9855"/>
                  </a:srgbClr>
                </a:gs>
                <a:gs pos="71429">
                  <a:srgbClr val="430000">
                    <a:alpha val="4740"/>
                  </a:srgbClr>
                </a:gs>
                <a:gs pos="85714">
                  <a:srgbClr val="430000">
                    <a:alpha val="1902"/>
                  </a:srgbClr>
                </a:gs>
                <a:gs pos="100000">
                  <a:srgbClr val="4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10326745">
              <a:off x="1117456" y="1116457"/>
              <a:ext cx="247970" cy="29644"/>
            </a:xfrm>
            <a:prstGeom prst="ellipse">
              <a:avLst/>
            </a:prstGeom>
            <a:gradFill>
              <a:gsLst>
                <a:gs pos="0">
                  <a:srgbClr val="003976">
                    <a:alpha val="25004"/>
                  </a:srgbClr>
                </a:gs>
                <a:gs pos="14286">
                  <a:srgbClr val="003976">
                    <a:alpha val="23238"/>
                  </a:srgbClr>
                </a:gs>
                <a:gs pos="28571">
                  <a:srgbClr val="003976">
                    <a:alpha val="18563"/>
                  </a:srgbClr>
                </a:gs>
                <a:gs pos="42857">
                  <a:srgbClr val="003976">
                    <a:alpha val="12601"/>
                  </a:srgbClr>
                </a:gs>
                <a:gs pos="57143">
                  <a:srgbClr val="003976">
                    <a:alpha val="7191"/>
                  </a:srgbClr>
                </a:gs>
                <a:gs pos="71429">
                  <a:srgbClr val="003976">
                    <a:alpha val="3433"/>
                  </a:srgbClr>
                </a:gs>
                <a:gs pos="85714">
                  <a:srgbClr val="003976">
                    <a:alpha val="1372"/>
                  </a:srgbClr>
                </a:gs>
                <a:gs pos="100000">
                  <a:srgbClr val="003976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8196379">
              <a:off x="588499" y="901330"/>
              <a:ext cx="411358" cy="54480"/>
            </a:xfrm>
            <a:prstGeom prst="ellipse">
              <a:avLst/>
            </a:prstGeom>
            <a:gradFill>
              <a:gsLst>
                <a:gs pos="0">
                  <a:srgbClr val="000000">
                    <a:alpha val="20882"/>
                  </a:srgbClr>
                </a:gs>
                <a:gs pos="14286">
                  <a:srgbClr val="000000">
                    <a:alpha val="19369"/>
                  </a:srgbClr>
                </a:gs>
                <a:gs pos="28571">
                  <a:srgbClr val="000000">
                    <a:alpha val="15393"/>
                  </a:srgbClr>
                </a:gs>
                <a:gs pos="42857">
                  <a:srgbClr val="000000">
                    <a:alpha val="10384"/>
                  </a:srgbClr>
                </a:gs>
                <a:gs pos="57143">
                  <a:srgbClr val="000000">
                    <a:alpha val="5894"/>
                  </a:srgbClr>
                </a:gs>
                <a:gs pos="71429">
                  <a:srgbClr val="000000">
                    <a:alpha val="2804"/>
                  </a:srgbClr>
                </a:gs>
                <a:gs pos="85714">
                  <a:srgbClr val="000000">
                    <a:alpha val="1118"/>
                  </a:srgbClr>
                </a:gs>
                <a:gs pos="100000">
                  <a:srgbClr val="000000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10737224">
              <a:off x="1291129" y="1521240"/>
              <a:ext cx="502092" cy="49648"/>
            </a:xfrm>
            <a:prstGeom prst="ellipse">
              <a:avLst/>
            </a:prstGeom>
            <a:gradFill>
              <a:gsLst>
                <a:gs pos="0">
                  <a:srgbClr val="C4F0FF">
                    <a:alpha val="32968"/>
                  </a:srgbClr>
                </a:gs>
                <a:gs pos="14286">
                  <a:srgbClr val="C4F0FF">
                    <a:alpha val="30764"/>
                  </a:srgbClr>
                </a:gs>
                <a:gs pos="28571">
                  <a:srgbClr val="C4F0FF">
                    <a:alpha val="24833"/>
                  </a:srgbClr>
                </a:gs>
                <a:gs pos="42857">
                  <a:srgbClr val="C4F0FF">
                    <a:alpha val="17075"/>
                  </a:srgbClr>
                </a:gs>
                <a:gs pos="57143">
                  <a:srgbClr val="C4F0FF">
                    <a:alpha val="9855"/>
                  </a:srgbClr>
                </a:gs>
                <a:gs pos="71429">
                  <a:srgbClr val="C4F0FF">
                    <a:alpha val="4740"/>
                  </a:srgbClr>
                </a:gs>
                <a:gs pos="85714">
                  <a:srgbClr val="C4F0FF">
                    <a:alpha val="1902"/>
                  </a:srgbClr>
                </a:gs>
                <a:gs pos="100000">
                  <a:srgbClr val="C4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8465139">
              <a:off x="2215792" y="1041566"/>
              <a:ext cx="154437" cy="68114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6614102">
              <a:off x="-5196" y="1841276"/>
              <a:ext cx="214079" cy="213712"/>
            </a:xfrm>
            <a:prstGeom prst="ellipse">
              <a:avLst/>
            </a:prstGeom>
            <a:gradFill>
              <a:gsLst>
                <a:gs pos="0">
                  <a:srgbClr val="FFFF00">
                    <a:alpha val="29393"/>
                  </a:srgbClr>
                </a:gs>
                <a:gs pos="14286">
                  <a:srgbClr val="FFFF00">
                    <a:alpha val="27377"/>
                  </a:srgbClr>
                </a:gs>
                <a:gs pos="28571">
                  <a:srgbClr val="FFFF00">
                    <a:alpha val="21994"/>
                  </a:srgbClr>
                </a:gs>
                <a:gs pos="42857">
                  <a:srgbClr val="FFFF00">
                    <a:alpha val="15034"/>
                  </a:srgbClr>
                </a:gs>
                <a:gs pos="57143">
                  <a:srgbClr val="FFFF00">
                    <a:alpha val="8632"/>
                  </a:srgbClr>
                </a:gs>
                <a:gs pos="71429">
                  <a:srgbClr val="FFFF00">
                    <a:alpha val="4138"/>
                  </a:srgbClr>
                </a:gs>
                <a:gs pos="85714">
                  <a:srgbClr val="FFFF00">
                    <a:alpha val="1657"/>
                  </a:srgbClr>
                </a:gs>
                <a:gs pos="100000">
                  <a:srgbClr val="FFFF00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-9961995">
              <a:off x="-7130" y="1844397"/>
              <a:ext cx="241830" cy="155273"/>
            </a:xfrm>
            <a:prstGeom prst="ellipse">
              <a:avLst/>
            </a:prstGeom>
            <a:gradFill>
              <a:gsLst>
                <a:gs pos="0">
                  <a:srgbClr val="FFFFCF">
                    <a:alpha val="32959"/>
                  </a:srgbClr>
                </a:gs>
                <a:gs pos="14286">
                  <a:srgbClr val="FFFFCF">
                    <a:alpha val="30755"/>
                  </a:srgbClr>
                </a:gs>
                <a:gs pos="28571">
                  <a:srgbClr val="FFFFCF">
                    <a:alpha val="24825"/>
                  </a:srgbClr>
                </a:gs>
                <a:gs pos="42857">
                  <a:srgbClr val="FFFFCF">
                    <a:alpha val="17070"/>
                  </a:srgbClr>
                </a:gs>
                <a:gs pos="57143">
                  <a:srgbClr val="FFFFCF">
                    <a:alpha val="9852"/>
                  </a:srgbClr>
                </a:gs>
                <a:gs pos="71429">
                  <a:srgbClr val="FFFFCF">
                    <a:alpha val="4739"/>
                  </a:srgbClr>
                </a:gs>
                <a:gs pos="85714">
                  <a:srgbClr val="FFFFCF">
                    <a:alpha val="1901"/>
                  </a:srgbClr>
                </a:gs>
                <a:gs pos="100000">
                  <a:srgbClr val="FFF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-8552177">
              <a:off x="1902501" y="586197"/>
              <a:ext cx="226888" cy="66557"/>
            </a:xfrm>
            <a:prstGeom prst="ellipse">
              <a:avLst/>
            </a:prstGeom>
            <a:gradFill>
              <a:gsLst>
                <a:gs pos="0">
                  <a:srgbClr val="0062A9">
                    <a:alpha val="29445"/>
                  </a:srgbClr>
                </a:gs>
                <a:gs pos="14286">
                  <a:srgbClr val="0062A9">
                    <a:alpha val="27426"/>
                  </a:srgbClr>
                </a:gs>
                <a:gs pos="28571">
                  <a:srgbClr val="0062A9">
                    <a:alpha val="22035"/>
                  </a:srgbClr>
                </a:gs>
                <a:gs pos="42857">
                  <a:srgbClr val="0062A9">
                    <a:alpha val="15063"/>
                  </a:srgbClr>
                </a:gs>
                <a:gs pos="57143">
                  <a:srgbClr val="0062A9">
                    <a:alpha val="8649"/>
                  </a:srgbClr>
                </a:gs>
                <a:gs pos="71429">
                  <a:srgbClr val="0062A9">
                    <a:alpha val="4146"/>
                  </a:srgbClr>
                </a:gs>
                <a:gs pos="85714">
                  <a:srgbClr val="0062A9">
                    <a:alpha val="1661"/>
                  </a:srgbClr>
                </a:gs>
                <a:gs pos="100000">
                  <a:srgbClr val="0062A9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7750369">
              <a:off x="2160680" y="1165541"/>
              <a:ext cx="460499" cy="36287"/>
            </a:xfrm>
            <a:prstGeom prst="ellipse">
              <a:avLst/>
            </a:prstGeom>
            <a:gradFill>
              <a:gsLst>
                <a:gs pos="0">
                  <a:srgbClr val="00000E">
                    <a:alpha val="32968"/>
                  </a:srgbClr>
                </a:gs>
                <a:gs pos="14286">
                  <a:srgbClr val="00000E">
                    <a:alpha val="30764"/>
                  </a:srgbClr>
                </a:gs>
                <a:gs pos="28571">
                  <a:srgbClr val="00000E">
                    <a:alpha val="24833"/>
                  </a:srgbClr>
                </a:gs>
                <a:gs pos="42857">
                  <a:srgbClr val="00000E">
                    <a:alpha val="17075"/>
                  </a:srgbClr>
                </a:gs>
                <a:gs pos="57143">
                  <a:srgbClr val="00000E">
                    <a:alpha val="9855"/>
                  </a:srgbClr>
                </a:gs>
                <a:gs pos="71429">
                  <a:srgbClr val="00000E">
                    <a:alpha val="4740"/>
                  </a:srgbClr>
                </a:gs>
                <a:gs pos="85714">
                  <a:srgbClr val="00000E">
                    <a:alpha val="1902"/>
                  </a:srgbClr>
                </a:gs>
                <a:gs pos="100000">
                  <a:srgbClr val="0000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6106746">
              <a:off x="974189" y="1295891"/>
              <a:ext cx="358379" cy="162263"/>
            </a:xfrm>
            <a:prstGeom prst="ellipse">
              <a:avLst/>
            </a:prstGeom>
            <a:gradFill>
              <a:gsLst>
                <a:gs pos="0">
                  <a:srgbClr val="00CEF7">
                    <a:alpha val="32968"/>
                  </a:srgbClr>
                </a:gs>
                <a:gs pos="14286">
                  <a:srgbClr val="00CEF7">
                    <a:alpha val="30764"/>
                  </a:srgbClr>
                </a:gs>
                <a:gs pos="28571">
                  <a:srgbClr val="00CEF7">
                    <a:alpha val="24833"/>
                  </a:srgbClr>
                </a:gs>
                <a:gs pos="42857">
                  <a:srgbClr val="00CEF7">
                    <a:alpha val="17075"/>
                  </a:srgbClr>
                </a:gs>
                <a:gs pos="57143">
                  <a:srgbClr val="00CEF7">
                    <a:alpha val="9855"/>
                  </a:srgbClr>
                </a:gs>
                <a:gs pos="71429">
                  <a:srgbClr val="00CEF7">
                    <a:alpha val="4740"/>
                  </a:srgbClr>
                </a:gs>
                <a:gs pos="85714">
                  <a:srgbClr val="00CEF7">
                    <a:alpha val="1902"/>
                  </a:srgbClr>
                </a:gs>
                <a:gs pos="100000">
                  <a:srgbClr val="00CE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-10716554">
              <a:off x="1842339" y="600198"/>
              <a:ext cx="328255" cy="34681"/>
            </a:xfrm>
            <a:prstGeom prst="ellipse">
              <a:avLst/>
            </a:prstGeom>
            <a:gradFill>
              <a:gsLst>
                <a:gs pos="0">
                  <a:srgbClr val="83FAFF">
                    <a:alpha val="18012"/>
                  </a:srgbClr>
                </a:gs>
                <a:gs pos="14286">
                  <a:srgbClr val="83FAFF">
                    <a:alpha val="16684"/>
                  </a:srgbClr>
                </a:gs>
                <a:gs pos="28571">
                  <a:srgbClr val="83FAFF">
                    <a:alpha val="13214"/>
                  </a:srgbClr>
                </a:gs>
                <a:gs pos="42857">
                  <a:srgbClr val="83FAFF">
                    <a:alpha val="8877"/>
                  </a:srgbClr>
                </a:gs>
                <a:gs pos="57143">
                  <a:srgbClr val="83FAFF">
                    <a:alpha val="5021"/>
                  </a:srgbClr>
                </a:gs>
                <a:gs pos="71429">
                  <a:srgbClr val="83FAFF">
                    <a:alpha val="2382"/>
                  </a:srgbClr>
                </a:gs>
                <a:gs pos="85714">
                  <a:srgbClr val="83FAFF">
                    <a:alpha val="949"/>
                  </a:srgbClr>
                </a:gs>
                <a:gs pos="100000">
                  <a:srgbClr val="83FAFF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9951596">
              <a:off x="1676582" y="2495905"/>
              <a:ext cx="403989" cy="275200"/>
            </a:xfrm>
            <a:prstGeom prst="ellipse">
              <a:avLst/>
            </a:prstGeom>
            <a:gradFill>
              <a:gsLst>
                <a:gs pos="0">
                  <a:srgbClr val="FFD3BB">
                    <a:alpha val="19577"/>
                  </a:srgbClr>
                </a:gs>
                <a:gs pos="14286">
                  <a:srgbClr val="FFD3BB">
                    <a:alpha val="18147"/>
                  </a:srgbClr>
                </a:gs>
                <a:gs pos="28571">
                  <a:srgbClr val="FFD3BB">
                    <a:alpha val="14400"/>
                  </a:srgbClr>
                </a:gs>
                <a:gs pos="42857">
                  <a:srgbClr val="FFD3BB">
                    <a:alpha val="9696"/>
                  </a:srgbClr>
                </a:gs>
                <a:gs pos="57143">
                  <a:srgbClr val="FFD3BB">
                    <a:alpha val="5494"/>
                  </a:srgbClr>
                </a:gs>
                <a:gs pos="71429">
                  <a:srgbClr val="FFD3BB">
                    <a:alpha val="2610"/>
                  </a:srgbClr>
                </a:gs>
                <a:gs pos="85714">
                  <a:srgbClr val="FFD3BB">
                    <a:alpha val="1041"/>
                  </a:srgbClr>
                </a:gs>
                <a:gs pos="100000">
                  <a:srgbClr val="FFD3BB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10299057">
              <a:off x="1407573" y="919865"/>
              <a:ext cx="446181" cy="31925"/>
            </a:xfrm>
            <a:prstGeom prst="ellipse">
              <a:avLst/>
            </a:prstGeom>
            <a:gradFill>
              <a:gsLst>
                <a:gs pos="0">
                  <a:srgbClr val="A8FFF5">
                    <a:alpha val="32968"/>
                  </a:srgbClr>
                </a:gs>
                <a:gs pos="14286">
                  <a:srgbClr val="A8FFF5">
                    <a:alpha val="30764"/>
                  </a:srgbClr>
                </a:gs>
                <a:gs pos="28571">
                  <a:srgbClr val="A8FFF5">
                    <a:alpha val="24833"/>
                  </a:srgbClr>
                </a:gs>
                <a:gs pos="42857">
                  <a:srgbClr val="A8FFF5">
                    <a:alpha val="17075"/>
                  </a:srgbClr>
                </a:gs>
                <a:gs pos="57143">
                  <a:srgbClr val="A8FFF5">
                    <a:alpha val="9855"/>
                  </a:srgbClr>
                </a:gs>
                <a:gs pos="71429">
                  <a:srgbClr val="A8FFF5">
                    <a:alpha val="4740"/>
                  </a:srgbClr>
                </a:gs>
                <a:gs pos="85714">
                  <a:srgbClr val="A8FFF5">
                    <a:alpha val="1902"/>
                  </a:srgbClr>
                </a:gs>
                <a:gs pos="100000">
                  <a:srgbClr val="A8FF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5380754">
              <a:off x="535908" y="1169790"/>
              <a:ext cx="363593" cy="361732"/>
            </a:xfrm>
            <a:prstGeom prst="ellipse">
              <a:avLst/>
            </a:prstGeom>
            <a:gradFill>
              <a:gsLst>
                <a:gs pos="0">
                  <a:srgbClr val="FF00DC">
                    <a:alpha val="2547"/>
                  </a:srgbClr>
                </a:gs>
                <a:gs pos="14286">
                  <a:srgbClr val="FF00DC">
                    <a:alpha val="2343"/>
                  </a:srgbClr>
                </a:gs>
                <a:gs pos="28571">
                  <a:srgbClr val="FF00DC">
                    <a:alpha val="1824"/>
                  </a:srgbClr>
                </a:gs>
                <a:gs pos="42857">
                  <a:srgbClr val="FF00DC">
                    <a:alpha val="1200"/>
                  </a:srgbClr>
                </a:gs>
                <a:gs pos="57143">
                  <a:srgbClr val="FF00DC">
                    <a:alpha val="667"/>
                  </a:srgbClr>
                </a:gs>
                <a:gs pos="71429">
                  <a:srgbClr val="FF00DC">
                    <a:alpha val="313"/>
                  </a:srgbClr>
                </a:gs>
                <a:gs pos="85714">
                  <a:srgbClr val="FF00DC">
                    <a:alpha val="124"/>
                  </a:srgbClr>
                </a:gs>
                <a:gs pos="100000">
                  <a:srgbClr val="FF00DC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4992442">
              <a:off x="1373245" y="2023751"/>
              <a:ext cx="449670" cy="78770"/>
            </a:xfrm>
            <a:prstGeom prst="ellipse">
              <a:avLst/>
            </a:prstGeom>
            <a:gradFill>
              <a:gsLst>
                <a:gs pos="0">
                  <a:srgbClr val="FFFFE0">
                    <a:alpha val="32968"/>
                  </a:srgbClr>
                </a:gs>
                <a:gs pos="14286">
                  <a:srgbClr val="FFFFE0">
                    <a:alpha val="30764"/>
                  </a:srgbClr>
                </a:gs>
                <a:gs pos="28571">
                  <a:srgbClr val="FFFFE0">
                    <a:alpha val="24833"/>
                  </a:srgbClr>
                </a:gs>
                <a:gs pos="42857">
                  <a:srgbClr val="FFFFE0">
                    <a:alpha val="17075"/>
                  </a:srgbClr>
                </a:gs>
                <a:gs pos="57143">
                  <a:srgbClr val="FFFFE0">
                    <a:alpha val="9855"/>
                  </a:srgbClr>
                </a:gs>
                <a:gs pos="71429">
                  <a:srgbClr val="FFFFE0">
                    <a:alpha val="4740"/>
                  </a:srgbClr>
                </a:gs>
                <a:gs pos="85714">
                  <a:srgbClr val="FFFFE0">
                    <a:alpha val="1902"/>
                  </a:srgbClr>
                </a:gs>
                <a:gs pos="100000">
                  <a:srgbClr val="FFFF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7580905">
              <a:off x="1604592" y="1273375"/>
              <a:ext cx="316849" cy="125912"/>
            </a:xfrm>
            <a:prstGeom prst="ellipse">
              <a:avLst/>
            </a:prstGeom>
            <a:gradFill>
              <a:gsLst>
                <a:gs pos="0">
                  <a:srgbClr val="0075B3">
                    <a:alpha val="28596"/>
                  </a:srgbClr>
                </a:gs>
                <a:gs pos="14286">
                  <a:srgbClr val="0075B3">
                    <a:alpha val="26624"/>
                  </a:srgbClr>
                </a:gs>
                <a:gs pos="28571">
                  <a:srgbClr val="0075B3">
                    <a:alpha val="21366"/>
                  </a:srgbClr>
                </a:gs>
                <a:gs pos="42857">
                  <a:srgbClr val="0075B3">
                    <a:alpha val="14586"/>
                  </a:srgbClr>
                </a:gs>
                <a:gs pos="57143">
                  <a:srgbClr val="0075B3">
                    <a:alpha val="8365"/>
                  </a:srgbClr>
                </a:gs>
                <a:gs pos="71429">
                  <a:srgbClr val="0075B3">
                    <a:alpha val="4007"/>
                  </a:srgbClr>
                </a:gs>
                <a:gs pos="85714">
                  <a:srgbClr val="0075B3">
                    <a:alpha val="1604"/>
                  </a:srgbClr>
                </a:gs>
                <a:gs pos="100000">
                  <a:srgbClr val="0075B3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9951420">
              <a:off x="3172992" y="1700290"/>
              <a:ext cx="244700" cy="107380"/>
            </a:xfrm>
            <a:prstGeom prst="ellipse">
              <a:avLst/>
            </a:prstGeom>
            <a:gradFill>
              <a:gsLst>
                <a:gs pos="0">
                  <a:srgbClr val="CAE8FF">
                    <a:alpha val="32968"/>
                  </a:srgbClr>
                </a:gs>
                <a:gs pos="14286">
                  <a:srgbClr val="CAE8FF">
                    <a:alpha val="30764"/>
                  </a:srgbClr>
                </a:gs>
                <a:gs pos="28571">
                  <a:srgbClr val="CAE8FF">
                    <a:alpha val="24833"/>
                  </a:srgbClr>
                </a:gs>
                <a:gs pos="42857">
                  <a:srgbClr val="CAE8FF">
                    <a:alpha val="17075"/>
                  </a:srgbClr>
                </a:gs>
                <a:gs pos="57143">
                  <a:srgbClr val="CAE8FF">
                    <a:alpha val="9855"/>
                  </a:srgbClr>
                </a:gs>
                <a:gs pos="71429">
                  <a:srgbClr val="CAE8FF">
                    <a:alpha val="4740"/>
                  </a:srgbClr>
                </a:gs>
                <a:gs pos="85714">
                  <a:srgbClr val="CAE8FF">
                    <a:alpha val="1902"/>
                  </a:srgbClr>
                </a:gs>
                <a:gs pos="100000">
                  <a:srgbClr val="CA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-8203919">
              <a:off x="1084042" y="872824"/>
              <a:ext cx="320993" cy="31148"/>
            </a:xfrm>
            <a:prstGeom prst="ellipse">
              <a:avLst/>
            </a:prstGeom>
            <a:gradFill>
              <a:gsLst>
                <a:gs pos="0">
                  <a:srgbClr val="D4EEFF">
                    <a:alpha val="27509"/>
                  </a:srgbClr>
                </a:gs>
                <a:gs pos="14286">
                  <a:srgbClr val="D4EEFF">
                    <a:alpha val="25598"/>
                  </a:srgbClr>
                </a:gs>
                <a:gs pos="28571">
                  <a:srgbClr val="D4EEFF">
                    <a:alpha val="20513"/>
                  </a:srgbClr>
                </a:gs>
                <a:gs pos="42857">
                  <a:srgbClr val="D4EEFF">
                    <a:alpha val="13980"/>
                  </a:srgbClr>
                </a:gs>
                <a:gs pos="57143">
                  <a:srgbClr val="D4EEFF">
                    <a:alpha val="8005"/>
                  </a:srgbClr>
                </a:gs>
                <a:gs pos="71429">
                  <a:srgbClr val="D4EEFF">
                    <a:alpha val="3831"/>
                  </a:srgbClr>
                </a:gs>
                <a:gs pos="85714">
                  <a:srgbClr val="D4EEFF">
                    <a:alpha val="1533"/>
                  </a:srgbClr>
                </a:gs>
                <a:gs pos="100000">
                  <a:srgbClr val="D4EEFF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5057557">
              <a:off x="772484" y="1391811"/>
              <a:ext cx="150002" cy="75595"/>
            </a:xfrm>
            <a:prstGeom prst="ellipse">
              <a:avLst/>
            </a:prstGeom>
            <a:gradFill>
              <a:gsLst>
                <a:gs pos="0">
                  <a:srgbClr val="FFFFB1">
                    <a:alpha val="32968"/>
                  </a:srgbClr>
                </a:gs>
                <a:gs pos="14286">
                  <a:srgbClr val="FFFFB1">
                    <a:alpha val="30764"/>
                  </a:srgbClr>
                </a:gs>
                <a:gs pos="28571">
                  <a:srgbClr val="FFFFB1">
                    <a:alpha val="24833"/>
                  </a:srgbClr>
                </a:gs>
                <a:gs pos="42857">
                  <a:srgbClr val="FFFFB1">
                    <a:alpha val="17075"/>
                  </a:srgbClr>
                </a:gs>
                <a:gs pos="57143">
                  <a:srgbClr val="FFFFB1">
                    <a:alpha val="9855"/>
                  </a:srgbClr>
                </a:gs>
                <a:gs pos="71429">
                  <a:srgbClr val="FFFFB1">
                    <a:alpha val="4740"/>
                  </a:srgbClr>
                </a:gs>
                <a:gs pos="85714">
                  <a:srgbClr val="FFFFB1">
                    <a:alpha val="1902"/>
                  </a:srgbClr>
                </a:gs>
                <a:gs pos="100000">
                  <a:srgbClr val="FFFF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9534132">
              <a:off x="2261404" y="1205536"/>
              <a:ext cx="237435" cy="78817"/>
            </a:xfrm>
            <a:prstGeom prst="ellipse">
              <a:avLst/>
            </a:prstGeom>
            <a:gradFill>
              <a:gsLst>
                <a:gs pos="0">
                  <a:srgbClr val="FFF8FF">
                    <a:alpha val="21122"/>
                  </a:srgbClr>
                </a:gs>
                <a:gs pos="14286">
                  <a:srgbClr val="FFF8FF">
                    <a:alpha val="19594"/>
                  </a:srgbClr>
                </a:gs>
                <a:gs pos="28571">
                  <a:srgbClr val="FFF8FF">
                    <a:alpha val="15576"/>
                  </a:srgbClr>
                </a:gs>
                <a:gs pos="42857">
                  <a:srgbClr val="FFF8FF">
                    <a:alpha val="10512"/>
                  </a:srgbClr>
                </a:gs>
                <a:gs pos="57143">
                  <a:srgbClr val="FFF8FF">
                    <a:alpha val="5969"/>
                  </a:srgbClr>
                </a:gs>
                <a:gs pos="71429">
                  <a:srgbClr val="FFF8FF">
                    <a:alpha val="2840"/>
                  </a:srgbClr>
                </a:gs>
                <a:gs pos="85714">
                  <a:srgbClr val="FFF8FF">
                    <a:alpha val="1133"/>
                  </a:srgbClr>
                </a:gs>
                <a:gs pos="100000">
                  <a:srgbClr val="FFF8FF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10129592">
              <a:off x="2296270" y="916189"/>
              <a:ext cx="380715" cy="98558"/>
            </a:xfrm>
            <a:prstGeom prst="ellipse">
              <a:avLst/>
            </a:prstGeom>
            <a:gradFill>
              <a:gsLst>
                <a:gs pos="0">
                  <a:srgbClr val="0087FF">
                    <a:alpha val="5675"/>
                  </a:srgbClr>
                </a:gs>
                <a:gs pos="14286">
                  <a:srgbClr val="0087FF">
                    <a:alpha val="5228"/>
                  </a:srgbClr>
                </a:gs>
                <a:gs pos="28571">
                  <a:srgbClr val="0087FF">
                    <a:alpha val="4084"/>
                  </a:srgbClr>
                </a:gs>
                <a:gs pos="42857">
                  <a:srgbClr val="0087FF">
                    <a:alpha val="2698"/>
                  </a:srgbClr>
                </a:gs>
                <a:gs pos="57143">
                  <a:srgbClr val="0087FF">
                    <a:alpha val="1504"/>
                  </a:srgbClr>
                </a:gs>
                <a:gs pos="71429">
                  <a:srgbClr val="0087FF">
                    <a:alpha val="707"/>
                  </a:srgbClr>
                </a:gs>
                <a:gs pos="85714">
                  <a:srgbClr val="0087FF">
                    <a:alpha val="280"/>
                  </a:srgbClr>
                </a:gs>
                <a:gs pos="100000">
                  <a:srgbClr val="0087FF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8558122">
              <a:off x="1910082" y="737117"/>
              <a:ext cx="277501" cy="215166"/>
            </a:xfrm>
            <a:prstGeom prst="ellipse">
              <a:avLst/>
            </a:prstGeom>
            <a:gradFill>
              <a:gsLst>
                <a:gs pos="0">
                  <a:srgbClr val="720000">
                    <a:alpha val="13864"/>
                  </a:srgbClr>
                </a:gs>
                <a:gs pos="14286">
                  <a:srgbClr val="720000">
                    <a:alpha val="12818"/>
                  </a:srgbClr>
                </a:gs>
                <a:gs pos="28571">
                  <a:srgbClr val="720000">
                    <a:alpha val="10103"/>
                  </a:srgbClr>
                </a:gs>
                <a:gs pos="42857">
                  <a:srgbClr val="720000">
                    <a:alpha val="6748"/>
                  </a:srgbClr>
                </a:gs>
                <a:gs pos="57143">
                  <a:srgbClr val="720000">
                    <a:alpha val="3797"/>
                  </a:srgbClr>
                </a:gs>
                <a:gs pos="71429">
                  <a:srgbClr val="720000">
                    <a:alpha val="1796"/>
                  </a:srgbClr>
                </a:gs>
                <a:gs pos="85714">
                  <a:srgbClr val="720000">
                    <a:alpha val="714"/>
                  </a:srgbClr>
                </a:gs>
                <a:gs pos="100000">
                  <a:srgbClr val="720000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-8879187">
              <a:off x="933541" y="1869862"/>
              <a:ext cx="451681" cy="139939"/>
            </a:xfrm>
            <a:prstGeom prst="ellipse">
              <a:avLst/>
            </a:prstGeom>
            <a:gradFill>
              <a:gsLst>
                <a:gs pos="0">
                  <a:srgbClr val="000081">
                    <a:alpha val="32968"/>
                  </a:srgbClr>
                </a:gs>
                <a:gs pos="14286">
                  <a:srgbClr val="000081">
                    <a:alpha val="30764"/>
                  </a:srgbClr>
                </a:gs>
                <a:gs pos="28571">
                  <a:srgbClr val="000081">
                    <a:alpha val="24833"/>
                  </a:srgbClr>
                </a:gs>
                <a:gs pos="42857">
                  <a:srgbClr val="000081">
                    <a:alpha val="17075"/>
                  </a:srgbClr>
                </a:gs>
                <a:gs pos="57143">
                  <a:srgbClr val="000081">
                    <a:alpha val="9855"/>
                  </a:srgbClr>
                </a:gs>
                <a:gs pos="71429">
                  <a:srgbClr val="000081">
                    <a:alpha val="4740"/>
                  </a:srgbClr>
                </a:gs>
                <a:gs pos="85714">
                  <a:srgbClr val="000081">
                    <a:alpha val="1902"/>
                  </a:srgbClr>
                </a:gs>
                <a:gs pos="100000">
                  <a:srgbClr val="0000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-10642525">
              <a:off x="1166973" y="1610246"/>
              <a:ext cx="506526" cy="32323"/>
            </a:xfrm>
            <a:prstGeom prst="ellipse">
              <a:avLst/>
            </a:prstGeom>
            <a:gradFill>
              <a:gsLst>
                <a:gs pos="0">
                  <a:srgbClr val="3A4000">
                    <a:alpha val="32968"/>
                  </a:srgbClr>
                </a:gs>
                <a:gs pos="14286">
                  <a:srgbClr val="3A4000">
                    <a:alpha val="30764"/>
                  </a:srgbClr>
                </a:gs>
                <a:gs pos="28571">
                  <a:srgbClr val="3A4000">
                    <a:alpha val="24833"/>
                  </a:srgbClr>
                </a:gs>
                <a:gs pos="42857">
                  <a:srgbClr val="3A4000">
                    <a:alpha val="17075"/>
                  </a:srgbClr>
                </a:gs>
                <a:gs pos="57143">
                  <a:srgbClr val="3A4000">
                    <a:alpha val="9855"/>
                  </a:srgbClr>
                </a:gs>
                <a:gs pos="71429">
                  <a:srgbClr val="3A4000">
                    <a:alpha val="4740"/>
                  </a:srgbClr>
                </a:gs>
                <a:gs pos="85714">
                  <a:srgbClr val="3A4000">
                    <a:alpha val="1902"/>
                  </a:srgbClr>
                </a:gs>
                <a:gs pos="100000">
                  <a:srgbClr val="3A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4013921">
              <a:off x="551965" y="1132221"/>
              <a:ext cx="314999" cy="87671"/>
            </a:xfrm>
            <a:prstGeom prst="ellipse">
              <a:avLst/>
            </a:prstGeom>
            <a:gradFill>
              <a:gsLst>
                <a:gs pos="0">
                  <a:srgbClr val="004C4F">
                    <a:alpha val="32968"/>
                  </a:srgbClr>
                </a:gs>
                <a:gs pos="14286">
                  <a:srgbClr val="004C4F">
                    <a:alpha val="30764"/>
                  </a:srgbClr>
                </a:gs>
                <a:gs pos="28571">
                  <a:srgbClr val="004C4F">
                    <a:alpha val="24833"/>
                  </a:srgbClr>
                </a:gs>
                <a:gs pos="42857">
                  <a:srgbClr val="004C4F">
                    <a:alpha val="17075"/>
                  </a:srgbClr>
                </a:gs>
                <a:gs pos="57143">
                  <a:srgbClr val="004C4F">
                    <a:alpha val="9855"/>
                  </a:srgbClr>
                </a:gs>
                <a:gs pos="71429">
                  <a:srgbClr val="004C4F">
                    <a:alpha val="4740"/>
                  </a:srgbClr>
                </a:gs>
                <a:gs pos="85714">
                  <a:srgbClr val="004C4F">
                    <a:alpha val="1902"/>
                  </a:srgbClr>
                </a:gs>
                <a:gs pos="100000">
                  <a:srgbClr val="004C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4484433">
              <a:off x="1631194" y="674521"/>
              <a:ext cx="268547" cy="241547"/>
            </a:xfrm>
            <a:prstGeom prst="ellipse">
              <a:avLst/>
            </a:prstGeom>
            <a:gradFill>
              <a:gsLst>
                <a:gs pos="0">
                  <a:srgbClr val="00DFFF">
                    <a:alpha val="4133"/>
                  </a:srgbClr>
                </a:gs>
                <a:gs pos="14286">
                  <a:srgbClr val="00DFFF">
                    <a:alpha val="3805"/>
                  </a:srgbClr>
                </a:gs>
                <a:gs pos="28571">
                  <a:srgbClr val="00DFFF">
                    <a:alpha val="2967"/>
                  </a:srgbClr>
                </a:gs>
                <a:gs pos="42857">
                  <a:srgbClr val="00DFFF">
                    <a:alpha val="1956"/>
                  </a:srgbClr>
                </a:gs>
                <a:gs pos="57143">
                  <a:srgbClr val="00DFFF">
                    <a:alpha val="1089"/>
                  </a:srgbClr>
                </a:gs>
                <a:gs pos="71429">
                  <a:srgbClr val="00DFFF">
                    <a:alpha val="511"/>
                  </a:srgbClr>
                </a:gs>
                <a:gs pos="85714">
                  <a:srgbClr val="00DFFF">
                    <a:alpha val="202"/>
                  </a:srgbClr>
                </a:gs>
                <a:gs pos="100000">
                  <a:srgbClr val="00DFFF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2770828">
              <a:off x="1967399" y="1533297"/>
              <a:ext cx="400912" cy="307522"/>
            </a:xfrm>
            <a:prstGeom prst="ellipse">
              <a:avLst/>
            </a:prstGeom>
            <a:gradFill>
              <a:gsLst>
                <a:gs pos="0">
                  <a:srgbClr val="00495E">
                    <a:alpha val="9125"/>
                  </a:srgbClr>
                </a:gs>
                <a:gs pos="14286">
                  <a:srgbClr val="00495E">
                    <a:alpha val="8419"/>
                  </a:srgbClr>
                </a:gs>
                <a:gs pos="28571">
                  <a:srgbClr val="00495E">
                    <a:alpha val="6600"/>
                  </a:srgbClr>
                </a:gs>
                <a:gs pos="42857">
                  <a:srgbClr val="00495E">
                    <a:alpha val="4380"/>
                  </a:srgbClr>
                </a:gs>
                <a:gs pos="57143">
                  <a:srgbClr val="00495E">
                    <a:alpha val="2451"/>
                  </a:srgbClr>
                </a:gs>
                <a:gs pos="71429">
                  <a:srgbClr val="00495E">
                    <a:alpha val="1155"/>
                  </a:srgbClr>
                </a:gs>
                <a:gs pos="85714">
                  <a:srgbClr val="00495E">
                    <a:alpha val="458"/>
                  </a:srgbClr>
                </a:gs>
                <a:gs pos="100000">
                  <a:srgbClr val="00495E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4542331">
              <a:off x="1915253" y="704059"/>
              <a:ext cx="275706" cy="180642"/>
            </a:xfrm>
            <a:prstGeom prst="ellipse">
              <a:avLst/>
            </a:prstGeom>
            <a:gradFill>
              <a:gsLst>
                <a:gs pos="0">
                  <a:srgbClr val="0000C2">
                    <a:alpha val="6685"/>
                  </a:srgbClr>
                </a:gs>
                <a:gs pos="14286">
                  <a:srgbClr val="0000C2">
                    <a:alpha val="6161"/>
                  </a:srgbClr>
                </a:gs>
                <a:gs pos="28571">
                  <a:srgbClr val="0000C2">
                    <a:alpha val="4817"/>
                  </a:srgbClr>
                </a:gs>
                <a:gs pos="42857">
                  <a:srgbClr val="0000C2">
                    <a:alpha val="3187"/>
                  </a:srgbClr>
                </a:gs>
                <a:gs pos="57143">
                  <a:srgbClr val="0000C2">
                    <a:alpha val="1778"/>
                  </a:srgbClr>
                </a:gs>
                <a:gs pos="71429">
                  <a:srgbClr val="0000C2">
                    <a:alpha val="836"/>
                  </a:srgbClr>
                </a:gs>
                <a:gs pos="85714">
                  <a:srgbClr val="0000C2">
                    <a:alpha val="332"/>
                  </a:srgbClr>
                </a:gs>
                <a:gs pos="100000">
                  <a:srgbClr val="0000C2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10441347">
              <a:off x="2394692" y="1264965"/>
              <a:ext cx="424133" cy="141619"/>
            </a:xfrm>
            <a:prstGeom prst="ellipse">
              <a:avLst/>
            </a:prstGeom>
            <a:gradFill>
              <a:gsLst>
                <a:gs pos="0">
                  <a:srgbClr val="FBFFFF">
                    <a:alpha val="32968"/>
                  </a:srgbClr>
                </a:gs>
                <a:gs pos="14286">
                  <a:srgbClr val="FBFFFF">
                    <a:alpha val="30764"/>
                  </a:srgbClr>
                </a:gs>
                <a:gs pos="28571">
                  <a:srgbClr val="FBFFFF">
                    <a:alpha val="24833"/>
                  </a:srgbClr>
                </a:gs>
                <a:gs pos="42857">
                  <a:srgbClr val="FBFFFF">
                    <a:alpha val="17075"/>
                  </a:srgbClr>
                </a:gs>
                <a:gs pos="57143">
                  <a:srgbClr val="FBFFFF">
                    <a:alpha val="9855"/>
                  </a:srgbClr>
                </a:gs>
                <a:gs pos="71429">
                  <a:srgbClr val="FBFFFF">
                    <a:alpha val="4740"/>
                  </a:srgbClr>
                </a:gs>
                <a:gs pos="85714">
                  <a:srgbClr val="FBFFFF">
                    <a:alpha val="1902"/>
                  </a:srgbClr>
                </a:gs>
                <a:gs pos="100000">
                  <a:srgbClr val="F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-10391194">
              <a:off x="2342762" y="1765104"/>
              <a:ext cx="335100" cy="132060"/>
            </a:xfrm>
            <a:prstGeom prst="ellipse">
              <a:avLst/>
            </a:prstGeom>
            <a:gradFill>
              <a:gsLst>
                <a:gs pos="0">
                  <a:srgbClr val="E9F0FF">
                    <a:alpha val="32968"/>
                  </a:srgbClr>
                </a:gs>
                <a:gs pos="14286">
                  <a:srgbClr val="E9F0FF">
                    <a:alpha val="30764"/>
                  </a:srgbClr>
                </a:gs>
                <a:gs pos="28571">
                  <a:srgbClr val="E9F0FF">
                    <a:alpha val="24833"/>
                  </a:srgbClr>
                </a:gs>
                <a:gs pos="42857">
                  <a:srgbClr val="E9F0FF">
                    <a:alpha val="17075"/>
                  </a:srgbClr>
                </a:gs>
                <a:gs pos="57143">
                  <a:srgbClr val="E9F0FF">
                    <a:alpha val="9855"/>
                  </a:srgbClr>
                </a:gs>
                <a:gs pos="71429">
                  <a:srgbClr val="E9F0FF">
                    <a:alpha val="4740"/>
                  </a:srgbClr>
                </a:gs>
                <a:gs pos="85714">
                  <a:srgbClr val="E9F0FF">
                    <a:alpha val="1902"/>
                  </a:srgbClr>
                </a:gs>
                <a:gs pos="100000">
                  <a:srgbClr val="E9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9324920">
              <a:off x="939815" y="2767711"/>
              <a:ext cx="605588" cy="159923"/>
            </a:xfrm>
            <a:prstGeom prst="ellipse">
              <a:avLst/>
            </a:prstGeom>
            <a:gradFill>
              <a:gsLst>
                <a:gs pos="0">
                  <a:srgbClr val="A47200">
                    <a:alpha val="32968"/>
                  </a:srgbClr>
                </a:gs>
                <a:gs pos="14286">
                  <a:srgbClr val="A47200">
                    <a:alpha val="30764"/>
                  </a:srgbClr>
                </a:gs>
                <a:gs pos="28571">
                  <a:srgbClr val="A47200">
                    <a:alpha val="24833"/>
                  </a:srgbClr>
                </a:gs>
                <a:gs pos="42857">
                  <a:srgbClr val="A47200">
                    <a:alpha val="17075"/>
                  </a:srgbClr>
                </a:gs>
                <a:gs pos="57143">
                  <a:srgbClr val="A47200">
                    <a:alpha val="9855"/>
                  </a:srgbClr>
                </a:gs>
                <a:gs pos="71429">
                  <a:srgbClr val="A47200">
                    <a:alpha val="4740"/>
                  </a:srgbClr>
                </a:gs>
                <a:gs pos="85714">
                  <a:srgbClr val="A47200">
                    <a:alpha val="1902"/>
                  </a:srgbClr>
                </a:gs>
                <a:gs pos="100000">
                  <a:srgbClr val="A47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7276198">
              <a:off x="1838996" y="788387"/>
              <a:ext cx="516088" cy="348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6716587">
              <a:off x="2458082" y="970198"/>
              <a:ext cx="230205" cy="147366"/>
            </a:xfrm>
            <a:prstGeom prst="ellipse">
              <a:avLst/>
            </a:prstGeom>
            <a:gradFill>
              <a:gsLst>
                <a:gs pos="0">
                  <a:srgbClr val="37F0FF">
                    <a:alpha val="32968"/>
                  </a:srgbClr>
                </a:gs>
                <a:gs pos="14286">
                  <a:srgbClr val="37F0FF">
                    <a:alpha val="30764"/>
                  </a:srgbClr>
                </a:gs>
                <a:gs pos="28571">
                  <a:srgbClr val="37F0FF">
                    <a:alpha val="24833"/>
                  </a:srgbClr>
                </a:gs>
                <a:gs pos="42857">
                  <a:srgbClr val="37F0FF">
                    <a:alpha val="17075"/>
                  </a:srgbClr>
                </a:gs>
                <a:gs pos="57143">
                  <a:srgbClr val="37F0FF">
                    <a:alpha val="9855"/>
                  </a:srgbClr>
                </a:gs>
                <a:gs pos="71429">
                  <a:srgbClr val="37F0FF">
                    <a:alpha val="4740"/>
                  </a:srgbClr>
                </a:gs>
                <a:gs pos="85714">
                  <a:srgbClr val="37F0FF">
                    <a:alpha val="1902"/>
                  </a:srgbClr>
                </a:gs>
                <a:gs pos="100000">
                  <a:srgbClr val="37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4855022">
              <a:off x="673717" y="1669977"/>
              <a:ext cx="373376" cy="310571"/>
            </a:xfrm>
            <a:prstGeom prst="ellipse">
              <a:avLst/>
            </a:prstGeom>
            <a:gradFill>
              <a:gsLst>
                <a:gs pos="0">
                  <a:srgbClr val="E9CA00">
                    <a:alpha val="10663"/>
                  </a:srgbClr>
                </a:gs>
                <a:gs pos="14286">
                  <a:srgbClr val="E9CA00">
                    <a:alpha val="9845"/>
                  </a:srgbClr>
                </a:gs>
                <a:gs pos="28571">
                  <a:srgbClr val="E9CA00">
                    <a:alpha val="7732"/>
                  </a:srgbClr>
                </a:gs>
                <a:gs pos="42857">
                  <a:srgbClr val="E9CA00">
                    <a:alpha val="5141"/>
                  </a:srgbClr>
                </a:gs>
                <a:gs pos="57143">
                  <a:srgbClr val="E9CA00">
                    <a:alpha val="2882"/>
                  </a:srgbClr>
                </a:gs>
                <a:gs pos="71429">
                  <a:srgbClr val="E9CA00">
                    <a:alpha val="1360"/>
                  </a:srgbClr>
                </a:gs>
                <a:gs pos="85714">
                  <a:srgbClr val="E9CA00">
                    <a:alpha val="540"/>
                  </a:srgbClr>
                </a:gs>
                <a:gs pos="100000">
                  <a:srgbClr val="E9CA0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8790979">
              <a:off x="2026813" y="645024"/>
              <a:ext cx="378084" cy="57019"/>
            </a:xfrm>
            <a:prstGeom prst="ellipse">
              <a:avLst/>
            </a:prstGeom>
            <a:gradFill>
              <a:gsLst>
                <a:gs pos="0">
                  <a:srgbClr val="730000">
                    <a:alpha val="32968"/>
                  </a:srgbClr>
                </a:gs>
                <a:gs pos="14286">
                  <a:srgbClr val="730000">
                    <a:alpha val="30764"/>
                  </a:srgbClr>
                </a:gs>
                <a:gs pos="28571">
                  <a:srgbClr val="730000">
                    <a:alpha val="24833"/>
                  </a:srgbClr>
                </a:gs>
                <a:gs pos="42857">
                  <a:srgbClr val="730000">
                    <a:alpha val="17075"/>
                  </a:srgbClr>
                </a:gs>
                <a:gs pos="57143">
                  <a:srgbClr val="730000">
                    <a:alpha val="9855"/>
                  </a:srgbClr>
                </a:gs>
                <a:gs pos="71429">
                  <a:srgbClr val="730000">
                    <a:alpha val="4740"/>
                  </a:srgbClr>
                </a:gs>
                <a:gs pos="85714">
                  <a:srgbClr val="730000">
                    <a:alpha val="1902"/>
                  </a:srgbClr>
                </a:gs>
                <a:gs pos="100000">
                  <a:srgbClr val="7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-9483578">
              <a:off x="1360757" y="756821"/>
              <a:ext cx="318777" cy="47558"/>
            </a:xfrm>
            <a:prstGeom prst="ellipse">
              <a:avLst/>
            </a:prstGeom>
            <a:gradFill>
              <a:gsLst>
                <a:gs pos="0">
                  <a:srgbClr val="78FFFA">
                    <a:alpha val="20757"/>
                  </a:srgbClr>
                </a:gs>
                <a:gs pos="14286">
                  <a:srgbClr val="78FFFA">
                    <a:alpha val="19252"/>
                  </a:srgbClr>
                </a:gs>
                <a:gs pos="28571">
                  <a:srgbClr val="78FFFA">
                    <a:alpha val="15298"/>
                  </a:srgbClr>
                </a:gs>
                <a:gs pos="42857">
                  <a:srgbClr val="78FFFA">
                    <a:alpha val="10318"/>
                  </a:srgbClr>
                </a:gs>
                <a:gs pos="57143">
                  <a:srgbClr val="78FFFA">
                    <a:alpha val="5856"/>
                  </a:srgbClr>
                </a:gs>
                <a:gs pos="71429">
                  <a:srgbClr val="78FFFA">
                    <a:alpha val="2785"/>
                  </a:srgbClr>
                </a:gs>
                <a:gs pos="85714">
                  <a:srgbClr val="78FFFA">
                    <a:alpha val="1111"/>
                  </a:srgbClr>
                </a:gs>
                <a:gs pos="100000">
                  <a:srgbClr val="78FFFA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8130820">
              <a:off x="1619952" y="865213"/>
              <a:ext cx="199600" cy="39991"/>
            </a:xfrm>
            <a:prstGeom prst="ellipse">
              <a:avLst/>
            </a:prstGeom>
            <a:gradFill>
              <a:gsLst>
                <a:gs pos="0">
                  <a:srgbClr val="005B4C">
                    <a:alpha val="25131"/>
                  </a:srgbClr>
                </a:gs>
                <a:gs pos="14286">
                  <a:srgbClr val="005B4C">
                    <a:alpha val="23358"/>
                  </a:srgbClr>
                </a:gs>
                <a:gs pos="28571">
                  <a:srgbClr val="005B4C">
                    <a:alpha val="18662"/>
                  </a:srgbClr>
                </a:gs>
                <a:gs pos="42857">
                  <a:srgbClr val="005B4C">
                    <a:alpha val="12670"/>
                  </a:srgbClr>
                </a:gs>
                <a:gs pos="57143">
                  <a:srgbClr val="005B4C">
                    <a:alpha val="7232"/>
                  </a:srgbClr>
                </a:gs>
                <a:gs pos="71429">
                  <a:srgbClr val="005B4C">
                    <a:alpha val="3453"/>
                  </a:srgbClr>
                </a:gs>
                <a:gs pos="85714">
                  <a:srgbClr val="005B4C">
                    <a:alpha val="1380"/>
                  </a:srgbClr>
                </a:gs>
                <a:gs pos="100000">
                  <a:srgbClr val="005B4C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5243211">
              <a:off x="1010675" y="1462374"/>
              <a:ext cx="570535" cy="257643"/>
            </a:xfrm>
            <a:prstGeom prst="ellipse">
              <a:avLst/>
            </a:prstGeom>
            <a:gradFill>
              <a:gsLst>
                <a:gs pos="0">
                  <a:srgbClr val="007DB6">
                    <a:alpha val="28166"/>
                  </a:srgbClr>
                </a:gs>
                <a:gs pos="14286">
                  <a:srgbClr val="007DB6">
                    <a:alpha val="26218"/>
                  </a:srgbClr>
                </a:gs>
                <a:gs pos="28571">
                  <a:srgbClr val="007DB6">
                    <a:alpha val="21029"/>
                  </a:srgbClr>
                </a:gs>
                <a:gs pos="42857">
                  <a:srgbClr val="007DB6">
                    <a:alpha val="14346"/>
                  </a:srgbClr>
                </a:gs>
                <a:gs pos="57143">
                  <a:srgbClr val="007DB6">
                    <a:alpha val="8223"/>
                  </a:srgbClr>
                </a:gs>
                <a:gs pos="71429">
                  <a:srgbClr val="007DB6">
                    <a:alpha val="3937"/>
                  </a:srgbClr>
                </a:gs>
                <a:gs pos="85714">
                  <a:srgbClr val="007DB6">
                    <a:alpha val="1576"/>
                  </a:srgbClr>
                </a:gs>
                <a:gs pos="100000">
                  <a:srgbClr val="007DB6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-8998545">
              <a:off x="-151058" y="1893656"/>
              <a:ext cx="431750" cy="329989"/>
            </a:xfrm>
            <a:prstGeom prst="ellipse">
              <a:avLst/>
            </a:prstGeom>
            <a:gradFill>
              <a:gsLst>
                <a:gs pos="0">
                  <a:srgbClr val="D57700">
                    <a:alpha val="18182"/>
                  </a:srgbClr>
                </a:gs>
                <a:gs pos="14286">
                  <a:srgbClr val="D57700">
                    <a:alpha val="16843"/>
                  </a:srgbClr>
                </a:gs>
                <a:gs pos="28571">
                  <a:srgbClr val="D57700">
                    <a:alpha val="13343"/>
                  </a:srgbClr>
                </a:gs>
                <a:gs pos="42857">
                  <a:srgbClr val="D57700">
                    <a:alpha val="8966"/>
                  </a:srgbClr>
                </a:gs>
                <a:gs pos="57143">
                  <a:srgbClr val="D57700">
                    <a:alpha val="5072"/>
                  </a:srgbClr>
                </a:gs>
                <a:gs pos="71429">
                  <a:srgbClr val="D57700">
                    <a:alpha val="2407"/>
                  </a:srgbClr>
                </a:gs>
                <a:gs pos="85714">
                  <a:srgbClr val="D57700">
                    <a:alpha val="959"/>
                  </a:srgbClr>
                </a:gs>
                <a:gs pos="100000">
                  <a:srgbClr val="D57700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10387170">
              <a:off x="1755061" y="1032299"/>
              <a:ext cx="306723" cy="303999"/>
            </a:xfrm>
            <a:prstGeom prst="ellipse">
              <a:avLst/>
            </a:prstGeom>
            <a:gradFill>
              <a:gsLst>
                <a:gs pos="0">
                  <a:srgbClr val="005100">
                    <a:alpha val="3136"/>
                  </a:srgbClr>
                </a:gs>
                <a:gs pos="14286">
                  <a:srgbClr val="005100">
                    <a:alpha val="2886"/>
                  </a:srgbClr>
                </a:gs>
                <a:gs pos="28571">
                  <a:srgbClr val="005100">
                    <a:alpha val="2248"/>
                  </a:srgbClr>
                </a:gs>
                <a:gs pos="42857">
                  <a:srgbClr val="005100">
                    <a:alpha val="1480"/>
                  </a:srgbClr>
                </a:gs>
                <a:gs pos="57143">
                  <a:srgbClr val="005100">
                    <a:alpha val="823"/>
                  </a:srgbClr>
                </a:gs>
                <a:gs pos="71429">
                  <a:srgbClr val="005100">
                    <a:alpha val="386"/>
                  </a:srgbClr>
                </a:gs>
                <a:gs pos="85714">
                  <a:srgbClr val="005100">
                    <a:alpha val="153"/>
                  </a:srgbClr>
                </a:gs>
                <a:gs pos="100000">
                  <a:srgbClr val="005100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-8633306">
              <a:off x="1281163" y="606569"/>
              <a:ext cx="272454" cy="116387"/>
            </a:xfrm>
            <a:prstGeom prst="ellipse">
              <a:avLst/>
            </a:prstGeom>
            <a:gradFill>
              <a:gsLst>
                <a:gs pos="0">
                  <a:srgbClr val="1ED3B6">
                    <a:alpha val="21120"/>
                  </a:srgbClr>
                </a:gs>
                <a:gs pos="14286">
                  <a:srgbClr val="1ED3B6">
                    <a:alpha val="19592"/>
                  </a:srgbClr>
                </a:gs>
                <a:gs pos="28571">
                  <a:srgbClr val="1ED3B6">
                    <a:alpha val="15575"/>
                  </a:srgbClr>
                </a:gs>
                <a:gs pos="42857">
                  <a:srgbClr val="1ED3B6">
                    <a:alpha val="10511"/>
                  </a:srgbClr>
                </a:gs>
                <a:gs pos="57143">
                  <a:srgbClr val="1ED3B6">
                    <a:alpha val="5968"/>
                  </a:srgbClr>
                </a:gs>
                <a:gs pos="71429">
                  <a:srgbClr val="1ED3B6">
                    <a:alpha val="2839"/>
                  </a:srgbClr>
                </a:gs>
                <a:gs pos="85714">
                  <a:srgbClr val="1ED3B6">
                    <a:alpha val="1133"/>
                  </a:srgbClr>
                </a:gs>
                <a:gs pos="100000">
                  <a:srgbClr val="1ED3B6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7352413">
              <a:off x="2425454" y="1196502"/>
              <a:ext cx="411035" cy="229118"/>
            </a:xfrm>
            <a:prstGeom prst="ellipse">
              <a:avLst/>
            </a:prstGeom>
            <a:gradFill>
              <a:gsLst>
                <a:gs pos="0">
                  <a:srgbClr val="23ACDB">
                    <a:alpha val="32968"/>
                  </a:srgbClr>
                </a:gs>
                <a:gs pos="14286">
                  <a:srgbClr val="23ACDB">
                    <a:alpha val="30764"/>
                  </a:srgbClr>
                </a:gs>
                <a:gs pos="28571">
                  <a:srgbClr val="23ACDB">
                    <a:alpha val="24833"/>
                  </a:srgbClr>
                </a:gs>
                <a:gs pos="42857">
                  <a:srgbClr val="23ACDB">
                    <a:alpha val="17075"/>
                  </a:srgbClr>
                </a:gs>
                <a:gs pos="57143">
                  <a:srgbClr val="23ACDB">
                    <a:alpha val="9855"/>
                  </a:srgbClr>
                </a:gs>
                <a:gs pos="71429">
                  <a:srgbClr val="23ACDB">
                    <a:alpha val="4740"/>
                  </a:srgbClr>
                </a:gs>
                <a:gs pos="85714">
                  <a:srgbClr val="23ACDB">
                    <a:alpha val="1902"/>
                  </a:srgbClr>
                </a:gs>
                <a:gs pos="100000">
                  <a:srgbClr val="23AC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4090524">
              <a:off x="2194945" y="1389412"/>
              <a:ext cx="438182" cy="696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5614178">
              <a:off x="1755823" y="799469"/>
              <a:ext cx="328356" cy="315093"/>
            </a:xfrm>
            <a:prstGeom prst="ellipse">
              <a:avLst/>
            </a:prstGeom>
            <a:gradFill>
              <a:gsLst>
                <a:gs pos="0">
                  <a:srgbClr val="0000FF">
                    <a:alpha val="2345"/>
                  </a:srgbClr>
                </a:gs>
                <a:gs pos="14286">
                  <a:srgbClr val="0000FF">
                    <a:alpha val="2158"/>
                  </a:srgbClr>
                </a:gs>
                <a:gs pos="28571">
                  <a:srgbClr val="0000FF">
                    <a:alpha val="1679"/>
                  </a:srgbClr>
                </a:gs>
                <a:gs pos="42857">
                  <a:srgbClr val="0000FF">
                    <a:alpha val="1105"/>
                  </a:srgbClr>
                </a:gs>
                <a:gs pos="57143">
                  <a:srgbClr val="0000FF">
                    <a:alpha val="614"/>
                  </a:srgbClr>
                </a:gs>
                <a:gs pos="71429">
                  <a:srgbClr val="0000FF">
                    <a:alpha val="288"/>
                  </a:srgbClr>
                </a:gs>
                <a:gs pos="85714">
                  <a:srgbClr val="0000FF">
                    <a:alpha val="114"/>
                  </a:srgbClr>
                </a:gs>
                <a:gs pos="100000">
                  <a:srgbClr val="0000FF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-8470456">
              <a:off x="1057634" y="623376"/>
              <a:ext cx="344988" cy="166026"/>
            </a:xfrm>
            <a:prstGeom prst="ellipse">
              <a:avLst/>
            </a:prstGeom>
            <a:gradFill>
              <a:gsLst>
                <a:gs pos="0">
                  <a:srgbClr val="63E1FF">
                    <a:alpha val="31858"/>
                  </a:srgbClr>
                </a:gs>
                <a:gs pos="14286">
                  <a:srgbClr val="63E1FF">
                    <a:alpha val="29711"/>
                  </a:srgbClr>
                </a:gs>
                <a:gs pos="28571">
                  <a:srgbClr val="63E1FF">
                    <a:alpha val="23947"/>
                  </a:srgbClr>
                </a:gs>
                <a:gs pos="42857">
                  <a:srgbClr val="63E1FF">
                    <a:alpha val="16435"/>
                  </a:srgbClr>
                </a:gs>
                <a:gs pos="57143">
                  <a:srgbClr val="63E1FF">
                    <a:alpha val="9470"/>
                  </a:srgbClr>
                </a:gs>
                <a:gs pos="71429">
                  <a:srgbClr val="63E1FF">
                    <a:alpha val="4550"/>
                  </a:srgbClr>
                </a:gs>
                <a:gs pos="85714">
                  <a:srgbClr val="63E1FF">
                    <a:alpha val="1825"/>
                  </a:srgbClr>
                </a:gs>
                <a:gs pos="100000">
                  <a:srgbClr val="63E1FF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2972798">
              <a:off x="1783149" y="552368"/>
              <a:ext cx="162055" cy="112415"/>
            </a:xfrm>
            <a:prstGeom prst="ellipse">
              <a:avLst/>
            </a:prstGeom>
            <a:gradFill>
              <a:gsLst>
                <a:gs pos="0">
                  <a:srgbClr val="67B5CF">
                    <a:alpha val="32554"/>
                  </a:srgbClr>
                </a:gs>
                <a:gs pos="14286">
                  <a:srgbClr val="67B5CF">
                    <a:alpha val="30371"/>
                  </a:srgbClr>
                </a:gs>
                <a:gs pos="28571">
                  <a:srgbClr val="67B5CF">
                    <a:alpha val="24502"/>
                  </a:srgbClr>
                </a:gs>
                <a:gs pos="42857">
                  <a:srgbClr val="67B5CF">
                    <a:alpha val="16836"/>
                  </a:srgbClr>
                </a:gs>
                <a:gs pos="57143">
                  <a:srgbClr val="67B5CF">
                    <a:alpha val="9711"/>
                  </a:srgbClr>
                </a:gs>
                <a:gs pos="71429">
                  <a:srgbClr val="67B5CF">
                    <a:alpha val="4669"/>
                  </a:srgbClr>
                </a:gs>
                <a:gs pos="85714">
                  <a:srgbClr val="67B5CF">
                    <a:alpha val="1873"/>
                  </a:srgbClr>
                </a:gs>
                <a:gs pos="100000">
                  <a:srgbClr val="67B5CF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5063181">
              <a:off x="1164374" y="2042550"/>
              <a:ext cx="467252" cy="62100"/>
            </a:xfrm>
            <a:prstGeom prst="ellipse">
              <a:avLst/>
            </a:prstGeom>
            <a:gradFill>
              <a:gsLst>
                <a:gs pos="0">
                  <a:srgbClr val="0B0000">
                    <a:alpha val="32968"/>
                  </a:srgbClr>
                </a:gs>
                <a:gs pos="14286">
                  <a:srgbClr val="0B0000">
                    <a:alpha val="30764"/>
                  </a:srgbClr>
                </a:gs>
                <a:gs pos="28571">
                  <a:srgbClr val="0B0000">
                    <a:alpha val="24833"/>
                  </a:srgbClr>
                </a:gs>
                <a:gs pos="42857">
                  <a:srgbClr val="0B0000">
                    <a:alpha val="17075"/>
                  </a:srgbClr>
                </a:gs>
                <a:gs pos="57143">
                  <a:srgbClr val="0B0000">
                    <a:alpha val="9855"/>
                  </a:srgbClr>
                </a:gs>
                <a:gs pos="71429">
                  <a:srgbClr val="0B0000">
                    <a:alpha val="4740"/>
                  </a:srgbClr>
                </a:gs>
                <a:gs pos="85714">
                  <a:srgbClr val="0B0000">
                    <a:alpha val="1902"/>
                  </a:srgbClr>
                </a:gs>
                <a:gs pos="100000">
                  <a:srgbClr val="0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10634151">
              <a:off x="823105" y="2843499"/>
              <a:ext cx="331724" cy="120754"/>
            </a:xfrm>
            <a:prstGeom prst="ellipse">
              <a:avLst/>
            </a:prstGeom>
            <a:gradFill>
              <a:gsLst>
                <a:gs pos="0">
                  <a:srgbClr val="F4FCFF">
                    <a:alpha val="32968"/>
                  </a:srgbClr>
                </a:gs>
                <a:gs pos="14286">
                  <a:srgbClr val="F4FCFF">
                    <a:alpha val="30764"/>
                  </a:srgbClr>
                </a:gs>
                <a:gs pos="28571">
                  <a:srgbClr val="F4FCFF">
                    <a:alpha val="24833"/>
                  </a:srgbClr>
                </a:gs>
                <a:gs pos="42857">
                  <a:srgbClr val="F4FCFF">
                    <a:alpha val="17075"/>
                  </a:srgbClr>
                </a:gs>
                <a:gs pos="57143">
                  <a:srgbClr val="F4FCFF">
                    <a:alpha val="9855"/>
                  </a:srgbClr>
                </a:gs>
                <a:gs pos="71429">
                  <a:srgbClr val="F4FCFF">
                    <a:alpha val="4740"/>
                  </a:srgbClr>
                </a:gs>
                <a:gs pos="85714">
                  <a:srgbClr val="F4FCFF">
                    <a:alpha val="1902"/>
                  </a:srgbClr>
                </a:gs>
                <a:gs pos="100000">
                  <a:srgbClr val="F4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-8126884">
              <a:off x="512343" y="1263932"/>
              <a:ext cx="538765" cy="70099"/>
            </a:xfrm>
            <a:prstGeom prst="ellipse">
              <a:avLst/>
            </a:prstGeom>
            <a:gradFill>
              <a:gsLst>
                <a:gs pos="0">
                  <a:srgbClr val="000045">
                    <a:alpha val="32968"/>
                  </a:srgbClr>
                </a:gs>
                <a:gs pos="14286">
                  <a:srgbClr val="000045">
                    <a:alpha val="30764"/>
                  </a:srgbClr>
                </a:gs>
                <a:gs pos="28571">
                  <a:srgbClr val="000045">
                    <a:alpha val="24833"/>
                  </a:srgbClr>
                </a:gs>
                <a:gs pos="42857">
                  <a:srgbClr val="000045">
                    <a:alpha val="17075"/>
                  </a:srgbClr>
                </a:gs>
                <a:gs pos="57143">
                  <a:srgbClr val="000045">
                    <a:alpha val="9855"/>
                  </a:srgbClr>
                </a:gs>
                <a:gs pos="71429">
                  <a:srgbClr val="000045">
                    <a:alpha val="4740"/>
                  </a:srgbClr>
                </a:gs>
                <a:gs pos="85714">
                  <a:srgbClr val="000045">
                    <a:alpha val="1902"/>
                  </a:srgbClr>
                </a:gs>
                <a:gs pos="100000">
                  <a:srgbClr val="0000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2927001">
              <a:off x="1567464" y="411609"/>
              <a:ext cx="481162" cy="82039"/>
            </a:xfrm>
            <a:prstGeom prst="ellipse">
              <a:avLst/>
            </a:prstGeom>
            <a:gradFill>
              <a:gsLst>
                <a:gs pos="0">
                  <a:srgbClr val="D6F6FF">
                    <a:alpha val="32968"/>
                  </a:srgbClr>
                </a:gs>
                <a:gs pos="14286">
                  <a:srgbClr val="D6F6FF">
                    <a:alpha val="30764"/>
                  </a:srgbClr>
                </a:gs>
                <a:gs pos="28571">
                  <a:srgbClr val="D6F6FF">
                    <a:alpha val="24833"/>
                  </a:srgbClr>
                </a:gs>
                <a:gs pos="42857">
                  <a:srgbClr val="D6F6FF">
                    <a:alpha val="17075"/>
                  </a:srgbClr>
                </a:gs>
                <a:gs pos="57143">
                  <a:srgbClr val="D6F6FF">
                    <a:alpha val="9855"/>
                  </a:srgbClr>
                </a:gs>
                <a:gs pos="71429">
                  <a:srgbClr val="D6F6FF">
                    <a:alpha val="4740"/>
                  </a:srgbClr>
                </a:gs>
                <a:gs pos="85714">
                  <a:srgbClr val="D6F6FF">
                    <a:alpha val="1902"/>
                  </a:srgbClr>
                </a:gs>
                <a:gs pos="100000">
                  <a:srgbClr val="D6F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9128949">
              <a:off x="1739453" y="2245877"/>
              <a:ext cx="484487" cy="400774"/>
            </a:xfrm>
            <a:prstGeom prst="ellipse">
              <a:avLst/>
            </a:prstGeom>
            <a:gradFill>
              <a:gsLst>
                <a:gs pos="0">
                  <a:srgbClr val="AA8ABF">
                    <a:alpha val="25542"/>
                  </a:srgbClr>
                </a:gs>
                <a:gs pos="14286">
                  <a:srgbClr val="AA8ABF">
                    <a:alpha val="23745"/>
                  </a:srgbClr>
                </a:gs>
                <a:gs pos="28571">
                  <a:srgbClr val="AA8ABF">
                    <a:alpha val="18981"/>
                  </a:srgbClr>
                </a:gs>
                <a:gs pos="42857">
                  <a:srgbClr val="AA8ABF">
                    <a:alpha val="12895"/>
                  </a:srgbClr>
                </a:gs>
                <a:gs pos="57143">
                  <a:srgbClr val="AA8ABF">
                    <a:alpha val="7365"/>
                  </a:srgbClr>
                </a:gs>
                <a:gs pos="71429">
                  <a:srgbClr val="AA8ABF">
                    <a:alpha val="3518"/>
                  </a:srgbClr>
                </a:gs>
                <a:gs pos="85714">
                  <a:srgbClr val="AA8ABF">
                    <a:alpha val="1406"/>
                  </a:srgbClr>
                </a:gs>
                <a:gs pos="100000">
                  <a:srgbClr val="AA8ABF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8788238">
              <a:off x="662377" y="732373"/>
              <a:ext cx="351774" cy="31151"/>
            </a:xfrm>
            <a:prstGeom prst="ellipse">
              <a:avLst/>
            </a:prstGeom>
            <a:gradFill>
              <a:gsLst>
                <a:gs pos="0">
                  <a:srgbClr val="FFFFFC">
                    <a:alpha val="26547"/>
                  </a:srgbClr>
                </a:gs>
                <a:gs pos="14286">
                  <a:srgbClr val="FFFFFC">
                    <a:alpha val="24691"/>
                  </a:srgbClr>
                </a:gs>
                <a:gs pos="28571">
                  <a:srgbClr val="FFFFFC">
                    <a:alpha val="19762"/>
                  </a:srgbClr>
                </a:gs>
                <a:gs pos="42857">
                  <a:srgbClr val="FFFFFC">
                    <a:alpha val="13447"/>
                  </a:srgbClr>
                </a:gs>
                <a:gs pos="57143">
                  <a:srgbClr val="FFFFFC">
                    <a:alpha val="7691"/>
                  </a:srgbClr>
                </a:gs>
                <a:gs pos="71429">
                  <a:srgbClr val="FFFFFC">
                    <a:alpha val="3677"/>
                  </a:srgbClr>
                </a:gs>
                <a:gs pos="85714">
                  <a:srgbClr val="FFFFFC">
                    <a:alpha val="1470"/>
                  </a:srgbClr>
                </a:gs>
                <a:gs pos="100000">
                  <a:srgbClr val="FFFFFC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4496324">
              <a:off x="1423611" y="2724228"/>
              <a:ext cx="247239" cy="219588"/>
            </a:xfrm>
            <a:prstGeom prst="ellipse">
              <a:avLst/>
            </a:prstGeom>
            <a:gradFill>
              <a:gsLst>
                <a:gs pos="0">
                  <a:srgbClr val="EBC2C2">
                    <a:alpha val="8573"/>
                  </a:srgbClr>
                </a:gs>
                <a:gs pos="14286">
                  <a:srgbClr val="EBC2C2">
                    <a:alpha val="7908"/>
                  </a:srgbClr>
                </a:gs>
                <a:gs pos="28571">
                  <a:srgbClr val="EBC2C2">
                    <a:alpha val="6196"/>
                  </a:srgbClr>
                </a:gs>
                <a:gs pos="42857">
                  <a:srgbClr val="EBC2C2">
                    <a:alpha val="4109"/>
                  </a:srgbClr>
                </a:gs>
                <a:gs pos="57143">
                  <a:srgbClr val="EBC2C2">
                    <a:alpha val="2298"/>
                  </a:srgbClr>
                </a:gs>
                <a:gs pos="71429">
                  <a:srgbClr val="EBC2C2">
                    <a:alpha val="1082"/>
                  </a:srgbClr>
                </a:gs>
                <a:gs pos="85714">
                  <a:srgbClr val="EBC2C2">
                    <a:alpha val="429"/>
                  </a:srgbClr>
                </a:gs>
                <a:gs pos="100000">
                  <a:srgbClr val="EBC2C2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-10234699">
              <a:off x="1929337" y="1484905"/>
              <a:ext cx="341449" cy="82732"/>
            </a:xfrm>
            <a:prstGeom prst="ellipse">
              <a:avLst/>
            </a:prstGeom>
            <a:gradFill>
              <a:gsLst>
                <a:gs pos="0">
                  <a:srgbClr val="F7FFB8">
                    <a:alpha val="8395"/>
                  </a:srgbClr>
                </a:gs>
                <a:gs pos="14286">
                  <a:srgbClr val="F7FFB8">
                    <a:alpha val="7743"/>
                  </a:srgbClr>
                </a:gs>
                <a:gs pos="28571">
                  <a:srgbClr val="F7FFB8">
                    <a:alpha val="6066"/>
                  </a:srgbClr>
                </a:gs>
                <a:gs pos="42857">
                  <a:srgbClr val="F7FFB8">
                    <a:alpha val="4021"/>
                  </a:srgbClr>
                </a:gs>
                <a:gs pos="57143">
                  <a:srgbClr val="F7FFB8">
                    <a:alpha val="2249"/>
                  </a:srgbClr>
                </a:gs>
                <a:gs pos="71429">
                  <a:srgbClr val="F7FFB8">
                    <a:alpha val="1059"/>
                  </a:srgbClr>
                </a:gs>
                <a:gs pos="85714">
                  <a:srgbClr val="F7FFB8">
                    <a:alpha val="420"/>
                  </a:srgbClr>
                </a:gs>
                <a:gs pos="100000">
                  <a:srgbClr val="F7FFB8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10719013">
              <a:off x="872660" y="1738685"/>
              <a:ext cx="255994" cy="200014"/>
            </a:xfrm>
            <a:prstGeom prst="ellipse">
              <a:avLst/>
            </a:prstGeom>
            <a:gradFill>
              <a:gsLst>
                <a:gs pos="0">
                  <a:srgbClr val="00005D">
                    <a:alpha val="16643"/>
                  </a:srgbClr>
                </a:gs>
                <a:gs pos="14286">
                  <a:srgbClr val="00005D">
                    <a:alpha val="15407"/>
                  </a:srgbClr>
                </a:gs>
                <a:gs pos="28571">
                  <a:srgbClr val="00005D">
                    <a:alpha val="12183"/>
                  </a:srgbClr>
                </a:gs>
                <a:gs pos="42857">
                  <a:srgbClr val="00005D">
                    <a:alpha val="8168"/>
                  </a:srgbClr>
                </a:gs>
                <a:gs pos="57143">
                  <a:srgbClr val="00005D">
                    <a:alpha val="4612"/>
                  </a:srgbClr>
                </a:gs>
                <a:gs pos="71429">
                  <a:srgbClr val="00005D">
                    <a:alpha val="2186"/>
                  </a:srgbClr>
                </a:gs>
                <a:gs pos="85714">
                  <a:srgbClr val="00005D">
                    <a:alpha val="870"/>
                  </a:srgbClr>
                </a:gs>
                <a:gs pos="100000">
                  <a:srgbClr val="00005D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10490976">
              <a:off x="647372" y="1206270"/>
              <a:ext cx="658420" cy="123149"/>
            </a:xfrm>
            <a:prstGeom prst="ellipse">
              <a:avLst/>
            </a:prstGeom>
            <a:gradFill>
              <a:gsLst>
                <a:gs pos="0">
                  <a:srgbClr val="3B0000">
                    <a:alpha val="32968"/>
                  </a:srgbClr>
                </a:gs>
                <a:gs pos="14286">
                  <a:srgbClr val="3B0000">
                    <a:alpha val="30764"/>
                  </a:srgbClr>
                </a:gs>
                <a:gs pos="28571">
                  <a:srgbClr val="3B0000">
                    <a:alpha val="24833"/>
                  </a:srgbClr>
                </a:gs>
                <a:gs pos="42857">
                  <a:srgbClr val="3B0000">
                    <a:alpha val="17075"/>
                  </a:srgbClr>
                </a:gs>
                <a:gs pos="57143">
                  <a:srgbClr val="3B0000">
                    <a:alpha val="9855"/>
                  </a:srgbClr>
                </a:gs>
                <a:gs pos="71429">
                  <a:srgbClr val="3B0000">
                    <a:alpha val="4740"/>
                  </a:srgbClr>
                </a:gs>
                <a:gs pos="85714">
                  <a:srgbClr val="3B0000">
                    <a:alpha val="1902"/>
                  </a:srgbClr>
                </a:gs>
                <a:gs pos="100000">
                  <a:srgbClr val="3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4513306">
              <a:off x="897193" y="815850"/>
              <a:ext cx="485200" cy="88253"/>
            </a:xfrm>
            <a:prstGeom prst="ellipse">
              <a:avLst/>
            </a:prstGeom>
            <a:gradFill>
              <a:gsLst>
                <a:gs pos="0">
                  <a:srgbClr val="5E96C9">
                    <a:alpha val="32968"/>
                  </a:srgbClr>
                </a:gs>
                <a:gs pos="14286">
                  <a:srgbClr val="5E96C9">
                    <a:alpha val="30764"/>
                  </a:srgbClr>
                </a:gs>
                <a:gs pos="28571">
                  <a:srgbClr val="5E96C9">
                    <a:alpha val="24833"/>
                  </a:srgbClr>
                </a:gs>
                <a:gs pos="42857">
                  <a:srgbClr val="5E96C9">
                    <a:alpha val="17075"/>
                  </a:srgbClr>
                </a:gs>
                <a:gs pos="57143">
                  <a:srgbClr val="5E96C9">
                    <a:alpha val="9855"/>
                  </a:srgbClr>
                </a:gs>
                <a:gs pos="71429">
                  <a:srgbClr val="5E96C9">
                    <a:alpha val="4740"/>
                  </a:srgbClr>
                </a:gs>
                <a:gs pos="85714">
                  <a:srgbClr val="5E96C9">
                    <a:alpha val="1902"/>
                  </a:srgbClr>
                </a:gs>
                <a:gs pos="100000">
                  <a:srgbClr val="5E96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10516183">
              <a:off x="1631425" y="1497029"/>
              <a:ext cx="571315" cy="342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4035858">
              <a:off x="1518656" y="2055642"/>
              <a:ext cx="453078" cy="49887"/>
            </a:xfrm>
            <a:prstGeom prst="ellipse">
              <a:avLst/>
            </a:prstGeom>
            <a:gradFill>
              <a:gsLst>
                <a:gs pos="0">
                  <a:srgbClr val="6C0000">
                    <a:alpha val="32968"/>
                  </a:srgbClr>
                </a:gs>
                <a:gs pos="14286">
                  <a:srgbClr val="6C0000">
                    <a:alpha val="30764"/>
                  </a:srgbClr>
                </a:gs>
                <a:gs pos="28571">
                  <a:srgbClr val="6C0000">
                    <a:alpha val="24833"/>
                  </a:srgbClr>
                </a:gs>
                <a:gs pos="42857">
                  <a:srgbClr val="6C0000">
                    <a:alpha val="17075"/>
                  </a:srgbClr>
                </a:gs>
                <a:gs pos="57143">
                  <a:srgbClr val="6C0000">
                    <a:alpha val="9855"/>
                  </a:srgbClr>
                </a:gs>
                <a:gs pos="71429">
                  <a:srgbClr val="6C0000">
                    <a:alpha val="4740"/>
                  </a:srgbClr>
                </a:gs>
                <a:gs pos="85714">
                  <a:srgbClr val="6C0000">
                    <a:alpha val="1902"/>
                  </a:srgbClr>
                </a:gs>
                <a:gs pos="100000">
                  <a:srgbClr val="6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5085981">
              <a:off x="1003684" y="1022276"/>
              <a:ext cx="200824" cy="34685"/>
            </a:xfrm>
            <a:prstGeom prst="ellipse">
              <a:avLst/>
            </a:prstGeom>
            <a:gradFill>
              <a:gsLst>
                <a:gs pos="0">
                  <a:srgbClr val="6DEFE1">
                    <a:alpha val="24636"/>
                  </a:srgbClr>
                </a:gs>
                <a:gs pos="14286">
                  <a:srgbClr val="6DEFE1">
                    <a:alpha val="22892"/>
                  </a:srgbClr>
                </a:gs>
                <a:gs pos="28571">
                  <a:srgbClr val="6DEFE1">
                    <a:alpha val="18278"/>
                  </a:srgbClr>
                </a:gs>
                <a:gs pos="42857">
                  <a:srgbClr val="6DEFE1">
                    <a:alpha val="12401"/>
                  </a:srgbClr>
                </a:gs>
                <a:gs pos="57143">
                  <a:srgbClr val="6DEFE1">
                    <a:alpha val="7074"/>
                  </a:srgbClr>
                </a:gs>
                <a:gs pos="71429">
                  <a:srgbClr val="6DEFE1">
                    <a:alpha val="3376"/>
                  </a:srgbClr>
                </a:gs>
                <a:gs pos="85714">
                  <a:srgbClr val="6DEFE1">
                    <a:alpha val="1349"/>
                  </a:srgbClr>
                </a:gs>
                <a:gs pos="100000">
                  <a:srgbClr val="6DEFE1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-10378290">
              <a:off x="1876441" y="1285077"/>
              <a:ext cx="444941" cy="215152"/>
            </a:xfrm>
            <a:prstGeom prst="ellipse">
              <a:avLst/>
            </a:prstGeom>
            <a:gradFill>
              <a:gsLst>
                <a:gs pos="0">
                  <a:srgbClr val="003AA4">
                    <a:alpha val="32968"/>
                  </a:srgbClr>
                </a:gs>
                <a:gs pos="14286">
                  <a:srgbClr val="003AA4">
                    <a:alpha val="30764"/>
                  </a:srgbClr>
                </a:gs>
                <a:gs pos="28571">
                  <a:srgbClr val="003AA4">
                    <a:alpha val="24833"/>
                  </a:srgbClr>
                </a:gs>
                <a:gs pos="42857">
                  <a:srgbClr val="003AA4">
                    <a:alpha val="17075"/>
                  </a:srgbClr>
                </a:gs>
                <a:gs pos="57143">
                  <a:srgbClr val="003AA4">
                    <a:alpha val="9855"/>
                  </a:srgbClr>
                </a:gs>
                <a:gs pos="71429">
                  <a:srgbClr val="003AA4">
                    <a:alpha val="4740"/>
                  </a:srgbClr>
                </a:gs>
                <a:gs pos="85714">
                  <a:srgbClr val="003AA4">
                    <a:alpha val="1902"/>
                  </a:srgbClr>
                </a:gs>
                <a:gs pos="100000">
                  <a:srgbClr val="003A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4164651">
              <a:off x="2389285" y="1021688"/>
              <a:ext cx="199290" cy="78773"/>
            </a:xfrm>
            <a:prstGeom prst="ellipse">
              <a:avLst/>
            </a:prstGeom>
            <a:gradFill>
              <a:gsLst>
                <a:gs pos="0">
                  <a:srgbClr val="51BFFF">
                    <a:alpha val="30795"/>
                  </a:srgbClr>
                </a:gs>
                <a:gs pos="14286">
                  <a:srgbClr val="51BFFF">
                    <a:alpha val="28704"/>
                  </a:srgbClr>
                </a:gs>
                <a:gs pos="28571">
                  <a:srgbClr val="51BFFF">
                    <a:alpha val="23102"/>
                  </a:srgbClr>
                </a:gs>
                <a:gs pos="42857">
                  <a:srgbClr val="51BFFF">
                    <a:alpha val="15828"/>
                  </a:srgbClr>
                </a:gs>
                <a:gs pos="57143">
                  <a:srgbClr val="51BFFF">
                    <a:alpha val="9106"/>
                  </a:srgbClr>
                </a:gs>
                <a:gs pos="71429">
                  <a:srgbClr val="51BFFF">
                    <a:alpha val="4371"/>
                  </a:srgbClr>
                </a:gs>
                <a:gs pos="85714">
                  <a:srgbClr val="51BFFF">
                    <a:alpha val="1752"/>
                  </a:srgbClr>
                </a:gs>
                <a:gs pos="100000">
                  <a:srgbClr val="51BFFF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3254613">
              <a:off x="2432785" y="987918"/>
              <a:ext cx="231489" cy="162078"/>
            </a:xfrm>
            <a:prstGeom prst="ellipse">
              <a:avLst/>
            </a:prstGeom>
            <a:gradFill>
              <a:gsLst>
                <a:gs pos="0">
                  <a:srgbClr val="008DBD">
                    <a:alpha val="32968"/>
                  </a:srgbClr>
                </a:gs>
                <a:gs pos="14286">
                  <a:srgbClr val="008DBD">
                    <a:alpha val="30764"/>
                  </a:srgbClr>
                </a:gs>
                <a:gs pos="28571">
                  <a:srgbClr val="008DBD">
                    <a:alpha val="24833"/>
                  </a:srgbClr>
                </a:gs>
                <a:gs pos="42857">
                  <a:srgbClr val="008DBD">
                    <a:alpha val="17075"/>
                  </a:srgbClr>
                </a:gs>
                <a:gs pos="57143">
                  <a:srgbClr val="008DBD">
                    <a:alpha val="9855"/>
                  </a:srgbClr>
                </a:gs>
                <a:gs pos="71429">
                  <a:srgbClr val="008DBD">
                    <a:alpha val="4740"/>
                  </a:srgbClr>
                </a:gs>
                <a:gs pos="85714">
                  <a:srgbClr val="008DBD">
                    <a:alpha val="1902"/>
                  </a:srgbClr>
                </a:gs>
                <a:gs pos="100000">
                  <a:srgbClr val="008D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-10431698">
              <a:off x="1399932" y="826859"/>
              <a:ext cx="442241" cy="54392"/>
            </a:xfrm>
            <a:prstGeom prst="ellipse">
              <a:avLst/>
            </a:prstGeom>
            <a:gradFill>
              <a:gsLst>
                <a:gs pos="0">
                  <a:srgbClr val="15009F">
                    <a:alpha val="16740"/>
                  </a:srgbClr>
                </a:gs>
                <a:gs pos="14286">
                  <a:srgbClr val="15009F">
                    <a:alpha val="15497"/>
                  </a:srgbClr>
                </a:gs>
                <a:gs pos="28571">
                  <a:srgbClr val="15009F">
                    <a:alpha val="12255"/>
                  </a:srgbClr>
                </a:gs>
                <a:gs pos="42857">
                  <a:srgbClr val="15009F">
                    <a:alpha val="8218"/>
                  </a:srgbClr>
                </a:gs>
                <a:gs pos="57143">
                  <a:srgbClr val="15009F">
                    <a:alpha val="4641"/>
                  </a:srgbClr>
                </a:gs>
                <a:gs pos="71429">
                  <a:srgbClr val="15009F">
                    <a:alpha val="2200"/>
                  </a:srgbClr>
                </a:gs>
                <a:gs pos="85714">
                  <a:srgbClr val="15009F">
                    <a:alpha val="876"/>
                  </a:srgbClr>
                </a:gs>
                <a:gs pos="100000">
                  <a:srgbClr val="15009F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-9079937">
              <a:off x="1367965" y="1580874"/>
              <a:ext cx="366046" cy="302099"/>
            </a:xfrm>
            <a:prstGeom prst="ellipse">
              <a:avLst/>
            </a:prstGeom>
            <a:gradFill>
              <a:gsLst>
                <a:gs pos="0">
                  <a:srgbClr val="007E9F">
                    <a:alpha val="8155"/>
                  </a:srgbClr>
                </a:gs>
                <a:gs pos="14286">
                  <a:srgbClr val="007E9F">
                    <a:alpha val="7521"/>
                  </a:srgbClr>
                </a:gs>
                <a:gs pos="28571">
                  <a:srgbClr val="007E9F">
                    <a:alpha val="5891"/>
                  </a:srgbClr>
                </a:gs>
                <a:gs pos="42857">
                  <a:srgbClr val="007E9F">
                    <a:alpha val="3904"/>
                  </a:srgbClr>
                </a:gs>
                <a:gs pos="57143">
                  <a:srgbClr val="007E9F">
                    <a:alpha val="2182"/>
                  </a:srgbClr>
                </a:gs>
                <a:gs pos="71429">
                  <a:srgbClr val="007E9F">
                    <a:alpha val="1028"/>
                  </a:srgbClr>
                </a:gs>
                <a:gs pos="85714">
                  <a:srgbClr val="007E9F">
                    <a:alpha val="408"/>
                  </a:srgbClr>
                </a:gs>
                <a:gs pos="100000">
                  <a:srgbClr val="007E9F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-9976155">
              <a:off x="1684778" y="444385"/>
              <a:ext cx="419426" cy="64785"/>
            </a:xfrm>
            <a:prstGeom prst="ellipse">
              <a:avLst/>
            </a:prstGeom>
            <a:gradFill>
              <a:gsLst>
                <a:gs pos="0">
                  <a:srgbClr val="008FF6">
                    <a:alpha val="13817"/>
                  </a:srgbClr>
                </a:gs>
                <a:gs pos="14286">
                  <a:srgbClr val="008FF6">
                    <a:alpha val="12774"/>
                  </a:srgbClr>
                </a:gs>
                <a:gs pos="28571">
                  <a:srgbClr val="008FF6">
                    <a:alpha val="10068"/>
                  </a:srgbClr>
                </a:gs>
                <a:gs pos="42857">
                  <a:srgbClr val="008FF6">
                    <a:alpha val="6724"/>
                  </a:srgbClr>
                </a:gs>
                <a:gs pos="57143">
                  <a:srgbClr val="008FF6">
                    <a:alpha val="3783"/>
                  </a:srgbClr>
                </a:gs>
                <a:gs pos="71429">
                  <a:srgbClr val="008FF6">
                    <a:alpha val="1789"/>
                  </a:srgbClr>
                </a:gs>
                <a:gs pos="85714">
                  <a:srgbClr val="008FF6">
                    <a:alpha val="711"/>
                  </a:srgbClr>
                </a:gs>
                <a:gs pos="100000">
                  <a:srgbClr val="008FF6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10446284">
              <a:off x="1971834" y="1548491"/>
              <a:ext cx="348987" cy="335547"/>
            </a:xfrm>
            <a:prstGeom prst="ellipse">
              <a:avLst/>
            </a:prstGeom>
            <a:gradFill>
              <a:gsLst>
                <a:gs pos="0">
                  <a:srgbClr val="008D5F">
                    <a:alpha val="4888"/>
                  </a:srgbClr>
                </a:gs>
                <a:gs pos="14286">
                  <a:srgbClr val="008D5F">
                    <a:alpha val="4501"/>
                  </a:srgbClr>
                </a:gs>
                <a:gs pos="28571">
                  <a:srgbClr val="008D5F">
                    <a:alpha val="3513"/>
                  </a:srgbClr>
                </a:gs>
                <a:gs pos="42857">
                  <a:srgbClr val="008D5F">
                    <a:alpha val="2318"/>
                  </a:srgbClr>
                </a:gs>
                <a:gs pos="57143">
                  <a:srgbClr val="008D5F">
                    <a:alpha val="1291"/>
                  </a:srgbClr>
                </a:gs>
                <a:gs pos="71429">
                  <a:srgbClr val="008D5F">
                    <a:alpha val="607"/>
                  </a:srgbClr>
                </a:gs>
                <a:gs pos="85714">
                  <a:srgbClr val="008D5F">
                    <a:alpha val="240"/>
                  </a:srgbClr>
                </a:gs>
                <a:gs pos="100000">
                  <a:srgbClr val="008D5F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8416748">
              <a:off x="66718" y="3313215"/>
              <a:ext cx="405871" cy="107222"/>
            </a:xfrm>
            <a:prstGeom prst="ellipse">
              <a:avLst/>
            </a:prstGeom>
            <a:gradFill>
              <a:gsLst>
                <a:gs pos="0">
                  <a:srgbClr val="B486DC">
                    <a:alpha val="2695"/>
                  </a:srgbClr>
                </a:gs>
                <a:gs pos="14286">
                  <a:srgbClr val="B486DC">
                    <a:alpha val="2480"/>
                  </a:srgbClr>
                </a:gs>
                <a:gs pos="28571">
                  <a:srgbClr val="B486DC">
                    <a:alpha val="1931"/>
                  </a:srgbClr>
                </a:gs>
                <a:gs pos="42857">
                  <a:srgbClr val="B486DC">
                    <a:alpha val="1271"/>
                  </a:srgbClr>
                </a:gs>
                <a:gs pos="57143">
                  <a:srgbClr val="B486DC">
                    <a:alpha val="706"/>
                  </a:srgbClr>
                </a:gs>
                <a:gs pos="71429">
                  <a:srgbClr val="B486DC">
                    <a:alpha val="331"/>
                  </a:srgbClr>
                </a:gs>
                <a:gs pos="85714">
                  <a:srgbClr val="B486DC">
                    <a:alpha val="131"/>
                  </a:srgbClr>
                </a:gs>
                <a:gs pos="100000">
                  <a:srgbClr val="B486DC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10152316">
              <a:off x="1905977" y="833875"/>
              <a:ext cx="370670" cy="323720"/>
            </a:xfrm>
            <a:prstGeom prst="ellipse">
              <a:avLst/>
            </a:prstGeom>
            <a:gradFill>
              <a:gsLst>
                <a:gs pos="0">
                  <a:srgbClr val="000000">
                    <a:alpha val="17872"/>
                  </a:srgbClr>
                </a:gs>
                <a:gs pos="14286">
                  <a:srgbClr val="000000">
                    <a:alpha val="16553"/>
                  </a:srgbClr>
                </a:gs>
                <a:gs pos="28571">
                  <a:srgbClr val="000000">
                    <a:alpha val="13108"/>
                  </a:srgbClr>
                </a:gs>
                <a:gs pos="42857">
                  <a:srgbClr val="000000">
                    <a:alpha val="8804"/>
                  </a:srgbClr>
                </a:gs>
                <a:gs pos="57143">
                  <a:srgbClr val="000000">
                    <a:alpha val="4979"/>
                  </a:srgbClr>
                </a:gs>
                <a:gs pos="71429">
                  <a:srgbClr val="000000">
                    <a:alpha val="2362"/>
                  </a:srgbClr>
                </a:gs>
                <a:gs pos="85714">
                  <a:srgbClr val="000000">
                    <a:alpha val="941"/>
                  </a:srgbClr>
                </a:gs>
                <a:gs pos="100000">
                  <a:srgbClr val="000000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3381821">
              <a:off x="793872" y="1828853"/>
              <a:ext cx="264655" cy="80137"/>
            </a:xfrm>
            <a:prstGeom prst="ellipse">
              <a:avLst/>
            </a:prstGeom>
            <a:gradFill>
              <a:gsLst>
                <a:gs pos="0">
                  <a:srgbClr val="FFFFC8">
                    <a:alpha val="32968"/>
                  </a:srgbClr>
                </a:gs>
                <a:gs pos="14286">
                  <a:srgbClr val="FFFFC8">
                    <a:alpha val="30764"/>
                  </a:srgbClr>
                </a:gs>
                <a:gs pos="28571">
                  <a:srgbClr val="FFFFC8">
                    <a:alpha val="24833"/>
                  </a:srgbClr>
                </a:gs>
                <a:gs pos="42857">
                  <a:srgbClr val="FFFFC8">
                    <a:alpha val="17075"/>
                  </a:srgbClr>
                </a:gs>
                <a:gs pos="57143">
                  <a:srgbClr val="FFFFC8">
                    <a:alpha val="9855"/>
                  </a:srgbClr>
                </a:gs>
                <a:gs pos="71429">
                  <a:srgbClr val="FFFFC8">
                    <a:alpha val="4740"/>
                  </a:srgbClr>
                </a:gs>
                <a:gs pos="85714">
                  <a:srgbClr val="FFFFC8">
                    <a:alpha val="1902"/>
                  </a:srgbClr>
                </a:gs>
                <a:gs pos="100000">
                  <a:srgbClr val="FFFF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-9330888">
              <a:off x="2437332" y="974802"/>
              <a:ext cx="154322" cy="128941"/>
            </a:xfrm>
            <a:prstGeom prst="ellipse">
              <a:avLst/>
            </a:prstGeom>
            <a:gradFill>
              <a:gsLst>
                <a:gs pos="0">
                  <a:srgbClr val="231C1F">
                    <a:alpha val="32968"/>
                  </a:srgbClr>
                </a:gs>
                <a:gs pos="14286">
                  <a:srgbClr val="231C1F">
                    <a:alpha val="30764"/>
                  </a:srgbClr>
                </a:gs>
                <a:gs pos="28571">
                  <a:srgbClr val="231C1F">
                    <a:alpha val="24833"/>
                  </a:srgbClr>
                </a:gs>
                <a:gs pos="42857">
                  <a:srgbClr val="231C1F">
                    <a:alpha val="17075"/>
                  </a:srgbClr>
                </a:gs>
                <a:gs pos="57143">
                  <a:srgbClr val="231C1F">
                    <a:alpha val="9855"/>
                  </a:srgbClr>
                </a:gs>
                <a:gs pos="71429">
                  <a:srgbClr val="231C1F">
                    <a:alpha val="4740"/>
                  </a:srgbClr>
                </a:gs>
                <a:gs pos="85714">
                  <a:srgbClr val="231C1F">
                    <a:alpha val="1902"/>
                  </a:srgbClr>
                </a:gs>
                <a:gs pos="100000">
                  <a:srgbClr val="231C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10032197">
              <a:off x="2201458" y="1151200"/>
              <a:ext cx="351448" cy="339768"/>
            </a:xfrm>
            <a:prstGeom prst="ellipse">
              <a:avLst/>
            </a:prstGeom>
            <a:gradFill>
              <a:gsLst>
                <a:gs pos="0">
                  <a:srgbClr val="000000">
                    <a:alpha val="7283"/>
                  </a:srgbClr>
                </a:gs>
                <a:gs pos="14286">
                  <a:srgbClr val="000000">
                    <a:alpha val="6714"/>
                  </a:srgbClr>
                </a:gs>
                <a:gs pos="28571">
                  <a:srgbClr val="000000">
                    <a:alpha val="5253"/>
                  </a:srgbClr>
                </a:gs>
                <a:gs pos="42857">
                  <a:srgbClr val="000000">
                    <a:alpha val="3478"/>
                  </a:srgbClr>
                </a:gs>
                <a:gs pos="57143">
                  <a:srgbClr val="000000">
                    <a:alpha val="1942"/>
                  </a:srgbClr>
                </a:gs>
                <a:gs pos="71429">
                  <a:srgbClr val="000000">
                    <a:alpha val="914"/>
                  </a:srgbClr>
                </a:gs>
                <a:gs pos="85714">
                  <a:srgbClr val="000000">
                    <a:alpha val="362"/>
                  </a:srgbClr>
                </a:gs>
                <a:gs pos="100000">
                  <a:srgbClr val="00000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5318356">
              <a:off x="973248" y="2857797"/>
              <a:ext cx="201146" cy="177961"/>
            </a:xfrm>
            <a:prstGeom prst="ellipse">
              <a:avLst/>
            </a:prstGeom>
            <a:gradFill>
              <a:gsLst>
                <a:gs pos="0">
                  <a:srgbClr val="0072E6">
                    <a:alpha val="28540"/>
                  </a:srgbClr>
                </a:gs>
                <a:gs pos="14286">
                  <a:srgbClr val="0072E6">
                    <a:alpha val="26572"/>
                  </a:srgbClr>
                </a:gs>
                <a:gs pos="28571">
                  <a:srgbClr val="0072E6">
                    <a:alpha val="21322"/>
                  </a:srgbClr>
                </a:gs>
                <a:gs pos="42857">
                  <a:srgbClr val="0072E6">
                    <a:alpha val="14555"/>
                  </a:srgbClr>
                </a:gs>
                <a:gs pos="57143">
                  <a:srgbClr val="0072E6">
                    <a:alpha val="8347"/>
                  </a:srgbClr>
                </a:gs>
                <a:gs pos="71429">
                  <a:srgbClr val="0072E6">
                    <a:alpha val="3998"/>
                  </a:srgbClr>
                </a:gs>
                <a:gs pos="85714">
                  <a:srgbClr val="0072E6">
                    <a:alpha val="1600"/>
                  </a:srgbClr>
                </a:gs>
                <a:gs pos="100000">
                  <a:srgbClr val="0072E6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8319335">
              <a:off x="572272" y="2849466"/>
              <a:ext cx="279980" cy="198381"/>
            </a:xfrm>
            <a:prstGeom prst="ellipse">
              <a:avLst/>
            </a:prstGeom>
            <a:gradFill>
              <a:gsLst>
                <a:gs pos="0">
                  <a:srgbClr val="7B003A">
                    <a:alpha val="20509"/>
                  </a:srgbClr>
                </a:gs>
                <a:gs pos="14286">
                  <a:srgbClr val="7B003A">
                    <a:alpha val="19019"/>
                  </a:srgbClr>
                </a:gs>
                <a:gs pos="28571">
                  <a:srgbClr val="7B003A">
                    <a:alpha val="15109"/>
                  </a:srgbClr>
                </a:gs>
                <a:gs pos="42857">
                  <a:srgbClr val="7B003A">
                    <a:alpha val="10187"/>
                  </a:srgbClr>
                </a:gs>
                <a:gs pos="57143">
                  <a:srgbClr val="7B003A">
                    <a:alpha val="5779"/>
                  </a:srgbClr>
                </a:gs>
                <a:gs pos="71429">
                  <a:srgbClr val="7B003A">
                    <a:alpha val="2748"/>
                  </a:srgbClr>
                </a:gs>
                <a:gs pos="85714">
                  <a:srgbClr val="7B003A">
                    <a:alpha val="1096"/>
                  </a:srgbClr>
                </a:gs>
                <a:gs pos="100000">
                  <a:srgbClr val="7B003A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6003883">
              <a:off x="578371" y="2892913"/>
              <a:ext cx="257987" cy="121652"/>
            </a:xfrm>
            <a:prstGeom prst="ellipse">
              <a:avLst/>
            </a:prstGeom>
            <a:gradFill>
              <a:gsLst>
                <a:gs pos="0">
                  <a:srgbClr val="00002D">
                    <a:alpha val="32968"/>
                  </a:srgbClr>
                </a:gs>
                <a:gs pos="14286">
                  <a:srgbClr val="00002D">
                    <a:alpha val="30764"/>
                  </a:srgbClr>
                </a:gs>
                <a:gs pos="28571">
                  <a:srgbClr val="00002D">
                    <a:alpha val="24833"/>
                  </a:srgbClr>
                </a:gs>
                <a:gs pos="42857">
                  <a:srgbClr val="00002D">
                    <a:alpha val="17075"/>
                  </a:srgbClr>
                </a:gs>
                <a:gs pos="57143">
                  <a:srgbClr val="00002D">
                    <a:alpha val="9855"/>
                  </a:srgbClr>
                </a:gs>
                <a:gs pos="71429">
                  <a:srgbClr val="00002D">
                    <a:alpha val="4740"/>
                  </a:srgbClr>
                </a:gs>
                <a:gs pos="85714">
                  <a:srgbClr val="00002D">
                    <a:alpha val="1902"/>
                  </a:srgbClr>
                </a:gs>
                <a:gs pos="100000">
                  <a:srgbClr val="0000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-10775824">
              <a:off x="1126949" y="938996"/>
              <a:ext cx="262484" cy="35575"/>
            </a:xfrm>
            <a:prstGeom prst="ellipse">
              <a:avLst/>
            </a:prstGeom>
            <a:gradFill>
              <a:gsLst>
                <a:gs pos="0">
                  <a:srgbClr val="8AA2CC">
                    <a:alpha val="24086"/>
                  </a:srgbClr>
                </a:gs>
                <a:gs pos="14286">
                  <a:srgbClr val="8AA2CC">
                    <a:alpha val="22375"/>
                  </a:srgbClr>
                </a:gs>
                <a:gs pos="28571">
                  <a:srgbClr val="8AA2CC">
                    <a:alpha val="17853"/>
                  </a:srgbClr>
                </a:gs>
                <a:gs pos="42857">
                  <a:srgbClr val="8AA2CC">
                    <a:alpha val="12102"/>
                  </a:srgbClr>
                </a:gs>
                <a:gs pos="57143">
                  <a:srgbClr val="8AA2CC">
                    <a:alpha val="6898"/>
                  </a:srgbClr>
                </a:gs>
                <a:gs pos="71429">
                  <a:srgbClr val="8AA2CC">
                    <a:alpha val="3290"/>
                  </a:srgbClr>
                </a:gs>
                <a:gs pos="85714">
                  <a:srgbClr val="8AA2CC">
                    <a:alpha val="1314"/>
                  </a:srgbClr>
                </a:gs>
                <a:gs pos="100000">
                  <a:srgbClr val="8AA2CC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7253412">
              <a:off x="1371990" y="1604028"/>
              <a:ext cx="468200" cy="187274"/>
            </a:xfrm>
            <a:prstGeom prst="ellipse">
              <a:avLst/>
            </a:prstGeom>
            <a:gradFill>
              <a:gsLst>
                <a:gs pos="0">
                  <a:srgbClr val="001960">
                    <a:alpha val="16301"/>
                  </a:srgbClr>
                </a:gs>
                <a:gs pos="14286">
                  <a:srgbClr val="001960">
                    <a:alpha val="15088"/>
                  </a:srgbClr>
                </a:gs>
                <a:gs pos="28571">
                  <a:srgbClr val="001960">
                    <a:alpha val="11926"/>
                  </a:srgbClr>
                </a:gs>
                <a:gs pos="42857">
                  <a:srgbClr val="001960">
                    <a:alpha val="7992"/>
                  </a:srgbClr>
                </a:gs>
                <a:gs pos="57143">
                  <a:srgbClr val="001960">
                    <a:alpha val="4511"/>
                  </a:srgbClr>
                </a:gs>
                <a:gs pos="71429">
                  <a:srgbClr val="001960">
                    <a:alpha val="2137"/>
                  </a:srgbClr>
                </a:gs>
                <a:gs pos="85714">
                  <a:srgbClr val="001960">
                    <a:alpha val="851"/>
                  </a:srgbClr>
                </a:gs>
                <a:gs pos="100000">
                  <a:srgbClr val="00196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-9301159">
              <a:off x="3051273" y="1728552"/>
              <a:ext cx="308299" cy="275282"/>
            </a:xfrm>
            <a:prstGeom prst="ellipse">
              <a:avLst/>
            </a:prstGeom>
            <a:gradFill>
              <a:gsLst>
                <a:gs pos="0">
                  <a:srgbClr val="58AAFF">
                    <a:alpha val="7274"/>
                  </a:srgbClr>
                </a:gs>
                <a:gs pos="14286">
                  <a:srgbClr val="58AAFF">
                    <a:alpha val="6706"/>
                  </a:srgbClr>
                </a:gs>
                <a:gs pos="28571">
                  <a:srgbClr val="58AAFF">
                    <a:alpha val="5247"/>
                  </a:srgbClr>
                </a:gs>
                <a:gs pos="42857">
                  <a:srgbClr val="58AAFF">
                    <a:alpha val="3473"/>
                  </a:srgbClr>
                </a:gs>
                <a:gs pos="57143">
                  <a:srgbClr val="58AAFF">
                    <a:alpha val="1940"/>
                  </a:srgbClr>
                </a:gs>
                <a:gs pos="71429">
                  <a:srgbClr val="58AAFF">
                    <a:alpha val="913"/>
                  </a:srgbClr>
                </a:gs>
                <a:gs pos="85714">
                  <a:srgbClr val="58AAFF">
                    <a:alpha val="362"/>
                  </a:srgbClr>
                </a:gs>
                <a:gs pos="100000">
                  <a:srgbClr val="58AAFF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9368278">
              <a:off x="751557" y="1522248"/>
              <a:ext cx="256065" cy="72469"/>
            </a:xfrm>
            <a:prstGeom prst="ellipse">
              <a:avLst/>
            </a:prstGeom>
            <a:gradFill>
              <a:gsLst>
                <a:gs pos="0">
                  <a:srgbClr val="F2F3DE">
                    <a:alpha val="26431"/>
                  </a:srgbClr>
                </a:gs>
                <a:gs pos="14286">
                  <a:srgbClr val="F2F3DE">
                    <a:alpha val="24582"/>
                  </a:srgbClr>
                </a:gs>
                <a:gs pos="28571">
                  <a:srgbClr val="F2F3DE">
                    <a:alpha val="19672"/>
                  </a:srgbClr>
                </a:gs>
                <a:gs pos="42857">
                  <a:srgbClr val="F2F3DE">
                    <a:alpha val="13384"/>
                  </a:srgbClr>
                </a:gs>
                <a:gs pos="57143">
                  <a:srgbClr val="F2F3DE">
                    <a:alpha val="7653"/>
                  </a:srgbClr>
                </a:gs>
                <a:gs pos="71429">
                  <a:srgbClr val="F2F3DE">
                    <a:alpha val="3658"/>
                  </a:srgbClr>
                </a:gs>
                <a:gs pos="85714">
                  <a:srgbClr val="F2F3DE">
                    <a:alpha val="1463"/>
                  </a:srgbClr>
                </a:gs>
                <a:gs pos="100000">
                  <a:srgbClr val="F2F3DE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5873817">
              <a:off x="829214" y="1094170"/>
              <a:ext cx="585923" cy="342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-9665715">
              <a:off x="1598140" y="821434"/>
              <a:ext cx="302039" cy="120614"/>
            </a:xfrm>
            <a:prstGeom prst="ellipse">
              <a:avLst/>
            </a:prstGeom>
            <a:gradFill>
              <a:gsLst>
                <a:gs pos="0">
                  <a:srgbClr val="00FFB8">
                    <a:alpha val="15601"/>
                  </a:srgbClr>
                </a:gs>
                <a:gs pos="14286">
                  <a:srgbClr val="00FFB8">
                    <a:alpha val="14435"/>
                  </a:srgbClr>
                </a:gs>
                <a:gs pos="28571">
                  <a:srgbClr val="00FFB8">
                    <a:alpha val="11401"/>
                  </a:srgbClr>
                </a:gs>
                <a:gs pos="42857">
                  <a:srgbClr val="00FFB8">
                    <a:alpha val="7633"/>
                  </a:srgbClr>
                </a:gs>
                <a:gs pos="57143">
                  <a:srgbClr val="00FFB8">
                    <a:alpha val="4304"/>
                  </a:srgbClr>
                </a:gs>
                <a:gs pos="71429">
                  <a:srgbClr val="00FFB8">
                    <a:alpha val="2038"/>
                  </a:srgbClr>
                </a:gs>
                <a:gs pos="85714">
                  <a:srgbClr val="00FFB8">
                    <a:alpha val="811"/>
                  </a:srgbClr>
                </a:gs>
                <a:gs pos="100000">
                  <a:srgbClr val="00FFB8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4452379">
              <a:off x="1470237" y="1598050"/>
              <a:ext cx="422576" cy="46104"/>
            </a:xfrm>
            <a:prstGeom prst="ellipse">
              <a:avLst/>
            </a:prstGeom>
            <a:gradFill>
              <a:gsLst>
                <a:gs pos="0">
                  <a:srgbClr val="8B7791">
                    <a:alpha val="32968"/>
                  </a:srgbClr>
                </a:gs>
                <a:gs pos="14286">
                  <a:srgbClr val="8B7791">
                    <a:alpha val="30764"/>
                  </a:srgbClr>
                </a:gs>
                <a:gs pos="28571">
                  <a:srgbClr val="8B7791">
                    <a:alpha val="24833"/>
                  </a:srgbClr>
                </a:gs>
                <a:gs pos="42857">
                  <a:srgbClr val="8B7791">
                    <a:alpha val="17075"/>
                  </a:srgbClr>
                </a:gs>
                <a:gs pos="57143">
                  <a:srgbClr val="8B7791">
                    <a:alpha val="9855"/>
                  </a:srgbClr>
                </a:gs>
                <a:gs pos="71429">
                  <a:srgbClr val="8B7791">
                    <a:alpha val="4740"/>
                  </a:srgbClr>
                </a:gs>
                <a:gs pos="85714">
                  <a:srgbClr val="8B7791">
                    <a:alpha val="1902"/>
                  </a:srgbClr>
                </a:gs>
                <a:gs pos="100000">
                  <a:srgbClr val="8B77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-10033079">
              <a:off x="1683708" y="926265"/>
              <a:ext cx="153252" cy="86877"/>
            </a:xfrm>
            <a:prstGeom prst="ellipse">
              <a:avLst/>
            </a:prstGeom>
            <a:gradFill>
              <a:gsLst>
                <a:gs pos="0">
                  <a:srgbClr val="6DFFFF">
                    <a:alpha val="32968"/>
                  </a:srgbClr>
                </a:gs>
                <a:gs pos="14286">
                  <a:srgbClr val="6DFFFF">
                    <a:alpha val="30764"/>
                  </a:srgbClr>
                </a:gs>
                <a:gs pos="28571">
                  <a:srgbClr val="6DFFFF">
                    <a:alpha val="24833"/>
                  </a:srgbClr>
                </a:gs>
                <a:gs pos="42857">
                  <a:srgbClr val="6DFFFF">
                    <a:alpha val="17075"/>
                  </a:srgbClr>
                </a:gs>
                <a:gs pos="57143">
                  <a:srgbClr val="6DFFFF">
                    <a:alpha val="9855"/>
                  </a:srgbClr>
                </a:gs>
                <a:gs pos="71429">
                  <a:srgbClr val="6DFFFF">
                    <a:alpha val="4740"/>
                  </a:srgbClr>
                </a:gs>
                <a:gs pos="85714">
                  <a:srgbClr val="6DFFFF">
                    <a:alpha val="1902"/>
                  </a:srgbClr>
                </a:gs>
                <a:gs pos="100000">
                  <a:srgbClr val="6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5189710">
              <a:off x="814389" y="863422"/>
              <a:ext cx="400506" cy="213064"/>
            </a:xfrm>
            <a:prstGeom prst="ellipse">
              <a:avLst/>
            </a:prstGeom>
            <a:gradFill>
              <a:gsLst>
                <a:gs pos="0">
                  <a:srgbClr val="910000">
                    <a:alpha val="32968"/>
                  </a:srgbClr>
                </a:gs>
                <a:gs pos="14286">
                  <a:srgbClr val="910000">
                    <a:alpha val="30764"/>
                  </a:srgbClr>
                </a:gs>
                <a:gs pos="28571">
                  <a:srgbClr val="910000">
                    <a:alpha val="24833"/>
                  </a:srgbClr>
                </a:gs>
                <a:gs pos="42857">
                  <a:srgbClr val="910000">
                    <a:alpha val="17075"/>
                  </a:srgbClr>
                </a:gs>
                <a:gs pos="57143">
                  <a:srgbClr val="910000">
                    <a:alpha val="9855"/>
                  </a:srgbClr>
                </a:gs>
                <a:gs pos="71429">
                  <a:srgbClr val="910000">
                    <a:alpha val="4740"/>
                  </a:srgbClr>
                </a:gs>
                <a:gs pos="85714">
                  <a:srgbClr val="910000">
                    <a:alpha val="1902"/>
                  </a:srgbClr>
                </a:gs>
                <a:gs pos="100000">
                  <a:srgbClr val="9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4413849">
              <a:off x="1573144" y="2389924"/>
              <a:ext cx="495009" cy="426886"/>
            </a:xfrm>
            <a:prstGeom prst="ellipse">
              <a:avLst/>
            </a:prstGeom>
            <a:gradFill>
              <a:gsLst>
                <a:gs pos="0">
                  <a:srgbClr val="747CC7">
                    <a:alpha val="18280"/>
                  </a:srgbClr>
                </a:gs>
                <a:gs pos="14286">
                  <a:srgbClr val="747CC7">
                    <a:alpha val="16934"/>
                  </a:srgbClr>
                </a:gs>
                <a:gs pos="28571">
                  <a:srgbClr val="747CC7">
                    <a:alpha val="13416"/>
                  </a:srgbClr>
                </a:gs>
                <a:gs pos="42857">
                  <a:srgbClr val="747CC7">
                    <a:alpha val="9017"/>
                  </a:srgbClr>
                </a:gs>
                <a:gs pos="57143">
                  <a:srgbClr val="747CC7">
                    <a:alpha val="5101"/>
                  </a:srgbClr>
                </a:gs>
                <a:gs pos="71429">
                  <a:srgbClr val="747CC7">
                    <a:alpha val="2421"/>
                  </a:srgbClr>
                </a:gs>
                <a:gs pos="85714">
                  <a:srgbClr val="747CC7">
                    <a:alpha val="964"/>
                  </a:srgbClr>
                </a:gs>
                <a:gs pos="100000">
                  <a:srgbClr val="747CC7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9734588">
              <a:off x="-105004" y="3270305"/>
              <a:ext cx="534730" cy="81065"/>
            </a:xfrm>
            <a:prstGeom prst="ellipse">
              <a:avLst/>
            </a:prstGeom>
            <a:gradFill>
              <a:gsLst>
                <a:gs pos="0">
                  <a:srgbClr val="E4E7FF">
                    <a:alpha val="32968"/>
                  </a:srgbClr>
                </a:gs>
                <a:gs pos="14286">
                  <a:srgbClr val="E4E7FF">
                    <a:alpha val="30764"/>
                  </a:srgbClr>
                </a:gs>
                <a:gs pos="28571">
                  <a:srgbClr val="E4E7FF">
                    <a:alpha val="24833"/>
                  </a:srgbClr>
                </a:gs>
                <a:gs pos="42857">
                  <a:srgbClr val="E4E7FF">
                    <a:alpha val="17075"/>
                  </a:srgbClr>
                </a:gs>
                <a:gs pos="57143">
                  <a:srgbClr val="E4E7FF">
                    <a:alpha val="9855"/>
                  </a:srgbClr>
                </a:gs>
                <a:gs pos="71429">
                  <a:srgbClr val="E4E7FF">
                    <a:alpha val="4740"/>
                  </a:srgbClr>
                </a:gs>
                <a:gs pos="85714">
                  <a:srgbClr val="E4E7FF">
                    <a:alpha val="1902"/>
                  </a:srgbClr>
                </a:gs>
                <a:gs pos="100000">
                  <a:srgbClr val="E4E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6564586">
              <a:off x="1339662" y="1628375"/>
              <a:ext cx="312733" cy="52334"/>
            </a:xfrm>
            <a:prstGeom prst="ellipse">
              <a:avLst/>
            </a:prstGeom>
            <a:gradFill>
              <a:gsLst>
                <a:gs pos="0">
                  <a:srgbClr val="370000">
                    <a:alpha val="32968"/>
                  </a:srgbClr>
                </a:gs>
                <a:gs pos="14286">
                  <a:srgbClr val="370000">
                    <a:alpha val="30764"/>
                  </a:srgbClr>
                </a:gs>
                <a:gs pos="28571">
                  <a:srgbClr val="370000">
                    <a:alpha val="24833"/>
                  </a:srgbClr>
                </a:gs>
                <a:gs pos="42857">
                  <a:srgbClr val="370000">
                    <a:alpha val="17075"/>
                  </a:srgbClr>
                </a:gs>
                <a:gs pos="57143">
                  <a:srgbClr val="370000">
                    <a:alpha val="9855"/>
                  </a:srgbClr>
                </a:gs>
                <a:gs pos="71429">
                  <a:srgbClr val="370000">
                    <a:alpha val="4740"/>
                  </a:srgbClr>
                </a:gs>
                <a:gs pos="85714">
                  <a:srgbClr val="370000">
                    <a:alpha val="1902"/>
                  </a:srgbClr>
                </a:gs>
                <a:gs pos="100000">
                  <a:srgbClr val="3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3062634">
              <a:off x="2743170" y="1902896"/>
              <a:ext cx="302520" cy="230729"/>
            </a:xfrm>
            <a:prstGeom prst="ellipse">
              <a:avLst/>
            </a:prstGeom>
            <a:gradFill>
              <a:gsLst>
                <a:gs pos="0">
                  <a:srgbClr val="9FEAFF">
                    <a:alpha val="14434"/>
                  </a:srgbClr>
                </a:gs>
                <a:gs pos="14286">
                  <a:srgbClr val="9FEAFF">
                    <a:alpha val="13348"/>
                  </a:srgbClr>
                </a:gs>
                <a:gs pos="28571">
                  <a:srgbClr val="9FEAFF">
                    <a:alpha val="10528"/>
                  </a:srgbClr>
                </a:gs>
                <a:gs pos="42857">
                  <a:srgbClr val="9FEAFF">
                    <a:alpha val="7037"/>
                  </a:srgbClr>
                </a:gs>
                <a:gs pos="57143">
                  <a:srgbClr val="9FEAFF">
                    <a:alpha val="3962"/>
                  </a:srgbClr>
                </a:gs>
                <a:gs pos="71429">
                  <a:srgbClr val="9FEAFF">
                    <a:alpha val="1875"/>
                  </a:srgbClr>
                </a:gs>
                <a:gs pos="85714">
                  <a:srgbClr val="9FEAFF">
                    <a:alpha val="746"/>
                  </a:srgbClr>
                </a:gs>
                <a:gs pos="100000">
                  <a:srgbClr val="9FEAFF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3838943">
              <a:off x="715699" y="1164487"/>
              <a:ext cx="260275" cy="28049"/>
            </a:xfrm>
            <a:prstGeom prst="ellipse">
              <a:avLst/>
            </a:prstGeom>
            <a:gradFill>
              <a:gsLst>
                <a:gs pos="0">
                  <a:srgbClr val="597185">
                    <a:alpha val="32553"/>
                  </a:srgbClr>
                </a:gs>
                <a:gs pos="14286">
                  <a:srgbClr val="597185">
                    <a:alpha val="30370"/>
                  </a:srgbClr>
                </a:gs>
                <a:gs pos="28571">
                  <a:srgbClr val="597185">
                    <a:alpha val="24501"/>
                  </a:srgbClr>
                </a:gs>
                <a:gs pos="42857">
                  <a:srgbClr val="597185">
                    <a:alpha val="16836"/>
                  </a:srgbClr>
                </a:gs>
                <a:gs pos="57143">
                  <a:srgbClr val="597185">
                    <a:alpha val="9711"/>
                  </a:srgbClr>
                </a:gs>
                <a:gs pos="71429">
                  <a:srgbClr val="597185">
                    <a:alpha val="4669"/>
                  </a:srgbClr>
                </a:gs>
                <a:gs pos="85714">
                  <a:srgbClr val="597185">
                    <a:alpha val="1873"/>
                  </a:srgbClr>
                </a:gs>
                <a:gs pos="100000">
                  <a:srgbClr val="597185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5432633">
              <a:off x="-129082" y="3286443"/>
              <a:ext cx="368931" cy="368891"/>
            </a:xfrm>
            <a:prstGeom prst="ellipse">
              <a:avLst/>
            </a:prstGeom>
            <a:gradFill>
              <a:gsLst>
                <a:gs pos="0">
                  <a:srgbClr val="A19AA3">
                    <a:alpha val="4334"/>
                  </a:srgbClr>
                </a:gs>
                <a:gs pos="14286">
                  <a:srgbClr val="A19AA3">
                    <a:alpha val="3991"/>
                  </a:srgbClr>
                </a:gs>
                <a:gs pos="28571">
                  <a:srgbClr val="A19AA3">
                    <a:alpha val="3113"/>
                  </a:srgbClr>
                </a:gs>
                <a:gs pos="42857">
                  <a:srgbClr val="A19AA3">
                    <a:alpha val="2053"/>
                  </a:srgbClr>
                </a:gs>
                <a:gs pos="57143">
                  <a:srgbClr val="A19AA3">
                    <a:alpha val="1143"/>
                  </a:srgbClr>
                </a:gs>
                <a:gs pos="71429">
                  <a:srgbClr val="A19AA3">
                    <a:alpha val="536"/>
                  </a:srgbClr>
                </a:gs>
                <a:gs pos="85714">
                  <a:srgbClr val="A19AA3">
                    <a:alpha val="212"/>
                  </a:srgbClr>
                </a:gs>
                <a:gs pos="100000">
                  <a:srgbClr val="A19AA3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9642406">
              <a:off x="1080120" y="2884091"/>
              <a:ext cx="306246" cy="65421"/>
            </a:xfrm>
            <a:prstGeom prst="ellipse">
              <a:avLst/>
            </a:prstGeom>
            <a:gradFill>
              <a:gsLst>
                <a:gs pos="0">
                  <a:srgbClr val="B9B5FF">
                    <a:alpha val="13440"/>
                  </a:srgbClr>
                </a:gs>
                <a:gs pos="14286">
                  <a:srgbClr val="B9B5FF">
                    <a:alpha val="12424"/>
                  </a:srgbClr>
                </a:gs>
                <a:gs pos="28571">
                  <a:srgbClr val="B9B5FF">
                    <a:alpha val="9788"/>
                  </a:srgbClr>
                </a:gs>
                <a:gs pos="42857">
                  <a:srgbClr val="B9B5FF">
                    <a:alpha val="6533"/>
                  </a:srgbClr>
                </a:gs>
                <a:gs pos="57143">
                  <a:srgbClr val="B9B5FF">
                    <a:alpha val="3674"/>
                  </a:srgbClr>
                </a:gs>
                <a:gs pos="71429">
                  <a:srgbClr val="B9B5FF">
                    <a:alpha val="1737"/>
                  </a:srgbClr>
                </a:gs>
                <a:gs pos="85714">
                  <a:srgbClr val="B9B5FF">
                    <a:alpha val="691"/>
                  </a:srgbClr>
                </a:gs>
                <a:gs pos="100000">
                  <a:srgbClr val="B9B5FF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8518543">
              <a:off x="918658" y="944875"/>
              <a:ext cx="238624" cy="184667"/>
            </a:xfrm>
            <a:prstGeom prst="ellipse">
              <a:avLst/>
            </a:prstGeom>
            <a:gradFill>
              <a:gsLst>
                <a:gs pos="0">
                  <a:srgbClr val="59C06B">
                    <a:alpha val="26255"/>
                  </a:srgbClr>
                </a:gs>
                <a:gs pos="14286">
                  <a:srgbClr val="59C06B">
                    <a:alpha val="24416"/>
                  </a:srgbClr>
                </a:gs>
                <a:gs pos="28571">
                  <a:srgbClr val="59C06B">
                    <a:alpha val="19535"/>
                  </a:srgbClr>
                </a:gs>
                <a:gs pos="42857">
                  <a:srgbClr val="59C06B">
                    <a:alpha val="13287"/>
                  </a:srgbClr>
                </a:gs>
                <a:gs pos="57143">
                  <a:srgbClr val="59C06B">
                    <a:alpha val="7596"/>
                  </a:srgbClr>
                </a:gs>
                <a:gs pos="71429">
                  <a:srgbClr val="59C06B">
                    <a:alpha val="3630"/>
                  </a:srgbClr>
                </a:gs>
                <a:gs pos="85714">
                  <a:srgbClr val="59C06B">
                    <a:alpha val="1452"/>
                  </a:srgbClr>
                </a:gs>
                <a:gs pos="100000">
                  <a:srgbClr val="59C06B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-9830828">
              <a:off x="2047652" y="1222585"/>
              <a:ext cx="271798" cy="247082"/>
            </a:xfrm>
            <a:prstGeom prst="ellipse">
              <a:avLst/>
            </a:prstGeom>
            <a:gradFill>
              <a:gsLst>
                <a:gs pos="0">
                  <a:srgbClr val="CB65BB">
                    <a:alpha val="12698"/>
                  </a:srgbClr>
                </a:gs>
                <a:gs pos="14286">
                  <a:srgbClr val="CB65BB">
                    <a:alpha val="11734"/>
                  </a:srgbClr>
                </a:gs>
                <a:gs pos="28571">
                  <a:srgbClr val="CB65BB">
                    <a:alpha val="9237"/>
                  </a:srgbClr>
                </a:gs>
                <a:gs pos="42857">
                  <a:srgbClr val="CB65BB">
                    <a:alpha val="6159"/>
                  </a:srgbClr>
                </a:gs>
                <a:gs pos="57143">
                  <a:srgbClr val="CB65BB">
                    <a:alpha val="3461"/>
                  </a:srgbClr>
                </a:gs>
                <a:gs pos="71429">
                  <a:srgbClr val="CB65BB">
                    <a:alpha val="1635"/>
                  </a:srgbClr>
                </a:gs>
                <a:gs pos="85714">
                  <a:srgbClr val="CB65BB">
                    <a:alpha val="650"/>
                  </a:srgbClr>
                </a:gs>
                <a:gs pos="100000">
                  <a:srgbClr val="CB65BB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7038406">
              <a:off x="1532615" y="405210"/>
              <a:ext cx="514355" cy="137194"/>
            </a:xfrm>
            <a:prstGeom prst="ellipse">
              <a:avLst/>
            </a:prstGeom>
            <a:gradFill>
              <a:gsLst>
                <a:gs pos="0">
                  <a:srgbClr val="0061A4">
                    <a:alpha val="32968"/>
                  </a:srgbClr>
                </a:gs>
                <a:gs pos="14286">
                  <a:srgbClr val="0061A4">
                    <a:alpha val="30764"/>
                  </a:srgbClr>
                </a:gs>
                <a:gs pos="28571">
                  <a:srgbClr val="0061A4">
                    <a:alpha val="24833"/>
                  </a:srgbClr>
                </a:gs>
                <a:gs pos="42857">
                  <a:srgbClr val="0061A4">
                    <a:alpha val="17075"/>
                  </a:srgbClr>
                </a:gs>
                <a:gs pos="57143">
                  <a:srgbClr val="0061A4">
                    <a:alpha val="9855"/>
                  </a:srgbClr>
                </a:gs>
                <a:gs pos="71429">
                  <a:srgbClr val="0061A4">
                    <a:alpha val="4740"/>
                  </a:srgbClr>
                </a:gs>
                <a:gs pos="85714">
                  <a:srgbClr val="0061A4">
                    <a:alpha val="1902"/>
                  </a:srgbClr>
                </a:gs>
                <a:gs pos="100000">
                  <a:srgbClr val="0061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7623908">
              <a:off x="2166622" y="1046290"/>
              <a:ext cx="255749" cy="890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9115174">
              <a:off x="350841" y="3134200"/>
              <a:ext cx="515545" cy="165974"/>
            </a:xfrm>
            <a:prstGeom prst="ellipse">
              <a:avLst/>
            </a:prstGeom>
            <a:gradFill>
              <a:gsLst>
                <a:gs pos="0">
                  <a:srgbClr val="CD27FF">
                    <a:alpha val="6982"/>
                  </a:srgbClr>
                </a:gs>
                <a:gs pos="14286">
                  <a:srgbClr val="CD27FF">
                    <a:alpha val="6436"/>
                  </a:srgbClr>
                </a:gs>
                <a:gs pos="28571">
                  <a:srgbClr val="CD27FF">
                    <a:alpha val="5034"/>
                  </a:srgbClr>
                </a:gs>
                <a:gs pos="42857">
                  <a:srgbClr val="CD27FF">
                    <a:alpha val="3331"/>
                  </a:srgbClr>
                </a:gs>
                <a:gs pos="57143">
                  <a:srgbClr val="CD27FF">
                    <a:alpha val="1860"/>
                  </a:srgbClr>
                </a:gs>
                <a:gs pos="71429">
                  <a:srgbClr val="CD27FF">
                    <a:alpha val="875"/>
                  </a:srgbClr>
                </a:gs>
                <a:gs pos="85714">
                  <a:srgbClr val="CD27FF">
                    <a:alpha val="347"/>
                  </a:srgbClr>
                </a:gs>
                <a:gs pos="100000">
                  <a:srgbClr val="CD27FF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6357531">
              <a:off x="1444882" y="1564077"/>
              <a:ext cx="365547" cy="265974"/>
            </a:xfrm>
            <a:prstGeom prst="ellipse">
              <a:avLst/>
            </a:prstGeom>
            <a:gradFill>
              <a:gsLst>
                <a:gs pos="0">
                  <a:srgbClr val="00648F">
                    <a:alpha val="1301"/>
                  </a:srgbClr>
                </a:gs>
                <a:gs pos="14286">
                  <a:srgbClr val="00648F">
                    <a:alpha val="1197"/>
                  </a:srgbClr>
                </a:gs>
                <a:gs pos="28571">
                  <a:srgbClr val="00648F">
                    <a:alpha val="931"/>
                  </a:srgbClr>
                </a:gs>
                <a:gs pos="42857">
                  <a:srgbClr val="00648F">
                    <a:alpha val="611"/>
                  </a:srgbClr>
                </a:gs>
                <a:gs pos="57143">
                  <a:srgbClr val="00648F">
                    <a:alpha val="339"/>
                  </a:srgbClr>
                </a:gs>
                <a:gs pos="71429">
                  <a:srgbClr val="00648F">
                    <a:alpha val="159"/>
                  </a:srgbClr>
                </a:gs>
                <a:gs pos="85714">
                  <a:srgbClr val="00648F">
                    <a:alpha val="63"/>
                  </a:srgbClr>
                </a:gs>
                <a:gs pos="100000">
                  <a:srgbClr val="00648F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9438533">
              <a:off x="-162455" y="3376506"/>
              <a:ext cx="555142" cy="102410"/>
            </a:xfrm>
            <a:prstGeom prst="ellipse">
              <a:avLst/>
            </a:prstGeom>
            <a:gradFill>
              <a:gsLst>
                <a:gs pos="0">
                  <a:srgbClr val="BF0AEC">
                    <a:alpha val="4247"/>
                  </a:srgbClr>
                </a:gs>
                <a:gs pos="14286">
                  <a:srgbClr val="BF0AEC">
                    <a:alpha val="3910"/>
                  </a:srgbClr>
                </a:gs>
                <a:gs pos="28571">
                  <a:srgbClr val="BF0AEC">
                    <a:alpha val="3049"/>
                  </a:srgbClr>
                </a:gs>
                <a:gs pos="42857">
                  <a:srgbClr val="BF0AEC">
                    <a:alpha val="2011"/>
                  </a:srgbClr>
                </a:gs>
                <a:gs pos="57143">
                  <a:srgbClr val="BF0AEC">
                    <a:alpha val="1119"/>
                  </a:srgbClr>
                </a:gs>
                <a:gs pos="71429">
                  <a:srgbClr val="BF0AEC">
                    <a:alpha val="525"/>
                  </a:srgbClr>
                </a:gs>
                <a:gs pos="85714">
                  <a:srgbClr val="BF0AEC">
                    <a:alpha val="208"/>
                  </a:srgbClr>
                </a:gs>
                <a:gs pos="100000">
                  <a:srgbClr val="BF0AEC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8815410">
              <a:off x="1712828" y="1186653"/>
              <a:ext cx="335444" cy="300208"/>
            </a:xfrm>
            <a:prstGeom prst="ellipse">
              <a:avLst/>
            </a:prstGeom>
            <a:gradFill>
              <a:gsLst>
                <a:gs pos="0">
                  <a:srgbClr val="93C5F4">
                    <a:alpha val="7656"/>
                  </a:srgbClr>
                </a:gs>
                <a:gs pos="14286">
                  <a:srgbClr val="93C5F4">
                    <a:alpha val="7059"/>
                  </a:srgbClr>
                </a:gs>
                <a:gs pos="28571">
                  <a:srgbClr val="93C5F4">
                    <a:alpha val="5525"/>
                  </a:srgbClr>
                </a:gs>
                <a:gs pos="42857">
                  <a:srgbClr val="93C5F4">
                    <a:alpha val="3659"/>
                  </a:srgbClr>
                </a:gs>
                <a:gs pos="57143">
                  <a:srgbClr val="93C5F4">
                    <a:alpha val="2045"/>
                  </a:srgbClr>
                </a:gs>
                <a:gs pos="71429">
                  <a:srgbClr val="93C5F4">
                    <a:alpha val="962"/>
                  </a:srgbClr>
                </a:gs>
                <a:gs pos="85714">
                  <a:srgbClr val="93C5F4">
                    <a:alpha val="382"/>
                  </a:srgbClr>
                </a:gs>
                <a:gs pos="100000">
                  <a:srgbClr val="93C5F4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10639576">
              <a:off x="716664" y="2638414"/>
              <a:ext cx="401199" cy="24010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3136220">
              <a:off x="970658" y="1422571"/>
              <a:ext cx="388537" cy="130033"/>
            </a:xfrm>
            <a:prstGeom prst="ellipse">
              <a:avLst/>
            </a:prstGeom>
            <a:gradFill>
              <a:gsLst>
                <a:gs pos="0">
                  <a:srgbClr val="6DE6FF">
                    <a:alpha val="30517"/>
                  </a:srgbClr>
                </a:gs>
                <a:gs pos="14286">
                  <a:srgbClr val="6DE6FF">
                    <a:alpha val="28441"/>
                  </a:srgbClr>
                </a:gs>
                <a:gs pos="28571">
                  <a:srgbClr val="6DE6FF">
                    <a:alpha val="22882"/>
                  </a:srgbClr>
                </a:gs>
                <a:gs pos="42857">
                  <a:srgbClr val="6DE6FF">
                    <a:alpha val="15670"/>
                  </a:srgbClr>
                </a:gs>
                <a:gs pos="57143">
                  <a:srgbClr val="6DE6FF">
                    <a:alpha val="9011"/>
                  </a:srgbClr>
                </a:gs>
                <a:gs pos="71429">
                  <a:srgbClr val="6DE6FF">
                    <a:alpha val="4324"/>
                  </a:srgbClr>
                </a:gs>
                <a:gs pos="85714">
                  <a:srgbClr val="6DE6FF">
                    <a:alpha val="1733"/>
                  </a:srgbClr>
                </a:gs>
                <a:gs pos="100000">
                  <a:srgbClr val="6DE6FF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4870808">
              <a:off x="1802461" y="1160390"/>
              <a:ext cx="440173" cy="156953"/>
            </a:xfrm>
            <a:prstGeom prst="ellipse">
              <a:avLst/>
            </a:prstGeom>
            <a:gradFill>
              <a:gsLst>
                <a:gs pos="0">
                  <a:srgbClr val="006BF7">
                    <a:alpha val="32968"/>
                  </a:srgbClr>
                </a:gs>
                <a:gs pos="14286">
                  <a:srgbClr val="006BF7">
                    <a:alpha val="30764"/>
                  </a:srgbClr>
                </a:gs>
                <a:gs pos="28571">
                  <a:srgbClr val="006BF7">
                    <a:alpha val="24833"/>
                  </a:srgbClr>
                </a:gs>
                <a:gs pos="42857">
                  <a:srgbClr val="006BF7">
                    <a:alpha val="17075"/>
                  </a:srgbClr>
                </a:gs>
                <a:gs pos="57143">
                  <a:srgbClr val="006BF7">
                    <a:alpha val="9855"/>
                  </a:srgbClr>
                </a:gs>
                <a:gs pos="71429">
                  <a:srgbClr val="006BF7">
                    <a:alpha val="4740"/>
                  </a:srgbClr>
                </a:gs>
                <a:gs pos="85714">
                  <a:srgbClr val="006BF7">
                    <a:alpha val="1902"/>
                  </a:srgbClr>
                </a:gs>
                <a:gs pos="100000">
                  <a:srgbClr val="006B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9279681">
              <a:off x="1755839" y="987392"/>
              <a:ext cx="314283" cy="107998"/>
            </a:xfrm>
            <a:prstGeom prst="ellipse">
              <a:avLst/>
            </a:prstGeom>
            <a:gradFill>
              <a:gsLst>
                <a:gs pos="0">
                  <a:srgbClr val="002E7C">
                    <a:alpha val="25072"/>
                  </a:srgbClr>
                </a:gs>
                <a:gs pos="14286">
                  <a:srgbClr val="002E7C">
                    <a:alpha val="23302"/>
                  </a:srgbClr>
                </a:gs>
                <a:gs pos="28571">
                  <a:srgbClr val="002E7C">
                    <a:alpha val="18615"/>
                  </a:srgbClr>
                </a:gs>
                <a:gs pos="42857">
                  <a:srgbClr val="002E7C">
                    <a:alpha val="12638"/>
                  </a:srgbClr>
                </a:gs>
                <a:gs pos="57143">
                  <a:srgbClr val="002E7C">
                    <a:alpha val="7213"/>
                  </a:srgbClr>
                </a:gs>
                <a:gs pos="71429">
                  <a:srgbClr val="002E7C">
                    <a:alpha val="3444"/>
                  </a:srgbClr>
                </a:gs>
                <a:gs pos="85714">
                  <a:srgbClr val="002E7C">
                    <a:alpha val="1376"/>
                  </a:srgbClr>
                </a:gs>
                <a:gs pos="100000">
                  <a:srgbClr val="002E7C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4775062">
              <a:off x="1333267" y="2115413"/>
              <a:ext cx="673899" cy="87915"/>
            </a:xfrm>
            <a:prstGeom prst="ellipse">
              <a:avLst/>
            </a:prstGeom>
            <a:gradFill>
              <a:gsLst>
                <a:gs pos="0">
                  <a:srgbClr val="27001C">
                    <a:alpha val="32968"/>
                  </a:srgbClr>
                </a:gs>
                <a:gs pos="14286">
                  <a:srgbClr val="27001C">
                    <a:alpha val="30764"/>
                  </a:srgbClr>
                </a:gs>
                <a:gs pos="28571">
                  <a:srgbClr val="27001C">
                    <a:alpha val="24833"/>
                  </a:srgbClr>
                </a:gs>
                <a:gs pos="42857">
                  <a:srgbClr val="27001C">
                    <a:alpha val="17075"/>
                  </a:srgbClr>
                </a:gs>
                <a:gs pos="57143">
                  <a:srgbClr val="27001C">
                    <a:alpha val="9855"/>
                  </a:srgbClr>
                </a:gs>
                <a:gs pos="71429">
                  <a:srgbClr val="27001C">
                    <a:alpha val="4740"/>
                  </a:srgbClr>
                </a:gs>
                <a:gs pos="85714">
                  <a:srgbClr val="27001C">
                    <a:alpha val="1902"/>
                  </a:srgbClr>
                </a:gs>
                <a:gs pos="100000">
                  <a:srgbClr val="27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6142566">
              <a:off x="1065621" y="1979076"/>
              <a:ext cx="503256" cy="72430"/>
            </a:xfrm>
            <a:prstGeom prst="ellipse">
              <a:avLst/>
            </a:prstGeom>
            <a:gradFill>
              <a:gsLst>
                <a:gs pos="0">
                  <a:srgbClr val="630000">
                    <a:alpha val="32968"/>
                  </a:srgbClr>
                </a:gs>
                <a:gs pos="14286">
                  <a:srgbClr val="630000">
                    <a:alpha val="30764"/>
                  </a:srgbClr>
                </a:gs>
                <a:gs pos="28571">
                  <a:srgbClr val="630000">
                    <a:alpha val="24833"/>
                  </a:srgbClr>
                </a:gs>
                <a:gs pos="42857">
                  <a:srgbClr val="630000">
                    <a:alpha val="17075"/>
                  </a:srgbClr>
                </a:gs>
                <a:gs pos="57143">
                  <a:srgbClr val="630000">
                    <a:alpha val="9855"/>
                  </a:srgbClr>
                </a:gs>
                <a:gs pos="71429">
                  <a:srgbClr val="630000">
                    <a:alpha val="4740"/>
                  </a:srgbClr>
                </a:gs>
                <a:gs pos="85714">
                  <a:srgbClr val="630000">
                    <a:alpha val="1902"/>
                  </a:srgbClr>
                </a:gs>
                <a:gs pos="100000">
                  <a:srgbClr val="6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5332510">
              <a:off x="1690402" y="1992827"/>
              <a:ext cx="262679" cy="177230"/>
            </a:xfrm>
            <a:prstGeom prst="ellipse">
              <a:avLst/>
            </a:prstGeom>
            <a:gradFill>
              <a:gsLst>
                <a:gs pos="0">
                  <a:srgbClr val="4C00F6">
                    <a:alpha val="5930"/>
                  </a:srgbClr>
                </a:gs>
                <a:gs pos="14286">
                  <a:srgbClr val="4C00F6">
                    <a:alpha val="5464"/>
                  </a:srgbClr>
                </a:gs>
                <a:gs pos="28571">
                  <a:srgbClr val="4C00F6">
                    <a:alpha val="4269"/>
                  </a:srgbClr>
                </a:gs>
                <a:gs pos="42857">
                  <a:srgbClr val="4C00F6">
                    <a:alpha val="2821"/>
                  </a:srgbClr>
                </a:gs>
                <a:gs pos="57143">
                  <a:srgbClr val="4C00F6">
                    <a:alpha val="1573"/>
                  </a:srgbClr>
                </a:gs>
                <a:gs pos="71429">
                  <a:srgbClr val="4C00F6">
                    <a:alpha val="739"/>
                  </a:srgbClr>
                </a:gs>
                <a:gs pos="85714">
                  <a:srgbClr val="4C00F6">
                    <a:alpha val="293"/>
                  </a:srgbClr>
                </a:gs>
                <a:gs pos="100000">
                  <a:srgbClr val="4C00F6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7557729">
              <a:off x="1549649" y="2268593"/>
              <a:ext cx="190426" cy="94506"/>
            </a:xfrm>
            <a:prstGeom prst="ellipse">
              <a:avLst/>
            </a:prstGeom>
            <a:gradFill>
              <a:gsLst>
                <a:gs pos="0">
                  <a:srgbClr val="FFBB9A">
                    <a:alpha val="32968"/>
                  </a:srgbClr>
                </a:gs>
                <a:gs pos="14286">
                  <a:srgbClr val="FFBB9A">
                    <a:alpha val="30764"/>
                  </a:srgbClr>
                </a:gs>
                <a:gs pos="28571">
                  <a:srgbClr val="FFBB9A">
                    <a:alpha val="24833"/>
                  </a:srgbClr>
                </a:gs>
                <a:gs pos="42857">
                  <a:srgbClr val="FFBB9A">
                    <a:alpha val="17075"/>
                  </a:srgbClr>
                </a:gs>
                <a:gs pos="57143">
                  <a:srgbClr val="FFBB9A">
                    <a:alpha val="9855"/>
                  </a:srgbClr>
                </a:gs>
                <a:gs pos="71429">
                  <a:srgbClr val="FFBB9A">
                    <a:alpha val="4740"/>
                  </a:srgbClr>
                </a:gs>
                <a:gs pos="85714">
                  <a:srgbClr val="FFBB9A">
                    <a:alpha val="1902"/>
                  </a:srgbClr>
                </a:gs>
                <a:gs pos="100000">
                  <a:srgbClr val="FFBB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8360488">
              <a:off x="3108285" y="1699681"/>
              <a:ext cx="615512" cy="126934"/>
            </a:xfrm>
            <a:prstGeom prst="ellipse">
              <a:avLst/>
            </a:prstGeom>
            <a:gradFill>
              <a:gsLst>
                <a:gs pos="0">
                  <a:srgbClr val="C9E2F9">
                    <a:alpha val="32968"/>
                  </a:srgbClr>
                </a:gs>
                <a:gs pos="14286">
                  <a:srgbClr val="C9E2F9">
                    <a:alpha val="30764"/>
                  </a:srgbClr>
                </a:gs>
                <a:gs pos="28571">
                  <a:srgbClr val="C9E2F9">
                    <a:alpha val="24833"/>
                  </a:srgbClr>
                </a:gs>
                <a:gs pos="42857">
                  <a:srgbClr val="C9E2F9">
                    <a:alpha val="17075"/>
                  </a:srgbClr>
                </a:gs>
                <a:gs pos="57143">
                  <a:srgbClr val="C9E2F9">
                    <a:alpha val="9855"/>
                  </a:srgbClr>
                </a:gs>
                <a:gs pos="71429">
                  <a:srgbClr val="C9E2F9">
                    <a:alpha val="4740"/>
                  </a:srgbClr>
                </a:gs>
                <a:gs pos="85714">
                  <a:srgbClr val="C9E2F9">
                    <a:alpha val="1902"/>
                  </a:srgbClr>
                </a:gs>
                <a:gs pos="100000">
                  <a:srgbClr val="C9E2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3181204">
              <a:off x="998642" y="1306036"/>
              <a:ext cx="524121" cy="76091"/>
            </a:xfrm>
            <a:prstGeom prst="ellipse">
              <a:avLst/>
            </a:prstGeom>
            <a:gradFill>
              <a:gsLst>
                <a:gs pos="0">
                  <a:srgbClr val="5D0000">
                    <a:alpha val="32968"/>
                  </a:srgbClr>
                </a:gs>
                <a:gs pos="14286">
                  <a:srgbClr val="5D0000">
                    <a:alpha val="30764"/>
                  </a:srgbClr>
                </a:gs>
                <a:gs pos="28571">
                  <a:srgbClr val="5D0000">
                    <a:alpha val="24833"/>
                  </a:srgbClr>
                </a:gs>
                <a:gs pos="42857">
                  <a:srgbClr val="5D0000">
                    <a:alpha val="17075"/>
                  </a:srgbClr>
                </a:gs>
                <a:gs pos="57143">
                  <a:srgbClr val="5D0000">
                    <a:alpha val="9855"/>
                  </a:srgbClr>
                </a:gs>
                <a:gs pos="71429">
                  <a:srgbClr val="5D0000">
                    <a:alpha val="4740"/>
                  </a:srgbClr>
                </a:gs>
                <a:gs pos="85714">
                  <a:srgbClr val="5D0000">
                    <a:alpha val="1902"/>
                  </a:srgbClr>
                </a:gs>
                <a:gs pos="100000">
                  <a:srgbClr val="5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9299004">
              <a:off x="905351" y="1233343"/>
              <a:ext cx="275568" cy="174748"/>
            </a:xfrm>
            <a:prstGeom prst="ellipse">
              <a:avLst/>
            </a:prstGeom>
            <a:gradFill>
              <a:gsLst>
                <a:gs pos="0">
                  <a:srgbClr val="4C7500">
                    <a:alpha val="16409"/>
                  </a:srgbClr>
                </a:gs>
                <a:gs pos="14286">
                  <a:srgbClr val="4C7500">
                    <a:alpha val="15188"/>
                  </a:srgbClr>
                </a:gs>
                <a:gs pos="28571">
                  <a:srgbClr val="4C7500">
                    <a:alpha val="12007"/>
                  </a:srgbClr>
                </a:gs>
                <a:gs pos="42857">
                  <a:srgbClr val="4C7500">
                    <a:alpha val="8047"/>
                  </a:srgbClr>
                </a:gs>
                <a:gs pos="57143">
                  <a:srgbClr val="4C7500">
                    <a:alpha val="4542"/>
                  </a:srgbClr>
                </a:gs>
                <a:gs pos="71429">
                  <a:srgbClr val="4C7500">
                    <a:alpha val="2153"/>
                  </a:srgbClr>
                </a:gs>
                <a:gs pos="85714">
                  <a:srgbClr val="4C7500">
                    <a:alpha val="857"/>
                  </a:srgbClr>
                </a:gs>
                <a:gs pos="100000">
                  <a:srgbClr val="4C750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5911028">
              <a:off x="2347747" y="1194668"/>
              <a:ext cx="220384" cy="170979"/>
            </a:xfrm>
            <a:prstGeom prst="ellipse">
              <a:avLst/>
            </a:prstGeom>
            <a:gradFill>
              <a:gsLst>
                <a:gs pos="0">
                  <a:srgbClr val="900338">
                    <a:alpha val="32968"/>
                  </a:srgbClr>
                </a:gs>
                <a:gs pos="14286">
                  <a:srgbClr val="900338">
                    <a:alpha val="30764"/>
                  </a:srgbClr>
                </a:gs>
                <a:gs pos="28571">
                  <a:srgbClr val="900338">
                    <a:alpha val="24833"/>
                  </a:srgbClr>
                </a:gs>
                <a:gs pos="42857">
                  <a:srgbClr val="900338">
                    <a:alpha val="17075"/>
                  </a:srgbClr>
                </a:gs>
                <a:gs pos="57143">
                  <a:srgbClr val="900338">
                    <a:alpha val="9855"/>
                  </a:srgbClr>
                </a:gs>
                <a:gs pos="71429">
                  <a:srgbClr val="900338">
                    <a:alpha val="4740"/>
                  </a:srgbClr>
                </a:gs>
                <a:gs pos="85714">
                  <a:srgbClr val="900338">
                    <a:alpha val="1902"/>
                  </a:srgbClr>
                </a:gs>
                <a:gs pos="100000">
                  <a:srgbClr val="9003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8343255">
              <a:off x="2266231" y="1284459"/>
              <a:ext cx="517023" cy="144300"/>
            </a:xfrm>
            <a:prstGeom prst="ellipse">
              <a:avLst/>
            </a:prstGeom>
            <a:gradFill>
              <a:gsLst>
                <a:gs pos="0">
                  <a:srgbClr val="1CC5FF">
                    <a:alpha val="23229"/>
                  </a:srgbClr>
                </a:gs>
                <a:gs pos="14286">
                  <a:srgbClr val="1CC5FF">
                    <a:alpha val="21570"/>
                  </a:srgbClr>
                </a:gs>
                <a:gs pos="28571">
                  <a:srgbClr val="1CC5FF">
                    <a:alpha val="17192"/>
                  </a:srgbClr>
                </a:gs>
                <a:gs pos="42857">
                  <a:srgbClr val="1CC5FF">
                    <a:alpha val="11639"/>
                  </a:srgbClr>
                </a:gs>
                <a:gs pos="57143">
                  <a:srgbClr val="1CC5FF">
                    <a:alpha val="6627"/>
                  </a:srgbClr>
                </a:gs>
                <a:gs pos="71429">
                  <a:srgbClr val="1CC5FF">
                    <a:alpha val="3158"/>
                  </a:srgbClr>
                </a:gs>
                <a:gs pos="85714">
                  <a:srgbClr val="1CC5FF">
                    <a:alpha val="1261"/>
                  </a:srgbClr>
                </a:gs>
                <a:gs pos="100000">
                  <a:srgbClr val="1CC5FF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6690560">
              <a:off x="1017661" y="1891735"/>
              <a:ext cx="249298" cy="147980"/>
            </a:xfrm>
            <a:prstGeom prst="ellipse">
              <a:avLst/>
            </a:prstGeom>
            <a:gradFill>
              <a:gsLst>
                <a:gs pos="0">
                  <a:srgbClr val="AF8F00">
                    <a:alpha val="11353"/>
                  </a:srgbClr>
                </a:gs>
                <a:gs pos="14286">
                  <a:srgbClr val="AF8F00">
                    <a:alpha val="10485"/>
                  </a:srgbClr>
                </a:gs>
                <a:gs pos="28571">
                  <a:srgbClr val="AF8F00">
                    <a:alpha val="8241"/>
                  </a:srgbClr>
                </a:gs>
                <a:gs pos="42857">
                  <a:srgbClr val="AF8F00">
                    <a:alpha val="5485"/>
                  </a:srgbClr>
                </a:gs>
                <a:gs pos="57143">
                  <a:srgbClr val="AF8F00">
                    <a:alpha val="3077"/>
                  </a:srgbClr>
                </a:gs>
                <a:gs pos="71429">
                  <a:srgbClr val="AF8F00">
                    <a:alpha val="1452"/>
                  </a:srgbClr>
                </a:gs>
                <a:gs pos="85714">
                  <a:srgbClr val="AF8F00">
                    <a:alpha val="577"/>
                  </a:srgbClr>
                </a:gs>
                <a:gs pos="100000">
                  <a:srgbClr val="AF8F00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-8841236">
              <a:off x="737278" y="1887328"/>
              <a:ext cx="514126" cy="128912"/>
            </a:xfrm>
            <a:prstGeom prst="ellipse">
              <a:avLst/>
            </a:prstGeom>
            <a:gradFill>
              <a:gsLst>
                <a:gs pos="0">
                  <a:srgbClr val="FFF800">
                    <a:alpha val="25054"/>
                  </a:srgbClr>
                </a:gs>
                <a:gs pos="14286">
                  <a:srgbClr val="FFF800">
                    <a:alpha val="23286"/>
                  </a:srgbClr>
                </a:gs>
                <a:gs pos="28571">
                  <a:srgbClr val="FFF800">
                    <a:alpha val="18602"/>
                  </a:srgbClr>
                </a:gs>
                <a:gs pos="42857">
                  <a:srgbClr val="FFF800">
                    <a:alpha val="12629"/>
                  </a:srgbClr>
                </a:gs>
                <a:gs pos="57143">
                  <a:srgbClr val="FFF800">
                    <a:alpha val="7208"/>
                  </a:srgbClr>
                </a:gs>
                <a:gs pos="71429">
                  <a:srgbClr val="FFF800">
                    <a:alpha val="3441"/>
                  </a:srgbClr>
                </a:gs>
                <a:gs pos="85714">
                  <a:srgbClr val="FFF800">
                    <a:alpha val="1375"/>
                  </a:srgbClr>
                </a:gs>
                <a:gs pos="100000">
                  <a:srgbClr val="FFF800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-9973744">
              <a:off x="1056170" y="1465975"/>
              <a:ext cx="489127" cy="119599"/>
            </a:xfrm>
            <a:prstGeom prst="ellipse">
              <a:avLst/>
            </a:prstGeom>
            <a:gradFill>
              <a:gsLst>
                <a:gs pos="0">
                  <a:srgbClr val="23A8E2">
                    <a:alpha val="32968"/>
                  </a:srgbClr>
                </a:gs>
                <a:gs pos="14286">
                  <a:srgbClr val="23A8E2">
                    <a:alpha val="30764"/>
                  </a:srgbClr>
                </a:gs>
                <a:gs pos="28571">
                  <a:srgbClr val="23A8E2">
                    <a:alpha val="24833"/>
                  </a:srgbClr>
                </a:gs>
                <a:gs pos="42857">
                  <a:srgbClr val="23A8E2">
                    <a:alpha val="17075"/>
                  </a:srgbClr>
                </a:gs>
                <a:gs pos="57143">
                  <a:srgbClr val="23A8E2">
                    <a:alpha val="9855"/>
                  </a:srgbClr>
                </a:gs>
                <a:gs pos="71429">
                  <a:srgbClr val="23A8E2">
                    <a:alpha val="4740"/>
                  </a:srgbClr>
                </a:gs>
                <a:gs pos="85714">
                  <a:srgbClr val="23A8E2">
                    <a:alpha val="1902"/>
                  </a:srgbClr>
                </a:gs>
                <a:gs pos="100000">
                  <a:srgbClr val="23A8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-8770163">
              <a:off x="716079" y="1238342"/>
              <a:ext cx="256027" cy="43851"/>
            </a:xfrm>
            <a:prstGeom prst="ellipse">
              <a:avLst/>
            </a:prstGeom>
            <a:gradFill>
              <a:gsLst>
                <a:gs pos="0">
                  <a:srgbClr val="31001C">
                    <a:alpha val="32968"/>
                  </a:srgbClr>
                </a:gs>
                <a:gs pos="14286">
                  <a:srgbClr val="31001C">
                    <a:alpha val="30764"/>
                  </a:srgbClr>
                </a:gs>
                <a:gs pos="28571">
                  <a:srgbClr val="31001C">
                    <a:alpha val="24833"/>
                  </a:srgbClr>
                </a:gs>
                <a:gs pos="42857">
                  <a:srgbClr val="31001C">
                    <a:alpha val="17075"/>
                  </a:srgbClr>
                </a:gs>
                <a:gs pos="57143">
                  <a:srgbClr val="31001C">
                    <a:alpha val="9855"/>
                  </a:srgbClr>
                </a:gs>
                <a:gs pos="71429">
                  <a:srgbClr val="31001C">
                    <a:alpha val="4740"/>
                  </a:srgbClr>
                </a:gs>
                <a:gs pos="85714">
                  <a:srgbClr val="31001C">
                    <a:alpha val="1902"/>
                  </a:srgbClr>
                </a:gs>
                <a:gs pos="100000">
                  <a:srgbClr val="31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9391433">
              <a:off x="1015332" y="2922499"/>
              <a:ext cx="543061" cy="141362"/>
            </a:xfrm>
            <a:prstGeom prst="ellipse">
              <a:avLst/>
            </a:prstGeom>
            <a:gradFill>
              <a:gsLst>
                <a:gs pos="0">
                  <a:srgbClr val="A5467D">
                    <a:alpha val="29227"/>
                  </a:srgbClr>
                </a:gs>
                <a:gs pos="14286">
                  <a:srgbClr val="A5467D">
                    <a:alpha val="27221"/>
                  </a:srgbClr>
                </a:gs>
                <a:gs pos="28571">
                  <a:srgbClr val="A5467D">
                    <a:alpha val="21863"/>
                  </a:srgbClr>
                </a:gs>
                <a:gs pos="42857">
                  <a:srgbClr val="A5467D">
                    <a:alpha val="14941"/>
                  </a:srgbClr>
                </a:gs>
                <a:gs pos="57143">
                  <a:srgbClr val="A5467D">
                    <a:alpha val="8576"/>
                  </a:srgbClr>
                </a:gs>
                <a:gs pos="71429">
                  <a:srgbClr val="A5467D">
                    <a:alpha val="4110"/>
                  </a:srgbClr>
                </a:gs>
                <a:gs pos="85714">
                  <a:srgbClr val="A5467D">
                    <a:alpha val="1646"/>
                  </a:srgbClr>
                </a:gs>
                <a:gs pos="100000">
                  <a:srgbClr val="A5467D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-8935776">
              <a:off x="551239" y="1016812"/>
              <a:ext cx="273506" cy="106557"/>
            </a:xfrm>
            <a:prstGeom prst="ellipse">
              <a:avLst/>
            </a:prstGeom>
            <a:gradFill>
              <a:gsLst>
                <a:gs pos="0">
                  <a:srgbClr val="3CDDFF">
                    <a:alpha val="19229"/>
                  </a:srgbClr>
                </a:gs>
                <a:gs pos="14286">
                  <a:srgbClr val="3CDDFF">
                    <a:alpha val="17822"/>
                  </a:srgbClr>
                </a:gs>
                <a:gs pos="28571">
                  <a:srgbClr val="3CDDFF">
                    <a:alpha val="14136"/>
                  </a:srgbClr>
                </a:gs>
                <a:gs pos="42857">
                  <a:srgbClr val="3CDDFF">
                    <a:alpha val="9513"/>
                  </a:srgbClr>
                </a:gs>
                <a:gs pos="57143">
                  <a:srgbClr val="3CDDFF">
                    <a:alpha val="5388"/>
                  </a:srgbClr>
                </a:gs>
                <a:gs pos="71429">
                  <a:srgbClr val="3CDDFF">
                    <a:alpha val="2559"/>
                  </a:srgbClr>
                </a:gs>
                <a:gs pos="85714">
                  <a:srgbClr val="3CDDFF">
                    <a:alpha val="1020"/>
                  </a:srgbClr>
                </a:gs>
                <a:gs pos="100000">
                  <a:srgbClr val="3CDDFF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9308293">
              <a:off x="885456" y="1222954"/>
              <a:ext cx="254009" cy="191005"/>
            </a:xfrm>
            <a:prstGeom prst="ellipse">
              <a:avLst/>
            </a:prstGeom>
            <a:gradFill>
              <a:gsLst>
                <a:gs pos="0">
                  <a:srgbClr val="863700">
                    <a:alpha val="22304"/>
                  </a:srgbClr>
                </a:gs>
                <a:gs pos="14286">
                  <a:srgbClr val="863700">
                    <a:alpha val="20702"/>
                  </a:srgbClr>
                </a:gs>
                <a:gs pos="28571">
                  <a:srgbClr val="863700">
                    <a:alpha val="16481"/>
                  </a:srgbClr>
                </a:gs>
                <a:gs pos="42857">
                  <a:srgbClr val="863700">
                    <a:alpha val="11142"/>
                  </a:srgbClr>
                </a:gs>
                <a:gs pos="57143">
                  <a:srgbClr val="863700">
                    <a:alpha val="6336"/>
                  </a:srgbClr>
                </a:gs>
                <a:gs pos="71429">
                  <a:srgbClr val="863700">
                    <a:alpha val="3018"/>
                  </a:srgbClr>
                </a:gs>
                <a:gs pos="85714">
                  <a:srgbClr val="863700">
                    <a:alpha val="1204"/>
                  </a:srgbClr>
                </a:gs>
                <a:gs pos="100000">
                  <a:srgbClr val="8637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5163295">
              <a:off x="1685304" y="327923"/>
              <a:ext cx="202996" cy="78661"/>
            </a:xfrm>
            <a:prstGeom prst="ellipse">
              <a:avLst/>
            </a:prstGeom>
            <a:gradFill>
              <a:gsLst>
                <a:gs pos="0">
                  <a:srgbClr val="115E93">
                    <a:alpha val="13066"/>
                  </a:srgbClr>
                </a:gs>
                <a:gs pos="14286">
                  <a:srgbClr val="115E93">
                    <a:alpha val="12075"/>
                  </a:srgbClr>
                </a:gs>
                <a:gs pos="28571">
                  <a:srgbClr val="115E93">
                    <a:alpha val="9509"/>
                  </a:srgbClr>
                </a:gs>
                <a:gs pos="42857">
                  <a:srgbClr val="115E93">
                    <a:alpha val="6344"/>
                  </a:srgbClr>
                </a:gs>
                <a:gs pos="57143">
                  <a:srgbClr val="115E93">
                    <a:alpha val="3566"/>
                  </a:srgbClr>
                </a:gs>
                <a:gs pos="71429">
                  <a:srgbClr val="115E93">
                    <a:alpha val="1686"/>
                  </a:srgbClr>
                </a:gs>
                <a:gs pos="85714">
                  <a:srgbClr val="115E93">
                    <a:alpha val="670"/>
                  </a:srgbClr>
                </a:gs>
                <a:gs pos="100000">
                  <a:srgbClr val="115E93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8468661">
              <a:off x="1485258" y="2598391"/>
              <a:ext cx="500737" cy="165891"/>
            </a:xfrm>
            <a:prstGeom prst="ellipse">
              <a:avLst/>
            </a:prstGeom>
            <a:gradFill>
              <a:gsLst>
                <a:gs pos="0">
                  <a:srgbClr val="DCE1FF">
                    <a:alpha val="19119"/>
                  </a:srgbClr>
                </a:gs>
                <a:gs pos="14286">
                  <a:srgbClr val="DCE1FF">
                    <a:alpha val="17719"/>
                  </a:srgbClr>
                </a:gs>
                <a:gs pos="28571">
                  <a:srgbClr val="DCE1FF">
                    <a:alpha val="14052"/>
                  </a:srgbClr>
                </a:gs>
                <a:gs pos="42857">
                  <a:srgbClr val="DCE1FF">
                    <a:alpha val="9455"/>
                  </a:srgbClr>
                </a:gs>
                <a:gs pos="57143">
                  <a:srgbClr val="DCE1FF">
                    <a:alpha val="5355"/>
                  </a:srgbClr>
                </a:gs>
                <a:gs pos="71429">
                  <a:srgbClr val="DCE1FF">
                    <a:alpha val="2543"/>
                  </a:srgbClr>
                </a:gs>
                <a:gs pos="85714">
                  <a:srgbClr val="DCE1FF">
                    <a:alpha val="1014"/>
                  </a:srgbClr>
                </a:gs>
                <a:gs pos="100000">
                  <a:srgbClr val="DCE1FF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-8303784">
              <a:off x="1813055" y="1921839"/>
              <a:ext cx="433654" cy="60404"/>
            </a:xfrm>
            <a:prstGeom prst="ellipse">
              <a:avLst/>
            </a:prstGeom>
            <a:gradFill>
              <a:gsLst>
                <a:gs pos="0">
                  <a:srgbClr val="890000">
                    <a:alpha val="32968"/>
                  </a:srgbClr>
                </a:gs>
                <a:gs pos="14286">
                  <a:srgbClr val="890000">
                    <a:alpha val="30764"/>
                  </a:srgbClr>
                </a:gs>
                <a:gs pos="28571">
                  <a:srgbClr val="890000">
                    <a:alpha val="24833"/>
                  </a:srgbClr>
                </a:gs>
                <a:gs pos="42857">
                  <a:srgbClr val="890000">
                    <a:alpha val="17075"/>
                  </a:srgbClr>
                </a:gs>
                <a:gs pos="57143">
                  <a:srgbClr val="890000">
                    <a:alpha val="9855"/>
                  </a:srgbClr>
                </a:gs>
                <a:gs pos="71429">
                  <a:srgbClr val="890000">
                    <a:alpha val="4740"/>
                  </a:srgbClr>
                </a:gs>
                <a:gs pos="85714">
                  <a:srgbClr val="890000">
                    <a:alpha val="1902"/>
                  </a:srgbClr>
                </a:gs>
                <a:gs pos="100000">
                  <a:srgbClr val="8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3724209">
              <a:off x="910923" y="1054768"/>
              <a:ext cx="581330" cy="45241"/>
            </a:xfrm>
            <a:prstGeom prst="ellipse">
              <a:avLst/>
            </a:prstGeom>
            <a:gradFill>
              <a:gsLst>
                <a:gs pos="0">
                  <a:srgbClr val="00005C">
                    <a:alpha val="12326"/>
                  </a:srgbClr>
                </a:gs>
                <a:gs pos="14286">
                  <a:srgbClr val="00005C">
                    <a:alpha val="11388"/>
                  </a:srgbClr>
                </a:gs>
                <a:gs pos="28571">
                  <a:srgbClr val="00005C">
                    <a:alpha val="8960"/>
                  </a:srgbClr>
                </a:gs>
                <a:gs pos="42857">
                  <a:srgbClr val="00005C">
                    <a:alpha val="5972"/>
                  </a:srgbClr>
                </a:gs>
                <a:gs pos="57143">
                  <a:srgbClr val="00005C">
                    <a:alpha val="3354"/>
                  </a:srgbClr>
                </a:gs>
                <a:gs pos="71429">
                  <a:srgbClr val="00005C">
                    <a:alpha val="1584"/>
                  </a:srgbClr>
                </a:gs>
                <a:gs pos="85714">
                  <a:srgbClr val="00005C">
                    <a:alpha val="630"/>
                  </a:srgbClr>
                </a:gs>
                <a:gs pos="100000">
                  <a:srgbClr val="00005C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3986915">
              <a:off x="1409358" y="1624130"/>
              <a:ext cx="441697" cy="43069"/>
            </a:xfrm>
            <a:prstGeom prst="ellipse">
              <a:avLst/>
            </a:prstGeom>
            <a:gradFill>
              <a:gsLst>
                <a:gs pos="0">
                  <a:srgbClr val="5C243D">
                    <a:alpha val="32968"/>
                  </a:srgbClr>
                </a:gs>
                <a:gs pos="14286">
                  <a:srgbClr val="5C243D">
                    <a:alpha val="30764"/>
                  </a:srgbClr>
                </a:gs>
                <a:gs pos="28571">
                  <a:srgbClr val="5C243D">
                    <a:alpha val="24833"/>
                  </a:srgbClr>
                </a:gs>
                <a:gs pos="42857">
                  <a:srgbClr val="5C243D">
                    <a:alpha val="17075"/>
                  </a:srgbClr>
                </a:gs>
                <a:gs pos="57143">
                  <a:srgbClr val="5C243D">
                    <a:alpha val="9855"/>
                  </a:srgbClr>
                </a:gs>
                <a:gs pos="71429">
                  <a:srgbClr val="5C243D">
                    <a:alpha val="4740"/>
                  </a:srgbClr>
                </a:gs>
                <a:gs pos="85714">
                  <a:srgbClr val="5C243D">
                    <a:alpha val="1902"/>
                  </a:srgbClr>
                </a:gs>
                <a:gs pos="100000">
                  <a:srgbClr val="5C24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6777039">
              <a:off x="2012090" y="829136"/>
              <a:ext cx="303921" cy="299898"/>
            </a:xfrm>
            <a:prstGeom prst="ellipse">
              <a:avLst/>
            </a:prstGeom>
            <a:gradFill>
              <a:gsLst>
                <a:gs pos="0">
                  <a:srgbClr val="C50000">
                    <a:alpha val="5263"/>
                  </a:srgbClr>
                </a:gs>
                <a:gs pos="14286">
                  <a:srgbClr val="C50000">
                    <a:alpha val="4848"/>
                  </a:srgbClr>
                </a:gs>
                <a:gs pos="28571">
                  <a:srgbClr val="C50000">
                    <a:alpha val="3785"/>
                  </a:srgbClr>
                </a:gs>
                <a:gs pos="42857">
                  <a:srgbClr val="C50000">
                    <a:alpha val="2499"/>
                  </a:srgbClr>
                </a:gs>
                <a:gs pos="57143">
                  <a:srgbClr val="C50000">
                    <a:alpha val="1393"/>
                  </a:srgbClr>
                </a:gs>
                <a:gs pos="71429">
                  <a:srgbClr val="C50000">
                    <a:alpha val="654"/>
                  </a:srgbClr>
                </a:gs>
                <a:gs pos="85714">
                  <a:srgbClr val="C50000">
                    <a:alpha val="259"/>
                  </a:srgbClr>
                </a:gs>
                <a:gs pos="100000">
                  <a:srgbClr val="C50000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3169759">
              <a:off x="714070" y="1588731"/>
              <a:ext cx="301949" cy="234699"/>
            </a:xfrm>
            <a:prstGeom prst="ellipse">
              <a:avLst/>
            </a:prstGeom>
            <a:gradFill>
              <a:gsLst>
                <a:gs pos="0">
                  <a:srgbClr val="D1FF00">
                    <a:alpha val="13048"/>
                  </a:srgbClr>
                </a:gs>
                <a:gs pos="14286">
                  <a:srgbClr val="D1FF00">
                    <a:alpha val="12059"/>
                  </a:srgbClr>
                </a:gs>
                <a:gs pos="28571">
                  <a:srgbClr val="D1FF00">
                    <a:alpha val="9496"/>
                  </a:srgbClr>
                </a:gs>
                <a:gs pos="42857">
                  <a:srgbClr val="D1FF00">
                    <a:alpha val="6335"/>
                  </a:srgbClr>
                </a:gs>
                <a:gs pos="57143">
                  <a:srgbClr val="D1FF00">
                    <a:alpha val="3562"/>
                  </a:srgbClr>
                </a:gs>
                <a:gs pos="71429">
                  <a:srgbClr val="D1FF00">
                    <a:alpha val="1683"/>
                  </a:srgbClr>
                </a:gs>
                <a:gs pos="85714">
                  <a:srgbClr val="D1FF00">
                    <a:alpha val="669"/>
                  </a:srgbClr>
                </a:gs>
                <a:gs pos="100000">
                  <a:srgbClr val="D1FF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9064941">
              <a:off x="1969140" y="771517"/>
              <a:ext cx="472511" cy="50734"/>
            </a:xfrm>
            <a:prstGeom prst="ellipse">
              <a:avLst/>
            </a:prstGeom>
            <a:gradFill>
              <a:gsLst>
                <a:gs pos="0">
                  <a:srgbClr val="9C003A">
                    <a:alpha val="32968"/>
                  </a:srgbClr>
                </a:gs>
                <a:gs pos="14286">
                  <a:srgbClr val="9C003A">
                    <a:alpha val="30764"/>
                  </a:srgbClr>
                </a:gs>
                <a:gs pos="28571">
                  <a:srgbClr val="9C003A">
                    <a:alpha val="24833"/>
                  </a:srgbClr>
                </a:gs>
                <a:gs pos="42857">
                  <a:srgbClr val="9C003A">
                    <a:alpha val="17075"/>
                  </a:srgbClr>
                </a:gs>
                <a:gs pos="57143">
                  <a:srgbClr val="9C003A">
                    <a:alpha val="9855"/>
                  </a:srgbClr>
                </a:gs>
                <a:gs pos="71429">
                  <a:srgbClr val="9C003A">
                    <a:alpha val="4740"/>
                  </a:srgbClr>
                </a:gs>
                <a:gs pos="85714">
                  <a:srgbClr val="9C003A">
                    <a:alpha val="1902"/>
                  </a:srgbClr>
                </a:gs>
                <a:gs pos="100000">
                  <a:srgbClr val="9C00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10088655">
              <a:off x="3070110" y="1715258"/>
              <a:ext cx="432645" cy="243966"/>
            </a:xfrm>
            <a:prstGeom prst="ellipse">
              <a:avLst/>
            </a:prstGeom>
            <a:gradFill>
              <a:gsLst>
                <a:gs pos="0">
                  <a:srgbClr val="B8E4FF">
                    <a:alpha val="32968"/>
                  </a:srgbClr>
                </a:gs>
                <a:gs pos="14286">
                  <a:srgbClr val="B8E4FF">
                    <a:alpha val="30764"/>
                  </a:srgbClr>
                </a:gs>
                <a:gs pos="28571">
                  <a:srgbClr val="B8E4FF">
                    <a:alpha val="24833"/>
                  </a:srgbClr>
                </a:gs>
                <a:gs pos="42857">
                  <a:srgbClr val="B8E4FF">
                    <a:alpha val="17075"/>
                  </a:srgbClr>
                </a:gs>
                <a:gs pos="57143">
                  <a:srgbClr val="B8E4FF">
                    <a:alpha val="9855"/>
                  </a:srgbClr>
                </a:gs>
                <a:gs pos="71429">
                  <a:srgbClr val="B8E4FF">
                    <a:alpha val="4740"/>
                  </a:srgbClr>
                </a:gs>
                <a:gs pos="85714">
                  <a:srgbClr val="B8E4FF">
                    <a:alpha val="1902"/>
                  </a:srgbClr>
                </a:gs>
                <a:gs pos="100000">
                  <a:srgbClr val="B8E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3301931">
              <a:off x="1878382" y="1135463"/>
              <a:ext cx="619385" cy="95708"/>
            </a:xfrm>
            <a:prstGeom prst="ellipse">
              <a:avLst/>
            </a:prstGeom>
            <a:gradFill>
              <a:gsLst>
                <a:gs pos="0">
                  <a:srgbClr val="262921">
                    <a:alpha val="32968"/>
                  </a:srgbClr>
                </a:gs>
                <a:gs pos="14286">
                  <a:srgbClr val="262921">
                    <a:alpha val="30764"/>
                  </a:srgbClr>
                </a:gs>
                <a:gs pos="28571">
                  <a:srgbClr val="262921">
                    <a:alpha val="24833"/>
                  </a:srgbClr>
                </a:gs>
                <a:gs pos="42857">
                  <a:srgbClr val="262921">
                    <a:alpha val="17075"/>
                  </a:srgbClr>
                </a:gs>
                <a:gs pos="57143">
                  <a:srgbClr val="262921">
                    <a:alpha val="9855"/>
                  </a:srgbClr>
                </a:gs>
                <a:gs pos="71429">
                  <a:srgbClr val="262921">
                    <a:alpha val="4740"/>
                  </a:srgbClr>
                </a:gs>
                <a:gs pos="85714">
                  <a:srgbClr val="262921">
                    <a:alpha val="1902"/>
                  </a:srgbClr>
                </a:gs>
                <a:gs pos="100000">
                  <a:srgbClr val="2629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4160920">
              <a:off x="1595885" y="1903999"/>
              <a:ext cx="472185" cy="216224"/>
            </a:xfrm>
            <a:prstGeom prst="ellipse">
              <a:avLst/>
            </a:prstGeom>
            <a:gradFill>
              <a:gsLst>
                <a:gs pos="0">
                  <a:srgbClr val="AC002E">
                    <a:alpha val="32968"/>
                  </a:srgbClr>
                </a:gs>
                <a:gs pos="14286">
                  <a:srgbClr val="AC002E">
                    <a:alpha val="30764"/>
                  </a:srgbClr>
                </a:gs>
                <a:gs pos="28571">
                  <a:srgbClr val="AC002E">
                    <a:alpha val="24833"/>
                  </a:srgbClr>
                </a:gs>
                <a:gs pos="42857">
                  <a:srgbClr val="AC002E">
                    <a:alpha val="17075"/>
                  </a:srgbClr>
                </a:gs>
                <a:gs pos="57143">
                  <a:srgbClr val="AC002E">
                    <a:alpha val="9855"/>
                  </a:srgbClr>
                </a:gs>
                <a:gs pos="71429">
                  <a:srgbClr val="AC002E">
                    <a:alpha val="4740"/>
                  </a:srgbClr>
                </a:gs>
                <a:gs pos="85714">
                  <a:srgbClr val="AC002E">
                    <a:alpha val="1902"/>
                  </a:srgbClr>
                </a:gs>
                <a:gs pos="100000">
                  <a:srgbClr val="AC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-10399572">
              <a:off x="805409" y="1568842"/>
              <a:ext cx="543751" cy="21846"/>
            </a:xfrm>
            <a:prstGeom prst="ellipse">
              <a:avLst/>
            </a:prstGeom>
            <a:gradFill>
              <a:gsLst>
                <a:gs pos="0">
                  <a:srgbClr val="ECFFFB">
                    <a:alpha val="12486"/>
                  </a:srgbClr>
                </a:gs>
                <a:gs pos="14286">
                  <a:srgbClr val="ECFFFB">
                    <a:alpha val="11537"/>
                  </a:srgbClr>
                </a:gs>
                <a:gs pos="28571">
                  <a:srgbClr val="ECFFFB">
                    <a:alpha val="9079"/>
                  </a:srgbClr>
                </a:gs>
                <a:gs pos="42857">
                  <a:srgbClr val="ECFFFB">
                    <a:alpha val="6052"/>
                  </a:srgbClr>
                </a:gs>
                <a:gs pos="57143">
                  <a:srgbClr val="ECFFFB">
                    <a:alpha val="3400"/>
                  </a:srgbClr>
                </a:gs>
                <a:gs pos="71429">
                  <a:srgbClr val="ECFFFB">
                    <a:alpha val="1606"/>
                  </a:srgbClr>
                </a:gs>
                <a:gs pos="85714">
                  <a:srgbClr val="ECFFFB">
                    <a:alpha val="638"/>
                  </a:srgbClr>
                </a:gs>
                <a:gs pos="100000">
                  <a:srgbClr val="ECFFFB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8019796">
              <a:off x="2253131" y="1289316"/>
              <a:ext cx="471613" cy="38908"/>
            </a:xfrm>
            <a:prstGeom prst="ellipse">
              <a:avLst/>
            </a:prstGeom>
            <a:gradFill>
              <a:gsLst>
                <a:gs pos="0">
                  <a:srgbClr val="820001">
                    <a:alpha val="32968"/>
                  </a:srgbClr>
                </a:gs>
                <a:gs pos="14286">
                  <a:srgbClr val="820001">
                    <a:alpha val="30764"/>
                  </a:srgbClr>
                </a:gs>
                <a:gs pos="28571">
                  <a:srgbClr val="820001">
                    <a:alpha val="24833"/>
                  </a:srgbClr>
                </a:gs>
                <a:gs pos="42857">
                  <a:srgbClr val="820001">
                    <a:alpha val="17075"/>
                  </a:srgbClr>
                </a:gs>
                <a:gs pos="57143">
                  <a:srgbClr val="820001">
                    <a:alpha val="9855"/>
                  </a:srgbClr>
                </a:gs>
                <a:gs pos="71429">
                  <a:srgbClr val="820001">
                    <a:alpha val="4740"/>
                  </a:srgbClr>
                </a:gs>
                <a:gs pos="85714">
                  <a:srgbClr val="820001">
                    <a:alpha val="1902"/>
                  </a:srgbClr>
                </a:gs>
                <a:gs pos="100000">
                  <a:srgbClr val="82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4766899">
              <a:off x="1938738" y="1151865"/>
              <a:ext cx="375704" cy="314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-9438378">
              <a:off x="1998871" y="1429973"/>
              <a:ext cx="408266" cy="35066"/>
            </a:xfrm>
            <a:prstGeom prst="ellipse">
              <a:avLst/>
            </a:prstGeom>
            <a:gradFill>
              <a:gsLst>
                <a:gs pos="0">
                  <a:srgbClr val="0C0000">
                    <a:alpha val="32968"/>
                  </a:srgbClr>
                </a:gs>
                <a:gs pos="14286">
                  <a:srgbClr val="0C0000">
                    <a:alpha val="30764"/>
                  </a:srgbClr>
                </a:gs>
                <a:gs pos="28571">
                  <a:srgbClr val="0C0000">
                    <a:alpha val="24833"/>
                  </a:srgbClr>
                </a:gs>
                <a:gs pos="42857">
                  <a:srgbClr val="0C0000">
                    <a:alpha val="17075"/>
                  </a:srgbClr>
                </a:gs>
                <a:gs pos="57143">
                  <a:srgbClr val="0C0000">
                    <a:alpha val="9855"/>
                  </a:srgbClr>
                </a:gs>
                <a:gs pos="71429">
                  <a:srgbClr val="0C0000">
                    <a:alpha val="4740"/>
                  </a:srgbClr>
                </a:gs>
                <a:gs pos="85714">
                  <a:srgbClr val="0C0000">
                    <a:alpha val="1902"/>
                  </a:srgbClr>
                </a:gs>
                <a:gs pos="100000">
                  <a:srgbClr val="0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-8887522">
              <a:off x="2534520" y="1233336"/>
              <a:ext cx="535072" cy="221671"/>
            </a:xfrm>
            <a:prstGeom prst="ellipse">
              <a:avLst/>
            </a:prstGeom>
            <a:gradFill>
              <a:gsLst>
                <a:gs pos="0">
                  <a:srgbClr val="F12CAA">
                    <a:alpha val="32036"/>
                  </a:srgbClr>
                </a:gs>
                <a:gs pos="14286">
                  <a:srgbClr val="F12CAA">
                    <a:alpha val="29879"/>
                  </a:srgbClr>
                </a:gs>
                <a:gs pos="28571">
                  <a:srgbClr val="F12CAA">
                    <a:alpha val="24088"/>
                  </a:srgbClr>
                </a:gs>
                <a:gs pos="42857">
                  <a:srgbClr val="F12CAA">
                    <a:alpha val="16537"/>
                  </a:srgbClr>
                </a:gs>
                <a:gs pos="57143">
                  <a:srgbClr val="F12CAA">
                    <a:alpha val="9531"/>
                  </a:srgbClr>
                </a:gs>
                <a:gs pos="71429">
                  <a:srgbClr val="F12CAA">
                    <a:alpha val="4580"/>
                  </a:srgbClr>
                </a:gs>
                <a:gs pos="85714">
                  <a:srgbClr val="F12CAA">
                    <a:alpha val="1837"/>
                  </a:srgbClr>
                </a:gs>
                <a:gs pos="100000">
                  <a:srgbClr val="F12CAA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3169280">
              <a:off x="1834706" y="1282157"/>
              <a:ext cx="468481" cy="73379"/>
            </a:xfrm>
            <a:prstGeom prst="ellipse">
              <a:avLst/>
            </a:prstGeom>
            <a:gradFill>
              <a:gsLst>
                <a:gs pos="0">
                  <a:srgbClr val="5C0000">
                    <a:alpha val="32968"/>
                  </a:srgbClr>
                </a:gs>
                <a:gs pos="14286">
                  <a:srgbClr val="5C0000">
                    <a:alpha val="30764"/>
                  </a:srgbClr>
                </a:gs>
                <a:gs pos="28571">
                  <a:srgbClr val="5C0000">
                    <a:alpha val="24833"/>
                  </a:srgbClr>
                </a:gs>
                <a:gs pos="42857">
                  <a:srgbClr val="5C0000">
                    <a:alpha val="17075"/>
                  </a:srgbClr>
                </a:gs>
                <a:gs pos="57143">
                  <a:srgbClr val="5C0000">
                    <a:alpha val="9855"/>
                  </a:srgbClr>
                </a:gs>
                <a:gs pos="71429">
                  <a:srgbClr val="5C0000">
                    <a:alpha val="4740"/>
                  </a:srgbClr>
                </a:gs>
                <a:gs pos="85714">
                  <a:srgbClr val="5C0000">
                    <a:alpha val="1902"/>
                  </a:srgbClr>
                </a:gs>
                <a:gs pos="100000">
                  <a:srgbClr val="5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3608895">
              <a:off x="1481169" y="1139001"/>
              <a:ext cx="617720" cy="105558"/>
            </a:xfrm>
            <a:prstGeom prst="ellipse">
              <a:avLst/>
            </a:prstGeom>
            <a:gradFill>
              <a:gsLst>
                <a:gs pos="0">
                  <a:srgbClr val="003F9F">
                    <a:alpha val="16492"/>
                  </a:srgbClr>
                </a:gs>
                <a:gs pos="14286">
                  <a:srgbClr val="003F9F">
                    <a:alpha val="15265"/>
                  </a:srgbClr>
                </a:gs>
                <a:gs pos="28571">
                  <a:srgbClr val="003F9F">
                    <a:alpha val="12069"/>
                  </a:srgbClr>
                </a:gs>
                <a:gs pos="42857">
                  <a:srgbClr val="003F9F">
                    <a:alpha val="8090"/>
                  </a:srgbClr>
                </a:gs>
                <a:gs pos="57143">
                  <a:srgbClr val="003F9F">
                    <a:alpha val="4567"/>
                  </a:srgbClr>
                </a:gs>
                <a:gs pos="71429">
                  <a:srgbClr val="003F9F">
                    <a:alpha val="2164"/>
                  </a:srgbClr>
                </a:gs>
                <a:gs pos="85714">
                  <a:srgbClr val="003F9F">
                    <a:alpha val="862"/>
                  </a:srgbClr>
                </a:gs>
                <a:gs pos="100000">
                  <a:srgbClr val="003F9F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10704437">
              <a:off x="1811730" y="1604394"/>
              <a:ext cx="543652" cy="61203"/>
            </a:xfrm>
            <a:prstGeom prst="ellipse">
              <a:avLst/>
            </a:prstGeom>
            <a:gradFill>
              <a:gsLst>
                <a:gs pos="0">
                  <a:srgbClr val="D0EBFF">
                    <a:alpha val="15074"/>
                  </a:srgbClr>
                </a:gs>
                <a:gs pos="14286">
                  <a:srgbClr val="D0EBFF">
                    <a:alpha val="13944"/>
                  </a:srgbClr>
                </a:gs>
                <a:gs pos="28571">
                  <a:srgbClr val="D0EBFF">
                    <a:alpha val="11006"/>
                  </a:srgbClr>
                </a:gs>
                <a:gs pos="42857">
                  <a:srgbClr val="D0EBFF">
                    <a:alpha val="7363"/>
                  </a:srgbClr>
                </a:gs>
                <a:gs pos="57143">
                  <a:srgbClr val="D0EBFF">
                    <a:alpha val="4149"/>
                  </a:srgbClr>
                </a:gs>
                <a:gs pos="71429">
                  <a:srgbClr val="D0EBFF">
                    <a:alpha val="1964"/>
                  </a:srgbClr>
                </a:gs>
                <a:gs pos="85714">
                  <a:srgbClr val="D0EBFF">
                    <a:alpha val="781"/>
                  </a:srgbClr>
                </a:gs>
                <a:gs pos="100000">
                  <a:srgbClr val="D0EBFF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7459903">
              <a:off x="825031" y="1217567"/>
              <a:ext cx="536237" cy="268121"/>
            </a:xfrm>
            <a:prstGeom prst="ellipse">
              <a:avLst/>
            </a:prstGeom>
            <a:gradFill>
              <a:gsLst>
                <a:gs pos="0">
                  <a:srgbClr val="000067">
                    <a:alpha val="32968"/>
                  </a:srgbClr>
                </a:gs>
                <a:gs pos="14286">
                  <a:srgbClr val="000067">
                    <a:alpha val="30764"/>
                  </a:srgbClr>
                </a:gs>
                <a:gs pos="28571">
                  <a:srgbClr val="000067">
                    <a:alpha val="24833"/>
                  </a:srgbClr>
                </a:gs>
                <a:gs pos="42857">
                  <a:srgbClr val="000067">
                    <a:alpha val="17075"/>
                  </a:srgbClr>
                </a:gs>
                <a:gs pos="57143">
                  <a:srgbClr val="000067">
                    <a:alpha val="9855"/>
                  </a:srgbClr>
                </a:gs>
                <a:gs pos="71429">
                  <a:srgbClr val="000067">
                    <a:alpha val="4740"/>
                  </a:srgbClr>
                </a:gs>
                <a:gs pos="85714">
                  <a:srgbClr val="000067">
                    <a:alpha val="1902"/>
                  </a:srgbClr>
                </a:gs>
                <a:gs pos="100000">
                  <a:srgbClr val="0000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4023023">
              <a:off x="1593067" y="1948172"/>
              <a:ext cx="366083" cy="31881"/>
            </a:xfrm>
            <a:prstGeom prst="ellipse">
              <a:avLst/>
            </a:prstGeom>
            <a:gradFill>
              <a:gsLst>
                <a:gs pos="0">
                  <a:srgbClr val="440000">
                    <a:alpha val="32968"/>
                  </a:srgbClr>
                </a:gs>
                <a:gs pos="14286">
                  <a:srgbClr val="440000">
                    <a:alpha val="30764"/>
                  </a:srgbClr>
                </a:gs>
                <a:gs pos="28571">
                  <a:srgbClr val="440000">
                    <a:alpha val="24833"/>
                  </a:srgbClr>
                </a:gs>
                <a:gs pos="42857">
                  <a:srgbClr val="440000">
                    <a:alpha val="17075"/>
                  </a:srgbClr>
                </a:gs>
                <a:gs pos="57143">
                  <a:srgbClr val="440000">
                    <a:alpha val="9855"/>
                  </a:srgbClr>
                </a:gs>
                <a:gs pos="71429">
                  <a:srgbClr val="440000">
                    <a:alpha val="4740"/>
                  </a:srgbClr>
                </a:gs>
                <a:gs pos="85714">
                  <a:srgbClr val="440000">
                    <a:alpha val="1902"/>
                  </a:srgbClr>
                </a:gs>
                <a:gs pos="100000">
                  <a:srgbClr val="4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-10627242">
              <a:off x="994548" y="1619799"/>
              <a:ext cx="609378" cy="34352"/>
            </a:xfrm>
            <a:prstGeom prst="ellipse">
              <a:avLst/>
            </a:prstGeom>
            <a:gradFill>
              <a:gsLst>
                <a:gs pos="0">
                  <a:srgbClr val="D6E9FF">
                    <a:alpha val="32968"/>
                  </a:srgbClr>
                </a:gs>
                <a:gs pos="14286">
                  <a:srgbClr val="D6E9FF">
                    <a:alpha val="30764"/>
                  </a:srgbClr>
                </a:gs>
                <a:gs pos="28571">
                  <a:srgbClr val="D6E9FF">
                    <a:alpha val="24833"/>
                  </a:srgbClr>
                </a:gs>
                <a:gs pos="42857">
                  <a:srgbClr val="D6E9FF">
                    <a:alpha val="17075"/>
                  </a:srgbClr>
                </a:gs>
                <a:gs pos="57143">
                  <a:srgbClr val="D6E9FF">
                    <a:alpha val="9855"/>
                  </a:srgbClr>
                </a:gs>
                <a:gs pos="71429">
                  <a:srgbClr val="D6E9FF">
                    <a:alpha val="4740"/>
                  </a:srgbClr>
                </a:gs>
                <a:gs pos="85714">
                  <a:srgbClr val="D6E9FF">
                    <a:alpha val="1902"/>
                  </a:srgbClr>
                </a:gs>
                <a:gs pos="100000">
                  <a:srgbClr val="D6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9563735">
              <a:off x="64226" y="3215579"/>
              <a:ext cx="596193" cy="127696"/>
            </a:xfrm>
            <a:prstGeom prst="ellipse">
              <a:avLst/>
            </a:prstGeom>
            <a:gradFill>
              <a:gsLst>
                <a:gs pos="0">
                  <a:srgbClr val="EDF2FF">
                    <a:alpha val="32968"/>
                  </a:srgbClr>
                </a:gs>
                <a:gs pos="14286">
                  <a:srgbClr val="EDF2FF">
                    <a:alpha val="30764"/>
                  </a:srgbClr>
                </a:gs>
                <a:gs pos="28571">
                  <a:srgbClr val="EDF2FF">
                    <a:alpha val="24833"/>
                  </a:srgbClr>
                </a:gs>
                <a:gs pos="42857">
                  <a:srgbClr val="EDF2FF">
                    <a:alpha val="17075"/>
                  </a:srgbClr>
                </a:gs>
                <a:gs pos="57143">
                  <a:srgbClr val="EDF2FF">
                    <a:alpha val="9855"/>
                  </a:srgbClr>
                </a:gs>
                <a:gs pos="71429">
                  <a:srgbClr val="EDF2FF">
                    <a:alpha val="4740"/>
                  </a:srgbClr>
                </a:gs>
                <a:gs pos="85714">
                  <a:srgbClr val="EDF2FF">
                    <a:alpha val="1902"/>
                  </a:srgbClr>
                </a:gs>
                <a:gs pos="100000">
                  <a:srgbClr val="EDF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7693730">
              <a:off x="2277381" y="1377748"/>
              <a:ext cx="333060" cy="49968"/>
            </a:xfrm>
            <a:prstGeom prst="ellipse">
              <a:avLst/>
            </a:prstGeom>
            <a:gradFill>
              <a:gsLst>
                <a:gs pos="0">
                  <a:srgbClr val="96F0FF">
                    <a:alpha val="8832"/>
                  </a:srgbClr>
                </a:gs>
                <a:gs pos="14286">
                  <a:srgbClr val="96F0FF">
                    <a:alpha val="8148"/>
                  </a:srgbClr>
                </a:gs>
                <a:gs pos="28571">
                  <a:srgbClr val="96F0FF">
                    <a:alpha val="6386"/>
                  </a:srgbClr>
                </a:gs>
                <a:gs pos="42857">
                  <a:srgbClr val="96F0FF">
                    <a:alpha val="4236"/>
                  </a:srgbClr>
                </a:gs>
                <a:gs pos="57143">
                  <a:srgbClr val="96F0FF">
                    <a:alpha val="2370"/>
                  </a:srgbClr>
                </a:gs>
                <a:gs pos="71429">
                  <a:srgbClr val="96F0FF">
                    <a:alpha val="1116"/>
                  </a:srgbClr>
                </a:gs>
                <a:gs pos="85714">
                  <a:srgbClr val="96F0FF">
                    <a:alpha val="443"/>
                  </a:srgbClr>
                </a:gs>
                <a:gs pos="100000">
                  <a:srgbClr val="96F0FF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2942677">
              <a:off x="1790178" y="1935529"/>
              <a:ext cx="417378" cy="104861"/>
            </a:xfrm>
            <a:prstGeom prst="ellipse">
              <a:avLst/>
            </a:prstGeom>
            <a:gradFill>
              <a:gsLst>
                <a:gs pos="0">
                  <a:srgbClr val="83A4E5">
                    <a:alpha val="21738"/>
                  </a:srgbClr>
                </a:gs>
                <a:gs pos="14286">
                  <a:srgbClr val="83A4E5">
                    <a:alpha val="20171"/>
                  </a:srgbClr>
                </a:gs>
                <a:gs pos="28571">
                  <a:srgbClr val="83A4E5">
                    <a:alpha val="16048"/>
                  </a:srgbClr>
                </a:gs>
                <a:gs pos="42857">
                  <a:srgbClr val="83A4E5">
                    <a:alpha val="10840"/>
                  </a:srgbClr>
                </a:gs>
                <a:gs pos="57143">
                  <a:srgbClr val="83A4E5">
                    <a:alpha val="6160"/>
                  </a:srgbClr>
                </a:gs>
                <a:gs pos="71429">
                  <a:srgbClr val="83A4E5">
                    <a:alpha val="2932"/>
                  </a:srgbClr>
                </a:gs>
                <a:gs pos="85714">
                  <a:srgbClr val="83A4E5">
                    <a:alpha val="1170"/>
                  </a:srgbClr>
                </a:gs>
                <a:gs pos="100000">
                  <a:srgbClr val="83A4E5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6198729">
              <a:off x="1705815" y="1082338"/>
              <a:ext cx="410103" cy="134686"/>
            </a:xfrm>
            <a:prstGeom prst="ellipse">
              <a:avLst/>
            </a:prstGeom>
            <a:gradFill>
              <a:gsLst>
                <a:gs pos="0">
                  <a:srgbClr val="000D73">
                    <a:alpha val="24468"/>
                  </a:srgbClr>
                </a:gs>
                <a:gs pos="14286">
                  <a:srgbClr val="000D73">
                    <a:alpha val="22734"/>
                  </a:srgbClr>
                </a:gs>
                <a:gs pos="28571">
                  <a:srgbClr val="000D73">
                    <a:alpha val="18148"/>
                  </a:srgbClr>
                </a:gs>
                <a:gs pos="42857">
                  <a:srgbClr val="000D73">
                    <a:alpha val="12309"/>
                  </a:srgbClr>
                </a:gs>
                <a:gs pos="57143">
                  <a:srgbClr val="000D73">
                    <a:alpha val="7020"/>
                  </a:srgbClr>
                </a:gs>
                <a:gs pos="71429">
                  <a:srgbClr val="000D73">
                    <a:alpha val="3349"/>
                  </a:srgbClr>
                </a:gs>
                <a:gs pos="85714">
                  <a:srgbClr val="000D73">
                    <a:alpha val="1338"/>
                  </a:srgbClr>
                </a:gs>
                <a:gs pos="100000">
                  <a:srgbClr val="000D73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-9340201">
              <a:off x="1996147" y="1085010"/>
              <a:ext cx="254091" cy="178541"/>
            </a:xfrm>
            <a:prstGeom prst="ellipse">
              <a:avLst/>
            </a:prstGeom>
            <a:gradFill>
              <a:gsLst>
                <a:gs pos="0">
                  <a:srgbClr val="6E0000">
                    <a:alpha val="12114"/>
                  </a:srgbClr>
                </a:gs>
                <a:gs pos="14286">
                  <a:srgbClr val="6E0000">
                    <a:alpha val="11191"/>
                  </a:srgbClr>
                </a:gs>
                <a:gs pos="28571">
                  <a:srgbClr val="6E0000">
                    <a:alpha val="8803"/>
                  </a:srgbClr>
                </a:gs>
                <a:gs pos="42857">
                  <a:srgbClr val="6E0000">
                    <a:alpha val="5865"/>
                  </a:srgbClr>
                </a:gs>
                <a:gs pos="57143">
                  <a:srgbClr val="6E0000">
                    <a:alpha val="3294"/>
                  </a:srgbClr>
                </a:gs>
                <a:gs pos="71429">
                  <a:srgbClr val="6E0000">
                    <a:alpha val="1556"/>
                  </a:srgbClr>
                </a:gs>
                <a:gs pos="85714">
                  <a:srgbClr val="6E0000">
                    <a:alpha val="618"/>
                  </a:srgbClr>
                </a:gs>
                <a:gs pos="100000">
                  <a:srgbClr val="6E0000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7668841">
              <a:off x="1692914" y="842910"/>
              <a:ext cx="539610" cy="30330"/>
            </a:xfrm>
            <a:prstGeom prst="ellipse">
              <a:avLst/>
            </a:prstGeom>
            <a:gradFill>
              <a:gsLst>
                <a:gs pos="0">
                  <a:srgbClr val="D5FFFF">
                    <a:alpha val="8873"/>
                  </a:srgbClr>
                </a:gs>
                <a:gs pos="14286">
                  <a:srgbClr val="D5FFFF">
                    <a:alpha val="8185"/>
                  </a:srgbClr>
                </a:gs>
                <a:gs pos="28571">
                  <a:srgbClr val="D5FFFF">
                    <a:alpha val="6416"/>
                  </a:srgbClr>
                </a:gs>
                <a:gs pos="42857">
                  <a:srgbClr val="D5FFFF">
                    <a:alpha val="4256"/>
                  </a:srgbClr>
                </a:gs>
                <a:gs pos="57143">
                  <a:srgbClr val="D5FFFF">
                    <a:alpha val="2381"/>
                  </a:srgbClr>
                </a:gs>
                <a:gs pos="71429">
                  <a:srgbClr val="D5FFFF">
                    <a:alpha val="1122"/>
                  </a:srgbClr>
                </a:gs>
                <a:gs pos="85714">
                  <a:srgbClr val="D5FFFF">
                    <a:alpha val="445"/>
                  </a:srgbClr>
                </a:gs>
                <a:gs pos="100000">
                  <a:srgbClr val="D5FFFF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-9070880">
              <a:off x="817766" y="1602023"/>
              <a:ext cx="215311" cy="198994"/>
            </a:xfrm>
            <a:prstGeom prst="ellipse">
              <a:avLst/>
            </a:prstGeom>
            <a:gradFill>
              <a:gsLst>
                <a:gs pos="0">
                  <a:srgbClr val="00A8FD">
                    <a:alpha val="13288"/>
                  </a:srgbClr>
                </a:gs>
                <a:gs pos="14286">
                  <a:srgbClr val="00A8FD">
                    <a:alpha val="12282"/>
                  </a:srgbClr>
                </a:gs>
                <a:gs pos="28571">
                  <a:srgbClr val="00A8FD">
                    <a:alpha val="9674"/>
                  </a:srgbClr>
                </a:gs>
                <a:gs pos="42857">
                  <a:srgbClr val="00A8FD">
                    <a:alpha val="6456"/>
                  </a:srgbClr>
                </a:gs>
                <a:gs pos="57143">
                  <a:srgbClr val="00A8FD">
                    <a:alpha val="3630"/>
                  </a:srgbClr>
                </a:gs>
                <a:gs pos="71429">
                  <a:srgbClr val="00A8FD">
                    <a:alpha val="1716"/>
                  </a:srgbClr>
                </a:gs>
                <a:gs pos="85714">
                  <a:srgbClr val="00A8FD">
                    <a:alpha val="682"/>
                  </a:srgbClr>
                </a:gs>
                <a:gs pos="100000">
                  <a:srgbClr val="00A8FD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3225175">
              <a:off x="1530618" y="2010392"/>
              <a:ext cx="663787" cy="54512"/>
            </a:xfrm>
            <a:prstGeom prst="ellipse">
              <a:avLst/>
            </a:prstGeom>
            <a:gradFill>
              <a:gsLst>
                <a:gs pos="0">
                  <a:srgbClr val="CFC2FF">
                    <a:alpha val="32968"/>
                  </a:srgbClr>
                </a:gs>
                <a:gs pos="14286">
                  <a:srgbClr val="CFC2FF">
                    <a:alpha val="30764"/>
                  </a:srgbClr>
                </a:gs>
                <a:gs pos="28571">
                  <a:srgbClr val="CFC2FF">
                    <a:alpha val="24833"/>
                  </a:srgbClr>
                </a:gs>
                <a:gs pos="42857">
                  <a:srgbClr val="CFC2FF">
                    <a:alpha val="17075"/>
                  </a:srgbClr>
                </a:gs>
                <a:gs pos="57143">
                  <a:srgbClr val="CFC2FF">
                    <a:alpha val="9855"/>
                  </a:srgbClr>
                </a:gs>
                <a:gs pos="71429">
                  <a:srgbClr val="CFC2FF">
                    <a:alpha val="4740"/>
                  </a:srgbClr>
                </a:gs>
                <a:gs pos="85714">
                  <a:srgbClr val="CFC2FF">
                    <a:alpha val="1902"/>
                  </a:srgbClr>
                </a:gs>
                <a:gs pos="100000">
                  <a:srgbClr val="CFC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-10524442">
              <a:off x="776947" y="1580360"/>
              <a:ext cx="432250" cy="14699"/>
            </a:xfrm>
            <a:prstGeom prst="ellipse">
              <a:avLst/>
            </a:prstGeom>
            <a:gradFill>
              <a:gsLst>
                <a:gs pos="0">
                  <a:srgbClr val="443151">
                    <a:alpha val="32968"/>
                  </a:srgbClr>
                </a:gs>
                <a:gs pos="14286">
                  <a:srgbClr val="443151">
                    <a:alpha val="30764"/>
                  </a:srgbClr>
                </a:gs>
                <a:gs pos="28571">
                  <a:srgbClr val="443151">
                    <a:alpha val="24833"/>
                  </a:srgbClr>
                </a:gs>
                <a:gs pos="42857">
                  <a:srgbClr val="443151">
                    <a:alpha val="17075"/>
                  </a:srgbClr>
                </a:gs>
                <a:gs pos="57143">
                  <a:srgbClr val="443151">
                    <a:alpha val="9855"/>
                  </a:srgbClr>
                </a:gs>
                <a:gs pos="71429">
                  <a:srgbClr val="443151">
                    <a:alpha val="4740"/>
                  </a:srgbClr>
                </a:gs>
                <a:gs pos="85714">
                  <a:srgbClr val="443151">
                    <a:alpha val="1902"/>
                  </a:srgbClr>
                </a:gs>
                <a:gs pos="100000">
                  <a:srgbClr val="4431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6151565">
              <a:off x="2376285" y="1224101"/>
              <a:ext cx="397278" cy="58699"/>
            </a:xfrm>
            <a:prstGeom prst="ellipse">
              <a:avLst/>
            </a:prstGeom>
            <a:gradFill>
              <a:gsLst>
                <a:gs pos="0">
                  <a:srgbClr val="8EB0EE">
                    <a:alpha val="32634"/>
                  </a:srgbClr>
                </a:gs>
                <a:gs pos="14286">
                  <a:srgbClr val="8EB0EE">
                    <a:alpha val="30447"/>
                  </a:srgbClr>
                </a:gs>
                <a:gs pos="28571">
                  <a:srgbClr val="8EB0EE">
                    <a:alpha val="24566"/>
                  </a:srgbClr>
                </a:gs>
                <a:gs pos="42857">
                  <a:srgbClr val="8EB0EE">
                    <a:alpha val="16882"/>
                  </a:srgbClr>
                </a:gs>
                <a:gs pos="57143">
                  <a:srgbClr val="8EB0EE">
                    <a:alpha val="9739"/>
                  </a:srgbClr>
                </a:gs>
                <a:gs pos="71429">
                  <a:srgbClr val="8EB0EE">
                    <a:alpha val="4683"/>
                  </a:srgbClr>
                </a:gs>
                <a:gs pos="85714">
                  <a:srgbClr val="8EB0EE">
                    <a:alpha val="1879"/>
                  </a:srgbClr>
                </a:gs>
                <a:gs pos="100000">
                  <a:srgbClr val="8EB0EE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4687824">
              <a:off x="2050973" y="1474430"/>
              <a:ext cx="285939" cy="117601"/>
            </a:xfrm>
            <a:prstGeom prst="ellipse">
              <a:avLst/>
            </a:prstGeom>
            <a:gradFill>
              <a:gsLst>
                <a:gs pos="0">
                  <a:srgbClr val="500000">
                    <a:alpha val="17593"/>
                  </a:srgbClr>
                </a:gs>
                <a:gs pos="14286">
                  <a:srgbClr val="500000">
                    <a:alpha val="16294"/>
                  </a:srgbClr>
                </a:gs>
                <a:gs pos="28571">
                  <a:srgbClr val="500000">
                    <a:alpha val="12898"/>
                  </a:srgbClr>
                </a:gs>
                <a:gs pos="42857">
                  <a:srgbClr val="500000">
                    <a:alpha val="8660"/>
                  </a:srgbClr>
                </a:gs>
                <a:gs pos="57143">
                  <a:srgbClr val="500000">
                    <a:alpha val="4895"/>
                  </a:srgbClr>
                </a:gs>
                <a:gs pos="71429">
                  <a:srgbClr val="500000">
                    <a:alpha val="2322"/>
                  </a:srgbClr>
                </a:gs>
                <a:gs pos="85714">
                  <a:srgbClr val="500000">
                    <a:alpha val="925"/>
                  </a:srgbClr>
                </a:gs>
                <a:gs pos="100000">
                  <a:srgbClr val="500000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10332581">
              <a:off x="2170971" y="1669351"/>
              <a:ext cx="343511" cy="122434"/>
            </a:xfrm>
            <a:prstGeom prst="ellipse">
              <a:avLst/>
            </a:prstGeom>
            <a:gradFill>
              <a:gsLst>
                <a:gs pos="0">
                  <a:srgbClr val="3C99FF">
                    <a:alpha val="26159"/>
                  </a:srgbClr>
                </a:gs>
                <a:gs pos="14286">
                  <a:srgbClr val="3C99FF">
                    <a:alpha val="24325"/>
                  </a:srgbClr>
                </a:gs>
                <a:gs pos="28571">
                  <a:srgbClr val="3C99FF">
                    <a:alpha val="19460"/>
                  </a:srgbClr>
                </a:gs>
                <a:gs pos="42857">
                  <a:srgbClr val="3C99FF">
                    <a:alpha val="13234"/>
                  </a:srgbClr>
                </a:gs>
                <a:gs pos="57143">
                  <a:srgbClr val="3C99FF">
                    <a:alpha val="7564"/>
                  </a:srgbClr>
                </a:gs>
                <a:gs pos="71429">
                  <a:srgbClr val="3C99FF">
                    <a:alpha val="3615"/>
                  </a:srgbClr>
                </a:gs>
                <a:gs pos="85714">
                  <a:srgbClr val="3C99FF">
                    <a:alpha val="1445"/>
                  </a:srgbClr>
                </a:gs>
                <a:gs pos="100000">
                  <a:srgbClr val="3C99FF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10722997">
              <a:off x="3169933" y="1666940"/>
              <a:ext cx="333352" cy="73743"/>
            </a:xfrm>
            <a:prstGeom prst="ellipse">
              <a:avLst/>
            </a:prstGeom>
            <a:gradFill>
              <a:gsLst>
                <a:gs pos="0">
                  <a:srgbClr val="9A1300">
                    <a:alpha val="32968"/>
                  </a:srgbClr>
                </a:gs>
                <a:gs pos="14286">
                  <a:srgbClr val="9A1300">
                    <a:alpha val="30764"/>
                  </a:srgbClr>
                </a:gs>
                <a:gs pos="28571">
                  <a:srgbClr val="9A1300">
                    <a:alpha val="24833"/>
                  </a:srgbClr>
                </a:gs>
                <a:gs pos="42857">
                  <a:srgbClr val="9A1300">
                    <a:alpha val="17075"/>
                  </a:srgbClr>
                </a:gs>
                <a:gs pos="57143">
                  <a:srgbClr val="9A1300">
                    <a:alpha val="9855"/>
                  </a:srgbClr>
                </a:gs>
                <a:gs pos="71429">
                  <a:srgbClr val="9A1300">
                    <a:alpha val="4740"/>
                  </a:srgbClr>
                </a:gs>
                <a:gs pos="85714">
                  <a:srgbClr val="9A1300">
                    <a:alpha val="1902"/>
                  </a:srgbClr>
                </a:gs>
                <a:gs pos="100000">
                  <a:srgbClr val="9A1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7922205">
              <a:off x="1901767" y="1966014"/>
              <a:ext cx="609385" cy="2469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10625326">
              <a:off x="1295769" y="415560"/>
              <a:ext cx="389864" cy="78926"/>
            </a:xfrm>
            <a:prstGeom prst="ellipse">
              <a:avLst/>
            </a:prstGeom>
            <a:gradFill>
              <a:gsLst>
                <a:gs pos="0">
                  <a:srgbClr val="E2204C">
                    <a:alpha val="32968"/>
                  </a:srgbClr>
                </a:gs>
                <a:gs pos="14286">
                  <a:srgbClr val="E2204C">
                    <a:alpha val="30764"/>
                  </a:srgbClr>
                </a:gs>
                <a:gs pos="28571">
                  <a:srgbClr val="E2204C">
                    <a:alpha val="24833"/>
                  </a:srgbClr>
                </a:gs>
                <a:gs pos="42857">
                  <a:srgbClr val="E2204C">
                    <a:alpha val="17075"/>
                  </a:srgbClr>
                </a:gs>
                <a:gs pos="57143">
                  <a:srgbClr val="E2204C">
                    <a:alpha val="9855"/>
                  </a:srgbClr>
                </a:gs>
                <a:gs pos="71429">
                  <a:srgbClr val="E2204C">
                    <a:alpha val="4740"/>
                  </a:srgbClr>
                </a:gs>
                <a:gs pos="85714">
                  <a:srgbClr val="E2204C">
                    <a:alpha val="1902"/>
                  </a:srgbClr>
                </a:gs>
                <a:gs pos="100000">
                  <a:srgbClr val="E220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-10603549">
              <a:off x="1649719" y="1441990"/>
              <a:ext cx="338526" cy="136961"/>
            </a:xfrm>
            <a:prstGeom prst="ellipse">
              <a:avLst/>
            </a:prstGeom>
            <a:gradFill>
              <a:gsLst>
                <a:gs pos="0">
                  <a:srgbClr val="00B9FF">
                    <a:alpha val="16042"/>
                  </a:srgbClr>
                </a:gs>
                <a:gs pos="14286">
                  <a:srgbClr val="00B9FF">
                    <a:alpha val="14846"/>
                  </a:srgbClr>
                </a:gs>
                <a:gs pos="28571">
                  <a:srgbClr val="00B9FF">
                    <a:alpha val="11731"/>
                  </a:srgbClr>
                </a:gs>
                <a:gs pos="42857">
                  <a:srgbClr val="00B9FF">
                    <a:alpha val="7859"/>
                  </a:srgbClr>
                </a:gs>
                <a:gs pos="57143">
                  <a:srgbClr val="00B9FF">
                    <a:alpha val="4434"/>
                  </a:srgbClr>
                </a:gs>
                <a:gs pos="71429">
                  <a:srgbClr val="00B9FF">
                    <a:alpha val="2100"/>
                  </a:srgbClr>
                </a:gs>
                <a:gs pos="85714">
                  <a:srgbClr val="00B9FF">
                    <a:alpha val="836"/>
                  </a:srgbClr>
                </a:gs>
                <a:gs pos="100000">
                  <a:srgbClr val="00B9FF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6714768">
              <a:off x="-232906" y="3301170"/>
              <a:ext cx="466301" cy="371940"/>
            </a:xfrm>
            <a:prstGeom prst="ellipse">
              <a:avLst/>
            </a:prstGeom>
            <a:gradFill>
              <a:gsLst>
                <a:gs pos="0">
                  <a:srgbClr val="EA4EFF">
                    <a:alpha val="4457"/>
                  </a:srgbClr>
                </a:gs>
                <a:gs pos="14286">
                  <a:srgbClr val="EA4EFF">
                    <a:alpha val="4104"/>
                  </a:srgbClr>
                </a:gs>
                <a:gs pos="28571">
                  <a:srgbClr val="EA4EFF">
                    <a:alpha val="3201"/>
                  </a:srgbClr>
                </a:gs>
                <a:gs pos="42857">
                  <a:srgbClr val="EA4EFF">
                    <a:alpha val="2111"/>
                  </a:srgbClr>
                </a:gs>
                <a:gs pos="57143">
                  <a:srgbClr val="EA4EFF">
                    <a:alpha val="1176"/>
                  </a:srgbClr>
                </a:gs>
                <a:gs pos="71429">
                  <a:srgbClr val="EA4EFF">
                    <a:alpha val="552"/>
                  </a:srgbClr>
                </a:gs>
                <a:gs pos="85714">
                  <a:srgbClr val="EA4EFF">
                    <a:alpha val="219"/>
                  </a:srgbClr>
                </a:gs>
                <a:gs pos="100000">
                  <a:srgbClr val="EA4EFF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6232774">
              <a:off x="1692674" y="1325966"/>
              <a:ext cx="266848" cy="132596"/>
            </a:xfrm>
            <a:prstGeom prst="ellipse">
              <a:avLst/>
            </a:prstGeom>
            <a:gradFill>
              <a:gsLst>
                <a:gs pos="0">
                  <a:srgbClr val="7F2C4A">
                    <a:alpha val="32083"/>
                  </a:srgbClr>
                </a:gs>
                <a:gs pos="14286">
                  <a:srgbClr val="7F2C4A">
                    <a:alpha val="29924"/>
                  </a:srgbClr>
                </a:gs>
                <a:gs pos="28571">
                  <a:srgbClr val="7F2C4A">
                    <a:alpha val="24126"/>
                  </a:srgbClr>
                </a:gs>
                <a:gs pos="42857">
                  <a:srgbClr val="7F2C4A">
                    <a:alpha val="16565"/>
                  </a:srgbClr>
                </a:gs>
                <a:gs pos="57143">
                  <a:srgbClr val="7F2C4A">
                    <a:alpha val="9548"/>
                  </a:srgbClr>
                </a:gs>
                <a:gs pos="71429">
                  <a:srgbClr val="7F2C4A">
                    <a:alpha val="4589"/>
                  </a:srgbClr>
                </a:gs>
                <a:gs pos="85714">
                  <a:srgbClr val="7F2C4A">
                    <a:alpha val="1840"/>
                  </a:srgbClr>
                </a:gs>
                <a:gs pos="100000">
                  <a:srgbClr val="7F2C4A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9079370">
              <a:off x="1729362" y="1081084"/>
              <a:ext cx="296640" cy="100876"/>
            </a:xfrm>
            <a:prstGeom prst="ellipse">
              <a:avLst/>
            </a:prstGeom>
            <a:gradFill>
              <a:gsLst>
                <a:gs pos="0">
                  <a:srgbClr val="007EA7">
                    <a:alpha val="21653"/>
                  </a:srgbClr>
                </a:gs>
                <a:gs pos="14286">
                  <a:srgbClr val="007EA7">
                    <a:alpha val="20092"/>
                  </a:srgbClr>
                </a:gs>
                <a:gs pos="28571">
                  <a:srgbClr val="007EA7">
                    <a:alpha val="15983"/>
                  </a:srgbClr>
                </a:gs>
                <a:gs pos="42857">
                  <a:srgbClr val="007EA7">
                    <a:alpha val="10795"/>
                  </a:srgbClr>
                </a:gs>
                <a:gs pos="57143">
                  <a:srgbClr val="007EA7">
                    <a:alpha val="6133"/>
                  </a:srgbClr>
                </a:gs>
                <a:gs pos="71429">
                  <a:srgbClr val="007EA7">
                    <a:alpha val="2919"/>
                  </a:srgbClr>
                </a:gs>
                <a:gs pos="85714">
                  <a:srgbClr val="007EA7">
                    <a:alpha val="1165"/>
                  </a:srgbClr>
                </a:gs>
                <a:gs pos="100000">
                  <a:srgbClr val="007EA7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-9094581">
              <a:off x="635875" y="2549638"/>
              <a:ext cx="476106" cy="263448"/>
            </a:xfrm>
            <a:prstGeom prst="ellipse">
              <a:avLst/>
            </a:prstGeom>
            <a:gradFill>
              <a:gsLst>
                <a:gs pos="0">
                  <a:srgbClr val="8AFCFF">
                    <a:alpha val="32968"/>
                  </a:srgbClr>
                </a:gs>
                <a:gs pos="14286">
                  <a:srgbClr val="8AFCFF">
                    <a:alpha val="30764"/>
                  </a:srgbClr>
                </a:gs>
                <a:gs pos="28571">
                  <a:srgbClr val="8AFCFF">
                    <a:alpha val="24833"/>
                  </a:srgbClr>
                </a:gs>
                <a:gs pos="42857">
                  <a:srgbClr val="8AFCFF">
                    <a:alpha val="17075"/>
                  </a:srgbClr>
                </a:gs>
                <a:gs pos="57143">
                  <a:srgbClr val="8AFCFF">
                    <a:alpha val="9855"/>
                  </a:srgbClr>
                </a:gs>
                <a:gs pos="71429">
                  <a:srgbClr val="8AFCFF">
                    <a:alpha val="4740"/>
                  </a:srgbClr>
                </a:gs>
                <a:gs pos="85714">
                  <a:srgbClr val="8AFCFF">
                    <a:alpha val="1902"/>
                  </a:srgbClr>
                </a:gs>
                <a:gs pos="100000">
                  <a:srgbClr val="8A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8359962">
              <a:off x="2187938" y="1717867"/>
              <a:ext cx="630140" cy="131229"/>
            </a:xfrm>
            <a:prstGeom prst="ellipse">
              <a:avLst/>
            </a:prstGeom>
            <a:gradFill>
              <a:gsLst>
                <a:gs pos="0">
                  <a:srgbClr val="00E4F9">
                    <a:alpha val="13715"/>
                  </a:srgbClr>
                </a:gs>
                <a:gs pos="14286">
                  <a:srgbClr val="00E4F9">
                    <a:alpha val="12679"/>
                  </a:srgbClr>
                </a:gs>
                <a:gs pos="28571">
                  <a:srgbClr val="00E4F9">
                    <a:alpha val="9992"/>
                  </a:srgbClr>
                </a:gs>
                <a:gs pos="42857">
                  <a:srgbClr val="00E4F9">
                    <a:alpha val="6672"/>
                  </a:srgbClr>
                </a:gs>
                <a:gs pos="57143">
                  <a:srgbClr val="00E4F9">
                    <a:alpha val="3754"/>
                  </a:srgbClr>
                </a:gs>
                <a:gs pos="71429">
                  <a:srgbClr val="00E4F9">
                    <a:alpha val="1775"/>
                  </a:srgbClr>
                </a:gs>
                <a:gs pos="85714">
                  <a:srgbClr val="00E4F9">
                    <a:alpha val="706"/>
                  </a:srgbClr>
                </a:gs>
                <a:gs pos="100000">
                  <a:srgbClr val="00E4F9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5015507">
              <a:off x="1227462" y="2025508"/>
              <a:ext cx="478484" cy="71527"/>
            </a:xfrm>
            <a:prstGeom prst="ellipse">
              <a:avLst/>
            </a:prstGeom>
            <a:gradFill>
              <a:gsLst>
                <a:gs pos="0">
                  <a:srgbClr val="AE0000">
                    <a:alpha val="32968"/>
                  </a:srgbClr>
                </a:gs>
                <a:gs pos="14286">
                  <a:srgbClr val="AE0000">
                    <a:alpha val="30764"/>
                  </a:srgbClr>
                </a:gs>
                <a:gs pos="28571">
                  <a:srgbClr val="AE0000">
                    <a:alpha val="24833"/>
                  </a:srgbClr>
                </a:gs>
                <a:gs pos="42857">
                  <a:srgbClr val="AE0000">
                    <a:alpha val="17075"/>
                  </a:srgbClr>
                </a:gs>
                <a:gs pos="57143">
                  <a:srgbClr val="AE0000">
                    <a:alpha val="9855"/>
                  </a:srgbClr>
                </a:gs>
                <a:gs pos="71429">
                  <a:srgbClr val="AE0000">
                    <a:alpha val="4740"/>
                  </a:srgbClr>
                </a:gs>
                <a:gs pos="85714">
                  <a:srgbClr val="AE0000">
                    <a:alpha val="1902"/>
                  </a:srgbClr>
                </a:gs>
                <a:gs pos="100000">
                  <a:srgbClr val="A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5021207">
              <a:off x="1172643" y="2031246"/>
              <a:ext cx="595136" cy="553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9350594">
              <a:off x="1105166" y="2874989"/>
              <a:ext cx="464486" cy="105487"/>
            </a:xfrm>
            <a:prstGeom prst="ellipse">
              <a:avLst/>
            </a:prstGeom>
            <a:gradFill>
              <a:gsLst>
                <a:gs pos="0">
                  <a:srgbClr val="BEC9FF">
                    <a:alpha val="17277"/>
                  </a:srgbClr>
                </a:gs>
                <a:gs pos="14286">
                  <a:srgbClr val="BEC9FF">
                    <a:alpha val="15998"/>
                  </a:srgbClr>
                </a:gs>
                <a:gs pos="28571">
                  <a:srgbClr val="BEC9FF">
                    <a:alpha val="12660"/>
                  </a:srgbClr>
                </a:gs>
                <a:gs pos="42857">
                  <a:srgbClr val="BEC9FF">
                    <a:alpha val="8496"/>
                  </a:srgbClr>
                </a:gs>
                <a:gs pos="57143">
                  <a:srgbClr val="BEC9FF">
                    <a:alpha val="4800"/>
                  </a:srgbClr>
                </a:gs>
                <a:gs pos="71429">
                  <a:srgbClr val="BEC9FF">
                    <a:alpha val="2276"/>
                  </a:srgbClr>
                </a:gs>
                <a:gs pos="85714">
                  <a:srgbClr val="BEC9FF">
                    <a:alpha val="906"/>
                  </a:srgbClr>
                </a:gs>
                <a:gs pos="100000">
                  <a:srgbClr val="BEC9FF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9536926">
              <a:off x="70876" y="3223057"/>
              <a:ext cx="459439" cy="57774"/>
            </a:xfrm>
            <a:prstGeom prst="ellipse">
              <a:avLst/>
            </a:prstGeom>
            <a:gradFill>
              <a:gsLst>
                <a:gs pos="0">
                  <a:srgbClr val="F3FFFD">
                    <a:alpha val="13018"/>
                  </a:srgbClr>
                </a:gs>
                <a:gs pos="14286">
                  <a:srgbClr val="F3FFFD">
                    <a:alpha val="12031"/>
                  </a:srgbClr>
                </a:gs>
                <a:gs pos="28571">
                  <a:srgbClr val="F3FFFD">
                    <a:alpha val="9474"/>
                  </a:srgbClr>
                </a:gs>
                <a:gs pos="42857">
                  <a:srgbClr val="F3FFFD">
                    <a:alpha val="6320"/>
                  </a:srgbClr>
                </a:gs>
                <a:gs pos="57143">
                  <a:srgbClr val="F3FFFD">
                    <a:alpha val="3553"/>
                  </a:srgbClr>
                </a:gs>
                <a:gs pos="71429">
                  <a:srgbClr val="F3FFFD">
                    <a:alpha val="1679"/>
                  </a:srgbClr>
                </a:gs>
                <a:gs pos="85714">
                  <a:srgbClr val="F3FFFD">
                    <a:alpha val="667"/>
                  </a:srgbClr>
                </a:gs>
                <a:gs pos="100000">
                  <a:srgbClr val="F3FFFD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-9027864">
              <a:off x="1709894" y="1096600"/>
              <a:ext cx="338496" cy="65988"/>
            </a:xfrm>
            <a:prstGeom prst="ellipse">
              <a:avLst/>
            </a:prstGeom>
            <a:gradFill>
              <a:gsLst>
                <a:gs pos="0">
                  <a:srgbClr val="FFF6FF">
                    <a:alpha val="14092"/>
                  </a:srgbClr>
                </a:gs>
                <a:gs pos="14286">
                  <a:srgbClr val="FFF6FF">
                    <a:alpha val="13030"/>
                  </a:srgbClr>
                </a:gs>
                <a:gs pos="28571">
                  <a:srgbClr val="FFF6FF">
                    <a:alpha val="10273"/>
                  </a:srgbClr>
                </a:gs>
                <a:gs pos="42857">
                  <a:srgbClr val="FFF6FF">
                    <a:alpha val="6863"/>
                  </a:srgbClr>
                </a:gs>
                <a:gs pos="57143">
                  <a:srgbClr val="FFF6FF">
                    <a:alpha val="3863"/>
                  </a:srgbClr>
                </a:gs>
                <a:gs pos="71429">
                  <a:srgbClr val="FFF6FF">
                    <a:alpha val="1827"/>
                  </a:srgbClr>
                </a:gs>
                <a:gs pos="85714">
                  <a:srgbClr val="FFF6FF">
                    <a:alpha val="727"/>
                  </a:srgbClr>
                </a:gs>
                <a:gs pos="100000">
                  <a:srgbClr val="FFF6FF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6319023">
              <a:off x="2236361" y="1553628"/>
              <a:ext cx="422688" cy="121406"/>
            </a:xfrm>
            <a:prstGeom prst="ellipse">
              <a:avLst/>
            </a:prstGeom>
            <a:gradFill>
              <a:gsLst>
                <a:gs pos="0">
                  <a:srgbClr val="FFEED8">
                    <a:alpha val="32832"/>
                  </a:srgbClr>
                </a:gs>
                <a:gs pos="14286">
                  <a:srgbClr val="FFEED8">
                    <a:alpha val="30635"/>
                  </a:srgbClr>
                </a:gs>
                <a:gs pos="28571">
                  <a:srgbClr val="FFEED8">
                    <a:alpha val="24724"/>
                  </a:srgbClr>
                </a:gs>
                <a:gs pos="42857">
                  <a:srgbClr val="FFEED8">
                    <a:alpha val="16997"/>
                  </a:srgbClr>
                </a:gs>
                <a:gs pos="57143">
                  <a:srgbClr val="FFEED8">
                    <a:alpha val="9808"/>
                  </a:srgbClr>
                </a:gs>
                <a:gs pos="71429">
                  <a:srgbClr val="FFEED8">
                    <a:alpha val="4717"/>
                  </a:srgbClr>
                </a:gs>
                <a:gs pos="85714">
                  <a:srgbClr val="FFEED8">
                    <a:alpha val="1893"/>
                  </a:srgbClr>
                </a:gs>
                <a:gs pos="100000">
                  <a:srgbClr val="FFEED8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8023072">
              <a:off x="2792385" y="1764951"/>
              <a:ext cx="273800" cy="189677"/>
            </a:xfrm>
            <a:prstGeom prst="ellipse">
              <a:avLst/>
            </a:prstGeom>
            <a:gradFill>
              <a:gsLst>
                <a:gs pos="0">
                  <a:srgbClr val="E92500">
                    <a:alpha val="32968"/>
                  </a:srgbClr>
                </a:gs>
                <a:gs pos="14286">
                  <a:srgbClr val="E92500">
                    <a:alpha val="30764"/>
                  </a:srgbClr>
                </a:gs>
                <a:gs pos="28571">
                  <a:srgbClr val="E92500">
                    <a:alpha val="24833"/>
                  </a:srgbClr>
                </a:gs>
                <a:gs pos="42857">
                  <a:srgbClr val="E92500">
                    <a:alpha val="17075"/>
                  </a:srgbClr>
                </a:gs>
                <a:gs pos="57143">
                  <a:srgbClr val="E92500">
                    <a:alpha val="9855"/>
                  </a:srgbClr>
                </a:gs>
                <a:gs pos="71429">
                  <a:srgbClr val="E92500">
                    <a:alpha val="4740"/>
                  </a:srgbClr>
                </a:gs>
                <a:gs pos="85714">
                  <a:srgbClr val="E92500">
                    <a:alpha val="1902"/>
                  </a:srgbClr>
                </a:gs>
                <a:gs pos="100000">
                  <a:srgbClr val="E9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10117228">
              <a:off x="1931673" y="645332"/>
              <a:ext cx="412047" cy="33256"/>
            </a:xfrm>
            <a:prstGeom prst="ellipse">
              <a:avLst/>
            </a:prstGeom>
            <a:gradFill>
              <a:gsLst>
                <a:gs pos="0">
                  <a:srgbClr val="94A3CE">
                    <a:alpha val="30027"/>
                  </a:srgbClr>
                </a:gs>
                <a:gs pos="14286">
                  <a:srgbClr val="94A3CE">
                    <a:alpha val="27977"/>
                  </a:srgbClr>
                </a:gs>
                <a:gs pos="28571">
                  <a:srgbClr val="94A3CE">
                    <a:alpha val="22494"/>
                  </a:srgbClr>
                </a:gs>
                <a:gs pos="42857">
                  <a:srgbClr val="94A3CE">
                    <a:alpha val="15392"/>
                  </a:srgbClr>
                </a:gs>
                <a:gs pos="57143">
                  <a:srgbClr val="94A3CE">
                    <a:alpha val="8845"/>
                  </a:srgbClr>
                </a:gs>
                <a:gs pos="71429">
                  <a:srgbClr val="94A3CE">
                    <a:alpha val="4242"/>
                  </a:srgbClr>
                </a:gs>
                <a:gs pos="85714">
                  <a:srgbClr val="94A3CE">
                    <a:alpha val="1700"/>
                  </a:srgbClr>
                </a:gs>
                <a:gs pos="100000">
                  <a:srgbClr val="94A3CE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7401494">
              <a:off x="469073" y="2950120"/>
              <a:ext cx="509215" cy="150177"/>
            </a:xfrm>
            <a:prstGeom prst="ellipse">
              <a:avLst/>
            </a:prstGeom>
            <a:gradFill>
              <a:gsLst>
                <a:gs pos="0">
                  <a:srgbClr val="6ABBF6">
                    <a:alpha val="32968"/>
                  </a:srgbClr>
                </a:gs>
                <a:gs pos="14286">
                  <a:srgbClr val="6ABBF6">
                    <a:alpha val="30764"/>
                  </a:srgbClr>
                </a:gs>
                <a:gs pos="28571">
                  <a:srgbClr val="6ABBF6">
                    <a:alpha val="24833"/>
                  </a:srgbClr>
                </a:gs>
                <a:gs pos="42857">
                  <a:srgbClr val="6ABBF6">
                    <a:alpha val="17075"/>
                  </a:srgbClr>
                </a:gs>
                <a:gs pos="57143">
                  <a:srgbClr val="6ABBF6">
                    <a:alpha val="9855"/>
                  </a:srgbClr>
                </a:gs>
                <a:gs pos="71429">
                  <a:srgbClr val="6ABBF6">
                    <a:alpha val="4740"/>
                  </a:srgbClr>
                </a:gs>
                <a:gs pos="85714">
                  <a:srgbClr val="6ABBF6">
                    <a:alpha val="1902"/>
                  </a:srgbClr>
                </a:gs>
                <a:gs pos="100000">
                  <a:srgbClr val="6ABB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4519172">
              <a:off x="1719650" y="1465274"/>
              <a:ext cx="256716" cy="197586"/>
            </a:xfrm>
            <a:prstGeom prst="ellipse">
              <a:avLst/>
            </a:prstGeom>
            <a:gradFill>
              <a:gsLst>
                <a:gs pos="0">
                  <a:srgbClr val="004643">
                    <a:alpha val="6632"/>
                  </a:srgbClr>
                </a:gs>
                <a:gs pos="14286">
                  <a:srgbClr val="004643">
                    <a:alpha val="6113"/>
                  </a:srgbClr>
                </a:gs>
                <a:gs pos="28571">
                  <a:srgbClr val="004643">
                    <a:alpha val="4779"/>
                  </a:srgbClr>
                </a:gs>
                <a:gs pos="42857">
                  <a:srgbClr val="004643">
                    <a:alpha val="3161"/>
                  </a:srgbClr>
                </a:gs>
                <a:gs pos="57143">
                  <a:srgbClr val="004643">
                    <a:alpha val="1764"/>
                  </a:srgbClr>
                </a:gs>
                <a:gs pos="71429">
                  <a:srgbClr val="004643">
                    <a:alpha val="830"/>
                  </a:srgbClr>
                </a:gs>
                <a:gs pos="85714">
                  <a:srgbClr val="004643">
                    <a:alpha val="329"/>
                  </a:srgbClr>
                </a:gs>
                <a:gs pos="100000">
                  <a:srgbClr val="004643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-8775755">
              <a:off x="806648" y="1263785"/>
              <a:ext cx="479668" cy="291191"/>
            </a:xfrm>
            <a:prstGeom prst="ellipse">
              <a:avLst/>
            </a:prstGeom>
            <a:gradFill>
              <a:gsLst>
                <a:gs pos="0">
                  <a:srgbClr val="004073">
                    <a:alpha val="32968"/>
                  </a:srgbClr>
                </a:gs>
                <a:gs pos="14286">
                  <a:srgbClr val="004073">
                    <a:alpha val="30764"/>
                  </a:srgbClr>
                </a:gs>
                <a:gs pos="28571">
                  <a:srgbClr val="004073">
                    <a:alpha val="24833"/>
                  </a:srgbClr>
                </a:gs>
                <a:gs pos="42857">
                  <a:srgbClr val="004073">
                    <a:alpha val="17075"/>
                  </a:srgbClr>
                </a:gs>
                <a:gs pos="57143">
                  <a:srgbClr val="004073">
                    <a:alpha val="9855"/>
                  </a:srgbClr>
                </a:gs>
                <a:gs pos="71429">
                  <a:srgbClr val="004073">
                    <a:alpha val="4740"/>
                  </a:srgbClr>
                </a:gs>
                <a:gs pos="85714">
                  <a:srgbClr val="004073">
                    <a:alpha val="1902"/>
                  </a:srgbClr>
                </a:gs>
                <a:gs pos="100000">
                  <a:srgbClr val="0040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7035074">
              <a:off x="422466" y="1270248"/>
              <a:ext cx="395866" cy="309113"/>
            </a:xfrm>
            <a:prstGeom prst="ellipse">
              <a:avLst/>
            </a:prstGeom>
            <a:gradFill>
              <a:gsLst>
                <a:gs pos="0">
                  <a:srgbClr val="D2004A">
                    <a:alpha val="23169"/>
                  </a:srgbClr>
                </a:gs>
                <a:gs pos="14286">
                  <a:srgbClr val="D2004A">
                    <a:alpha val="21513"/>
                  </a:srgbClr>
                </a:gs>
                <a:gs pos="28571">
                  <a:srgbClr val="D2004A">
                    <a:alpha val="17146"/>
                  </a:srgbClr>
                </a:gs>
                <a:gs pos="42857">
                  <a:srgbClr val="D2004A">
                    <a:alpha val="11606"/>
                  </a:srgbClr>
                </a:gs>
                <a:gs pos="57143">
                  <a:srgbClr val="D2004A">
                    <a:alpha val="6608"/>
                  </a:srgbClr>
                </a:gs>
                <a:gs pos="71429">
                  <a:srgbClr val="D2004A">
                    <a:alpha val="3149"/>
                  </a:srgbClr>
                </a:gs>
                <a:gs pos="85714">
                  <a:srgbClr val="D2004A">
                    <a:alpha val="1257"/>
                  </a:srgbClr>
                </a:gs>
                <a:gs pos="100000">
                  <a:srgbClr val="D2004A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-9727853">
              <a:off x="2327258" y="886015"/>
              <a:ext cx="307333" cy="53896"/>
            </a:xfrm>
            <a:prstGeom prst="ellipse">
              <a:avLst/>
            </a:prstGeom>
            <a:gradFill>
              <a:gsLst>
                <a:gs pos="0">
                  <a:srgbClr val="8F5385">
                    <a:alpha val="32968"/>
                  </a:srgbClr>
                </a:gs>
                <a:gs pos="14286">
                  <a:srgbClr val="8F5385">
                    <a:alpha val="30764"/>
                  </a:srgbClr>
                </a:gs>
                <a:gs pos="28571">
                  <a:srgbClr val="8F5385">
                    <a:alpha val="24833"/>
                  </a:srgbClr>
                </a:gs>
                <a:gs pos="42857">
                  <a:srgbClr val="8F5385">
                    <a:alpha val="17075"/>
                  </a:srgbClr>
                </a:gs>
                <a:gs pos="57143">
                  <a:srgbClr val="8F5385">
                    <a:alpha val="9855"/>
                  </a:srgbClr>
                </a:gs>
                <a:gs pos="71429">
                  <a:srgbClr val="8F5385">
                    <a:alpha val="4740"/>
                  </a:srgbClr>
                </a:gs>
                <a:gs pos="85714">
                  <a:srgbClr val="8F5385">
                    <a:alpha val="1902"/>
                  </a:srgbClr>
                </a:gs>
                <a:gs pos="100000">
                  <a:srgbClr val="8F53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9952599">
              <a:off x="2629090" y="1993896"/>
              <a:ext cx="293142" cy="240224"/>
            </a:xfrm>
            <a:prstGeom prst="ellipse">
              <a:avLst/>
            </a:prstGeom>
            <a:gradFill>
              <a:gsLst>
                <a:gs pos="0">
                  <a:srgbClr val="EADBDB">
                    <a:alpha val="28814"/>
                  </a:srgbClr>
                </a:gs>
                <a:gs pos="14286">
                  <a:srgbClr val="EADBDB">
                    <a:alpha val="26830"/>
                  </a:srgbClr>
                </a:gs>
                <a:gs pos="28571">
                  <a:srgbClr val="EADBDB">
                    <a:alpha val="21537"/>
                  </a:srgbClr>
                </a:gs>
                <a:gs pos="42857">
                  <a:srgbClr val="EADBDB">
                    <a:alpha val="14708"/>
                  </a:srgbClr>
                </a:gs>
                <a:gs pos="57143">
                  <a:srgbClr val="EADBDB">
                    <a:alpha val="8438"/>
                  </a:srgbClr>
                </a:gs>
                <a:gs pos="71429">
                  <a:srgbClr val="EADBDB">
                    <a:alpha val="4042"/>
                  </a:srgbClr>
                </a:gs>
                <a:gs pos="85714">
                  <a:srgbClr val="EADBDB">
                    <a:alpha val="1618"/>
                  </a:srgbClr>
                </a:gs>
                <a:gs pos="100000">
                  <a:srgbClr val="EADBDB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4611282">
              <a:off x="785724" y="1683876"/>
              <a:ext cx="206166" cy="78179"/>
            </a:xfrm>
            <a:prstGeom prst="ellipse">
              <a:avLst/>
            </a:prstGeom>
            <a:gradFill>
              <a:gsLst>
                <a:gs pos="0">
                  <a:srgbClr val="000CDA">
                    <a:alpha val="32968"/>
                  </a:srgbClr>
                </a:gs>
                <a:gs pos="14286">
                  <a:srgbClr val="000CDA">
                    <a:alpha val="30764"/>
                  </a:srgbClr>
                </a:gs>
                <a:gs pos="28571">
                  <a:srgbClr val="000CDA">
                    <a:alpha val="24833"/>
                  </a:srgbClr>
                </a:gs>
                <a:gs pos="42857">
                  <a:srgbClr val="000CDA">
                    <a:alpha val="17075"/>
                  </a:srgbClr>
                </a:gs>
                <a:gs pos="57143">
                  <a:srgbClr val="000CDA">
                    <a:alpha val="9855"/>
                  </a:srgbClr>
                </a:gs>
                <a:gs pos="71429">
                  <a:srgbClr val="000CDA">
                    <a:alpha val="4740"/>
                  </a:srgbClr>
                </a:gs>
                <a:gs pos="85714">
                  <a:srgbClr val="000CDA">
                    <a:alpha val="1902"/>
                  </a:srgbClr>
                </a:gs>
                <a:gs pos="100000">
                  <a:srgbClr val="000C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-8720824">
              <a:off x="798743" y="1477205"/>
              <a:ext cx="250642" cy="37550"/>
            </a:xfrm>
            <a:prstGeom prst="ellipse">
              <a:avLst/>
            </a:prstGeom>
            <a:gradFill>
              <a:gsLst>
                <a:gs pos="0">
                  <a:srgbClr val="00003E">
                    <a:alpha val="18630"/>
                  </a:srgbClr>
                </a:gs>
                <a:gs pos="14286">
                  <a:srgbClr val="00003E">
                    <a:alpha val="17262"/>
                  </a:srgbClr>
                </a:gs>
                <a:gs pos="28571">
                  <a:srgbClr val="00003E">
                    <a:alpha val="13681"/>
                  </a:srgbClr>
                </a:gs>
                <a:gs pos="42857">
                  <a:srgbClr val="00003E">
                    <a:alpha val="9199"/>
                  </a:srgbClr>
                </a:gs>
                <a:gs pos="57143">
                  <a:srgbClr val="00003E">
                    <a:alpha val="5207"/>
                  </a:srgbClr>
                </a:gs>
                <a:gs pos="71429">
                  <a:srgbClr val="00003E">
                    <a:alpha val="2472"/>
                  </a:srgbClr>
                </a:gs>
                <a:gs pos="85714">
                  <a:srgbClr val="00003E">
                    <a:alpha val="985"/>
                  </a:srgbClr>
                </a:gs>
                <a:gs pos="100000">
                  <a:srgbClr val="00003E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10086625">
              <a:off x="2761150" y="1879827"/>
              <a:ext cx="542375" cy="156841"/>
            </a:xfrm>
            <a:prstGeom prst="ellipse">
              <a:avLst/>
            </a:prstGeom>
            <a:gradFill>
              <a:gsLst>
                <a:gs pos="0">
                  <a:srgbClr val="C6EBFF">
                    <a:alpha val="29297"/>
                  </a:srgbClr>
                </a:gs>
                <a:gs pos="14286">
                  <a:srgbClr val="C6EBFF">
                    <a:alpha val="27287"/>
                  </a:srgbClr>
                </a:gs>
                <a:gs pos="28571">
                  <a:srgbClr val="C6EBFF">
                    <a:alpha val="21918"/>
                  </a:srgbClr>
                </a:gs>
                <a:gs pos="42857">
                  <a:srgbClr val="C6EBFF">
                    <a:alpha val="14980"/>
                  </a:srgbClr>
                </a:gs>
                <a:gs pos="57143">
                  <a:srgbClr val="C6EBFF">
                    <a:alpha val="8600"/>
                  </a:srgbClr>
                </a:gs>
                <a:gs pos="71429">
                  <a:srgbClr val="C6EBFF">
                    <a:alpha val="4122"/>
                  </a:srgbClr>
                </a:gs>
                <a:gs pos="85714">
                  <a:srgbClr val="C6EBFF">
                    <a:alpha val="1651"/>
                  </a:srgbClr>
                </a:gs>
                <a:gs pos="100000">
                  <a:srgbClr val="C6EBFF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8678412">
              <a:off x="1482320" y="2431166"/>
              <a:ext cx="816504" cy="1140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6731279">
              <a:off x="899496" y="1584546"/>
              <a:ext cx="213973" cy="98210"/>
            </a:xfrm>
            <a:prstGeom prst="ellipse">
              <a:avLst/>
            </a:prstGeom>
            <a:gradFill>
              <a:gsLst>
                <a:gs pos="0">
                  <a:srgbClr val="E0F1FF">
                    <a:alpha val="22977"/>
                  </a:srgbClr>
                </a:gs>
                <a:gs pos="14286">
                  <a:srgbClr val="E0F1FF">
                    <a:alpha val="21333"/>
                  </a:srgbClr>
                </a:gs>
                <a:gs pos="28571">
                  <a:srgbClr val="E0F1FF">
                    <a:alpha val="16998"/>
                  </a:srgbClr>
                </a:gs>
                <a:gs pos="42857">
                  <a:srgbClr val="E0F1FF">
                    <a:alpha val="11503"/>
                  </a:srgbClr>
                </a:gs>
                <a:gs pos="57143">
                  <a:srgbClr val="E0F1FF">
                    <a:alpha val="6547"/>
                  </a:srgbClr>
                </a:gs>
                <a:gs pos="71429">
                  <a:srgbClr val="E0F1FF">
                    <a:alpha val="3120"/>
                  </a:srgbClr>
                </a:gs>
                <a:gs pos="85714">
                  <a:srgbClr val="E0F1FF">
                    <a:alpha val="1246"/>
                  </a:srgbClr>
                </a:gs>
                <a:gs pos="100000">
                  <a:srgbClr val="E0F1FF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6431144">
              <a:off x="2016408" y="1119446"/>
              <a:ext cx="280731" cy="245566"/>
            </a:xfrm>
            <a:prstGeom prst="ellipse">
              <a:avLst/>
            </a:prstGeom>
            <a:gradFill>
              <a:gsLst>
                <a:gs pos="0">
                  <a:srgbClr val="900089">
                    <a:alpha val="2627"/>
                  </a:srgbClr>
                </a:gs>
                <a:gs pos="14286">
                  <a:srgbClr val="900089">
                    <a:alpha val="2417"/>
                  </a:srgbClr>
                </a:gs>
                <a:gs pos="28571">
                  <a:srgbClr val="900089">
                    <a:alpha val="1882"/>
                  </a:srgbClr>
                </a:gs>
                <a:gs pos="42857">
                  <a:srgbClr val="900089">
                    <a:alpha val="1239"/>
                  </a:srgbClr>
                </a:gs>
                <a:gs pos="57143">
                  <a:srgbClr val="900089">
                    <a:alpha val="688"/>
                  </a:srgbClr>
                </a:gs>
                <a:gs pos="71429">
                  <a:srgbClr val="900089">
                    <a:alpha val="323"/>
                  </a:srgbClr>
                </a:gs>
                <a:gs pos="85714">
                  <a:srgbClr val="900089">
                    <a:alpha val="128"/>
                  </a:srgbClr>
                </a:gs>
                <a:gs pos="100000">
                  <a:srgbClr val="900089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3396007">
              <a:off x="1808945" y="1934161"/>
              <a:ext cx="288415" cy="247005"/>
            </a:xfrm>
            <a:prstGeom prst="ellipse">
              <a:avLst/>
            </a:prstGeom>
            <a:gradFill>
              <a:gsLst>
                <a:gs pos="0">
                  <a:srgbClr val="8600FF">
                    <a:alpha val="11178"/>
                  </a:srgbClr>
                </a:gs>
                <a:gs pos="14286">
                  <a:srgbClr val="8600FF">
                    <a:alpha val="10322"/>
                  </a:srgbClr>
                </a:gs>
                <a:gs pos="28571">
                  <a:srgbClr val="8600FF">
                    <a:alpha val="8111"/>
                  </a:srgbClr>
                </a:gs>
                <a:gs pos="42857">
                  <a:srgbClr val="8600FF">
                    <a:alpha val="5398"/>
                  </a:srgbClr>
                </a:gs>
                <a:gs pos="57143">
                  <a:srgbClr val="8600FF">
                    <a:alpha val="3028"/>
                  </a:srgbClr>
                </a:gs>
                <a:gs pos="71429">
                  <a:srgbClr val="8600FF">
                    <a:alpha val="1429"/>
                  </a:srgbClr>
                </a:gs>
                <a:gs pos="85714">
                  <a:srgbClr val="8600FF">
                    <a:alpha val="567"/>
                  </a:srgbClr>
                </a:gs>
                <a:gs pos="100000">
                  <a:srgbClr val="8600FF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9093954">
              <a:off x="2855986" y="1795428"/>
              <a:ext cx="568857" cy="112491"/>
            </a:xfrm>
            <a:prstGeom prst="ellipse">
              <a:avLst/>
            </a:prstGeom>
            <a:gradFill>
              <a:gsLst>
                <a:gs pos="0">
                  <a:srgbClr val="D1EEFF">
                    <a:alpha val="32968"/>
                  </a:srgbClr>
                </a:gs>
                <a:gs pos="14286">
                  <a:srgbClr val="D1EEFF">
                    <a:alpha val="30764"/>
                  </a:srgbClr>
                </a:gs>
                <a:gs pos="28571">
                  <a:srgbClr val="D1EEFF">
                    <a:alpha val="24833"/>
                  </a:srgbClr>
                </a:gs>
                <a:gs pos="42857">
                  <a:srgbClr val="D1EEFF">
                    <a:alpha val="17075"/>
                  </a:srgbClr>
                </a:gs>
                <a:gs pos="57143">
                  <a:srgbClr val="D1EEFF">
                    <a:alpha val="9855"/>
                  </a:srgbClr>
                </a:gs>
                <a:gs pos="71429">
                  <a:srgbClr val="D1EEFF">
                    <a:alpha val="4740"/>
                  </a:srgbClr>
                </a:gs>
                <a:gs pos="85714">
                  <a:srgbClr val="D1EEFF">
                    <a:alpha val="1902"/>
                  </a:srgbClr>
                </a:gs>
                <a:gs pos="100000">
                  <a:srgbClr val="D1E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9952722">
              <a:off x="201410" y="3266480"/>
              <a:ext cx="373316" cy="87874"/>
            </a:xfrm>
            <a:prstGeom prst="ellipse">
              <a:avLst/>
            </a:prstGeom>
            <a:gradFill>
              <a:gsLst>
                <a:gs pos="0">
                  <a:srgbClr val="EC9A3E">
                    <a:alpha val="5429"/>
                  </a:srgbClr>
                </a:gs>
                <a:gs pos="14286">
                  <a:srgbClr val="EC9A3E">
                    <a:alpha val="5001"/>
                  </a:srgbClr>
                </a:gs>
                <a:gs pos="28571">
                  <a:srgbClr val="EC9A3E">
                    <a:alpha val="3905"/>
                  </a:srgbClr>
                </a:gs>
                <a:gs pos="42857">
                  <a:srgbClr val="EC9A3E">
                    <a:alpha val="2579"/>
                  </a:srgbClr>
                </a:gs>
                <a:gs pos="57143">
                  <a:srgbClr val="EC9A3E">
                    <a:alpha val="1437"/>
                  </a:srgbClr>
                </a:gs>
                <a:gs pos="71429">
                  <a:srgbClr val="EC9A3E">
                    <a:alpha val="675"/>
                  </a:srgbClr>
                </a:gs>
                <a:gs pos="85714">
                  <a:srgbClr val="EC9A3E">
                    <a:alpha val="268"/>
                  </a:srgbClr>
                </a:gs>
                <a:gs pos="100000">
                  <a:srgbClr val="EC9A3E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2818642">
              <a:off x="1026123" y="1429670"/>
              <a:ext cx="354378" cy="66156"/>
            </a:xfrm>
            <a:prstGeom prst="ellipse">
              <a:avLst/>
            </a:prstGeom>
            <a:gradFill>
              <a:gsLst>
                <a:gs pos="0">
                  <a:srgbClr val="64D0FF">
                    <a:alpha val="32968"/>
                  </a:srgbClr>
                </a:gs>
                <a:gs pos="14286">
                  <a:srgbClr val="64D0FF">
                    <a:alpha val="30764"/>
                  </a:srgbClr>
                </a:gs>
                <a:gs pos="28571">
                  <a:srgbClr val="64D0FF">
                    <a:alpha val="24833"/>
                  </a:srgbClr>
                </a:gs>
                <a:gs pos="42857">
                  <a:srgbClr val="64D0FF">
                    <a:alpha val="17075"/>
                  </a:srgbClr>
                </a:gs>
                <a:gs pos="57143">
                  <a:srgbClr val="64D0FF">
                    <a:alpha val="9855"/>
                  </a:srgbClr>
                </a:gs>
                <a:gs pos="71429">
                  <a:srgbClr val="64D0FF">
                    <a:alpha val="4740"/>
                  </a:srgbClr>
                </a:gs>
                <a:gs pos="85714">
                  <a:srgbClr val="64D0FF">
                    <a:alpha val="1902"/>
                  </a:srgbClr>
                </a:gs>
                <a:gs pos="100000">
                  <a:srgbClr val="64D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4953779">
              <a:off x="1911167" y="1202224"/>
              <a:ext cx="514704" cy="42630"/>
            </a:xfrm>
            <a:prstGeom prst="ellipse">
              <a:avLst/>
            </a:prstGeom>
            <a:gradFill>
              <a:gsLst>
                <a:gs pos="0">
                  <a:srgbClr val="500000">
                    <a:alpha val="32968"/>
                  </a:srgbClr>
                </a:gs>
                <a:gs pos="14286">
                  <a:srgbClr val="500000">
                    <a:alpha val="30764"/>
                  </a:srgbClr>
                </a:gs>
                <a:gs pos="28571">
                  <a:srgbClr val="500000">
                    <a:alpha val="24833"/>
                  </a:srgbClr>
                </a:gs>
                <a:gs pos="42857">
                  <a:srgbClr val="500000">
                    <a:alpha val="17075"/>
                  </a:srgbClr>
                </a:gs>
                <a:gs pos="57143">
                  <a:srgbClr val="500000">
                    <a:alpha val="9855"/>
                  </a:srgbClr>
                </a:gs>
                <a:gs pos="71429">
                  <a:srgbClr val="500000">
                    <a:alpha val="4740"/>
                  </a:srgbClr>
                </a:gs>
                <a:gs pos="85714">
                  <a:srgbClr val="500000">
                    <a:alpha val="1902"/>
                  </a:srgbClr>
                </a:gs>
                <a:gs pos="100000">
                  <a:srgbClr val="5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8717278">
              <a:off x="2238759" y="1345309"/>
              <a:ext cx="222423" cy="181534"/>
            </a:xfrm>
            <a:prstGeom prst="ellipse">
              <a:avLst/>
            </a:prstGeom>
            <a:gradFill>
              <a:gsLst>
                <a:gs pos="0">
                  <a:srgbClr val="D5273A">
                    <a:alpha val="32968"/>
                  </a:srgbClr>
                </a:gs>
                <a:gs pos="14286">
                  <a:srgbClr val="D5273A">
                    <a:alpha val="30764"/>
                  </a:srgbClr>
                </a:gs>
                <a:gs pos="28571">
                  <a:srgbClr val="D5273A">
                    <a:alpha val="24833"/>
                  </a:srgbClr>
                </a:gs>
                <a:gs pos="42857">
                  <a:srgbClr val="D5273A">
                    <a:alpha val="17075"/>
                  </a:srgbClr>
                </a:gs>
                <a:gs pos="57143">
                  <a:srgbClr val="D5273A">
                    <a:alpha val="9855"/>
                  </a:srgbClr>
                </a:gs>
                <a:gs pos="71429">
                  <a:srgbClr val="D5273A">
                    <a:alpha val="4740"/>
                  </a:srgbClr>
                </a:gs>
                <a:gs pos="85714">
                  <a:srgbClr val="D5273A">
                    <a:alpha val="1902"/>
                  </a:srgbClr>
                </a:gs>
                <a:gs pos="100000">
                  <a:srgbClr val="D527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4062819">
              <a:off x="1143430" y="1286634"/>
              <a:ext cx="297322" cy="215102"/>
            </a:xfrm>
            <a:prstGeom prst="ellipse">
              <a:avLst/>
            </a:prstGeom>
            <a:gradFill>
              <a:gsLst>
                <a:gs pos="0">
                  <a:srgbClr val="00D2F7">
                    <a:alpha val="4280"/>
                  </a:srgbClr>
                </a:gs>
                <a:gs pos="14286">
                  <a:srgbClr val="00D2F7">
                    <a:alpha val="3941"/>
                  </a:srgbClr>
                </a:gs>
                <a:gs pos="28571">
                  <a:srgbClr val="00D2F7">
                    <a:alpha val="3073"/>
                  </a:srgbClr>
                </a:gs>
                <a:gs pos="42857">
                  <a:srgbClr val="00D2F7">
                    <a:alpha val="2027"/>
                  </a:srgbClr>
                </a:gs>
                <a:gs pos="57143">
                  <a:srgbClr val="00D2F7">
                    <a:alpha val="1128"/>
                  </a:srgbClr>
                </a:gs>
                <a:gs pos="71429">
                  <a:srgbClr val="00D2F7">
                    <a:alpha val="530"/>
                  </a:srgbClr>
                </a:gs>
                <a:gs pos="85714">
                  <a:srgbClr val="00D2F7">
                    <a:alpha val="210"/>
                  </a:srgbClr>
                </a:gs>
                <a:gs pos="100000">
                  <a:srgbClr val="00D2F7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-9212165">
              <a:off x="2580860" y="1933612"/>
              <a:ext cx="461994" cy="228439"/>
            </a:xfrm>
            <a:prstGeom prst="ellipse">
              <a:avLst/>
            </a:prstGeom>
            <a:gradFill>
              <a:gsLst>
                <a:gs pos="0">
                  <a:srgbClr val="D6EEFF">
                    <a:alpha val="32968"/>
                  </a:srgbClr>
                </a:gs>
                <a:gs pos="14286">
                  <a:srgbClr val="D6EEFF">
                    <a:alpha val="30764"/>
                  </a:srgbClr>
                </a:gs>
                <a:gs pos="28571">
                  <a:srgbClr val="D6EEFF">
                    <a:alpha val="24833"/>
                  </a:srgbClr>
                </a:gs>
                <a:gs pos="42857">
                  <a:srgbClr val="D6EEFF">
                    <a:alpha val="17075"/>
                  </a:srgbClr>
                </a:gs>
                <a:gs pos="57143">
                  <a:srgbClr val="D6EEFF">
                    <a:alpha val="9855"/>
                  </a:srgbClr>
                </a:gs>
                <a:gs pos="71429">
                  <a:srgbClr val="D6EEFF">
                    <a:alpha val="4740"/>
                  </a:srgbClr>
                </a:gs>
                <a:gs pos="85714">
                  <a:srgbClr val="D6EEFF">
                    <a:alpha val="1902"/>
                  </a:srgbClr>
                </a:gs>
                <a:gs pos="100000">
                  <a:srgbClr val="D6E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4532673">
              <a:off x="1100560" y="1559511"/>
              <a:ext cx="292622" cy="209759"/>
            </a:xfrm>
            <a:prstGeom prst="ellipse">
              <a:avLst/>
            </a:prstGeom>
            <a:gradFill>
              <a:gsLst>
                <a:gs pos="0">
                  <a:srgbClr val="0039BA">
                    <a:alpha val="8459"/>
                  </a:srgbClr>
                </a:gs>
                <a:gs pos="14286">
                  <a:srgbClr val="0039BA">
                    <a:alpha val="7802"/>
                  </a:srgbClr>
                </a:gs>
                <a:gs pos="28571">
                  <a:srgbClr val="0039BA">
                    <a:alpha val="6113"/>
                  </a:srgbClr>
                </a:gs>
                <a:gs pos="42857">
                  <a:srgbClr val="0039BA">
                    <a:alpha val="4053"/>
                  </a:srgbClr>
                </a:gs>
                <a:gs pos="57143">
                  <a:srgbClr val="0039BA">
                    <a:alpha val="2266"/>
                  </a:srgbClr>
                </a:gs>
                <a:gs pos="71429">
                  <a:srgbClr val="0039BA">
                    <a:alpha val="1067"/>
                  </a:srgbClr>
                </a:gs>
                <a:gs pos="85714">
                  <a:srgbClr val="0039BA">
                    <a:alpha val="423"/>
                  </a:srgbClr>
                </a:gs>
                <a:gs pos="100000">
                  <a:srgbClr val="0039BA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4311799">
              <a:off x="1044476" y="1352939"/>
              <a:ext cx="306847" cy="38746"/>
            </a:xfrm>
            <a:prstGeom prst="ellipse">
              <a:avLst/>
            </a:prstGeom>
            <a:gradFill>
              <a:gsLst>
                <a:gs pos="0">
                  <a:srgbClr val="49AFCD">
                    <a:alpha val="32968"/>
                  </a:srgbClr>
                </a:gs>
                <a:gs pos="14286">
                  <a:srgbClr val="49AFCD">
                    <a:alpha val="30764"/>
                  </a:srgbClr>
                </a:gs>
                <a:gs pos="28571">
                  <a:srgbClr val="49AFCD">
                    <a:alpha val="24833"/>
                  </a:srgbClr>
                </a:gs>
                <a:gs pos="42857">
                  <a:srgbClr val="49AFCD">
                    <a:alpha val="17075"/>
                  </a:srgbClr>
                </a:gs>
                <a:gs pos="57143">
                  <a:srgbClr val="49AFCD">
                    <a:alpha val="9855"/>
                  </a:srgbClr>
                </a:gs>
                <a:gs pos="71429">
                  <a:srgbClr val="49AFCD">
                    <a:alpha val="4740"/>
                  </a:srgbClr>
                </a:gs>
                <a:gs pos="85714">
                  <a:srgbClr val="49AFCD">
                    <a:alpha val="1902"/>
                  </a:srgbClr>
                </a:gs>
                <a:gs pos="100000">
                  <a:srgbClr val="49AF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10547004">
              <a:off x="1289404" y="1564964"/>
              <a:ext cx="550885" cy="189644"/>
            </a:xfrm>
            <a:prstGeom prst="ellipse">
              <a:avLst/>
            </a:prstGeom>
            <a:gradFill>
              <a:gsLst>
                <a:gs pos="0">
                  <a:srgbClr val="00007D">
                    <a:alpha val="15144"/>
                  </a:srgbClr>
                </a:gs>
                <a:gs pos="14286">
                  <a:srgbClr val="00007D">
                    <a:alpha val="14010"/>
                  </a:srgbClr>
                </a:gs>
                <a:gs pos="28571">
                  <a:srgbClr val="00007D">
                    <a:alpha val="11059"/>
                  </a:srgbClr>
                </a:gs>
                <a:gs pos="42857">
                  <a:srgbClr val="00007D">
                    <a:alpha val="7399"/>
                  </a:srgbClr>
                </a:gs>
                <a:gs pos="57143">
                  <a:srgbClr val="00007D">
                    <a:alpha val="4170"/>
                  </a:srgbClr>
                </a:gs>
                <a:gs pos="71429">
                  <a:srgbClr val="00007D">
                    <a:alpha val="1974"/>
                  </a:srgbClr>
                </a:gs>
                <a:gs pos="85714">
                  <a:srgbClr val="00007D">
                    <a:alpha val="785"/>
                  </a:srgbClr>
                </a:gs>
                <a:gs pos="100000">
                  <a:srgbClr val="00007D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6503484">
              <a:off x="1244351" y="1563532"/>
              <a:ext cx="424504" cy="271996"/>
            </a:xfrm>
            <a:prstGeom prst="ellipse">
              <a:avLst/>
            </a:prstGeom>
            <a:gradFill>
              <a:gsLst>
                <a:gs pos="0">
                  <a:srgbClr val="000063">
                    <a:alpha val="21954"/>
                  </a:srgbClr>
                </a:gs>
                <a:gs pos="14286">
                  <a:srgbClr val="000063">
                    <a:alpha val="20373"/>
                  </a:srgbClr>
                </a:gs>
                <a:gs pos="28571">
                  <a:srgbClr val="000063">
                    <a:alpha val="16213"/>
                  </a:srgbClr>
                </a:gs>
                <a:gs pos="42857">
                  <a:srgbClr val="000063">
                    <a:alpha val="10955"/>
                  </a:srgbClr>
                </a:gs>
                <a:gs pos="57143">
                  <a:srgbClr val="000063">
                    <a:alpha val="6227"/>
                  </a:srgbClr>
                </a:gs>
                <a:gs pos="71429">
                  <a:srgbClr val="000063">
                    <a:alpha val="2965"/>
                  </a:srgbClr>
                </a:gs>
                <a:gs pos="85714">
                  <a:srgbClr val="000063">
                    <a:alpha val="1183"/>
                  </a:srgbClr>
                </a:gs>
                <a:gs pos="100000">
                  <a:srgbClr val="000063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9162283">
              <a:off x="2149865" y="921776"/>
              <a:ext cx="169769" cy="17530"/>
            </a:xfrm>
            <a:prstGeom prst="ellipse">
              <a:avLst/>
            </a:prstGeom>
            <a:gradFill>
              <a:gsLst>
                <a:gs pos="0">
                  <a:srgbClr val="F8FBCE">
                    <a:alpha val="22404"/>
                  </a:srgbClr>
                </a:gs>
                <a:gs pos="14286">
                  <a:srgbClr val="F8FBCE">
                    <a:alpha val="20796"/>
                  </a:srgbClr>
                </a:gs>
                <a:gs pos="28571">
                  <a:srgbClr val="F8FBCE">
                    <a:alpha val="16558"/>
                  </a:srgbClr>
                </a:gs>
                <a:gs pos="42857">
                  <a:srgbClr val="F8FBCE">
                    <a:alpha val="11196"/>
                  </a:srgbClr>
                </a:gs>
                <a:gs pos="57143">
                  <a:srgbClr val="F8FBCE">
                    <a:alpha val="6367"/>
                  </a:srgbClr>
                </a:gs>
                <a:gs pos="71429">
                  <a:srgbClr val="F8FBCE">
                    <a:alpha val="3033"/>
                  </a:srgbClr>
                </a:gs>
                <a:gs pos="85714">
                  <a:srgbClr val="F8FBCE">
                    <a:alpha val="1210"/>
                  </a:srgbClr>
                </a:gs>
                <a:gs pos="100000">
                  <a:srgbClr val="F8FBCE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8793639">
              <a:off x="2227369" y="884186"/>
              <a:ext cx="341058" cy="84881"/>
            </a:xfrm>
            <a:prstGeom prst="ellipse">
              <a:avLst/>
            </a:prstGeom>
            <a:gradFill>
              <a:gsLst>
                <a:gs pos="0">
                  <a:srgbClr val="2E0000">
                    <a:alpha val="10804"/>
                  </a:srgbClr>
                </a:gs>
                <a:gs pos="14286">
                  <a:srgbClr val="2E0000">
                    <a:alpha val="9975"/>
                  </a:srgbClr>
                </a:gs>
                <a:gs pos="28571">
                  <a:srgbClr val="2E0000">
                    <a:alpha val="7835"/>
                  </a:srgbClr>
                </a:gs>
                <a:gs pos="42857">
                  <a:srgbClr val="2E0000">
                    <a:alpha val="5211"/>
                  </a:srgbClr>
                </a:gs>
                <a:gs pos="57143">
                  <a:srgbClr val="2E0000">
                    <a:alpha val="2922"/>
                  </a:srgbClr>
                </a:gs>
                <a:gs pos="71429">
                  <a:srgbClr val="2E0000">
                    <a:alpha val="1379"/>
                  </a:srgbClr>
                </a:gs>
                <a:gs pos="85714">
                  <a:srgbClr val="2E0000">
                    <a:alpha val="547"/>
                  </a:srgbClr>
                </a:gs>
                <a:gs pos="100000">
                  <a:srgbClr val="2E0000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4614684">
              <a:off x="1934910" y="1793317"/>
              <a:ext cx="333359" cy="273878"/>
            </a:xfrm>
            <a:prstGeom prst="ellipse">
              <a:avLst/>
            </a:prstGeom>
            <a:gradFill>
              <a:gsLst>
                <a:gs pos="0">
                  <a:srgbClr val="00C2C9">
                    <a:alpha val="8408"/>
                  </a:srgbClr>
                </a:gs>
                <a:gs pos="14286">
                  <a:srgbClr val="00C2C9">
                    <a:alpha val="7755"/>
                  </a:srgbClr>
                </a:gs>
                <a:gs pos="28571">
                  <a:srgbClr val="00C2C9">
                    <a:alpha val="6076"/>
                  </a:srgbClr>
                </a:gs>
                <a:gs pos="42857">
                  <a:srgbClr val="00C2C9">
                    <a:alpha val="4028"/>
                  </a:srgbClr>
                </a:gs>
                <a:gs pos="57143">
                  <a:srgbClr val="00C2C9">
                    <a:alpha val="2252"/>
                  </a:srgbClr>
                </a:gs>
                <a:gs pos="71429">
                  <a:srgbClr val="00C2C9">
                    <a:alpha val="1061"/>
                  </a:srgbClr>
                </a:gs>
                <a:gs pos="85714">
                  <a:srgbClr val="00C2C9">
                    <a:alpha val="421"/>
                  </a:srgbClr>
                </a:gs>
                <a:gs pos="100000">
                  <a:srgbClr val="00C2C9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2704725">
              <a:off x="1481411" y="1419636"/>
              <a:ext cx="489042" cy="214234"/>
            </a:xfrm>
            <a:prstGeom prst="ellipse">
              <a:avLst/>
            </a:prstGeom>
            <a:gradFill>
              <a:gsLst>
                <a:gs pos="0">
                  <a:srgbClr val="00002E">
                    <a:alpha val="32968"/>
                  </a:srgbClr>
                </a:gs>
                <a:gs pos="14286">
                  <a:srgbClr val="00002E">
                    <a:alpha val="30764"/>
                  </a:srgbClr>
                </a:gs>
                <a:gs pos="28571">
                  <a:srgbClr val="00002E">
                    <a:alpha val="24833"/>
                  </a:srgbClr>
                </a:gs>
                <a:gs pos="42857">
                  <a:srgbClr val="00002E">
                    <a:alpha val="17075"/>
                  </a:srgbClr>
                </a:gs>
                <a:gs pos="57143">
                  <a:srgbClr val="00002E">
                    <a:alpha val="9855"/>
                  </a:srgbClr>
                </a:gs>
                <a:gs pos="71429">
                  <a:srgbClr val="00002E">
                    <a:alpha val="4740"/>
                  </a:srgbClr>
                </a:gs>
                <a:gs pos="85714">
                  <a:srgbClr val="00002E">
                    <a:alpha val="1902"/>
                  </a:srgbClr>
                </a:gs>
                <a:gs pos="100000">
                  <a:srgbClr val="00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10034692">
              <a:off x="1573208" y="1498242"/>
              <a:ext cx="409070" cy="314224"/>
            </a:xfrm>
            <a:prstGeom prst="ellipse">
              <a:avLst/>
            </a:prstGeom>
            <a:gradFill>
              <a:gsLst>
                <a:gs pos="0">
                  <a:srgbClr val="0072FF">
                    <a:alpha val="9515"/>
                  </a:srgbClr>
                </a:gs>
                <a:gs pos="14286">
                  <a:srgbClr val="0072FF">
                    <a:alpha val="8780"/>
                  </a:srgbClr>
                </a:gs>
                <a:gs pos="28571">
                  <a:srgbClr val="0072FF">
                    <a:alpha val="6887"/>
                  </a:srgbClr>
                </a:gs>
                <a:gs pos="42857">
                  <a:srgbClr val="0072FF">
                    <a:alpha val="4573"/>
                  </a:srgbClr>
                </a:gs>
                <a:gs pos="57143">
                  <a:srgbClr val="0072FF">
                    <a:alpha val="2560"/>
                  </a:srgbClr>
                </a:gs>
                <a:gs pos="71429">
                  <a:srgbClr val="0072FF">
                    <a:alpha val="1207"/>
                  </a:srgbClr>
                </a:gs>
                <a:gs pos="85714">
                  <a:srgbClr val="0072FF">
                    <a:alpha val="479"/>
                  </a:srgbClr>
                </a:gs>
                <a:gs pos="100000">
                  <a:srgbClr val="0072FF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10423512">
              <a:off x="2478906" y="1455405"/>
              <a:ext cx="375900" cy="253596"/>
            </a:xfrm>
            <a:prstGeom prst="ellipse">
              <a:avLst/>
            </a:prstGeom>
            <a:gradFill>
              <a:gsLst>
                <a:gs pos="0">
                  <a:srgbClr val="410000">
                    <a:alpha val="13732"/>
                  </a:srgbClr>
                </a:gs>
                <a:gs pos="14286">
                  <a:srgbClr val="410000">
                    <a:alpha val="12696"/>
                  </a:srgbClr>
                </a:gs>
                <a:gs pos="28571">
                  <a:srgbClr val="410000">
                    <a:alpha val="10005"/>
                  </a:srgbClr>
                </a:gs>
                <a:gs pos="42857">
                  <a:srgbClr val="410000">
                    <a:alpha val="6681"/>
                  </a:srgbClr>
                </a:gs>
                <a:gs pos="57143">
                  <a:srgbClr val="410000">
                    <a:alpha val="3759"/>
                  </a:srgbClr>
                </a:gs>
                <a:gs pos="71429">
                  <a:srgbClr val="410000">
                    <a:alpha val="1777"/>
                  </a:srgbClr>
                </a:gs>
                <a:gs pos="85714">
                  <a:srgbClr val="410000">
                    <a:alpha val="707"/>
                  </a:srgbClr>
                </a:gs>
                <a:gs pos="100000">
                  <a:srgbClr val="410000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6760121">
              <a:off x="3001185" y="1785064"/>
              <a:ext cx="326430" cy="300270"/>
            </a:xfrm>
            <a:prstGeom prst="ellipse">
              <a:avLst/>
            </a:prstGeom>
            <a:gradFill>
              <a:gsLst>
                <a:gs pos="0">
                  <a:srgbClr val="72ADE8">
                    <a:alpha val="2540"/>
                  </a:srgbClr>
                </a:gs>
                <a:gs pos="14286">
                  <a:srgbClr val="72ADE8">
                    <a:alpha val="2337"/>
                  </a:srgbClr>
                </a:gs>
                <a:gs pos="28571">
                  <a:srgbClr val="72ADE8">
                    <a:alpha val="1819"/>
                  </a:srgbClr>
                </a:gs>
                <a:gs pos="42857">
                  <a:srgbClr val="72ADE8">
                    <a:alpha val="1197"/>
                  </a:srgbClr>
                </a:gs>
                <a:gs pos="57143">
                  <a:srgbClr val="72ADE8">
                    <a:alpha val="665"/>
                  </a:srgbClr>
                </a:gs>
                <a:gs pos="71429">
                  <a:srgbClr val="72ADE8">
                    <a:alpha val="312"/>
                  </a:srgbClr>
                </a:gs>
                <a:gs pos="85714">
                  <a:srgbClr val="72ADE8">
                    <a:alpha val="123"/>
                  </a:srgbClr>
                </a:gs>
                <a:gs pos="100000">
                  <a:srgbClr val="72ADE8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10608835">
              <a:off x="755706" y="1665997"/>
              <a:ext cx="515460" cy="1610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8432298">
              <a:off x="1429092" y="2100101"/>
              <a:ext cx="248711" cy="228030"/>
            </a:xfrm>
            <a:prstGeom prst="ellipse">
              <a:avLst/>
            </a:prstGeom>
            <a:gradFill>
              <a:gsLst>
                <a:gs pos="0">
                  <a:srgbClr val="000000">
                    <a:alpha val="13419"/>
                  </a:srgbClr>
                </a:gs>
                <a:gs pos="14286">
                  <a:srgbClr val="000000">
                    <a:alpha val="12404"/>
                  </a:srgbClr>
                </a:gs>
                <a:gs pos="28571">
                  <a:srgbClr val="000000">
                    <a:alpha val="9772"/>
                  </a:srgbClr>
                </a:gs>
                <a:gs pos="42857">
                  <a:srgbClr val="000000">
                    <a:alpha val="6523"/>
                  </a:srgbClr>
                </a:gs>
                <a:gs pos="57143">
                  <a:srgbClr val="000000">
                    <a:alpha val="3668"/>
                  </a:srgbClr>
                </a:gs>
                <a:gs pos="71429">
                  <a:srgbClr val="000000">
                    <a:alpha val="1734"/>
                  </a:srgbClr>
                </a:gs>
                <a:gs pos="85714">
                  <a:srgbClr val="000000">
                    <a:alpha val="689"/>
                  </a:srgbClr>
                </a:gs>
                <a:gs pos="100000">
                  <a:srgbClr val="000000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3112949">
              <a:off x="1475945" y="2245009"/>
              <a:ext cx="187488" cy="187029"/>
            </a:xfrm>
            <a:prstGeom prst="ellipse">
              <a:avLst/>
            </a:prstGeom>
            <a:gradFill>
              <a:gsLst>
                <a:gs pos="0">
                  <a:srgbClr val="002E3C">
                    <a:alpha val="17918"/>
                  </a:srgbClr>
                </a:gs>
                <a:gs pos="14286">
                  <a:srgbClr val="002E3C">
                    <a:alpha val="16597"/>
                  </a:srgbClr>
                </a:gs>
                <a:gs pos="28571">
                  <a:srgbClr val="002E3C">
                    <a:alpha val="13143"/>
                  </a:srgbClr>
                </a:gs>
                <a:gs pos="42857">
                  <a:srgbClr val="002E3C">
                    <a:alpha val="8828"/>
                  </a:srgbClr>
                </a:gs>
                <a:gs pos="57143">
                  <a:srgbClr val="002E3C">
                    <a:alpha val="4992"/>
                  </a:srgbClr>
                </a:gs>
                <a:gs pos="71429">
                  <a:srgbClr val="002E3C">
                    <a:alpha val="2369"/>
                  </a:srgbClr>
                </a:gs>
                <a:gs pos="85714">
                  <a:srgbClr val="002E3C">
                    <a:alpha val="943"/>
                  </a:srgbClr>
                </a:gs>
                <a:gs pos="100000">
                  <a:srgbClr val="002E3C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10684030">
              <a:off x="1685430" y="452193"/>
              <a:ext cx="407409" cy="109776"/>
            </a:xfrm>
            <a:prstGeom prst="ellipse">
              <a:avLst/>
            </a:prstGeom>
            <a:gradFill>
              <a:gsLst>
                <a:gs pos="0">
                  <a:srgbClr val="C5F4FF">
                    <a:alpha val="32968"/>
                  </a:srgbClr>
                </a:gs>
                <a:gs pos="14286">
                  <a:srgbClr val="C5F4FF">
                    <a:alpha val="30764"/>
                  </a:srgbClr>
                </a:gs>
                <a:gs pos="28571">
                  <a:srgbClr val="C5F4FF">
                    <a:alpha val="24833"/>
                  </a:srgbClr>
                </a:gs>
                <a:gs pos="42857">
                  <a:srgbClr val="C5F4FF">
                    <a:alpha val="17075"/>
                  </a:srgbClr>
                </a:gs>
                <a:gs pos="57143">
                  <a:srgbClr val="C5F4FF">
                    <a:alpha val="9855"/>
                  </a:srgbClr>
                </a:gs>
                <a:gs pos="71429">
                  <a:srgbClr val="C5F4FF">
                    <a:alpha val="4740"/>
                  </a:srgbClr>
                </a:gs>
                <a:gs pos="85714">
                  <a:srgbClr val="C5F4FF">
                    <a:alpha val="1902"/>
                  </a:srgbClr>
                </a:gs>
                <a:gs pos="100000">
                  <a:srgbClr val="C5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6598870">
              <a:off x="535957" y="1330380"/>
              <a:ext cx="325696" cy="242621"/>
            </a:xfrm>
            <a:prstGeom prst="ellipse">
              <a:avLst/>
            </a:prstGeom>
            <a:gradFill>
              <a:gsLst>
                <a:gs pos="0">
                  <a:srgbClr val="FADDB2">
                    <a:alpha val="26433"/>
                  </a:srgbClr>
                </a:gs>
                <a:gs pos="14286">
                  <a:srgbClr val="FADDB2">
                    <a:alpha val="24583"/>
                  </a:srgbClr>
                </a:gs>
                <a:gs pos="28571">
                  <a:srgbClr val="FADDB2">
                    <a:alpha val="19673"/>
                  </a:srgbClr>
                </a:gs>
                <a:gs pos="42857">
                  <a:srgbClr val="FADDB2">
                    <a:alpha val="13385"/>
                  </a:srgbClr>
                </a:gs>
                <a:gs pos="57143">
                  <a:srgbClr val="FADDB2">
                    <a:alpha val="7653"/>
                  </a:srgbClr>
                </a:gs>
                <a:gs pos="71429">
                  <a:srgbClr val="FADDB2">
                    <a:alpha val="3658"/>
                  </a:srgbClr>
                </a:gs>
                <a:gs pos="85714">
                  <a:srgbClr val="FADDB2">
                    <a:alpha val="1463"/>
                  </a:srgbClr>
                </a:gs>
                <a:gs pos="100000">
                  <a:srgbClr val="FADDB2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5453335">
              <a:off x="1794014" y="1126549"/>
              <a:ext cx="478690" cy="60537"/>
            </a:xfrm>
            <a:prstGeom prst="ellipse">
              <a:avLst/>
            </a:prstGeom>
            <a:gradFill>
              <a:gsLst>
                <a:gs pos="0">
                  <a:srgbClr val="90ABD8">
                    <a:alpha val="32968"/>
                  </a:srgbClr>
                </a:gs>
                <a:gs pos="14286">
                  <a:srgbClr val="90ABD8">
                    <a:alpha val="30764"/>
                  </a:srgbClr>
                </a:gs>
                <a:gs pos="28571">
                  <a:srgbClr val="90ABD8">
                    <a:alpha val="24833"/>
                  </a:srgbClr>
                </a:gs>
                <a:gs pos="42857">
                  <a:srgbClr val="90ABD8">
                    <a:alpha val="17075"/>
                  </a:srgbClr>
                </a:gs>
                <a:gs pos="57143">
                  <a:srgbClr val="90ABD8">
                    <a:alpha val="9855"/>
                  </a:srgbClr>
                </a:gs>
                <a:gs pos="71429">
                  <a:srgbClr val="90ABD8">
                    <a:alpha val="4740"/>
                  </a:srgbClr>
                </a:gs>
                <a:gs pos="85714">
                  <a:srgbClr val="90ABD8">
                    <a:alpha val="1902"/>
                  </a:srgbClr>
                </a:gs>
                <a:gs pos="100000">
                  <a:srgbClr val="90ABD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7665185">
              <a:off x="2207087" y="1359439"/>
              <a:ext cx="257314" cy="172842"/>
            </a:xfrm>
            <a:prstGeom prst="ellipse">
              <a:avLst/>
            </a:prstGeom>
            <a:gradFill>
              <a:gsLst>
                <a:gs pos="0">
                  <a:srgbClr val="6C5275">
                    <a:alpha val="32968"/>
                  </a:srgbClr>
                </a:gs>
                <a:gs pos="14286">
                  <a:srgbClr val="6C5275">
                    <a:alpha val="30764"/>
                  </a:srgbClr>
                </a:gs>
                <a:gs pos="28571">
                  <a:srgbClr val="6C5275">
                    <a:alpha val="24833"/>
                  </a:srgbClr>
                </a:gs>
                <a:gs pos="42857">
                  <a:srgbClr val="6C5275">
                    <a:alpha val="17075"/>
                  </a:srgbClr>
                </a:gs>
                <a:gs pos="57143">
                  <a:srgbClr val="6C5275">
                    <a:alpha val="9855"/>
                  </a:srgbClr>
                </a:gs>
                <a:gs pos="71429">
                  <a:srgbClr val="6C5275">
                    <a:alpha val="4740"/>
                  </a:srgbClr>
                </a:gs>
                <a:gs pos="85714">
                  <a:srgbClr val="6C5275">
                    <a:alpha val="1902"/>
                  </a:srgbClr>
                </a:gs>
                <a:gs pos="100000">
                  <a:srgbClr val="6C52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4141041">
              <a:off x="1850775" y="2311439"/>
              <a:ext cx="392480" cy="263937"/>
            </a:xfrm>
            <a:prstGeom prst="ellipse">
              <a:avLst/>
            </a:prstGeom>
            <a:gradFill>
              <a:gsLst>
                <a:gs pos="0">
                  <a:srgbClr val="BD5E6E">
                    <a:alpha val="23248"/>
                  </a:srgbClr>
                </a:gs>
                <a:gs pos="14286">
                  <a:srgbClr val="BD5E6E">
                    <a:alpha val="21588"/>
                  </a:srgbClr>
                </a:gs>
                <a:gs pos="28571">
                  <a:srgbClr val="BD5E6E">
                    <a:alpha val="17207"/>
                  </a:srgbClr>
                </a:gs>
                <a:gs pos="42857">
                  <a:srgbClr val="BD5E6E">
                    <a:alpha val="11649"/>
                  </a:srgbClr>
                </a:gs>
                <a:gs pos="57143">
                  <a:srgbClr val="BD5E6E">
                    <a:alpha val="6632"/>
                  </a:srgbClr>
                </a:gs>
                <a:gs pos="71429">
                  <a:srgbClr val="BD5E6E">
                    <a:alpha val="3161"/>
                  </a:srgbClr>
                </a:gs>
                <a:gs pos="85714">
                  <a:srgbClr val="BD5E6E">
                    <a:alpha val="1262"/>
                  </a:srgbClr>
                </a:gs>
                <a:gs pos="100000">
                  <a:srgbClr val="BD5E6E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6527794">
              <a:off x="2304656" y="1638190"/>
              <a:ext cx="302140" cy="71180"/>
            </a:xfrm>
            <a:prstGeom prst="ellipse">
              <a:avLst/>
            </a:prstGeom>
            <a:gradFill>
              <a:gsLst>
                <a:gs pos="0">
                  <a:srgbClr val="F7F6FF">
                    <a:alpha val="32968"/>
                  </a:srgbClr>
                </a:gs>
                <a:gs pos="14286">
                  <a:srgbClr val="F7F6FF">
                    <a:alpha val="30764"/>
                  </a:srgbClr>
                </a:gs>
                <a:gs pos="28571">
                  <a:srgbClr val="F7F6FF">
                    <a:alpha val="24833"/>
                  </a:srgbClr>
                </a:gs>
                <a:gs pos="42857">
                  <a:srgbClr val="F7F6FF">
                    <a:alpha val="17075"/>
                  </a:srgbClr>
                </a:gs>
                <a:gs pos="57143">
                  <a:srgbClr val="F7F6FF">
                    <a:alpha val="9855"/>
                  </a:srgbClr>
                </a:gs>
                <a:gs pos="71429">
                  <a:srgbClr val="F7F6FF">
                    <a:alpha val="4740"/>
                  </a:srgbClr>
                </a:gs>
                <a:gs pos="85714">
                  <a:srgbClr val="F7F6FF">
                    <a:alpha val="1902"/>
                  </a:srgbClr>
                </a:gs>
                <a:gs pos="100000">
                  <a:srgbClr val="F7F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-9902289">
              <a:off x="2688081" y="1898328"/>
              <a:ext cx="366341" cy="229285"/>
            </a:xfrm>
            <a:prstGeom prst="ellipse">
              <a:avLst/>
            </a:prstGeom>
            <a:gradFill>
              <a:gsLst>
                <a:gs pos="0">
                  <a:srgbClr val="D0DCFF">
                    <a:alpha val="32968"/>
                  </a:srgbClr>
                </a:gs>
                <a:gs pos="14286">
                  <a:srgbClr val="D0DCFF">
                    <a:alpha val="30764"/>
                  </a:srgbClr>
                </a:gs>
                <a:gs pos="28571">
                  <a:srgbClr val="D0DCFF">
                    <a:alpha val="24833"/>
                  </a:srgbClr>
                </a:gs>
                <a:gs pos="42857">
                  <a:srgbClr val="D0DCFF">
                    <a:alpha val="17075"/>
                  </a:srgbClr>
                </a:gs>
                <a:gs pos="57143">
                  <a:srgbClr val="D0DCFF">
                    <a:alpha val="9855"/>
                  </a:srgbClr>
                </a:gs>
                <a:gs pos="71429">
                  <a:srgbClr val="D0DCFF">
                    <a:alpha val="4740"/>
                  </a:srgbClr>
                </a:gs>
                <a:gs pos="85714">
                  <a:srgbClr val="D0DCFF">
                    <a:alpha val="1902"/>
                  </a:srgbClr>
                </a:gs>
                <a:gs pos="100000">
                  <a:srgbClr val="D0D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5721962">
              <a:off x="383876" y="3006882"/>
              <a:ext cx="598068" cy="87995"/>
            </a:xfrm>
            <a:prstGeom prst="ellipse">
              <a:avLst/>
            </a:prstGeom>
            <a:gradFill>
              <a:gsLst>
                <a:gs pos="0">
                  <a:srgbClr val="00AAFF">
                    <a:alpha val="12393"/>
                  </a:srgbClr>
                </a:gs>
                <a:gs pos="14286">
                  <a:srgbClr val="00AAFF">
                    <a:alpha val="11451"/>
                  </a:srgbClr>
                </a:gs>
                <a:gs pos="28571">
                  <a:srgbClr val="00AAFF">
                    <a:alpha val="9010"/>
                  </a:srgbClr>
                </a:gs>
                <a:gs pos="42857">
                  <a:srgbClr val="00AAFF">
                    <a:alpha val="6006"/>
                  </a:srgbClr>
                </a:gs>
                <a:gs pos="57143">
                  <a:srgbClr val="00AAFF">
                    <a:alpha val="3374"/>
                  </a:srgbClr>
                </a:gs>
                <a:gs pos="71429">
                  <a:srgbClr val="00AAFF">
                    <a:alpha val="1594"/>
                  </a:srgbClr>
                </a:gs>
                <a:gs pos="85714">
                  <a:srgbClr val="00AAFF">
                    <a:alpha val="633"/>
                  </a:srgbClr>
                </a:gs>
                <a:gs pos="100000">
                  <a:srgbClr val="00AAFF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3204505">
              <a:off x="1763802" y="2049734"/>
              <a:ext cx="269058" cy="178731"/>
            </a:xfrm>
            <a:prstGeom prst="ellipse">
              <a:avLst/>
            </a:prstGeom>
            <a:gradFill>
              <a:gsLst>
                <a:gs pos="0">
                  <a:srgbClr val="CC0000">
                    <a:alpha val="31582"/>
                  </a:srgbClr>
                </a:gs>
                <a:gs pos="14286">
                  <a:srgbClr val="CC0000">
                    <a:alpha val="29449"/>
                  </a:srgbClr>
                </a:gs>
                <a:gs pos="28571">
                  <a:srgbClr val="CC0000">
                    <a:alpha val="23727"/>
                  </a:srgbClr>
                </a:gs>
                <a:gs pos="42857">
                  <a:srgbClr val="CC0000">
                    <a:alpha val="16277"/>
                  </a:srgbClr>
                </a:gs>
                <a:gs pos="57143">
                  <a:srgbClr val="CC0000">
                    <a:alpha val="9375"/>
                  </a:srgbClr>
                </a:gs>
                <a:gs pos="71429">
                  <a:srgbClr val="CC0000">
                    <a:alpha val="4503"/>
                  </a:srgbClr>
                </a:gs>
                <a:gs pos="85714">
                  <a:srgbClr val="CC0000">
                    <a:alpha val="1806"/>
                  </a:srgbClr>
                </a:gs>
                <a:gs pos="100000">
                  <a:srgbClr val="CC0000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3555675">
              <a:off x="1743370" y="1326979"/>
              <a:ext cx="566505" cy="177461"/>
            </a:xfrm>
            <a:prstGeom prst="ellipse">
              <a:avLst/>
            </a:prstGeom>
            <a:gradFill>
              <a:gsLst>
                <a:gs pos="0">
                  <a:srgbClr val="00A8E6">
                    <a:alpha val="32968"/>
                  </a:srgbClr>
                </a:gs>
                <a:gs pos="14286">
                  <a:srgbClr val="00A8E6">
                    <a:alpha val="30764"/>
                  </a:srgbClr>
                </a:gs>
                <a:gs pos="28571">
                  <a:srgbClr val="00A8E6">
                    <a:alpha val="24833"/>
                  </a:srgbClr>
                </a:gs>
                <a:gs pos="42857">
                  <a:srgbClr val="00A8E6">
                    <a:alpha val="17075"/>
                  </a:srgbClr>
                </a:gs>
                <a:gs pos="57143">
                  <a:srgbClr val="00A8E6">
                    <a:alpha val="9855"/>
                  </a:srgbClr>
                </a:gs>
                <a:gs pos="71429">
                  <a:srgbClr val="00A8E6">
                    <a:alpha val="4740"/>
                  </a:srgbClr>
                </a:gs>
                <a:gs pos="85714">
                  <a:srgbClr val="00A8E6">
                    <a:alpha val="1902"/>
                  </a:srgbClr>
                </a:gs>
                <a:gs pos="100000">
                  <a:srgbClr val="00A8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5585861">
              <a:off x="1547846" y="1418511"/>
              <a:ext cx="295784" cy="282301"/>
            </a:xfrm>
            <a:prstGeom prst="ellipse">
              <a:avLst/>
            </a:prstGeom>
            <a:gradFill>
              <a:gsLst>
                <a:gs pos="0">
                  <a:srgbClr val="004537">
                    <a:alpha val="2998"/>
                  </a:srgbClr>
                </a:gs>
                <a:gs pos="14286">
                  <a:srgbClr val="004537">
                    <a:alpha val="2759"/>
                  </a:srgbClr>
                </a:gs>
                <a:gs pos="28571">
                  <a:srgbClr val="004537">
                    <a:alpha val="2149"/>
                  </a:srgbClr>
                </a:gs>
                <a:gs pos="42857">
                  <a:srgbClr val="004537">
                    <a:alpha val="1415"/>
                  </a:srgbClr>
                </a:gs>
                <a:gs pos="57143">
                  <a:srgbClr val="004537">
                    <a:alpha val="786"/>
                  </a:srgbClr>
                </a:gs>
                <a:gs pos="71429">
                  <a:srgbClr val="004537">
                    <a:alpha val="369"/>
                  </a:srgbClr>
                </a:gs>
                <a:gs pos="85714">
                  <a:srgbClr val="004537">
                    <a:alpha val="146"/>
                  </a:srgbClr>
                </a:gs>
                <a:gs pos="100000">
                  <a:srgbClr val="004537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6264016">
              <a:off x="2393407" y="1206439"/>
              <a:ext cx="318147" cy="83122"/>
            </a:xfrm>
            <a:prstGeom prst="ellipse">
              <a:avLst/>
            </a:prstGeom>
            <a:gradFill>
              <a:gsLst>
                <a:gs pos="0">
                  <a:srgbClr val="4CF000">
                    <a:alpha val="2121"/>
                  </a:srgbClr>
                </a:gs>
                <a:gs pos="14286">
                  <a:srgbClr val="4CF000">
                    <a:alpha val="1951"/>
                  </a:srgbClr>
                </a:gs>
                <a:gs pos="28571">
                  <a:srgbClr val="4CF000">
                    <a:alpha val="1518"/>
                  </a:srgbClr>
                </a:gs>
                <a:gs pos="42857">
                  <a:srgbClr val="4CF000">
                    <a:alpha val="999"/>
                  </a:srgbClr>
                </a:gs>
                <a:gs pos="57143">
                  <a:srgbClr val="4CF000">
                    <a:alpha val="555"/>
                  </a:srgbClr>
                </a:gs>
                <a:gs pos="71429">
                  <a:srgbClr val="4CF000">
                    <a:alpha val="260"/>
                  </a:srgbClr>
                </a:gs>
                <a:gs pos="85714">
                  <a:srgbClr val="4CF000">
                    <a:alpha val="103"/>
                  </a:srgbClr>
                </a:gs>
                <a:gs pos="100000">
                  <a:srgbClr val="4CF0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9594076">
              <a:off x="-143317" y="3380512"/>
              <a:ext cx="443898" cy="90057"/>
            </a:xfrm>
            <a:prstGeom prst="ellipse">
              <a:avLst/>
            </a:prstGeom>
            <a:gradFill>
              <a:gsLst>
                <a:gs pos="0">
                  <a:srgbClr val="E8E2FF">
                    <a:alpha val="6425"/>
                  </a:srgbClr>
                </a:gs>
                <a:gs pos="14286">
                  <a:srgbClr val="E8E2FF">
                    <a:alpha val="5921"/>
                  </a:srgbClr>
                </a:gs>
                <a:gs pos="28571">
                  <a:srgbClr val="E8E2FF">
                    <a:alpha val="4628"/>
                  </a:srgbClr>
                </a:gs>
                <a:gs pos="42857">
                  <a:srgbClr val="E8E2FF">
                    <a:alpha val="3061"/>
                  </a:srgbClr>
                </a:gs>
                <a:gs pos="57143">
                  <a:srgbClr val="E8E2FF">
                    <a:alpha val="1708"/>
                  </a:srgbClr>
                </a:gs>
                <a:gs pos="71429">
                  <a:srgbClr val="E8E2FF">
                    <a:alpha val="803"/>
                  </a:srgbClr>
                </a:gs>
                <a:gs pos="85714">
                  <a:srgbClr val="E8E2FF">
                    <a:alpha val="318"/>
                  </a:srgbClr>
                </a:gs>
                <a:gs pos="100000">
                  <a:srgbClr val="E8E2FF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10103400">
              <a:off x="882773" y="2729291"/>
              <a:ext cx="459778" cy="221204"/>
            </a:xfrm>
            <a:prstGeom prst="ellipse">
              <a:avLst/>
            </a:prstGeom>
            <a:gradFill>
              <a:gsLst>
                <a:gs pos="0">
                  <a:srgbClr val="004B00">
                    <a:alpha val="32968"/>
                  </a:srgbClr>
                </a:gs>
                <a:gs pos="14286">
                  <a:srgbClr val="004B00">
                    <a:alpha val="30764"/>
                  </a:srgbClr>
                </a:gs>
                <a:gs pos="28571">
                  <a:srgbClr val="004B00">
                    <a:alpha val="24833"/>
                  </a:srgbClr>
                </a:gs>
                <a:gs pos="42857">
                  <a:srgbClr val="004B00">
                    <a:alpha val="17075"/>
                  </a:srgbClr>
                </a:gs>
                <a:gs pos="57143">
                  <a:srgbClr val="004B00">
                    <a:alpha val="9855"/>
                  </a:srgbClr>
                </a:gs>
                <a:gs pos="71429">
                  <a:srgbClr val="004B00">
                    <a:alpha val="4740"/>
                  </a:srgbClr>
                </a:gs>
                <a:gs pos="85714">
                  <a:srgbClr val="004B00">
                    <a:alpha val="1902"/>
                  </a:srgbClr>
                </a:gs>
                <a:gs pos="100000">
                  <a:srgbClr val="00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7893380">
              <a:off x="3222158" y="1753887"/>
              <a:ext cx="260678" cy="196073"/>
            </a:xfrm>
            <a:prstGeom prst="ellipse">
              <a:avLst/>
            </a:prstGeom>
            <a:gradFill>
              <a:gsLst>
                <a:gs pos="0">
                  <a:srgbClr val="C8D3E4">
                    <a:alpha val="32968"/>
                  </a:srgbClr>
                </a:gs>
                <a:gs pos="14286">
                  <a:srgbClr val="C8D3E4">
                    <a:alpha val="30764"/>
                  </a:srgbClr>
                </a:gs>
                <a:gs pos="28571">
                  <a:srgbClr val="C8D3E4">
                    <a:alpha val="24833"/>
                  </a:srgbClr>
                </a:gs>
                <a:gs pos="42857">
                  <a:srgbClr val="C8D3E4">
                    <a:alpha val="17075"/>
                  </a:srgbClr>
                </a:gs>
                <a:gs pos="57143">
                  <a:srgbClr val="C8D3E4">
                    <a:alpha val="9855"/>
                  </a:srgbClr>
                </a:gs>
                <a:gs pos="71429">
                  <a:srgbClr val="C8D3E4">
                    <a:alpha val="4740"/>
                  </a:srgbClr>
                </a:gs>
                <a:gs pos="85714">
                  <a:srgbClr val="C8D3E4">
                    <a:alpha val="1902"/>
                  </a:srgbClr>
                </a:gs>
                <a:gs pos="100000">
                  <a:srgbClr val="C8D3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-10695816">
              <a:off x="762253" y="1214522"/>
              <a:ext cx="247891" cy="195818"/>
            </a:xfrm>
            <a:prstGeom prst="ellipse">
              <a:avLst/>
            </a:prstGeom>
            <a:gradFill>
              <a:gsLst>
                <a:gs pos="0">
                  <a:srgbClr val="00638F">
                    <a:alpha val="7247"/>
                  </a:srgbClr>
                </a:gs>
                <a:gs pos="14286">
                  <a:srgbClr val="00638F">
                    <a:alpha val="6680"/>
                  </a:srgbClr>
                </a:gs>
                <a:gs pos="28571">
                  <a:srgbClr val="00638F">
                    <a:alpha val="5227"/>
                  </a:srgbClr>
                </a:gs>
                <a:gs pos="42857">
                  <a:srgbClr val="00638F">
                    <a:alpha val="3460"/>
                  </a:srgbClr>
                </a:gs>
                <a:gs pos="57143">
                  <a:srgbClr val="00638F">
                    <a:alpha val="1932"/>
                  </a:srgbClr>
                </a:gs>
                <a:gs pos="71429">
                  <a:srgbClr val="00638F">
                    <a:alpha val="909"/>
                  </a:srgbClr>
                </a:gs>
                <a:gs pos="85714">
                  <a:srgbClr val="00638F">
                    <a:alpha val="361"/>
                  </a:srgbClr>
                </a:gs>
                <a:gs pos="100000">
                  <a:srgbClr val="00638F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4407011">
              <a:off x="834396" y="882347"/>
              <a:ext cx="335335" cy="151410"/>
            </a:xfrm>
            <a:prstGeom prst="ellipse">
              <a:avLst/>
            </a:prstGeom>
            <a:gradFill>
              <a:gsLst>
                <a:gs pos="0">
                  <a:srgbClr val="9B5C04">
                    <a:alpha val="32968"/>
                  </a:srgbClr>
                </a:gs>
                <a:gs pos="14286">
                  <a:srgbClr val="9B5C04">
                    <a:alpha val="30764"/>
                  </a:srgbClr>
                </a:gs>
                <a:gs pos="28571">
                  <a:srgbClr val="9B5C04">
                    <a:alpha val="24833"/>
                  </a:srgbClr>
                </a:gs>
                <a:gs pos="42857">
                  <a:srgbClr val="9B5C04">
                    <a:alpha val="17075"/>
                  </a:srgbClr>
                </a:gs>
                <a:gs pos="57143">
                  <a:srgbClr val="9B5C04">
                    <a:alpha val="9855"/>
                  </a:srgbClr>
                </a:gs>
                <a:gs pos="71429">
                  <a:srgbClr val="9B5C04">
                    <a:alpha val="4740"/>
                  </a:srgbClr>
                </a:gs>
                <a:gs pos="85714">
                  <a:srgbClr val="9B5C04">
                    <a:alpha val="1902"/>
                  </a:srgbClr>
                </a:gs>
                <a:gs pos="100000">
                  <a:srgbClr val="9B5C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6357269">
              <a:off x="810974" y="1212216"/>
              <a:ext cx="270494" cy="169926"/>
            </a:xfrm>
            <a:prstGeom prst="ellipse">
              <a:avLst/>
            </a:prstGeom>
            <a:gradFill>
              <a:gsLst>
                <a:gs pos="0">
                  <a:srgbClr val="002209">
                    <a:alpha val="32968"/>
                  </a:srgbClr>
                </a:gs>
                <a:gs pos="14286">
                  <a:srgbClr val="002209">
                    <a:alpha val="30764"/>
                  </a:srgbClr>
                </a:gs>
                <a:gs pos="28571">
                  <a:srgbClr val="002209">
                    <a:alpha val="24833"/>
                  </a:srgbClr>
                </a:gs>
                <a:gs pos="42857">
                  <a:srgbClr val="002209">
                    <a:alpha val="17075"/>
                  </a:srgbClr>
                </a:gs>
                <a:gs pos="57143">
                  <a:srgbClr val="002209">
                    <a:alpha val="9855"/>
                  </a:srgbClr>
                </a:gs>
                <a:gs pos="71429">
                  <a:srgbClr val="002209">
                    <a:alpha val="4740"/>
                  </a:srgbClr>
                </a:gs>
                <a:gs pos="85714">
                  <a:srgbClr val="002209">
                    <a:alpha val="1902"/>
                  </a:srgbClr>
                </a:gs>
                <a:gs pos="100000">
                  <a:srgbClr val="0022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9107842">
              <a:off x="1420880" y="1594683"/>
              <a:ext cx="628412" cy="20787"/>
            </a:xfrm>
            <a:prstGeom prst="ellipse">
              <a:avLst/>
            </a:prstGeom>
            <a:gradFill>
              <a:gsLst>
                <a:gs pos="0">
                  <a:srgbClr val="A3AFDE">
                    <a:alpha val="8435"/>
                  </a:srgbClr>
                </a:gs>
                <a:gs pos="14286">
                  <a:srgbClr val="A3AFDE">
                    <a:alpha val="7780"/>
                  </a:srgbClr>
                </a:gs>
                <a:gs pos="28571">
                  <a:srgbClr val="A3AFDE">
                    <a:alpha val="6095"/>
                  </a:srgbClr>
                </a:gs>
                <a:gs pos="42857">
                  <a:srgbClr val="A3AFDE">
                    <a:alpha val="4041"/>
                  </a:srgbClr>
                </a:gs>
                <a:gs pos="57143">
                  <a:srgbClr val="A3AFDE">
                    <a:alpha val="2260"/>
                  </a:srgbClr>
                </a:gs>
                <a:gs pos="71429">
                  <a:srgbClr val="A3AFDE">
                    <a:alpha val="1064"/>
                  </a:srgbClr>
                </a:gs>
                <a:gs pos="85714">
                  <a:srgbClr val="A3AFDE">
                    <a:alpha val="422"/>
                  </a:srgbClr>
                </a:gs>
                <a:gs pos="100000">
                  <a:srgbClr val="A3AFDE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7264026">
              <a:off x="524449" y="2392472"/>
              <a:ext cx="412741" cy="211573"/>
            </a:xfrm>
            <a:prstGeom prst="ellipse">
              <a:avLst/>
            </a:prstGeom>
            <a:gradFill>
              <a:gsLst>
                <a:gs pos="0">
                  <a:srgbClr val="B48300">
                    <a:alpha val="32968"/>
                  </a:srgbClr>
                </a:gs>
                <a:gs pos="14286">
                  <a:srgbClr val="B48300">
                    <a:alpha val="30764"/>
                  </a:srgbClr>
                </a:gs>
                <a:gs pos="28571">
                  <a:srgbClr val="B48300">
                    <a:alpha val="24833"/>
                  </a:srgbClr>
                </a:gs>
                <a:gs pos="42857">
                  <a:srgbClr val="B48300">
                    <a:alpha val="17075"/>
                  </a:srgbClr>
                </a:gs>
                <a:gs pos="57143">
                  <a:srgbClr val="B48300">
                    <a:alpha val="9855"/>
                  </a:srgbClr>
                </a:gs>
                <a:gs pos="71429">
                  <a:srgbClr val="B48300">
                    <a:alpha val="4740"/>
                  </a:srgbClr>
                </a:gs>
                <a:gs pos="85714">
                  <a:srgbClr val="B48300">
                    <a:alpha val="1902"/>
                  </a:srgbClr>
                </a:gs>
                <a:gs pos="100000">
                  <a:srgbClr val="B48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7775176">
              <a:off x="2547599" y="1477639"/>
              <a:ext cx="487241" cy="204868"/>
            </a:xfrm>
            <a:prstGeom prst="ellipse">
              <a:avLst/>
            </a:prstGeom>
            <a:gradFill>
              <a:gsLst>
                <a:gs pos="0">
                  <a:srgbClr val="B2C98A">
                    <a:alpha val="32445"/>
                  </a:srgbClr>
                </a:gs>
                <a:gs pos="14286">
                  <a:srgbClr val="B2C98A">
                    <a:alpha val="30268"/>
                  </a:srgbClr>
                </a:gs>
                <a:gs pos="28571">
                  <a:srgbClr val="B2C98A">
                    <a:alpha val="24415"/>
                  </a:srgbClr>
                </a:gs>
                <a:gs pos="42857">
                  <a:srgbClr val="B2C98A">
                    <a:alpha val="16773"/>
                  </a:srgbClr>
                </a:gs>
                <a:gs pos="57143">
                  <a:srgbClr val="B2C98A">
                    <a:alpha val="9673"/>
                  </a:srgbClr>
                </a:gs>
                <a:gs pos="71429">
                  <a:srgbClr val="B2C98A">
                    <a:alpha val="4651"/>
                  </a:srgbClr>
                </a:gs>
                <a:gs pos="85714">
                  <a:srgbClr val="B2C98A">
                    <a:alpha val="1865"/>
                  </a:srgbClr>
                </a:gs>
                <a:gs pos="100000">
                  <a:srgbClr val="B2C98A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10556718">
              <a:off x="1506574" y="1638175"/>
              <a:ext cx="302870" cy="273485"/>
            </a:xfrm>
            <a:prstGeom prst="ellipse">
              <a:avLst/>
            </a:prstGeom>
            <a:gradFill>
              <a:gsLst>
                <a:gs pos="0">
                  <a:srgbClr val="00709E">
                    <a:alpha val="20224"/>
                  </a:srgbClr>
                </a:gs>
                <a:gs pos="14286">
                  <a:srgbClr val="00709E">
                    <a:alpha val="18753"/>
                  </a:srgbClr>
                </a:gs>
                <a:gs pos="28571">
                  <a:srgbClr val="00709E">
                    <a:alpha val="14892"/>
                  </a:srgbClr>
                </a:gs>
                <a:gs pos="42857">
                  <a:srgbClr val="00709E">
                    <a:alpha val="10036"/>
                  </a:srgbClr>
                </a:gs>
                <a:gs pos="57143">
                  <a:srgbClr val="00709E">
                    <a:alpha val="5692"/>
                  </a:srgbClr>
                </a:gs>
                <a:gs pos="71429">
                  <a:srgbClr val="00709E">
                    <a:alpha val="2706"/>
                  </a:srgbClr>
                </a:gs>
                <a:gs pos="85714">
                  <a:srgbClr val="00709E">
                    <a:alpha val="1079"/>
                  </a:srgbClr>
                </a:gs>
                <a:gs pos="100000">
                  <a:srgbClr val="00709E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3196414">
              <a:off x="1697247" y="2088447"/>
              <a:ext cx="414496" cy="68854"/>
            </a:xfrm>
            <a:prstGeom prst="ellipse">
              <a:avLst/>
            </a:prstGeom>
            <a:gradFill>
              <a:gsLst>
                <a:gs pos="0">
                  <a:srgbClr val="9CB8FF">
                    <a:alpha val="32968"/>
                  </a:srgbClr>
                </a:gs>
                <a:gs pos="14286">
                  <a:srgbClr val="9CB8FF">
                    <a:alpha val="30764"/>
                  </a:srgbClr>
                </a:gs>
                <a:gs pos="28571">
                  <a:srgbClr val="9CB8FF">
                    <a:alpha val="24833"/>
                  </a:srgbClr>
                </a:gs>
                <a:gs pos="42857">
                  <a:srgbClr val="9CB8FF">
                    <a:alpha val="17075"/>
                  </a:srgbClr>
                </a:gs>
                <a:gs pos="57143">
                  <a:srgbClr val="9CB8FF">
                    <a:alpha val="9855"/>
                  </a:srgbClr>
                </a:gs>
                <a:gs pos="71429">
                  <a:srgbClr val="9CB8FF">
                    <a:alpha val="4740"/>
                  </a:srgbClr>
                </a:gs>
                <a:gs pos="85714">
                  <a:srgbClr val="9CB8FF">
                    <a:alpha val="1902"/>
                  </a:srgbClr>
                </a:gs>
                <a:gs pos="100000">
                  <a:srgbClr val="9CB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-8561175">
              <a:off x="1675185" y="1370200"/>
              <a:ext cx="626560" cy="200597"/>
            </a:xfrm>
            <a:prstGeom prst="ellipse">
              <a:avLst/>
            </a:prstGeom>
            <a:gradFill>
              <a:gsLst>
                <a:gs pos="0">
                  <a:srgbClr val="0065C9">
                    <a:alpha val="11991"/>
                  </a:srgbClr>
                </a:gs>
                <a:gs pos="14286">
                  <a:srgbClr val="0065C9">
                    <a:alpha val="11077"/>
                  </a:srgbClr>
                </a:gs>
                <a:gs pos="28571">
                  <a:srgbClr val="0065C9">
                    <a:alpha val="8713"/>
                  </a:srgbClr>
                </a:gs>
                <a:gs pos="42857">
                  <a:srgbClr val="0065C9">
                    <a:alpha val="5804"/>
                  </a:srgbClr>
                </a:gs>
                <a:gs pos="57143">
                  <a:srgbClr val="0065C9">
                    <a:alpha val="3259"/>
                  </a:srgbClr>
                </a:gs>
                <a:gs pos="71429">
                  <a:srgbClr val="0065C9">
                    <a:alpha val="1539"/>
                  </a:srgbClr>
                </a:gs>
                <a:gs pos="85714">
                  <a:srgbClr val="0065C9">
                    <a:alpha val="611"/>
                  </a:srgbClr>
                </a:gs>
                <a:gs pos="100000">
                  <a:srgbClr val="0065C9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4863482">
              <a:off x="477802" y="3084643"/>
              <a:ext cx="371149" cy="99435"/>
            </a:xfrm>
            <a:prstGeom prst="ellipse">
              <a:avLst/>
            </a:prstGeom>
            <a:gradFill>
              <a:gsLst>
                <a:gs pos="0">
                  <a:srgbClr val="FF80FF">
                    <a:alpha val="5593"/>
                  </a:srgbClr>
                </a:gs>
                <a:gs pos="14286">
                  <a:srgbClr val="FF80FF">
                    <a:alpha val="5152"/>
                  </a:srgbClr>
                </a:gs>
                <a:gs pos="28571">
                  <a:srgbClr val="FF80FF">
                    <a:alpha val="4024"/>
                  </a:srgbClr>
                </a:gs>
                <a:gs pos="42857">
                  <a:srgbClr val="FF80FF">
                    <a:alpha val="2658"/>
                  </a:srgbClr>
                </a:gs>
                <a:gs pos="57143">
                  <a:srgbClr val="FF80FF">
                    <a:alpha val="1482"/>
                  </a:srgbClr>
                </a:gs>
                <a:gs pos="71429">
                  <a:srgbClr val="FF80FF">
                    <a:alpha val="696"/>
                  </a:srgbClr>
                </a:gs>
                <a:gs pos="85714">
                  <a:srgbClr val="FF80FF">
                    <a:alpha val="276"/>
                  </a:srgbClr>
                </a:gs>
                <a:gs pos="100000">
                  <a:srgbClr val="FF80FF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-9744948">
              <a:off x="2275500" y="876919"/>
              <a:ext cx="299141" cy="28418"/>
            </a:xfrm>
            <a:prstGeom prst="ellipse">
              <a:avLst/>
            </a:prstGeom>
            <a:gradFill>
              <a:gsLst>
                <a:gs pos="0">
                  <a:srgbClr val="FFCE93">
                    <a:alpha val="13014"/>
                  </a:srgbClr>
                </a:gs>
                <a:gs pos="14286">
                  <a:srgbClr val="FFCE93">
                    <a:alpha val="12028"/>
                  </a:srgbClr>
                </a:gs>
                <a:gs pos="28571">
                  <a:srgbClr val="FFCE93">
                    <a:alpha val="9471"/>
                  </a:srgbClr>
                </a:gs>
                <a:gs pos="42857">
                  <a:srgbClr val="FFCE93">
                    <a:alpha val="6318"/>
                  </a:srgbClr>
                </a:gs>
                <a:gs pos="57143">
                  <a:srgbClr val="FFCE93">
                    <a:alpha val="3552"/>
                  </a:srgbClr>
                </a:gs>
                <a:gs pos="71429">
                  <a:srgbClr val="FFCE93">
                    <a:alpha val="1678"/>
                  </a:srgbClr>
                </a:gs>
                <a:gs pos="85714">
                  <a:srgbClr val="FFCE93">
                    <a:alpha val="667"/>
                  </a:srgbClr>
                </a:gs>
                <a:gs pos="100000">
                  <a:srgbClr val="FFCE93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9117785">
              <a:off x="2831058" y="1747743"/>
              <a:ext cx="596129" cy="87871"/>
            </a:xfrm>
            <a:prstGeom prst="ellipse">
              <a:avLst/>
            </a:prstGeom>
            <a:gradFill>
              <a:gsLst>
                <a:gs pos="0">
                  <a:srgbClr val="980000">
                    <a:alpha val="32968"/>
                  </a:srgbClr>
                </a:gs>
                <a:gs pos="14286">
                  <a:srgbClr val="980000">
                    <a:alpha val="30764"/>
                  </a:srgbClr>
                </a:gs>
                <a:gs pos="28571">
                  <a:srgbClr val="980000">
                    <a:alpha val="24833"/>
                  </a:srgbClr>
                </a:gs>
                <a:gs pos="42857">
                  <a:srgbClr val="980000">
                    <a:alpha val="17075"/>
                  </a:srgbClr>
                </a:gs>
                <a:gs pos="57143">
                  <a:srgbClr val="980000">
                    <a:alpha val="9855"/>
                  </a:srgbClr>
                </a:gs>
                <a:gs pos="71429">
                  <a:srgbClr val="980000">
                    <a:alpha val="4740"/>
                  </a:srgbClr>
                </a:gs>
                <a:gs pos="85714">
                  <a:srgbClr val="980000">
                    <a:alpha val="1902"/>
                  </a:srgbClr>
                </a:gs>
                <a:gs pos="100000">
                  <a:srgbClr val="9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9793118">
              <a:off x="1252861" y="1903025"/>
              <a:ext cx="451303" cy="152142"/>
            </a:xfrm>
            <a:prstGeom prst="ellipse">
              <a:avLst/>
            </a:prstGeom>
            <a:gradFill>
              <a:gsLst>
                <a:gs pos="0">
                  <a:srgbClr val="870000">
                    <a:alpha val="11959"/>
                  </a:srgbClr>
                </a:gs>
                <a:gs pos="14286">
                  <a:srgbClr val="870000">
                    <a:alpha val="11048"/>
                  </a:srgbClr>
                </a:gs>
                <a:gs pos="28571">
                  <a:srgbClr val="870000">
                    <a:alpha val="8689"/>
                  </a:srgbClr>
                </a:gs>
                <a:gs pos="42857">
                  <a:srgbClr val="870000">
                    <a:alpha val="5788"/>
                  </a:srgbClr>
                </a:gs>
                <a:gs pos="57143">
                  <a:srgbClr val="870000">
                    <a:alpha val="3250"/>
                  </a:srgbClr>
                </a:gs>
                <a:gs pos="71429">
                  <a:srgbClr val="870000">
                    <a:alpha val="1535"/>
                  </a:srgbClr>
                </a:gs>
                <a:gs pos="85714">
                  <a:srgbClr val="870000">
                    <a:alpha val="610"/>
                  </a:srgbClr>
                </a:gs>
                <a:gs pos="100000">
                  <a:srgbClr val="870000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3793160">
              <a:off x="705728" y="1439792"/>
              <a:ext cx="235877" cy="192642"/>
            </a:xfrm>
            <a:prstGeom prst="ellipse">
              <a:avLst/>
            </a:prstGeom>
            <a:gradFill>
              <a:gsLst>
                <a:gs pos="0">
                  <a:srgbClr val="DDFF00">
                    <a:alpha val="6301"/>
                  </a:srgbClr>
                </a:gs>
                <a:gs pos="14286">
                  <a:srgbClr val="DDFF00">
                    <a:alpha val="5806"/>
                  </a:srgbClr>
                </a:gs>
                <a:gs pos="28571">
                  <a:srgbClr val="DDFF00">
                    <a:alpha val="4538"/>
                  </a:srgbClr>
                </a:gs>
                <a:gs pos="42857">
                  <a:srgbClr val="DDFF00">
                    <a:alpha val="3000"/>
                  </a:srgbClr>
                </a:gs>
                <a:gs pos="57143">
                  <a:srgbClr val="DDFF00">
                    <a:alpha val="1674"/>
                  </a:srgbClr>
                </a:gs>
                <a:gs pos="71429">
                  <a:srgbClr val="DDFF00">
                    <a:alpha val="787"/>
                  </a:srgbClr>
                </a:gs>
                <a:gs pos="85714">
                  <a:srgbClr val="DDFF00">
                    <a:alpha val="312"/>
                  </a:srgbClr>
                </a:gs>
                <a:gs pos="100000">
                  <a:srgbClr val="DDFF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5145716">
              <a:off x="1738488" y="1342281"/>
              <a:ext cx="436445" cy="86061"/>
            </a:xfrm>
            <a:prstGeom prst="ellipse">
              <a:avLst/>
            </a:prstGeom>
            <a:gradFill>
              <a:gsLst>
                <a:gs pos="0">
                  <a:srgbClr val="385DB0">
                    <a:alpha val="32968"/>
                  </a:srgbClr>
                </a:gs>
                <a:gs pos="14286">
                  <a:srgbClr val="385DB0">
                    <a:alpha val="30764"/>
                  </a:srgbClr>
                </a:gs>
                <a:gs pos="28571">
                  <a:srgbClr val="385DB0">
                    <a:alpha val="24833"/>
                  </a:srgbClr>
                </a:gs>
                <a:gs pos="42857">
                  <a:srgbClr val="385DB0">
                    <a:alpha val="17075"/>
                  </a:srgbClr>
                </a:gs>
                <a:gs pos="57143">
                  <a:srgbClr val="385DB0">
                    <a:alpha val="9855"/>
                  </a:srgbClr>
                </a:gs>
                <a:gs pos="71429">
                  <a:srgbClr val="385DB0">
                    <a:alpha val="4740"/>
                  </a:srgbClr>
                </a:gs>
                <a:gs pos="85714">
                  <a:srgbClr val="385DB0">
                    <a:alpha val="1902"/>
                  </a:srgbClr>
                </a:gs>
                <a:gs pos="100000">
                  <a:srgbClr val="385D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4289006">
              <a:off x="1321062" y="1931112"/>
              <a:ext cx="262563" cy="210596"/>
            </a:xfrm>
            <a:prstGeom prst="ellipse">
              <a:avLst/>
            </a:prstGeom>
            <a:gradFill>
              <a:gsLst>
                <a:gs pos="0">
                  <a:srgbClr val="000000">
                    <a:alpha val="10658"/>
                  </a:srgbClr>
                </a:gs>
                <a:gs pos="14286">
                  <a:srgbClr val="000000">
                    <a:alpha val="9840"/>
                  </a:srgbClr>
                </a:gs>
                <a:gs pos="28571">
                  <a:srgbClr val="000000">
                    <a:alpha val="7728"/>
                  </a:srgbClr>
                </a:gs>
                <a:gs pos="42857">
                  <a:srgbClr val="000000">
                    <a:alpha val="5139"/>
                  </a:srgbClr>
                </a:gs>
                <a:gs pos="57143">
                  <a:srgbClr val="000000">
                    <a:alpha val="2881"/>
                  </a:srgbClr>
                </a:gs>
                <a:gs pos="71429">
                  <a:srgbClr val="000000">
                    <a:alpha val="1359"/>
                  </a:srgbClr>
                </a:gs>
                <a:gs pos="85714">
                  <a:srgbClr val="000000">
                    <a:alpha val="540"/>
                  </a:srgbClr>
                </a:gs>
                <a:gs pos="100000">
                  <a:srgbClr val="00000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10009699">
              <a:off x="1809890" y="1558013"/>
              <a:ext cx="276932" cy="237241"/>
            </a:xfrm>
            <a:prstGeom prst="ellipse">
              <a:avLst/>
            </a:prstGeom>
            <a:gradFill>
              <a:gsLst>
                <a:gs pos="0">
                  <a:srgbClr val="0024C2">
                    <a:alpha val="7341"/>
                  </a:srgbClr>
                </a:gs>
                <a:gs pos="14286">
                  <a:srgbClr val="0024C2">
                    <a:alpha val="6768"/>
                  </a:srgbClr>
                </a:gs>
                <a:gs pos="28571">
                  <a:srgbClr val="0024C2">
                    <a:alpha val="5296"/>
                  </a:srgbClr>
                </a:gs>
                <a:gs pos="42857">
                  <a:srgbClr val="0024C2">
                    <a:alpha val="3506"/>
                  </a:srgbClr>
                </a:gs>
                <a:gs pos="57143">
                  <a:srgbClr val="0024C2">
                    <a:alpha val="1958"/>
                  </a:srgbClr>
                </a:gs>
                <a:gs pos="71429">
                  <a:srgbClr val="0024C2">
                    <a:alpha val="921"/>
                  </a:srgbClr>
                </a:gs>
                <a:gs pos="85714">
                  <a:srgbClr val="0024C2">
                    <a:alpha val="365"/>
                  </a:srgbClr>
                </a:gs>
                <a:gs pos="100000">
                  <a:srgbClr val="0024C2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7511535">
              <a:off x="2311119" y="1149333"/>
              <a:ext cx="272253" cy="40817"/>
            </a:xfrm>
            <a:prstGeom prst="ellipse">
              <a:avLst/>
            </a:prstGeom>
            <a:gradFill>
              <a:gsLst>
                <a:gs pos="0">
                  <a:srgbClr val="EEEFFF">
                    <a:alpha val="32047"/>
                  </a:srgbClr>
                </a:gs>
                <a:gs pos="14286">
                  <a:srgbClr val="EEEFFF">
                    <a:alpha val="29890"/>
                  </a:srgbClr>
                </a:gs>
                <a:gs pos="28571">
                  <a:srgbClr val="EEEFFF">
                    <a:alpha val="24098"/>
                  </a:srgbClr>
                </a:gs>
                <a:gs pos="42857">
                  <a:srgbClr val="EEEFFF">
                    <a:alpha val="16544"/>
                  </a:srgbClr>
                </a:gs>
                <a:gs pos="57143">
                  <a:srgbClr val="EEEFFF">
                    <a:alpha val="9535"/>
                  </a:srgbClr>
                </a:gs>
                <a:gs pos="71429">
                  <a:srgbClr val="EEEFFF">
                    <a:alpha val="4582"/>
                  </a:srgbClr>
                </a:gs>
                <a:gs pos="85714">
                  <a:srgbClr val="EEEFFF">
                    <a:alpha val="1838"/>
                  </a:srgbClr>
                </a:gs>
                <a:gs pos="100000">
                  <a:srgbClr val="EEEFFF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3321766">
              <a:off x="1909879" y="1057015"/>
              <a:ext cx="261662" cy="227947"/>
            </a:xfrm>
            <a:prstGeom prst="ellipse">
              <a:avLst/>
            </a:prstGeom>
            <a:gradFill>
              <a:gsLst>
                <a:gs pos="0">
                  <a:srgbClr val="000000">
                    <a:alpha val="6685"/>
                  </a:srgbClr>
                </a:gs>
                <a:gs pos="14286">
                  <a:srgbClr val="000000">
                    <a:alpha val="6161"/>
                  </a:srgbClr>
                </a:gs>
                <a:gs pos="28571">
                  <a:srgbClr val="000000">
                    <a:alpha val="4817"/>
                  </a:srgbClr>
                </a:gs>
                <a:gs pos="42857">
                  <a:srgbClr val="000000">
                    <a:alpha val="3187"/>
                  </a:srgbClr>
                </a:gs>
                <a:gs pos="57143">
                  <a:srgbClr val="000000">
                    <a:alpha val="1778"/>
                  </a:srgbClr>
                </a:gs>
                <a:gs pos="71429">
                  <a:srgbClr val="000000">
                    <a:alpha val="836"/>
                  </a:srgbClr>
                </a:gs>
                <a:gs pos="85714">
                  <a:srgbClr val="000000">
                    <a:alpha val="332"/>
                  </a:srgbClr>
                </a:gs>
                <a:gs pos="100000">
                  <a:srgbClr val="000000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-8864788">
              <a:off x="1205830" y="1919596"/>
              <a:ext cx="291536" cy="277134"/>
            </a:xfrm>
            <a:prstGeom prst="ellipse">
              <a:avLst/>
            </a:prstGeom>
            <a:gradFill>
              <a:gsLst>
                <a:gs pos="0">
                  <a:srgbClr val="000000">
                    <a:alpha val="14462"/>
                  </a:srgbClr>
                </a:gs>
                <a:gs pos="14286">
                  <a:srgbClr val="000000">
                    <a:alpha val="13374"/>
                  </a:srgbClr>
                </a:gs>
                <a:gs pos="28571">
                  <a:srgbClr val="000000">
                    <a:alpha val="10549"/>
                  </a:srgbClr>
                </a:gs>
                <a:gs pos="42857">
                  <a:srgbClr val="000000">
                    <a:alpha val="7051"/>
                  </a:srgbClr>
                </a:gs>
                <a:gs pos="57143">
                  <a:srgbClr val="000000">
                    <a:alpha val="3971"/>
                  </a:srgbClr>
                </a:gs>
                <a:gs pos="71429">
                  <a:srgbClr val="000000">
                    <a:alpha val="1879"/>
                  </a:srgbClr>
                </a:gs>
                <a:gs pos="85714">
                  <a:srgbClr val="000000">
                    <a:alpha val="747"/>
                  </a:srgbClr>
                </a:gs>
                <a:gs pos="100000">
                  <a:srgbClr val="000000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6105198">
              <a:off x="1211732" y="1624164"/>
              <a:ext cx="213560" cy="205863"/>
            </a:xfrm>
            <a:prstGeom prst="ellipse">
              <a:avLst/>
            </a:prstGeom>
            <a:gradFill>
              <a:gsLst>
                <a:gs pos="0">
                  <a:srgbClr val="009E5A">
                    <a:alpha val="6087"/>
                  </a:srgbClr>
                </a:gs>
                <a:gs pos="14286">
                  <a:srgbClr val="009E5A">
                    <a:alpha val="5609"/>
                  </a:srgbClr>
                </a:gs>
                <a:gs pos="28571">
                  <a:srgbClr val="009E5A">
                    <a:alpha val="4383"/>
                  </a:srgbClr>
                </a:gs>
                <a:gs pos="42857">
                  <a:srgbClr val="009E5A">
                    <a:alpha val="2897"/>
                  </a:srgbClr>
                </a:gs>
                <a:gs pos="57143">
                  <a:srgbClr val="009E5A">
                    <a:alpha val="1616"/>
                  </a:srgbClr>
                </a:gs>
                <a:gs pos="71429">
                  <a:srgbClr val="009E5A">
                    <a:alpha val="760"/>
                  </a:srgbClr>
                </a:gs>
                <a:gs pos="85714">
                  <a:srgbClr val="009E5A">
                    <a:alpha val="301"/>
                  </a:srgbClr>
                </a:gs>
                <a:gs pos="100000">
                  <a:srgbClr val="009E5A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7081958">
              <a:off x="1314945" y="2185311"/>
              <a:ext cx="454696" cy="193591"/>
            </a:xfrm>
            <a:prstGeom prst="ellipse">
              <a:avLst/>
            </a:prstGeom>
            <a:gradFill>
              <a:gsLst>
                <a:gs pos="0">
                  <a:srgbClr val="002B92">
                    <a:alpha val="10825"/>
                  </a:srgbClr>
                </a:gs>
                <a:gs pos="14286">
                  <a:srgbClr val="002B92">
                    <a:alpha val="9994"/>
                  </a:srgbClr>
                </a:gs>
                <a:gs pos="28571">
                  <a:srgbClr val="002B92">
                    <a:alpha val="7851"/>
                  </a:srgbClr>
                </a:gs>
                <a:gs pos="42857">
                  <a:srgbClr val="002B92">
                    <a:alpha val="5221"/>
                  </a:srgbClr>
                </a:gs>
                <a:gs pos="57143">
                  <a:srgbClr val="002B92">
                    <a:alpha val="2928"/>
                  </a:srgbClr>
                </a:gs>
                <a:gs pos="71429">
                  <a:srgbClr val="002B92">
                    <a:alpha val="1381"/>
                  </a:srgbClr>
                </a:gs>
                <a:gs pos="85714">
                  <a:srgbClr val="002B92">
                    <a:alpha val="549"/>
                  </a:srgbClr>
                </a:gs>
                <a:gs pos="100000">
                  <a:srgbClr val="002B92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5193290">
              <a:off x="805469" y="957074"/>
              <a:ext cx="629948" cy="64190"/>
            </a:xfrm>
            <a:prstGeom prst="ellipse">
              <a:avLst/>
            </a:prstGeom>
            <a:gradFill>
              <a:gsLst>
                <a:gs pos="0">
                  <a:srgbClr val="601C00">
                    <a:alpha val="32968"/>
                  </a:srgbClr>
                </a:gs>
                <a:gs pos="14286">
                  <a:srgbClr val="601C00">
                    <a:alpha val="30764"/>
                  </a:srgbClr>
                </a:gs>
                <a:gs pos="28571">
                  <a:srgbClr val="601C00">
                    <a:alpha val="24833"/>
                  </a:srgbClr>
                </a:gs>
                <a:gs pos="42857">
                  <a:srgbClr val="601C00">
                    <a:alpha val="17075"/>
                  </a:srgbClr>
                </a:gs>
                <a:gs pos="57143">
                  <a:srgbClr val="601C00">
                    <a:alpha val="9855"/>
                  </a:srgbClr>
                </a:gs>
                <a:gs pos="71429">
                  <a:srgbClr val="601C00">
                    <a:alpha val="4740"/>
                  </a:srgbClr>
                </a:gs>
                <a:gs pos="85714">
                  <a:srgbClr val="601C00">
                    <a:alpha val="1902"/>
                  </a:srgbClr>
                </a:gs>
                <a:gs pos="100000">
                  <a:srgbClr val="601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4708478">
              <a:off x="1205826" y="2079229"/>
              <a:ext cx="681594" cy="568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-10714910">
              <a:off x="848495" y="1618493"/>
              <a:ext cx="359430" cy="102069"/>
            </a:xfrm>
            <a:prstGeom prst="ellipse">
              <a:avLst/>
            </a:prstGeom>
            <a:gradFill>
              <a:gsLst>
                <a:gs pos="0">
                  <a:srgbClr val="270061">
                    <a:alpha val="32968"/>
                  </a:srgbClr>
                </a:gs>
                <a:gs pos="14286">
                  <a:srgbClr val="270061">
                    <a:alpha val="30764"/>
                  </a:srgbClr>
                </a:gs>
                <a:gs pos="28571">
                  <a:srgbClr val="270061">
                    <a:alpha val="24833"/>
                  </a:srgbClr>
                </a:gs>
                <a:gs pos="42857">
                  <a:srgbClr val="270061">
                    <a:alpha val="17075"/>
                  </a:srgbClr>
                </a:gs>
                <a:gs pos="57143">
                  <a:srgbClr val="270061">
                    <a:alpha val="9855"/>
                  </a:srgbClr>
                </a:gs>
                <a:gs pos="71429">
                  <a:srgbClr val="270061">
                    <a:alpha val="4740"/>
                  </a:srgbClr>
                </a:gs>
                <a:gs pos="85714">
                  <a:srgbClr val="270061">
                    <a:alpha val="1902"/>
                  </a:srgbClr>
                </a:gs>
                <a:gs pos="100000">
                  <a:srgbClr val="2700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4139448">
              <a:off x="797330" y="1659983"/>
              <a:ext cx="327475" cy="150498"/>
            </a:xfrm>
            <a:prstGeom prst="ellipse">
              <a:avLst/>
            </a:prstGeom>
            <a:gradFill>
              <a:gsLst>
                <a:gs pos="0">
                  <a:srgbClr val="4067A8">
                    <a:alpha val="32968"/>
                  </a:srgbClr>
                </a:gs>
                <a:gs pos="14286">
                  <a:srgbClr val="4067A8">
                    <a:alpha val="30764"/>
                  </a:srgbClr>
                </a:gs>
                <a:gs pos="28571">
                  <a:srgbClr val="4067A8">
                    <a:alpha val="24833"/>
                  </a:srgbClr>
                </a:gs>
                <a:gs pos="42857">
                  <a:srgbClr val="4067A8">
                    <a:alpha val="17075"/>
                  </a:srgbClr>
                </a:gs>
                <a:gs pos="57143">
                  <a:srgbClr val="4067A8">
                    <a:alpha val="9855"/>
                  </a:srgbClr>
                </a:gs>
                <a:gs pos="71429">
                  <a:srgbClr val="4067A8">
                    <a:alpha val="4740"/>
                  </a:srgbClr>
                </a:gs>
                <a:gs pos="85714">
                  <a:srgbClr val="4067A8">
                    <a:alpha val="1902"/>
                  </a:srgbClr>
                </a:gs>
                <a:gs pos="100000">
                  <a:srgbClr val="4067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-10775931">
              <a:off x="1649388" y="1374478"/>
              <a:ext cx="373721" cy="194243"/>
            </a:xfrm>
            <a:prstGeom prst="ellipse">
              <a:avLst/>
            </a:prstGeom>
            <a:gradFill>
              <a:gsLst>
                <a:gs pos="0">
                  <a:srgbClr val="000050">
                    <a:alpha val="31693"/>
                  </a:srgbClr>
                </a:gs>
                <a:gs pos="14286">
                  <a:srgbClr val="000050">
                    <a:alpha val="29554"/>
                  </a:srgbClr>
                </a:gs>
                <a:gs pos="28571">
                  <a:srgbClr val="000050">
                    <a:alpha val="23815"/>
                  </a:srgbClr>
                </a:gs>
                <a:gs pos="42857">
                  <a:srgbClr val="000050">
                    <a:alpha val="16340"/>
                  </a:srgbClr>
                </a:gs>
                <a:gs pos="57143">
                  <a:srgbClr val="000050">
                    <a:alpha val="9413"/>
                  </a:srgbClr>
                </a:gs>
                <a:gs pos="71429">
                  <a:srgbClr val="000050">
                    <a:alpha val="4522"/>
                  </a:srgbClr>
                </a:gs>
                <a:gs pos="85714">
                  <a:srgbClr val="000050">
                    <a:alpha val="1813"/>
                  </a:srgbClr>
                </a:gs>
                <a:gs pos="100000">
                  <a:srgbClr val="000050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5376241">
              <a:off x="701307" y="1486298"/>
              <a:ext cx="284943" cy="281308"/>
            </a:xfrm>
            <a:prstGeom prst="ellipse">
              <a:avLst/>
            </a:prstGeom>
            <a:gradFill>
              <a:gsLst>
                <a:gs pos="0">
                  <a:srgbClr val="00F000">
                    <a:alpha val="6029"/>
                  </a:srgbClr>
                </a:gs>
                <a:gs pos="14286">
                  <a:srgbClr val="00F000">
                    <a:alpha val="5556"/>
                  </a:srgbClr>
                </a:gs>
                <a:gs pos="28571">
                  <a:srgbClr val="00F000">
                    <a:alpha val="4341"/>
                  </a:srgbClr>
                </a:gs>
                <a:gs pos="42857">
                  <a:srgbClr val="00F000">
                    <a:alpha val="2869"/>
                  </a:srgbClr>
                </a:gs>
                <a:gs pos="57143">
                  <a:srgbClr val="00F000">
                    <a:alpha val="1600"/>
                  </a:srgbClr>
                </a:gs>
                <a:gs pos="71429">
                  <a:srgbClr val="00F000">
                    <a:alpha val="752"/>
                  </a:srgbClr>
                </a:gs>
                <a:gs pos="85714">
                  <a:srgbClr val="00F000">
                    <a:alpha val="298"/>
                  </a:srgbClr>
                </a:gs>
                <a:gs pos="100000">
                  <a:srgbClr val="00F000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9031284">
              <a:off x="1852684" y="2215687"/>
              <a:ext cx="625383" cy="160942"/>
            </a:xfrm>
            <a:prstGeom prst="ellipse">
              <a:avLst/>
            </a:prstGeom>
            <a:gradFill>
              <a:gsLst>
                <a:gs pos="0">
                  <a:srgbClr val="002B00">
                    <a:alpha val="32968"/>
                  </a:srgbClr>
                </a:gs>
                <a:gs pos="14286">
                  <a:srgbClr val="002B00">
                    <a:alpha val="30764"/>
                  </a:srgbClr>
                </a:gs>
                <a:gs pos="28571">
                  <a:srgbClr val="002B00">
                    <a:alpha val="24833"/>
                  </a:srgbClr>
                </a:gs>
                <a:gs pos="42857">
                  <a:srgbClr val="002B00">
                    <a:alpha val="17075"/>
                  </a:srgbClr>
                </a:gs>
                <a:gs pos="57143">
                  <a:srgbClr val="002B00">
                    <a:alpha val="9855"/>
                  </a:srgbClr>
                </a:gs>
                <a:gs pos="71429">
                  <a:srgbClr val="002B00">
                    <a:alpha val="4740"/>
                  </a:srgbClr>
                </a:gs>
                <a:gs pos="85714">
                  <a:srgbClr val="002B00">
                    <a:alpha val="1902"/>
                  </a:srgbClr>
                </a:gs>
                <a:gs pos="100000">
                  <a:srgbClr val="00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8243815">
              <a:off x="753499" y="1186765"/>
              <a:ext cx="387303" cy="64071"/>
            </a:xfrm>
            <a:prstGeom prst="ellipse">
              <a:avLst/>
            </a:prstGeom>
            <a:gradFill>
              <a:gsLst>
                <a:gs pos="0">
                  <a:srgbClr val="374700">
                    <a:alpha val="32968"/>
                  </a:srgbClr>
                </a:gs>
                <a:gs pos="14286">
                  <a:srgbClr val="374700">
                    <a:alpha val="30764"/>
                  </a:srgbClr>
                </a:gs>
                <a:gs pos="28571">
                  <a:srgbClr val="374700">
                    <a:alpha val="24833"/>
                  </a:srgbClr>
                </a:gs>
                <a:gs pos="42857">
                  <a:srgbClr val="374700">
                    <a:alpha val="17075"/>
                  </a:srgbClr>
                </a:gs>
                <a:gs pos="57143">
                  <a:srgbClr val="374700">
                    <a:alpha val="9855"/>
                  </a:srgbClr>
                </a:gs>
                <a:gs pos="71429">
                  <a:srgbClr val="374700">
                    <a:alpha val="4740"/>
                  </a:srgbClr>
                </a:gs>
                <a:gs pos="85714">
                  <a:srgbClr val="374700">
                    <a:alpha val="1902"/>
                  </a:srgbClr>
                </a:gs>
                <a:gs pos="100000">
                  <a:srgbClr val="374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3658367">
              <a:off x="1095918" y="1245631"/>
              <a:ext cx="301459" cy="285569"/>
            </a:xfrm>
            <a:prstGeom prst="ellipse">
              <a:avLst/>
            </a:prstGeom>
            <a:gradFill>
              <a:gsLst>
                <a:gs pos="0">
                  <a:srgbClr val="009293">
                    <a:alpha val="2727"/>
                  </a:srgbClr>
                </a:gs>
                <a:gs pos="14286">
                  <a:srgbClr val="009293">
                    <a:alpha val="2509"/>
                  </a:srgbClr>
                </a:gs>
                <a:gs pos="28571">
                  <a:srgbClr val="009293">
                    <a:alpha val="1954"/>
                  </a:srgbClr>
                </a:gs>
                <a:gs pos="42857">
                  <a:srgbClr val="009293">
                    <a:alpha val="1286"/>
                  </a:srgbClr>
                </a:gs>
                <a:gs pos="57143">
                  <a:srgbClr val="009293">
                    <a:alpha val="714"/>
                  </a:srgbClr>
                </a:gs>
                <a:gs pos="71429">
                  <a:srgbClr val="009293">
                    <a:alpha val="335"/>
                  </a:srgbClr>
                </a:gs>
                <a:gs pos="85714">
                  <a:srgbClr val="009293">
                    <a:alpha val="133"/>
                  </a:srgbClr>
                </a:gs>
                <a:gs pos="100000">
                  <a:srgbClr val="009293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3035495">
              <a:off x="1895960" y="1050076"/>
              <a:ext cx="358284" cy="134331"/>
            </a:xfrm>
            <a:prstGeom prst="ellipse">
              <a:avLst/>
            </a:prstGeom>
            <a:gradFill>
              <a:gsLst>
                <a:gs pos="0">
                  <a:srgbClr val="000000">
                    <a:alpha val="19858"/>
                  </a:srgbClr>
                </a:gs>
                <a:gs pos="14286">
                  <a:srgbClr val="000000">
                    <a:alpha val="18410"/>
                  </a:srgbClr>
                </a:gs>
                <a:gs pos="28571">
                  <a:srgbClr val="000000">
                    <a:alpha val="14613"/>
                  </a:srgbClr>
                </a:gs>
                <a:gs pos="42857">
                  <a:srgbClr val="000000">
                    <a:alpha val="9843"/>
                  </a:srgbClr>
                </a:gs>
                <a:gs pos="57143">
                  <a:srgbClr val="000000">
                    <a:alpha val="5580"/>
                  </a:srgbClr>
                </a:gs>
                <a:gs pos="71429">
                  <a:srgbClr val="000000">
                    <a:alpha val="2652"/>
                  </a:srgbClr>
                </a:gs>
                <a:gs pos="85714">
                  <a:srgbClr val="000000">
                    <a:alpha val="1057"/>
                  </a:srgbClr>
                </a:gs>
                <a:gs pos="100000">
                  <a:srgbClr val="000000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4301432">
              <a:off x="530966" y="3065528"/>
              <a:ext cx="414106" cy="200413"/>
            </a:xfrm>
            <a:prstGeom prst="ellipse">
              <a:avLst/>
            </a:prstGeom>
            <a:gradFill>
              <a:gsLst>
                <a:gs pos="0">
                  <a:srgbClr val="1B5998">
                    <a:alpha val="31420"/>
                  </a:srgbClr>
                </a:gs>
                <a:gs pos="14286">
                  <a:srgbClr val="1B5998">
                    <a:alpha val="29295"/>
                  </a:srgbClr>
                </a:gs>
                <a:gs pos="28571">
                  <a:srgbClr val="1B5998">
                    <a:alpha val="23598"/>
                  </a:srgbClr>
                </a:gs>
                <a:gs pos="42857">
                  <a:srgbClr val="1B5998">
                    <a:alpha val="16184"/>
                  </a:srgbClr>
                </a:gs>
                <a:gs pos="57143">
                  <a:srgbClr val="1B5998">
                    <a:alpha val="9319"/>
                  </a:srgbClr>
                </a:gs>
                <a:gs pos="71429">
                  <a:srgbClr val="1B5998">
                    <a:alpha val="4476"/>
                  </a:srgbClr>
                </a:gs>
                <a:gs pos="85714">
                  <a:srgbClr val="1B5998">
                    <a:alpha val="1794"/>
                  </a:srgbClr>
                </a:gs>
                <a:gs pos="100000">
                  <a:srgbClr val="1B5998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-8781579">
              <a:off x="1167532" y="1893761"/>
              <a:ext cx="230222" cy="207167"/>
            </a:xfrm>
            <a:prstGeom prst="ellipse">
              <a:avLst/>
            </a:prstGeom>
            <a:gradFill>
              <a:gsLst>
                <a:gs pos="0">
                  <a:srgbClr val="B50000">
                    <a:alpha val="12649"/>
                  </a:srgbClr>
                </a:gs>
                <a:gs pos="14286">
                  <a:srgbClr val="B50000">
                    <a:alpha val="11688"/>
                  </a:srgbClr>
                </a:gs>
                <a:gs pos="28571">
                  <a:srgbClr val="B50000">
                    <a:alpha val="9200"/>
                  </a:srgbClr>
                </a:gs>
                <a:gs pos="42857">
                  <a:srgbClr val="B50000">
                    <a:alpha val="6134"/>
                  </a:srgbClr>
                </a:gs>
                <a:gs pos="57143">
                  <a:srgbClr val="B50000">
                    <a:alpha val="3447"/>
                  </a:srgbClr>
                </a:gs>
                <a:gs pos="71429">
                  <a:srgbClr val="B50000">
                    <a:alpha val="1628"/>
                  </a:srgbClr>
                </a:gs>
                <a:gs pos="85714">
                  <a:srgbClr val="B50000">
                    <a:alpha val="647"/>
                  </a:srgbClr>
                </a:gs>
                <a:gs pos="100000">
                  <a:srgbClr val="B500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-8223857">
              <a:off x="2121686" y="1301685"/>
              <a:ext cx="285207" cy="271360"/>
            </a:xfrm>
            <a:prstGeom prst="ellipse">
              <a:avLst/>
            </a:prstGeom>
            <a:gradFill>
              <a:gsLst>
                <a:gs pos="0">
                  <a:srgbClr val="A20039">
                    <a:alpha val="12586"/>
                  </a:srgbClr>
                </a:gs>
                <a:gs pos="14286">
                  <a:srgbClr val="A20039">
                    <a:alpha val="11629"/>
                  </a:srgbClr>
                </a:gs>
                <a:gs pos="28571">
                  <a:srgbClr val="A20039">
                    <a:alpha val="9153"/>
                  </a:srgbClr>
                </a:gs>
                <a:gs pos="42857">
                  <a:srgbClr val="A20039">
                    <a:alpha val="6102"/>
                  </a:srgbClr>
                </a:gs>
                <a:gs pos="57143">
                  <a:srgbClr val="A20039">
                    <a:alpha val="3429"/>
                  </a:srgbClr>
                </a:gs>
                <a:gs pos="71429">
                  <a:srgbClr val="A20039">
                    <a:alpha val="1620"/>
                  </a:srgbClr>
                </a:gs>
                <a:gs pos="85714">
                  <a:srgbClr val="A20039">
                    <a:alpha val="644"/>
                  </a:srgbClr>
                </a:gs>
                <a:gs pos="100000">
                  <a:srgbClr val="A20039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9397412">
              <a:off x="2912362" y="1863956"/>
              <a:ext cx="309574" cy="285750"/>
            </a:xfrm>
            <a:prstGeom prst="ellipse">
              <a:avLst/>
            </a:prstGeom>
            <a:gradFill>
              <a:gsLst>
                <a:gs pos="0">
                  <a:srgbClr val="E8CBC0">
                    <a:alpha val="7151"/>
                  </a:srgbClr>
                </a:gs>
                <a:gs pos="14286">
                  <a:srgbClr val="E8CBC0">
                    <a:alpha val="6592"/>
                  </a:srgbClr>
                </a:gs>
                <a:gs pos="28571">
                  <a:srgbClr val="E8CBC0">
                    <a:alpha val="5157"/>
                  </a:srgbClr>
                </a:gs>
                <a:gs pos="42857">
                  <a:srgbClr val="E8CBC0">
                    <a:alpha val="3413"/>
                  </a:srgbClr>
                </a:gs>
                <a:gs pos="57143">
                  <a:srgbClr val="E8CBC0">
                    <a:alpha val="1906"/>
                  </a:srgbClr>
                </a:gs>
                <a:gs pos="71429">
                  <a:srgbClr val="E8CBC0">
                    <a:alpha val="897"/>
                  </a:srgbClr>
                </a:gs>
                <a:gs pos="85714">
                  <a:srgbClr val="E8CBC0">
                    <a:alpha val="356"/>
                  </a:srgbClr>
                </a:gs>
                <a:gs pos="100000">
                  <a:srgbClr val="E8CBC0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-9782710">
              <a:off x="2453635" y="1772317"/>
              <a:ext cx="271244" cy="214574"/>
            </a:xfrm>
            <a:prstGeom prst="ellipse">
              <a:avLst/>
            </a:prstGeom>
            <a:gradFill>
              <a:gsLst>
                <a:gs pos="0">
                  <a:srgbClr val="9B00DB">
                    <a:alpha val="3967"/>
                  </a:srgbClr>
                </a:gs>
                <a:gs pos="14286">
                  <a:srgbClr val="9B00DB">
                    <a:alpha val="3652"/>
                  </a:srgbClr>
                </a:gs>
                <a:gs pos="28571">
                  <a:srgbClr val="9B00DB">
                    <a:alpha val="2847"/>
                  </a:srgbClr>
                </a:gs>
                <a:gs pos="42857">
                  <a:srgbClr val="9B00DB">
                    <a:alpha val="1877"/>
                  </a:srgbClr>
                </a:gs>
                <a:gs pos="57143">
                  <a:srgbClr val="9B00DB">
                    <a:alpha val="1044"/>
                  </a:srgbClr>
                </a:gs>
                <a:gs pos="71429">
                  <a:srgbClr val="9B00DB">
                    <a:alpha val="490"/>
                  </a:srgbClr>
                </a:gs>
                <a:gs pos="85714">
                  <a:srgbClr val="9B00DB">
                    <a:alpha val="194"/>
                  </a:srgbClr>
                </a:gs>
                <a:gs pos="100000">
                  <a:srgbClr val="9B00DB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-8288994">
              <a:off x="711394" y="1790725"/>
              <a:ext cx="557221" cy="117084"/>
            </a:xfrm>
            <a:prstGeom prst="ellipse">
              <a:avLst/>
            </a:prstGeom>
            <a:gradFill>
              <a:gsLst>
                <a:gs pos="0">
                  <a:srgbClr val="000047">
                    <a:alpha val="25264"/>
                  </a:srgbClr>
                </a:gs>
                <a:gs pos="14286">
                  <a:srgbClr val="000047">
                    <a:alpha val="23483"/>
                  </a:srgbClr>
                </a:gs>
                <a:gs pos="28571">
                  <a:srgbClr val="000047">
                    <a:alpha val="18764"/>
                  </a:srgbClr>
                </a:gs>
                <a:gs pos="42857">
                  <a:srgbClr val="000047">
                    <a:alpha val="12743"/>
                  </a:srgbClr>
                </a:gs>
                <a:gs pos="57143">
                  <a:srgbClr val="000047">
                    <a:alpha val="7275"/>
                  </a:srgbClr>
                </a:gs>
                <a:gs pos="71429">
                  <a:srgbClr val="000047">
                    <a:alpha val="3474"/>
                  </a:srgbClr>
                </a:gs>
                <a:gs pos="85714">
                  <a:srgbClr val="000047">
                    <a:alpha val="1388"/>
                  </a:srgbClr>
                </a:gs>
                <a:gs pos="100000">
                  <a:srgbClr val="000047">
                    <a:alpha val="4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4817558">
              <a:off x="1470812" y="1864416"/>
              <a:ext cx="217257" cy="206569"/>
            </a:xfrm>
            <a:prstGeom prst="ellipse">
              <a:avLst/>
            </a:prstGeom>
            <a:gradFill>
              <a:gsLst>
                <a:gs pos="0">
                  <a:srgbClr val="F30000">
                    <a:alpha val="10905"/>
                  </a:srgbClr>
                </a:gs>
                <a:gs pos="14286">
                  <a:srgbClr val="F30000">
                    <a:alpha val="10069"/>
                  </a:srgbClr>
                </a:gs>
                <a:gs pos="28571">
                  <a:srgbClr val="F30000">
                    <a:alpha val="7910"/>
                  </a:srgbClr>
                </a:gs>
                <a:gs pos="42857">
                  <a:srgbClr val="F30000">
                    <a:alpha val="5262"/>
                  </a:srgbClr>
                </a:gs>
                <a:gs pos="57143">
                  <a:srgbClr val="F30000">
                    <a:alpha val="2951"/>
                  </a:srgbClr>
                </a:gs>
                <a:gs pos="71429">
                  <a:srgbClr val="F30000">
                    <a:alpha val="1392"/>
                  </a:srgbClr>
                </a:gs>
                <a:gs pos="85714">
                  <a:srgbClr val="F30000">
                    <a:alpha val="553"/>
                  </a:srgbClr>
                </a:gs>
                <a:gs pos="100000">
                  <a:srgbClr val="F30000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-10421900">
              <a:off x="3298952" y="1681548"/>
              <a:ext cx="316992" cy="286569"/>
            </a:xfrm>
            <a:prstGeom prst="ellipse">
              <a:avLst/>
            </a:prstGeom>
            <a:gradFill>
              <a:gsLst>
                <a:gs pos="0">
                  <a:srgbClr val="85A196">
                    <a:alpha val="3447"/>
                  </a:srgbClr>
                </a:gs>
                <a:gs pos="14286">
                  <a:srgbClr val="85A196">
                    <a:alpha val="3173"/>
                  </a:srgbClr>
                </a:gs>
                <a:gs pos="28571">
                  <a:srgbClr val="85A196">
                    <a:alpha val="2472"/>
                  </a:srgbClr>
                </a:gs>
                <a:gs pos="42857">
                  <a:srgbClr val="85A196">
                    <a:alpha val="1629"/>
                  </a:srgbClr>
                </a:gs>
                <a:gs pos="57143">
                  <a:srgbClr val="85A196">
                    <a:alpha val="906"/>
                  </a:srgbClr>
                </a:gs>
                <a:gs pos="71429">
                  <a:srgbClr val="85A196">
                    <a:alpha val="425"/>
                  </a:srgbClr>
                </a:gs>
                <a:gs pos="85714">
                  <a:srgbClr val="85A196">
                    <a:alpha val="168"/>
                  </a:srgbClr>
                </a:gs>
                <a:gs pos="100000">
                  <a:srgbClr val="85A196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3677068">
              <a:off x="1051435" y="1995941"/>
              <a:ext cx="438643" cy="99374"/>
            </a:xfrm>
            <a:prstGeom prst="ellipse">
              <a:avLst/>
            </a:prstGeom>
            <a:gradFill>
              <a:gsLst>
                <a:gs pos="0">
                  <a:srgbClr val="7E8EFF">
                    <a:alpha val="32968"/>
                  </a:srgbClr>
                </a:gs>
                <a:gs pos="14286">
                  <a:srgbClr val="7E8EFF">
                    <a:alpha val="30764"/>
                  </a:srgbClr>
                </a:gs>
                <a:gs pos="28571">
                  <a:srgbClr val="7E8EFF">
                    <a:alpha val="24833"/>
                  </a:srgbClr>
                </a:gs>
                <a:gs pos="42857">
                  <a:srgbClr val="7E8EFF">
                    <a:alpha val="17075"/>
                  </a:srgbClr>
                </a:gs>
                <a:gs pos="57143">
                  <a:srgbClr val="7E8EFF">
                    <a:alpha val="9855"/>
                  </a:srgbClr>
                </a:gs>
                <a:gs pos="71429">
                  <a:srgbClr val="7E8EFF">
                    <a:alpha val="4740"/>
                  </a:srgbClr>
                </a:gs>
                <a:gs pos="85714">
                  <a:srgbClr val="7E8EFF">
                    <a:alpha val="1902"/>
                  </a:srgbClr>
                </a:gs>
                <a:gs pos="100000">
                  <a:srgbClr val="7E8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-8448559">
              <a:off x="2253002" y="881954"/>
              <a:ext cx="469967" cy="49525"/>
            </a:xfrm>
            <a:prstGeom prst="ellipse">
              <a:avLst/>
            </a:prstGeom>
            <a:gradFill>
              <a:gsLst>
                <a:gs pos="0">
                  <a:srgbClr val="8D0000">
                    <a:alpha val="32968"/>
                  </a:srgbClr>
                </a:gs>
                <a:gs pos="14286">
                  <a:srgbClr val="8D0000">
                    <a:alpha val="30764"/>
                  </a:srgbClr>
                </a:gs>
                <a:gs pos="28571">
                  <a:srgbClr val="8D0000">
                    <a:alpha val="24833"/>
                  </a:srgbClr>
                </a:gs>
                <a:gs pos="42857">
                  <a:srgbClr val="8D0000">
                    <a:alpha val="17075"/>
                  </a:srgbClr>
                </a:gs>
                <a:gs pos="57143">
                  <a:srgbClr val="8D0000">
                    <a:alpha val="9855"/>
                  </a:srgbClr>
                </a:gs>
                <a:gs pos="71429">
                  <a:srgbClr val="8D0000">
                    <a:alpha val="4740"/>
                  </a:srgbClr>
                </a:gs>
                <a:gs pos="85714">
                  <a:srgbClr val="8D0000">
                    <a:alpha val="1902"/>
                  </a:srgbClr>
                </a:gs>
                <a:gs pos="100000">
                  <a:srgbClr val="8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5384854">
              <a:off x="1671466" y="1789446"/>
              <a:ext cx="424797" cy="283580"/>
            </a:xfrm>
            <a:prstGeom prst="ellipse">
              <a:avLst/>
            </a:prstGeom>
            <a:gradFill>
              <a:gsLst>
                <a:gs pos="0">
                  <a:srgbClr val="8300FF">
                    <a:alpha val="7458"/>
                  </a:srgbClr>
                </a:gs>
                <a:gs pos="14286">
                  <a:srgbClr val="8300FF">
                    <a:alpha val="6876"/>
                  </a:srgbClr>
                </a:gs>
                <a:gs pos="28571">
                  <a:srgbClr val="8300FF">
                    <a:alpha val="5381"/>
                  </a:srgbClr>
                </a:gs>
                <a:gs pos="42857">
                  <a:srgbClr val="8300FF">
                    <a:alpha val="3563"/>
                  </a:srgbClr>
                </a:gs>
                <a:gs pos="57143">
                  <a:srgbClr val="8300FF">
                    <a:alpha val="1990"/>
                  </a:srgbClr>
                </a:gs>
                <a:gs pos="71429">
                  <a:srgbClr val="8300FF">
                    <a:alpha val="937"/>
                  </a:srgbClr>
                </a:gs>
                <a:gs pos="85714">
                  <a:srgbClr val="8300FF">
                    <a:alpha val="371"/>
                  </a:srgbClr>
                </a:gs>
                <a:gs pos="100000">
                  <a:srgbClr val="8300FF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-8522093">
              <a:off x="1226446" y="1377960"/>
              <a:ext cx="316375" cy="115599"/>
            </a:xfrm>
            <a:prstGeom prst="ellipse">
              <a:avLst/>
            </a:prstGeom>
            <a:gradFill>
              <a:gsLst>
                <a:gs pos="0">
                  <a:srgbClr val="000843">
                    <a:alpha val="30362"/>
                  </a:srgbClr>
                </a:gs>
                <a:gs pos="14286">
                  <a:srgbClr val="000843">
                    <a:alpha val="28293"/>
                  </a:srgbClr>
                </a:gs>
                <a:gs pos="28571">
                  <a:srgbClr val="000843">
                    <a:alpha val="22759"/>
                  </a:srgbClr>
                </a:gs>
                <a:gs pos="42857">
                  <a:srgbClr val="000843">
                    <a:alpha val="15581"/>
                  </a:srgbClr>
                </a:gs>
                <a:gs pos="57143">
                  <a:srgbClr val="000843">
                    <a:alpha val="8959"/>
                  </a:srgbClr>
                </a:gs>
                <a:gs pos="71429">
                  <a:srgbClr val="000843">
                    <a:alpha val="4298"/>
                  </a:srgbClr>
                </a:gs>
                <a:gs pos="85714">
                  <a:srgbClr val="000843">
                    <a:alpha val="1722"/>
                  </a:srgbClr>
                </a:gs>
                <a:gs pos="100000">
                  <a:srgbClr val="000843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3805536">
              <a:off x="520888" y="3103838"/>
              <a:ext cx="354498" cy="123270"/>
            </a:xfrm>
            <a:prstGeom prst="ellipse">
              <a:avLst/>
            </a:prstGeom>
            <a:gradFill>
              <a:gsLst>
                <a:gs pos="0">
                  <a:srgbClr val="004B7A">
                    <a:alpha val="32961"/>
                  </a:srgbClr>
                </a:gs>
                <a:gs pos="14286">
                  <a:srgbClr val="004B7A">
                    <a:alpha val="30758"/>
                  </a:srgbClr>
                </a:gs>
                <a:gs pos="28571">
                  <a:srgbClr val="004B7A">
                    <a:alpha val="24828"/>
                  </a:srgbClr>
                </a:gs>
                <a:gs pos="42857">
                  <a:srgbClr val="004B7A">
                    <a:alpha val="17071"/>
                  </a:srgbClr>
                </a:gs>
                <a:gs pos="57143">
                  <a:srgbClr val="004B7A">
                    <a:alpha val="9853"/>
                  </a:srgbClr>
                </a:gs>
                <a:gs pos="71429">
                  <a:srgbClr val="004B7A">
                    <a:alpha val="4739"/>
                  </a:srgbClr>
                </a:gs>
                <a:gs pos="85714">
                  <a:srgbClr val="004B7A">
                    <a:alpha val="1902"/>
                  </a:srgbClr>
                </a:gs>
                <a:gs pos="100000">
                  <a:srgbClr val="004B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10323813">
              <a:off x="1901767" y="1905085"/>
              <a:ext cx="312299" cy="278302"/>
            </a:xfrm>
            <a:prstGeom prst="ellipse">
              <a:avLst/>
            </a:prstGeom>
            <a:gradFill>
              <a:gsLst>
                <a:gs pos="0">
                  <a:srgbClr val="8400DB">
                    <a:alpha val="4785"/>
                  </a:srgbClr>
                </a:gs>
                <a:gs pos="14286">
                  <a:srgbClr val="8400DB">
                    <a:alpha val="4406"/>
                  </a:srgbClr>
                </a:gs>
                <a:gs pos="28571">
                  <a:srgbClr val="8400DB">
                    <a:alpha val="3438"/>
                  </a:srgbClr>
                </a:gs>
                <a:gs pos="42857">
                  <a:srgbClr val="8400DB">
                    <a:alpha val="2269"/>
                  </a:srgbClr>
                </a:gs>
                <a:gs pos="57143">
                  <a:srgbClr val="8400DB">
                    <a:alpha val="1264"/>
                  </a:srgbClr>
                </a:gs>
                <a:gs pos="71429">
                  <a:srgbClr val="8400DB">
                    <a:alpha val="593"/>
                  </a:srgbClr>
                </a:gs>
                <a:gs pos="85714">
                  <a:srgbClr val="8400DB">
                    <a:alpha val="235"/>
                  </a:srgbClr>
                </a:gs>
                <a:gs pos="100000">
                  <a:srgbClr val="8400DB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3775266">
              <a:off x="2106144" y="2305627"/>
              <a:ext cx="521138" cy="147373"/>
            </a:xfrm>
            <a:prstGeom prst="ellipse">
              <a:avLst/>
            </a:prstGeom>
            <a:gradFill>
              <a:gsLst>
                <a:gs pos="0">
                  <a:srgbClr val="001E00">
                    <a:alpha val="32968"/>
                  </a:srgbClr>
                </a:gs>
                <a:gs pos="14286">
                  <a:srgbClr val="001E00">
                    <a:alpha val="30764"/>
                  </a:srgbClr>
                </a:gs>
                <a:gs pos="28571">
                  <a:srgbClr val="001E00">
                    <a:alpha val="24833"/>
                  </a:srgbClr>
                </a:gs>
                <a:gs pos="42857">
                  <a:srgbClr val="001E00">
                    <a:alpha val="17075"/>
                  </a:srgbClr>
                </a:gs>
                <a:gs pos="57143">
                  <a:srgbClr val="001E00">
                    <a:alpha val="9855"/>
                  </a:srgbClr>
                </a:gs>
                <a:gs pos="71429">
                  <a:srgbClr val="001E00">
                    <a:alpha val="4740"/>
                  </a:srgbClr>
                </a:gs>
                <a:gs pos="85714">
                  <a:srgbClr val="001E00">
                    <a:alpha val="1902"/>
                  </a:srgbClr>
                </a:gs>
                <a:gs pos="100000">
                  <a:srgbClr val="00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-10525150">
              <a:off x="1982602" y="1150673"/>
              <a:ext cx="427812" cy="307354"/>
            </a:xfrm>
            <a:prstGeom prst="ellipse">
              <a:avLst/>
            </a:prstGeom>
            <a:gradFill>
              <a:gsLst>
                <a:gs pos="0">
                  <a:srgbClr val="0A0000">
                    <a:alpha val="30919"/>
                  </a:srgbClr>
                </a:gs>
                <a:gs pos="14286">
                  <a:srgbClr val="0A0000">
                    <a:alpha val="28821"/>
                  </a:srgbClr>
                </a:gs>
                <a:gs pos="28571">
                  <a:srgbClr val="0A0000">
                    <a:alpha val="23201"/>
                  </a:srgbClr>
                </a:gs>
                <a:gs pos="42857">
                  <a:srgbClr val="0A0000">
                    <a:alpha val="15898"/>
                  </a:srgbClr>
                </a:gs>
                <a:gs pos="57143">
                  <a:srgbClr val="0A0000">
                    <a:alpha val="9148"/>
                  </a:srgbClr>
                </a:gs>
                <a:gs pos="71429">
                  <a:srgbClr val="0A0000">
                    <a:alpha val="4392"/>
                  </a:srgbClr>
                </a:gs>
                <a:gs pos="85714">
                  <a:srgbClr val="0A0000">
                    <a:alpha val="1760"/>
                  </a:srgbClr>
                </a:gs>
                <a:gs pos="100000">
                  <a:srgbClr val="0A0000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2908716">
              <a:off x="752946" y="1728879"/>
              <a:ext cx="229983" cy="51511"/>
            </a:xfrm>
            <a:prstGeom prst="ellipse">
              <a:avLst/>
            </a:prstGeom>
            <a:gradFill>
              <a:gsLst>
                <a:gs pos="0">
                  <a:srgbClr val="DF6F00">
                    <a:alpha val="32968"/>
                  </a:srgbClr>
                </a:gs>
                <a:gs pos="14286">
                  <a:srgbClr val="DF6F00">
                    <a:alpha val="30764"/>
                  </a:srgbClr>
                </a:gs>
                <a:gs pos="28571">
                  <a:srgbClr val="DF6F00">
                    <a:alpha val="24833"/>
                  </a:srgbClr>
                </a:gs>
                <a:gs pos="42857">
                  <a:srgbClr val="DF6F00">
                    <a:alpha val="17075"/>
                  </a:srgbClr>
                </a:gs>
                <a:gs pos="57143">
                  <a:srgbClr val="DF6F00">
                    <a:alpha val="9855"/>
                  </a:srgbClr>
                </a:gs>
                <a:gs pos="71429">
                  <a:srgbClr val="DF6F00">
                    <a:alpha val="4740"/>
                  </a:srgbClr>
                </a:gs>
                <a:gs pos="85714">
                  <a:srgbClr val="DF6F00">
                    <a:alpha val="1902"/>
                  </a:srgbClr>
                </a:gs>
                <a:gs pos="100000">
                  <a:srgbClr val="DF6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6145554">
              <a:off x="1583167" y="2327246"/>
              <a:ext cx="122626" cy="663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-8268890">
              <a:off x="825977" y="830339"/>
              <a:ext cx="278182" cy="44911"/>
            </a:xfrm>
            <a:prstGeom prst="ellipse">
              <a:avLst/>
            </a:prstGeom>
            <a:gradFill>
              <a:gsLst>
                <a:gs pos="0">
                  <a:srgbClr val="FFFFC1">
                    <a:alpha val="32968"/>
                  </a:srgbClr>
                </a:gs>
                <a:gs pos="14286">
                  <a:srgbClr val="FFFFC1">
                    <a:alpha val="30764"/>
                  </a:srgbClr>
                </a:gs>
                <a:gs pos="28571">
                  <a:srgbClr val="FFFFC1">
                    <a:alpha val="24833"/>
                  </a:srgbClr>
                </a:gs>
                <a:gs pos="42857">
                  <a:srgbClr val="FFFFC1">
                    <a:alpha val="17075"/>
                  </a:srgbClr>
                </a:gs>
                <a:gs pos="57143">
                  <a:srgbClr val="FFFFC1">
                    <a:alpha val="9855"/>
                  </a:srgbClr>
                </a:gs>
                <a:gs pos="71429">
                  <a:srgbClr val="FFFFC1">
                    <a:alpha val="4740"/>
                  </a:srgbClr>
                </a:gs>
                <a:gs pos="85714">
                  <a:srgbClr val="FFFFC1">
                    <a:alpha val="1902"/>
                  </a:srgbClr>
                </a:gs>
                <a:gs pos="100000">
                  <a:srgbClr val="FFFF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3198058">
              <a:off x="2012077" y="1268235"/>
              <a:ext cx="391419" cy="187604"/>
            </a:xfrm>
            <a:prstGeom prst="ellipse">
              <a:avLst/>
            </a:prstGeom>
            <a:gradFill>
              <a:gsLst>
                <a:gs pos="0">
                  <a:srgbClr val="5C0000">
                    <a:alpha val="31110"/>
                  </a:srgbClr>
                </a:gs>
                <a:gs pos="14286">
                  <a:srgbClr val="5C0000">
                    <a:alpha val="29002"/>
                  </a:srgbClr>
                </a:gs>
                <a:gs pos="28571">
                  <a:srgbClr val="5C0000">
                    <a:alpha val="23352"/>
                  </a:srgbClr>
                </a:gs>
                <a:gs pos="42857">
                  <a:srgbClr val="5C0000">
                    <a:alpha val="16007"/>
                  </a:srgbClr>
                </a:gs>
                <a:gs pos="57143">
                  <a:srgbClr val="5C0000">
                    <a:alpha val="9213"/>
                  </a:srgbClr>
                </a:gs>
                <a:gs pos="71429">
                  <a:srgbClr val="5C0000">
                    <a:alpha val="4424"/>
                  </a:srgbClr>
                </a:gs>
                <a:gs pos="85714">
                  <a:srgbClr val="5C0000">
                    <a:alpha val="1773"/>
                  </a:srgbClr>
                </a:gs>
                <a:gs pos="100000">
                  <a:srgbClr val="5C0000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8893403">
              <a:off x="1651303" y="2333756"/>
              <a:ext cx="501791" cy="210811"/>
            </a:xfrm>
            <a:prstGeom prst="ellipse">
              <a:avLst/>
            </a:prstGeom>
            <a:gradFill>
              <a:gsLst>
                <a:gs pos="0">
                  <a:srgbClr val="00001E">
                    <a:alpha val="32968"/>
                  </a:srgbClr>
                </a:gs>
                <a:gs pos="14286">
                  <a:srgbClr val="00001E">
                    <a:alpha val="30764"/>
                  </a:srgbClr>
                </a:gs>
                <a:gs pos="28571">
                  <a:srgbClr val="00001E">
                    <a:alpha val="24833"/>
                  </a:srgbClr>
                </a:gs>
                <a:gs pos="42857">
                  <a:srgbClr val="00001E">
                    <a:alpha val="17075"/>
                  </a:srgbClr>
                </a:gs>
                <a:gs pos="57143">
                  <a:srgbClr val="00001E">
                    <a:alpha val="9855"/>
                  </a:srgbClr>
                </a:gs>
                <a:gs pos="71429">
                  <a:srgbClr val="00001E">
                    <a:alpha val="4740"/>
                  </a:srgbClr>
                </a:gs>
                <a:gs pos="85714">
                  <a:srgbClr val="00001E">
                    <a:alpha val="1902"/>
                  </a:srgbClr>
                </a:gs>
                <a:gs pos="100000">
                  <a:srgbClr val="00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3673778">
              <a:off x="2541681" y="1827915"/>
              <a:ext cx="344782" cy="114875"/>
            </a:xfrm>
            <a:prstGeom prst="ellipse">
              <a:avLst/>
            </a:prstGeom>
            <a:gradFill>
              <a:gsLst>
                <a:gs pos="0">
                  <a:srgbClr val="470000">
                    <a:alpha val="32968"/>
                  </a:srgbClr>
                </a:gs>
                <a:gs pos="14286">
                  <a:srgbClr val="470000">
                    <a:alpha val="30764"/>
                  </a:srgbClr>
                </a:gs>
                <a:gs pos="28571">
                  <a:srgbClr val="470000">
                    <a:alpha val="24833"/>
                  </a:srgbClr>
                </a:gs>
                <a:gs pos="42857">
                  <a:srgbClr val="470000">
                    <a:alpha val="17075"/>
                  </a:srgbClr>
                </a:gs>
                <a:gs pos="57143">
                  <a:srgbClr val="470000">
                    <a:alpha val="9855"/>
                  </a:srgbClr>
                </a:gs>
                <a:gs pos="71429">
                  <a:srgbClr val="470000">
                    <a:alpha val="4740"/>
                  </a:srgbClr>
                </a:gs>
                <a:gs pos="85714">
                  <a:srgbClr val="470000">
                    <a:alpha val="1902"/>
                  </a:srgbClr>
                </a:gs>
                <a:gs pos="100000">
                  <a:srgbClr val="4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6693073">
              <a:off x="-126819" y="2295138"/>
              <a:ext cx="432085" cy="380844"/>
            </a:xfrm>
            <a:prstGeom prst="ellipse">
              <a:avLst/>
            </a:prstGeom>
            <a:gradFill>
              <a:gsLst>
                <a:gs pos="0">
                  <a:srgbClr val="BF0000">
                    <a:alpha val="9831"/>
                  </a:srgbClr>
                </a:gs>
                <a:gs pos="14286">
                  <a:srgbClr val="BF0000">
                    <a:alpha val="9074"/>
                  </a:srgbClr>
                </a:gs>
                <a:gs pos="28571">
                  <a:srgbClr val="BF0000">
                    <a:alpha val="7119"/>
                  </a:srgbClr>
                </a:gs>
                <a:gs pos="42857">
                  <a:srgbClr val="BF0000">
                    <a:alpha val="4729"/>
                  </a:srgbClr>
                </a:gs>
                <a:gs pos="57143">
                  <a:srgbClr val="BF0000">
                    <a:alpha val="2649"/>
                  </a:srgbClr>
                </a:gs>
                <a:gs pos="71429">
                  <a:srgbClr val="BF0000">
                    <a:alpha val="1249"/>
                  </a:srgbClr>
                </a:gs>
                <a:gs pos="85714">
                  <a:srgbClr val="BF0000">
                    <a:alpha val="496"/>
                  </a:srgbClr>
                </a:gs>
                <a:gs pos="100000">
                  <a:srgbClr val="BF0000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3565047">
              <a:off x="3065711" y="1781378"/>
              <a:ext cx="336518" cy="278569"/>
            </a:xfrm>
            <a:prstGeom prst="ellipse">
              <a:avLst/>
            </a:prstGeom>
            <a:gradFill>
              <a:gsLst>
                <a:gs pos="0">
                  <a:srgbClr val="D0B7CE">
                    <a:alpha val="10715"/>
                  </a:srgbClr>
                </a:gs>
                <a:gs pos="14286">
                  <a:srgbClr val="D0B7CE">
                    <a:alpha val="9892"/>
                  </a:srgbClr>
                </a:gs>
                <a:gs pos="28571">
                  <a:srgbClr val="D0B7CE">
                    <a:alpha val="7769"/>
                  </a:srgbClr>
                </a:gs>
                <a:gs pos="42857">
                  <a:srgbClr val="D0B7CE">
                    <a:alpha val="5167"/>
                  </a:srgbClr>
                </a:gs>
                <a:gs pos="57143">
                  <a:srgbClr val="D0B7CE">
                    <a:alpha val="2897"/>
                  </a:srgbClr>
                </a:gs>
                <a:gs pos="71429">
                  <a:srgbClr val="D0B7CE">
                    <a:alpha val="1367"/>
                  </a:srgbClr>
                </a:gs>
                <a:gs pos="85714">
                  <a:srgbClr val="D0B7CE">
                    <a:alpha val="543"/>
                  </a:srgbClr>
                </a:gs>
                <a:gs pos="100000">
                  <a:srgbClr val="D0B7CE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-10136403">
              <a:off x="2038629" y="1437637"/>
              <a:ext cx="230294" cy="65357"/>
            </a:xfrm>
            <a:prstGeom prst="ellipse">
              <a:avLst/>
            </a:prstGeom>
            <a:gradFill>
              <a:gsLst>
                <a:gs pos="0">
                  <a:srgbClr val="9BB5FF">
                    <a:alpha val="32968"/>
                  </a:srgbClr>
                </a:gs>
                <a:gs pos="14286">
                  <a:srgbClr val="9BB5FF">
                    <a:alpha val="30764"/>
                  </a:srgbClr>
                </a:gs>
                <a:gs pos="28571">
                  <a:srgbClr val="9BB5FF">
                    <a:alpha val="24833"/>
                  </a:srgbClr>
                </a:gs>
                <a:gs pos="42857">
                  <a:srgbClr val="9BB5FF">
                    <a:alpha val="17075"/>
                  </a:srgbClr>
                </a:gs>
                <a:gs pos="57143">
                  <a:srgbClr val="9BB5FF">
                    <a:alpha val="9855"/>
                  </a:srgbClr>
                </a:gs>
                <a:gs pos="71429">
                  <a:srgbClr val="9BB5FF">
                    <a:alpha val="4740"/>
                  </a:srgbClr>
                </a:gs>
                <a:gs pos="85714">
                  <a:srgbClr val="9BB5FF">
                    <a:alpha val="1902"/>
                  </a:srgbClr>
                </a:gs>
                <a:gs pos="100000">
                  <a:srgbClr val="9BB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5156956">
              <a:off x="1983073" y="1158580"/>
              <a:ext cx="224126" cy="222124"/>
            </a:xfrm>
            <a:prstGeom prst="ellipse">
              <a:avLst/>
            </a:prstGeom>
            <a:gradFill>
              <a:gsLst>
                <a:gs pos="0">
                  <a:srgbClr val="000088">
                    <a:alpha val="7885"/>
                  </a:srgbClr>
                </a:gs>
                <a:gs pos="14286">
                  <a:srgbClr val="000088">
                    <a:alpha val="7271"/>
                  </a:srgbClr>
                </a:gs>
                <a:gs pos="28571">
                  <a:srgbClr val="000088">
                    <a:alpha val="5693"/>
                  </a:srgbClr>
                </a:gs>
                <a:gs pos="42857">
                  <a:srgbClr val="000088">
                    <a:alpha val="3772"/>
                  </a:srgbClr>
                </a:gs>
                <a:gs pos="57143">
                  <a:srgbClr val="000088">
                    <a:alpha val="2108"/>
                  </a:srgbClr>
                </a:gs>
                <a:gs pos="71429">
                  <a:srgbClr val="000088">
                    <a:alpha val="992"/>
                  </a:srgbClr>
                </a:gs>
                <a:gs pos="85714">
                  <a:srgbClr val="000088">
                    <a:alpha val="394"/>
                  </a:srgbClr>
                </a:gs>
                <a:gs pos="100000">
                  <a:srgbClr val="000088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-10633624">
              <a:off x="770611" y="1495018"/>
              <a:ext cx="433274" cy="54568"/>
            </a:xfrm>
            <a:prstGeom prst="ellipse">
              <a:avLst/>
            </a:prstGeom>
            <a:gradFill>
              <a:gsLst>
                <a:gs pos="0">
                  <a:srgbClr val="F1FFC6">
                    <a:alpha val="26650"/>
                  </a:srgbClr>
                </a:gs>
                <a:gs pos="14286">
                  <a:srgbClr val="F1FFC6">
                    <a:alpha val="24788"/>
                  </a:srgbClr>
                </a:gs>
                <a:gs pos="28571">
                  <a:srgbClr val="F1FFC6">
                    <a:alpha val="19843"/>
                  </a:srgbClr>
                </a:gs>
                <a:gs pos="42857">
                  <a:srgbClr val="F1FFC6">
                    <a:alpha val="13504"/>
                  </a:srgbClr>
                </a:gs>
                <a:gs pos="57143">
                  <a:srgbClr val="F1FFC6">
                    <a:alpha val="7724"/>
                  </a:srgbClr>
                </a:gs>
                <a:gs pos="71429">
                  <a:srgbClr val="F1FFC6">
                    <a:alpha val="3693"/>
                  </a:srgbClr>
                </a:gs>
                <a:gs pos="85714">
                  <a:srgbClr val="F1FFC6">
                    <a:alpha val="1477"/>
                  </a:srgbClr>
                </a:gs>
                <a:gs pos="100000">
                  <a:srgbClr val="F1FFC6">
                    <a:alpha val="4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9769907">
              <a:off x="998402" y="2866511"/>
              <a:ext cx="361375" cy="81064"/>
            </a:xfrm>
            <a:prstGeom prst="ellipse">
              <a:avLst/>
            </a:prstGeom>
            <a:gradFill>
              <a:gsLst>
                <a:gs pos="0">
                  <a:srgbClr val="C3E100">
                    <a:alpha val="10687"/>
                  </a:srgbClr>
                </a:gs>
                <a:gs pos="14286">
                  <a:srgbClr val="C3E100">
                    <a:alpha val="9867"/>
                  </a:srgbClr>
                </a:gs>
                <a:gs pos="28571">
                  <a:srgbClr val="C3E100">
                    <a:alpha val="7749"/>
                  </a:srgbClr>
                </a:gs>
                <a:gs pos="42857">
                  <a:srgbClr val="C3E100">
                    <a:alpha val="5153"/>
                  </a:srgbClr>
                </a:gs>
                <a:gs pos="57143">
                  <a:srgbClr val="C3E100">
                    <a:alpha val="2889"/>
                  </a:srgbClr>
                </a:gs>
                <a:gs pos="71429">
                  <a:srgbClr val="C3E100">
                    <a:alpha val="1363"/>
                  </a:srgbClr>
                </a:gs>
                <a:gs pos="85714">
                  <a:srgbClr val="C3E100">
                    <a:alpha val="541"/>
                  </a:srgbClr>
                </a:gs>
                <a:gs pos="100000">
                  <a:srgbClr val="C3E10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9437212">
              <a:off x="-136119" y="3288008"/>
              <a:ext cx="598413" cy="221846"/>
            </a:xfrm>
            <a:prstGeom prst="ellipse">
              <a:avLst/>
            </a:prstGeom>
            <a:gradFill>
              <a:gsLst>
                <a:gs pos="0">
                  <a:srgbClr val="DFAAFF">
                    <a:alpha val="4408"/>
                  </a:srgbClr>
                </a:gs>
                <a:gs pos="14286">
                  <a:srgbClr val="DFAAFF">
                    <a:alpha val="4058"/>
                  </a:srgbClr>
                </a:gs>
                <a:gs pos="28571">
                  <a:srgbClr val="DFAAFF">
                    <a:alpha val="3166"/>
                  </a:srgbClr>
                </a:gs>
                <a:gs pos="42857">
                  <a:srgbClr val="DFAAFF">
                    <a:alpha val="2088"/>
                  </a:srgbClr>
                </a:gs>
                <a:gs pos="57143">
                  <a:srgbClr val="DFAAFF">
                    <a:alpha val="1162"/>
                  </a:srgbClr>
                </a:gs>
                <a:gs pos="71429">
                  <a:srgbClr val="DFAAFF">
                    <a:alpha val="546"/>
                  </a:srgbClr>
                </a:gs>
                <a:gs pos="85714">
                  <a:srgbClr val="DFAAFF">
                    <a:alpha val="216"/>
                  </a:srgbClr>
                </a:gs>
                <a:gs pos="100000">
                  <a:srgbClr val="DFAAFF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-9095158">
              <a:off x="1074075" y="2089399"/>
              <a:ext cx="609026" cy="185575"/>
            </a:xfrm>
            <a:prstGeom prst="ellipse">
              <a:avLst/>
            </a:prstGeom>
            <a:gradFill>
              <a:gsLst>
                <a:gs pos="0">
                  <a:srgbClr val="588AE9">
                    <a:alpha val="31369"/>
                  </a:srgbClr>
                </a:gs>
                <a:gs pos="14286">
                  <a:srgbClr val="588AE9">
                    <a:alpha val="29247"/>
                  </a:srgbClr>
                </a:gs>
                <a:gs pos="28571">
                  <a:srgbClr val="588AE9">
                    <a:alpha val="23557"/>
                  </a:srgbClr>
                </a:gs>
                <a:gs pos="42857">
                  <a:srgbClr val="588AE9">
                    <a:alpha val="16155"/>
                  </a:srgbClr>
                </a:gs>
                <a:gs pos="57143">
                  <a:srgbClr val="588AE9">
                    <a:alpha val="9302"/>
                  </a:srgbClr>
                </a:gs>
                <a:gs pos="71429">
                  <a:srgbClr val="588AE9">
                    <a:alpha val="4467"/>
                  </a:srgbClr>
                </a:gs>
                <a:gs pos="85714">
                  <a:srgbClr val="588AE9">
                    <a:alpha val="1791"/>
                  </a:srgbClr>
                </a:gs>
                <a:gs pos="100000">
                  <a:srgbClr val="588AE9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-10702354">
              <a:off x="873510" y="1593282"/>
              <a:ext cx="520250" cy="212734"/>
            </a:xfrm>
            <a:prstGeom prst="ellipse">
              <a:avLst/>
            </a:prstGeom>
            <a:gradFill>
              <a:gsLst>
                <a:gs pos="0">
                  <a:srgbClr val="00EDB5">
                    <a:alpha val="5855"/>
                  </a:srgbClr>
                </a:gs>
                <a:gs pos="14286">
                  <a:srgbClr val="00EDB5">
                    <a:alpha val="5394"/>
                  </a:srgbClr>
                </a:gs>
                <a:gs pos="28571">
                  <a:srgbClr val="00EDB5">
                    <a:alpha val="4214"/>
                  </a:srgbClr>
                </a:gs>
                <a:gs pos="42857">
                  <a:srgbClr val="00EDB5">
                    <a:alpha val="2784"/>
                  </a:srgbClr>
                </a:gs>
                <a:gs pos="57143">
                  <a:srgbClr val="00EDB5">
                    <a:alpha val="1553"/>
                  </a:srgbClr>
                </a:gs>
                <a:gs pos="71429">
                  <a:srgbClr val="00EDB5">
                    <a:alpha val="730"/>
                  </a:srgbClr>
                </a:gs>
                <a:gs pos="85714">
                  <a:srgbClr val="00EDB5">
                    <a:alpha val="289"/>
                  </a:srgbClr>
                </a:gs>
                <a:gs pos="100000">
                  <a:srgbClr val="00EDB5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4498004">
              <a:off x="950973" y="879073"/>
              <a:ext cx="261552" cy="59235"/>
            </a:xfrm>
            <a:prstGeom prst="ellipse">
              <a:avLst/>
            </a:prstGeom>
            <a:gradFill>
              <a:gsLst>
                <a:gs pos="0">
                  <a:srgbClr val="B08C71">
                    <a:alpha val="18769"/>
                  </a:srgbClr>
                </a:gs>
                <a:gs pos="14286">
                  <a:srgbClr val="B08C71">
                    <a:alpha val="17392"/>
                  </a:srgbClr>
                </a:gs>
                <a:gs pos="28571">
                  <a:srgbClr val="B08C71">
                    <a:alpha val="13787"/>
                  </a:srgbClr>
                </a:gs>
                <a:gs pos="42857">
                  <a:srgbClr val="B08C71">
                    <a:alpha val="9272"/>
                  </a:srgbClr>
                </a:gs>
                <a:gs pos="57143">
                  <a:srgbClr val="B08C71">
                    <a:alpha val="5249"/>
                  </a:srgbClr>
                </a:gs>
                <a:gs pos="71429">
                  <a:srgbClr val="B08C71">
                    <a:alpha val="2492"/>
                  </a:srgbClr>
                </a:gs>
                <a:gs pos="85714">
                  <a:srgbClr val="B08C71">
                    <a:alpha val="993"/>
                  </a:srgbClr>
                </a:gs>
                <a:gs pos="100000">
                  <a:srgbClr val="B08C71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-10005801">
              <a:off x="1366695" y="1761192"/>
              <a:ext cx="386343" cy="149079"/>
            </a:xfrm>
            <a:prstGeom prst="ellipse">
              <a:avLst/>
            </a:prstGeom>
            <a:gradFill>
              <a:gsLst>
                <a:gs pos="0">
                  <a:srgbClr val="7F7B11">
                    <a:alpha val="4550"/>
                  </a:srgbClr>
                </a:gs>
                <a:gs pos="14286">
                  <a:srgbClr val="7F7B11">
                    <a:alpha val="4190"/>
                  </a:srgbClr>
                </a:gs>
                <a:gs pos="28571">
                  <a:srgbClr val="7F7B11">
                    <a:alpha val="3269"/>
                  </a:srgbClr>
                </a:gs>
                <a:gs pos="42857">
                  <a:srgbClr val="7F7B11">
                    <a:alpha val="2156"/>
                  </a:srgbClr>
                </a:gs>
                <a:gs pos="57143">
                  <a:srgbClr val="7F7B11">
                    <a:alpha val="1201"/>
                  </a:srgbClr>
                </a:gs>
                <a:gs pos="71429">
                  <a:srgbClr val="7F7B11">
                    <a:alpha val="564"/>
                  </a:srgbClr>
                </a:gs>
                <a:gs pos="85714">
                  <a:srgbClr val="7F7B11">
                    <a:alpha val="223"/>
                  </a:srgbClr>
                </a:gs>
                <a:gs pos="100000">
                  <a:srgbClr val="7F7B11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5930027">
              <a:off x="2228503" y="2374353"/>
              <a:ext cx="347338" cy="188803"/>
            </a:xfrm>
            <a:prstGeom prst="ellipse">
              <a:avLst/>
            </a:prstGeom>
            <a:gradFill>
              <a:gsLst>
                <a:gs pos="0">
                  <a:srgbClr val="002C00">
                    <a:alpha val="32968"/>
                  </a:srgbClr>
                </a:gs>
                <a:gs pos="14286">
                  <a:srgbClr val="002C00">
                    <a:alpha val="30764"/>
                  </a:srgbClr>
                </a:gs>
                <a:gs pos="28571">
                  <a:srgbClr val="002C00">
                    <a:alpha val="24833"/>
                  </a:srgbClr>
                </a:gs>
                <a:gs pos="42857">
                  <a:srgbClr val="002C00">
                    <a:alpha val="17075"/>
                  </a:srgbClr>
                </a:gs>
                <a:gs pos="57143">
                  <a:srgbClr val="002C00">
                    <a:alpha val="9855"/>
                  </a:srgbClr>
                </a:gs>
                <a:gs pos="71429">
                  <a:srgbClr val="002C00">
                    <a:alpha val="4740"/>
                  </a:srgbClr>
                </a:gs>
                <a:gs pos="85714">
                  <a:srgbClr val="002C00">
                    <a:alpha val="1902"/>
                  </a:srgbClr>
                </a:gs>
                <a:gs pos="100000">
                  <a:srgbClr val="002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10795817">
              <a:off x="1868010" y="1379430"/>
              <a:ext cx="628591" cy="183653"/>
            </a:xfrm>
            <a:prstGeom prst="ellipse">
              <a:avLst/>
            </a:prstGeom>
            <a:gradFill>
              <a:gsLst>
                <a:gs pos="0">
                  <a:srgbClr val="00006D">
                    <a:alpha val="30365"/>
                  </a:srgbClr>
                </a:gs>
                <a:gs pos="14286">
                  <a:srgbClr val="00006D">
                    <a:alpha val="28296"/>
                  </a:srgbClr>
                </a:gs>
                <a:gs pos="28571">
                  <a:srgbClr val="00006D">
                    <a:alpha val="22761"/>
                  </a:srgbClr>
                </a:gs>
                <a:gs pos="42857">
                  <a:srgbClr val="00006D">
                    <a:alpha val="15583"/>
                  </a:srgbClr>
                </a:gs>
                <a:gs pos="57143">
                  <a:srgbClr val="00006D">
                    <a:alpha val="8960"/>
                  </a:srgbClr>
                </a:gs>
                <a:gs pos="71429">
                  <a:srgbClr val="00006D">
                    <a:alpha val="4299"/>
                  </a:srgbClr>
                </a:gs>
                <a:gs pos="85714">
                  <a:srgbClr val="00006D">
                    <a:alpha val="1722"/>
                  </a:srgbClr>
                </a:gs>
                <a:gs pos="100000">
                  <a:srgbClr val="00006D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10671300">
              <a:off x="1280323" y="1609430"/>
              <a:ext cx="791847" cy="29060"/>
            </a:xfrm>
            <a:prstGeom prst="ellipse">
              <a:avLst/>
            </a:prstGeom>
            <a:gradFill>
              <a:gsLst>
                <a:gs pos="0">
                  <a:srgbClr val="1C1200">
                    <a:alpha val="32968"/>
                  </a:srgbClr>
                </a:gs>
                <a:gs pos="14286">
                  <a:srgbClr val="1C1200">
                    <a:alpha val="30764"/>
                  </a:srgbClr>
                </a:gs>
                <a:gs pos="28571">
                  <a:srgbClr val="1C1200">
                    <a:alpha val="24833"/>
                  </a:srgbClr>
                </a:gs>
                <a:gs pos="42857">
                  <a:srgbClr val="1C1200">
                    <a:alpha val="17075"/>
                  </a:srgbClr>
                </a:gs>
                <a:gs pos="57143">
                  <a:srgbClr val="1C1200">
                    <a:alpha val="9855"/>
                  </a:srgbClr>
                </a:gs>
                <a:gs pos="71429">
                  <a:srgbClr val="1C1200">
                    <a:alpha val="4740"/>
                  </a:srgbClr>
                </a:gs>
                <a:gs pos="85714">
                  <a:srgbClr val="1C1200">
                    <a:alpha val="1902"/>
                  </a:srgbClr>
                </a:gs>
                <a:gs pos="100000">
                  <a:srgbClr val="1C1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5924150">
              <a:off x="2204340" y="2106621"/>
              <a:ext cx="528317" cy="80916"/>
            </a:xfrm>
            <a:prstGeom prst="ellipse">
              <a:avLst/>
            </a:prstGeom>
            <a:gradFill>
              <a:gsLst>
                <a:gs pos="0">
                  <a:srgbClr val="3E0000">
                    <a:alpha val="32968"/>
                  </a:srgbClr>
                </a:gs>
                <a:gs pos="14286">
                  <a:srgbClr val="3E0000">
                    <a:alpha val="30764"/>
                  </a:srgbClr>
                </a:gs>
                <a:gs pos="28571">
                  <a:srgbClr val="3E0000">
                    <a:alpha val="24833"/>
                  </a:srgbClr>
                </a:gs>
                <a:gs pos="42857">
                  <a:srgbClr val="3E0000">
                    <a:alpha val="17075"/>
                  </a:srgbClr>
                </a:gs>
                <a:gs pos="57143">
                  <a:srgbClr val="3E0000">
                    <a:alpha val="9855"/>
                  </a:srgbClr>
                </a:gs>
                <a:gs pos="71429">
                  <a:srgbClr val="3E0000">
                    <a:alpha val="4740"/>
                  </a:srgbClr>
                </a:gs>
                <a:gs pos="85714">
                  <a:srgbClr val="3E0000">
                    <a:alpha val="1902"/>
                  </a:srgbClr>
                </a:gs>
                <a:gs pos="100000">
                  <a:srgbClr val="3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5950506">
              <a:off x="1122631" y="1949734"/>
              <a:ext cx="270060" cy="618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6091468">
              <a:off x="404625" y="1601307"/>
              <a:ext cx="414976" cy="255728"/>
            </a:xfrm>
            <a:prstGeom prst="ellipse">
              <a:avLst/>
            </a:prstGeom>
            <a:gradFill>
              <a:gsLst>
                <a:gs pos="0">
                  <a:srgbClr val="A7015C">
                    <a:alpha val="32967"/>
                  </a:srgbClr>
                </a:gs>
                <a:gs pos="14286">
                  <a:srgbClr val="A7015C">
                    <a:alpha val="30762"/>
                  </a:srgbClr>
                </a:gs>
                <a:gs pos="28571">
                  <a:srgbClr val="A7015C">
                    <a:alpha val="24832"/>
                  </a:srgbClr>
                </a:gs>
                <a:gs pos="42857">
                  <a:srgbClr val="A7015C">
                    <a:alpha val="17074"/>
                  </a:srgbClr>
                </a:gs>
                <a:gs pos="57143">
                  <a:srgbClr val="A7015C">
                    <a:alpha val="9854"/>
                  </a:srgbClr>
                </a:gs>
                <a:gs pos="71429">
                  <a:srgbClr val="A7015C">
                    <a:alpha val="4740"/>
                  </a:srgbClr>
                </a:gs>
                <a:gs pos="85714">
                  <a:srgbClr val="A7015C">
                    <a:alpha val="1902"/>
                  </a:srgbClr>
                </a:gs>
                <a:gs pos="100000">
                  <a:srgbClr val="A701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-8541117">
              <a:off x="1755822" y="325505"/>
              <a:ext cx="240924" cy="177784"/>
            </a:xfrm>
            <a:prstGeom prst="ellipse">
              <a:avLst/>
            </a:prstGeom>
            <a:gradFill>
              <a:gsLst>
                <a:gs pos="0">
                  <a:srgbClr val="58AD74">
                    <a:alpha val="29448"/>
                  </a:srgbClr>
                </a:gs>
                <a:gs pos="14286">
                  <a:srgbClr val="58AD74">
                    <a:alpha val="27429"/>
                  </a:srgbClr>
                </a:gs>
                <a:gs pos="28571">
                  <a:srgbClr val="58AD74">
                    <a:alpha val="22037"/>
                  </a:srgbClr>
                </a:gs>
                <a:gs pos="42857">
                  <a:srgbClr val="58AD74">
                    <a:alpha val="15065"/>
                  </a:srgbClr>
                </a:gs>
                <a:gs pos="57143">
                  <a:srgbClr val="58AD74">
                    <a:alpha val="8650"/>
                  </a:srgbClr>
                </a:gs>
                <a:gs pos="71429">
                  <a:srgbClr val="58AD74">
                    <a:alpha val="4147"/>
                  </a:srgbClr>
                </a:gs>
                <a:gs pos="85714">
                  <a:srgbClr val="58AD74">
                    <a:alpha val="1661"/>
                  </a:srgbClr>
                </a:gs>
                <a:gs pos="100000">
                  <a:srgbClr val="58AD74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4330214">
              <a:off x="785836" y="2731700"/>
              <a:ext cx="318877" cy="197703"/>
            </a:xfrm>
            <a:prstGeom prst="ellipse">
              <a:avLst/>
            </a:prstGeom>
            <a:gradFill>
              <a:gsLst>
                <a:gs pos="0">
                  <a:srgbClr val="004100">
                    <a:alpha val="29003"/>
                  </a:srgbClr>
                </a:gs>
                <a:gs pos="14286">
                  <a:srgbClr val="004100">
                    <a:alpha val="27008"/>
                  </a:srgbClr>
                </a:gs>
                <a:gs pos="28571">
                  <a:srgbClr val="004100">
                    <a:alpha val="21686"/>
                  </a:srgbClr>
                </a:gs>
                <a:gs pos="42857">
                  <a:srgbClr val="004100">
                    <a:alpha val="14814"/>
                  </a:srgbClr>
                </a:gs>
                <a:gs pos="57143">
                  <a:srgbClr val="004100">
                    <a:alpha val="8501"/>
                  </a:srgbClr>
                </a:gs>
                <a:gs pos="71429">
                  <a:srgbClr val="004100">
                    <a:alpha val="4073"/>
                  </a:srgbClr>
                </a:gs>
                <a:gs pos="85714">
                  <a:srgbClr val="004100">
                    <a:alpha val="1631"/>
                  </a:srgbClr>
                </a:gs>
                <a:gs pos="100000">
                  <a:srgbClr val="004100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6103325">
              <a:off x="540510" y="2206610"/>
              <a:ext cx="543902" cy="250296"/>
            </a:xfrm>
            <a:prstGeom prst="ellipse">
              <a:avLst/>
            </a:prstGeom>
            <a:gradFill>
              <a:gsLst>
                <a:gs pos="0">
                  <a:srgbClr val="D56200">
                    <a:alpha val="32968"/>
                  </a:srgbClr>
                </a:gs>
                <a:gs pos="14286">
                  <a:srgbClr val="D56200">
                    <a:alpha val="30764"/>
                  </a:srgbClr>
                </a:gs>
                <a:gs pos="28571">
                  <a:srgbClr val="D56200">
                    <a:alpha val="24833"/>
                  </a:srgbClr>
                </a:gs>
                <a:gs pos="42857">
                  <a:srgbClr val="D56200">
                    <a:alpha val="17075"/>
                  </a:srgbClr>
                </a:gs>
                <a:gs pos="57143">
                  <a:srgbClr val="D56200">
                    <a:alpha val="9855"/>
                  </a:srgbClr>
                </a:gs>
                <a:gs pos="71429">
                  <a:srgbClr val="D56200">
                    <a:alpha val="4740"/>
                  </a:srgbClr>
                </a:gs>
                <a:gs pos="85714">
                  <a:srgbClr val="D56200">
                    <a:alpha val="1902"/>
                  </a:srgbClr>
                </a:gs>
                <a:gs pos="100000">
                  <a:srgbClr val="D56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9608598">
              <a:off x="2872658" y="1861781"/>
              <a:ext cx="386391" cy="356390"/>
            </a:xfrm>
            <a:prstGeom prst="ellipse">
              <a:avLst/>
            </a:prstGeom>
            <a:gradFill>
              <a:gsLst>
                <a:gs pos="0">
                  <a:srgbClr val="9236D5">
                    <a:alpha val="6665"/>
                  </a:srgbClr>
                </a:gs>
                <a:gs pos="14286">
                  <a:srgbClr val="9236D5">
                    <a:alpha val="6143"/>
                  </a:srgbClr>
                </a:gs>
                <a:gs pos="28571">
                  <a:srgbClr val="9236D5">
                    <a:alpha val="4803"/>
                  </a:srgbClr>
                </a:gs>
                <a:gs pos="42857">
                  <a:srgbClr val="9236D5">
                    <a:alpha val="3177"/>
                  </a:srgbClr>
                </a:gs>
                <a:gs pos="57143">
                  <a:srgbClr val="9236D5">
                    <a:alpha val="1773"/>
                  </a:srgbClr>
                </a:gs>
                <a:gs pos="71429">
                  <a:srgbClr val="9236D5">
                    <a:alpha val="834"/>
                  </a:srgbClr>
                </a:gs>
                <a:gs pos="85714">
                  <a:srgbClr val="9236D5">
                    <a:alpha val="331"/>
                  </a:srgbClr>
                </a:gs>
                <a:gs pos="100000">
                  <a:srgbClr val="9236D5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6343315">
              <a:off x="1443700" y="2010768"/>
              <a:ext cx="324984" cy="11958"/>
            </a:xfrm>
            <a:prstGeom prst="ellipse">
              <a:avLst/>
            </a:prstGeom>
            <a:gradFill>
              <a:gsLst>
                <a:gs pos="0">
                  <a:srgbClr val="D28E9C">
                    <a:alpha val="22984"/>
                  </a:srgbClr>
                </a:gs>
                <a:gs pos="14286">
                  <a:srgbClr val="D28E9C">
                    <a:alpha val="21340"/>
                  </a:srgbClr>
                </a:gs>
                <a:gs pos="28571">
                  <a:srgbClr val="D28E9C">
                    <a:alpha val="17003"/>
                  </a:srgbClr>
                </a:gs>
                <a:gs pos="42857">
                  <a:srgbClr val="D28E9C">
                    <a:alpha val="11507"/>
                  </a:srgbClr>
                </a:gs>
                <a:gs pos="57143">
                  <a:srgbClr val="D28E9C">
                    <a:alpha val="6549"/>
                  </a:srgbClr>
                </a:gs>
                <a:gs pos="71429">
                  <a:srgbClr val="D28E9C">
                    <a:alpha val="3121"/>
                  </a:srgbClr>
                </a:gs>
                <a:gs pos="85714">
                  <a:srgbClr val="D28E9C">
                    <a:alpha val="1246"/>
                  </a:srgbClr>
                </a:gs>
                <a:gs pos="100000">
                  <a:srgbClr val="D28E9C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4642299">
              <a:off x="1843041" y="1183449"/>
              <a:ext cx="372440" cy="106288"/>
            </a:xfrm>
            <a:prstGeom prst="ellipse">
              <a:avLst/>
            </a:prstGeom>
            <a:gradFill>
              <a:gsLst>
                <a:gs pos="0">
                  <a:srgbClr val="730023">
                    <a:alpha val="32968"/>
                  </a:srgbClr>
                </a:gs>
                <a:gs pos="14286">
                  <a:srgbClr val="730023">
                    <a:alpha val="30764"/>
                  </a:srgbClr>
                </a:gs>
                <a:gs pos="28571">
                  <a:srgbClr val="730023">
                    <a:alpha val="24833"/>
                  </a:srgbClr>
                </a:gs>
                <a:gs pos="42857">
                  <a:srgbClr val="730023">
                    <a:alpha val="17075"/>
                  </a:srgbClr>
                </a:gs>
                <a:gs pos="57143">
                  <a:srgbClr val="730023">
                    <a:alpha val="9855"/>
                  </a:srgbClr>
                </a:gs>
                <a:gs pos="71429">
                  <a:srgbClr val="730023">
                    <a:alpha val="4740"/>
                  </a:srgbClr>
                </a:gs>
                <a:gs pos="85714">
                  <a:srgbClr val="730023">
                    <a:alpha val="1902"/>
                  </a:srgbClr>
                </a:gs>
                <a:gs pos="100000">
                  <a:srgbClr val="7300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8380138">
              <a:off x="496480" y="1510548"/>
              <a:ext cx="393808" cy="268698"/>
            </a:xfrm>
            <a:prstGeom prst="ellipse">
              <a:avLst/>
            </a:prstGeom>
            <a:gradFill>
              <a:gsLst>
                <a:gs pos="0">
                  <a:srgbClr val="E0A86D">
                    <a:alpha val="28170"/>
                  </a:srgbClr>
                </a:gs>
                <a:gs pos="14286">
                  <a:srgbClr val="E0A86D">
                    <a:alpha val="26222"/>
                  </a:srgbClr>
                </a:gs>
                <a:gs pos="28571">
                  <a:srgbClr val="E0A86D">
                    <a:alpha val="21031"/>
                  </a:srgbClr>
                </a:gs>
                <a:gs pos="42857">
                  <a:srgbClr val="E0A86D">
                    <a:alpha val="14348"/>
                  </a:srgbClr>
                </a:gs>
                <a:gs pos="57143">
                  <a:srgbClr val="E0A86D">
                    <a:alpha val="8224"/>
                  </a:srgbClr>
                </a:gs>
                <a:gs pos="71429">
                  <a:srgbClr val="E0A86D">
                    <a:alpha val="3937"/>
                  </a:srgbClr>
                </a:gs>
                <a:gs pos="85714">
                  <a:srgbClr val="E0A86D">
                    <a:alpha val="1576"/>
                  </a:srgbClr>
                </a:gs>
                <a:gs pos="100000">
                  <a:srgbClr val="E0A86D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4168591">
              <a:off x="1926598" y="1645595"/>
              <a:ext cx="230720" cy="160517"/>
            </a:xfrm>
            <a:prstGeom prst="ellipse">
              <a:avLst/>
            </a:prstGeom>
            <a:gradFill>
              <a:gsLst>
                <a:gs pos="0">
                  <a:srgbClr val="F87900">
                    <a:alpha val="18611"/>
                  </a:srgbClr>
                </a:gs>
                <a:gs pos="14286">
                  <a:srgbClr val="F87900">
                    <a:alpha val="17244"/>
                  </a:srgbClr>
                </a:gs>
                <a:gs pos="28571">
                  <a:srgbClr val="F87900">
                    <a:alpha val="13667"/>
                  </a:srgbClr>
                </a:gs>
                <a:gs pos="42857">
                  <a:srgbClr val="F87900">
                    <a:alpha val="9189"/>
                  </a:srgbClr>
                </a:gs>
                <a:gs pos="57143">
                  <a:srgbClr val="F87900">
                    <a:alpha val="5201"/>
                  </a:srgbClr>
                </a:gs>
                <a:gs pos="71429">
                  <a:srgbClr val="F87900">
                    <a:alpha val="2469"/>
                  </a:srgbClr>
                </a:gs>
                <a:gs pos="85714">
                  <a:srgbClr val="F87900">
                    <a:alpha val="984"/>
                  </a:srgbClr>
                </a:gs>
                <a:gs pos="100000">
                  <a:srgbClr val="F8790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10605708">
              <a:off x="556397" y="639082"/>
              <a:ext cx="321414" cy="300866"/>
            </a:xfrm>
            <a:prstGeom prst="ellipse">
              <a:avLst/>
            </a:prstGeom>
            <a:gradFill>
              <a:gsLst>
                <a:gs pos="0">
                  <a:srgbClr val="C56300">
                    <a:alpha val="3855"/>
                  </a:srgbClr>
                </a:gs>
                <a:gs pos="14286">
                  <a:srgbClr val="C56300">
                    <a:alpha val="3548"/>
                  </a:srgbClr>
                </a:gs>
                <a:gs pos="28571">
                  <a:srgbClr val="C56300">
                    <a:alpha val="2766"/>
                  </a:srgbClr>
                </a:gs>
                <a:gs pos="42857">
                  <a:srgbClr val="C56300">
                    <a:alpha val="1823"/>
                  </a:srgbClr>
                </a:gs>
                <a:gs pos="57143">
                  <a:srgbClr val="C56300">
                    <a:alpha val="1014"/>
                  </a:srgbClr>
                </a:gs>
                <a:gs pos="71429">
                  <a:srgbClr val="C56300">
                    <a:alpha val="476"/>
                  </a:srgbClr>
                </a:gs>
                <a:gs pos="85714">
                  <a:srgbClr val="C56300">
                    <a:alpha val="189"/>
                  </a:srgbClr>
                </a:gs>
                <a:gs pos="100000">
                  <a:srgbClr val="C56300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3332539">
              <a:off x="749631" y="3280304"/>
              <a:ext cx="366511" cy="279488"/>
            </a:xfrm>
            <a:prstGeom prst="ellipse">
              <a:avLst/>
            </a:prstGeom>
            <a:gradFill>
              <a:gsLst>
                <a:gs pos="0">
                  <a:srgbClr val="FF713A">
                    <a:alpha val="18023"/>
                  </a:srgbClr>
                </a:gs>
                <a:gs pos="14286">
                  <a:srgbClr val="FF713A">
                    <a:alpha val="16695"/>
                  </a:srgbClr>
                </a:gs>
                <a:gs pos="28571">
                  <a:srgbClr val="FF713A">
                    <a:alpha val="13223"/>
                  </a:srgbClr>
                </a:gs>
                <a:gs pos="42857">
                  <a:srgbClr val="FF713A">
                    <a:alpha val="8883"/>
                  </a:srgbClr>
                </a:gs>
                <a:gs pos="57143">
                  <a:srgbClr val="FF713A">
                    <a:alpha val="5024"/>
                  </a:srgbClr>
                </a:gs>
                <a:gs pos="71429">
                  <a:srgbClr val="FF713A">
                    <a:alpha val="2384"/>
                  </a:srgbClr>
                </a:gs>
                <a:gs pos="85714">
                  <a:srgbClr val="FF713A">
                    <a:alpha val="950"/>
                  </a:srgbClr>
                </a:gs>
                <a:gs pos="100000">
                  <a:srgbClr val="FF713A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4073930">
              <a:off x="2603099" y="1611999"/>
              <a:ext cx="357419" cy="181706"/>
            </a:xfrm>
            <a:prstGeom prst="ellipse">
              <a:avLst/>
            </a:prstGeom>
            <a:gradFill>
              <a:gsLst>
                <a:gs pos="0">
                  <a:srgbClr val="B200E6">
                    <a:alpha val="32968"/>
                  </a:srgbClr>
                </a:gs>
                <a:gs pos="14286">
                  <a:srgbClr val="B200E6">
                    <a:alpha val="30764"/>
                  </a:srgbClr>
                </a:gs>
                <a:gs pos="28571">
                  <a:srgbClr val="B200E6">
                    <a:alpha val="24833"/>
                  </a:srgbClr>
                </a:gs>
                <a:gs pos="42857">
                  <a:srgbClr val="B200E6">
                    <a:alpha val="17075"/>
                  </a:srgbClr>
                </a:gs>
                <a:gs pos="57143">
                  <a:srgbClr val="B200E6">
                    <a:alpha val="9855"/>
                  </a:srgbClr>
                </a:gs>
                <a:gs pos="71429">
                  <a:srgbClr val="B200E6">
                    <a:alpha val="4740"/>
                  </a:srgbClr>
                </a:gs>
                <a:gs pos="85714">
                  <a:srgbClr val="B200E6">
                    <a:alpha val="1902"/>
                  </a:srgbClr>
                </a:gs>
                <a:gs pos="100000">
                  <a:srgbClr val="B200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-10604844">
              <a:off x="2240786" y="2480894"/>
              <a:ext cx="364855" cy="155012"/>
            </a:xfrm>
            <a:prstGeom prst="ellipse">
              <a:avLst/>
            </a:prstGeom>
            <a:gradFill>
              <a:gsLst>
                <a:gs pos="0">
                  <a:srgbClr val="E97A99">
                    <a:alpha val="23576"/>
                  </a:srgbClr>
                </a:gs>
                <a:gs pos="14286">
                  <a:srgbClr val="E97A99">
                    <a:alpha val="21896"/>
                  </a:srgbClr>
                </a:gs>
                <a:gs pos="28571">
                  <a:srgbClr val="E97A99">
                    <a:alpha val="17459"/>
                  </a:srgbClr>
                </a:gs>
                <a:gs pos="42857">
                  <a:srgbClr val="E97A99">
                    <a:alpha val="11826"/>
                  </a:srgbClr>
                </a:gs>
                <a:gs pos="57143">
                  <a:srgbClr val="E97A99">
                    <a:alpha val="6736"/>
                  </a:srgbClr>
                </a:gs>
                <a:gs pos="71429">
                  <a:srgbClr val="E97A99">
                    <a:alpha val="3212"/>
                  </a:srgbClr>
                </a:gs>
                <a:gs pos="85714">
                  <a:srgbClr val="E97A99">
                    <a:alpha val="1283"/>
                  </a:srgbClr>
                </a:gs>
                <a:gs pos="100000">
                  <a:srgbClr val="E97A99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4944282">
              <a:off x="1442981" y="2175930"/>
              <a:ext cx="279078" cy="34152"/>
            </a:xfrm>
            <a:prstGeom prst="ellipse">
              <a:avLst/>
            </a:prstGeom>
            <a:gradFill>
              <a:gsLst>
                <a:gs pos="0">
                  <a:srgbClr val="FFD9BB">
                    <a:alpha val="32968"/>
                  </a:srgbClr>
                </a:gs>
                <a:gs pos="14286">
                  <a:srgbClr val="FFD9BB">
                    <a:alpha val="30764"/>
                  </a:srgbClr>
                </a:gs>
                <a:gs pos="28571">
                  <a:srgbClr val="FFD9BB">
                    <a:alpha val="24833"/>
                  </a:srgbClr>
                </a:gs>
                <a:gs pos="42857">
                  <a:srgbClr val="FFD9BB">
                    <a:alpha val="17075"/>
                  </a:srgbClr>
                </a:gs>
                <a:gs pos="57143">
                  <a:srgbClr val="FFD9BB">
                    <a:alpha val="9855"/>
                  </a:srgbClr>
                </a:gs>
                <a:gs pos="71429">
                  <a:srgbClr val="FFD9BB">
                    <a:alpha val="4740"/>
                  </a:srgbClr>
                </a:gs>
                <a:gs pos="85714">
                  <a:srgbClr val="FFD9BB">
                    <a:alpha val="1902"/>
                  </a:srgbClr>
                </a:gs>
                <a:gs pos="100000">
                  <a:srgbClr val="FFD9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9176379">
              <a:off x="2612771" y="1904320"/>
              <a:ext cx="276997" cy="114074"/>
            </a:xfrm>
            <a:prstGeom prst="ellipse">
              <a:avLst/>
            </a:prstGeom>
            <a:gradFill>
              <a:gsLst>
                <a:gs pos="0">
                  <a:srgbClr val="2E0042">
                    <a:alpha val="32968"/>
                  </a:srgbClr>
                </a:gs>
                <a:gs pos="14286">
                  <a:srgbClr val="2E0042">
                    <a:alpha val="30764"/>
                  </a:srgbClr>
                </a:gs>
                <a:gs pos="28571">
                  <a:srgbClr val="2E0042">
                    <a:alpha val="24833"/>
                  </a:srgbClr>
                </a:gs>
                <a:gs pos="42857">
                  <a:srgbClr val="2E0042">
                    <a:alpha val="17075"/>
                  </a:srgbClr>
                </a:gs>
                <a:gs pos="57143">
                  <a:srgbClr val="2E0042">
                    <a:alpha val="9855"/>
                  </a:srgbClr>
                </a:gs>
                <a:gs pos="71429">
                  <a:srgbClr val="2E0042">
                    <a:alpha val="4740"/>
                  </a:srgbClr>
                </a:gs>
                <a:gs pos="85714">
                  <a:srgbClr val="2E0042">
                    <a:alpha val="1902"/>
                  </a:srgbClr>
                </a:gs>
                <a:gs pos="100000">
                  <a:srgbClr val="2E00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9125026">
              <a:off x="813585" y="2888785"/>
              <a:ext cx="609669" cy="83496"/>
            </a:xfrm>
            <a:prstGeom prst="ellipse">
              <a:avLst/>
            </a:prstGeom>
            <a:gradFill>
              <a:gsLst>
                <a:gs pos="0">
                  <a:srgbClr val="760100">
                    <a:alpha val="27939"/>
                  </a:srgbClr>
                </a:gs>
                <a:gs pos="14286">
                  <a:srgbClr val="760100">
                    <a:alpha val="26003"/>
                  </a:srgbClr>
                </a:gs>
                <a:gs pos="28571">
                  <a:srgbClr val="760100">
                    <a:alpha val="20850"/>
                  </a:srgbClr>
                </a:gs>
                <a:gs pos="42857">
                  <a:srgbClr val="760100">
                    <a:alpha val="14219"/>
                  </a:srgbClr>
                </a:gs>
                <a:gs pos="57143">
                  <a:srgbClr val="760100">
                    <a:alpha val="8147"/>
                  </a:srgbClr>
                </a:gs>
                <a:gs pos="71429">
                  <a:srgbClr val="760100">
                    <a:alpha val="3900"/>
                  </a:srgbClr>
                </a:gs>
                <a:gs pos="85714">
                  <a:srgbClr val="760100">
                    <a:alpha val="1561"/>
                  </a:srgbClr>
                </a:gs>
                <a:gs pos="100000">
                  <a:srgbClr val="76010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7005951">
              <a:off x="754209" y="1609999"/>
              <a:ext cx="253271" cy="75958"/>
            </a:xfrm>
            <a:prstGeom prst="ellipse">
              <a:avLst/>
            </a:prstGeom>
            <a:gradFill>
              <a:gsLst>
                <a:gs pos="0">
                  <a:srgbClr val="FDAFFF">
                    <a:alpha val="7529"/>
                  </a:srgbClr>
                </a:gs>
                <a:gs pos="14286">
                  <a:srgbClr val="FDAFFF">
                    <a:alpha val="6942"/>
                  </a:srgbClr>
                </a:gs>
                <a:gs pos="28571">
                  <a:srgbClr val="FDAFFF">
                    <a:alpha val="5433"/>
                  </a:srgbClr>
                </a:gs>
                <a:gs pos="42857">
                  <a:srgbClr val="FDAFFF">
                    <a:alpha val="3598"/>
                  </a:srgbClr>
                </a:gs>
                <a:gs pos="57143">
                  <a:srgbClr val="FDAFFF">
                    <a:alpha val="2010"/>
                  </a:srgbClr>
                </a:gs>
                <a:gs pos="71429">
                  <a:srgbClr val="FDAFFF">
                    <a:alpha val="946"/>
                  </a:srgbClr>
                </a:gs>
                <a:gs pos="85714">
                  <a:srgbClr val="FDAFFF">
                    <a:alpha val="375"/>
                  </a:srgbClr>
                </a:gs>
                <a:gs pos="100000">
                  <a:srgbClr val="FDAFFF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4471771">
              <a:off x="2434361" y="1146641"/>
              <a:ext cx="425038" cy="181419"/>
            </a:xfrm>
            <a:prstGeom prst="ellipse">
              <a:avLst/>
            </a:prstGeom>
            <a:gradFill>
              <a:gsLst>
                <a:gs pos="0">
                  <a:srgbClr val="C870DF">
                    <a:alpha val="17676"/>
                  </a:srgbClr>
                </a:gs>
                <a:gs pos="14286">
                  <a:srgbClr val="C870DF">
                    <a:alpha val="16371"/>
                  </a:srgbClr>
                </a:gs>
                <a:gs pos="28571">
                  <a:srgbClr val="C870DF">
                    <a:alpha val="12961"/>
                  </a:srgbClr>
                </a:gs>
                <a:gs pos="42857">
                  <a:srgbClr val="C870DF">
                    <a:alpha val="8703"/>
                  </a:srgbClr>
                </a:gs>
                <a:gs pos="57143">
                  <a:srgbClr val="C870DF">
                    <a:alpha val="4920"/>
                  </a:srgbClr>
                </a:gs>
                <a:gs pos="71429">
                  <a:srgbClr val="C870DF">
                    <a:alpha val="2334"/>
                  </a:srgbClr>
                </a:gs>
                <a:gs pos="85714">
                  <a:srgbClr val="C870DF">
                    <a:alpha val="929"/>
                  </a:srgbClr>
                </a:gs>
                <a:gs pos="100000">
                  <a:srgbClr val="C870DF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10576743">
              <a:off x="2482810" y="1600205"/>
              <a:ext cx="531673" cy="350886"/>
            </a:xfrm>
            <a:prstGeom prst="ellipse">
              <a:avLst/>
            </a:prstGeom>
            <a:gradFill>
              <a:gsLst>
                <a:gs pos="0">
                  <a:srgbClr val="00147C">
                    <a:alpha val="32613"/>
                  </a:srgbClr>
                </a:gs>
                <a:gs pos="14286">
                  <a:srgbClr val="00147C">
                    <a:alpha val="30427"/>
                  </a:srgbClr>
                </a:gs>
                <a:gs pos="28571">
                  <a:srgbClr val="00147C">
                    <a:alpha val="24549"/>
                  </a:srgbClr>
                </a:gs>
                <a:gs pos="42857">
                  <a:srgbClr val="00147C">
                    <a:alpha val="16870"/>
                  </a:srgbClr>
                </a:gs>
                <a:gs pos="57143">
                  <a:srgbClr val="00147C">
                    <a:alpha val="9731"/>
                  </a:srgbClr>
                </a:gs>
                <a:gs pos="71429">
                  <a:srgbClr val="00147C">
                    <a:alpha val="4679"/>
                  </a:srgbClr>
                </a:gs>
                <a:gs pos="85714">
                  <a:srgbClr val="00147C">
                    <a:alpha val="1877"/>
                  </a:srgbClr>
                </a:gs>
                <a:gs pos="100000">
                  <a:srgbClr val="00147C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4574316">
              <a:off x="596950" y="2664977"/>
              <a:ext cx="507016" cy="259125"/>
            </a:xfrm>
            <a:prstGeom prst="ellipse">
              <a:avLst/>
            </a:prstGeom>
            <a:gradFill>
              <a:gsLst>
                <a:gs pos="0">
                  <a:srgbClr val="009C00">
                    <a:alpha val="25864"/>
                  </a:srgbClr>
                </a:gs>
                <a:gs pos="14286">
                  <a:srgbClr val="009C00">
                    <a:alpha val="24048"/>
                  </a:srgbClr>
                </a:gs>
                <a:gs pos="28571">
                  <a:srgbClr val="009C00">
                    <a:alpha val="19231"/>
                  </a:srgbClr>
                </a:gs>
                <a:gs pos="42857">
                  <a:srgbClr val="009C00">
                    <a:alpha val="13072"/>
                  </a:srgbClr>
                </a:gs>
                <a:gs pos="57143">
                  <a:srgbClr val="009C00">
                    <a:alpha val="7469"/>
                  </a:srgbClr>
                </a:gs>
                <a:gs pos="71429">
                  <a:srgbClr val="009C00">
                    <a:alpha val="3568"/>
                  </a:srgbClr>
                </a:gs>
                <a:gs pos="85714">
                  <a:srgbClr val="009C00">
                    <a:alpha val="1427"/>
                  </a:srgbClr>
                </a:gs>
                <a:gs pos="100000">
                  <a:srgbClr val="009C00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4046592">
              <a:off x="2459535" y="1304629"/>
              <a:ext cx="238804" cy="206843"/>
            </a:xfrm>
            <a:prstGeom prst="ellipse">
              <a:avLst/>
            </a:prstGeom>
            <a:gradFill>
              <a:gsLst>
                <a:gs pos="0">
                  <a:srgbClr val="B1C4FF">
                    <a:alpha val="31925"/>
                  </a:srgbClr>
                </a:gs>
                <a:gs pos="14286">
                  <a:srgbClr val="B1C4FF">
                    <a:alpha val="29774"/>
                  </a:srgbClr>
                </a:gs>
                <a:gs pos="28571">
                  <a:srgbClr val="B1C4FF">
                    <a:alpha val="24000"/>
                  </a:srgbClr>
                </a:gs>
                <a:gs pos="42857">
                  <a:srgbClr val="B1C4FF">
                    <a:alpha val="16474"/>
                  </a:srgbClr>
                </a:gs>
                <a:gs pos="57143">
                  <a:srgbClr val="B1C4FF">
                    <a:alpha val="9493"/>
                  </a:srgbClr>
                </a:gs>
                <a:gs pos="71429">
                  <a:srgbClr val="B1C4FF">
                    <a:alpha val="4562"/>
                  </a:srgbClr>
                </a:gs>
                <a:gs pos="85714">
                  <a:srgbClr val="B1C4FF">
                    <a:alpha val="1829"/>
                  </a:srgbClr>
                </a:gs>
                <a:gs pos="100000">
                  <a:srgbClr val="B1C4FF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9098433">
              <a:off x="643764" y="2867118"/>
              <a:ext cx="395918" cy="144033"/>
            </a:xfrm>
            <a:prstGeom prst="ellipse">
              <a:avLst/>
            </a:prstGeom>
            <a:gradFill>
              <a:gsLst>
                <a:gs pos="0">
                  <a:srgbClr val="D7F2FF">
                    <a:alpha val="32968"/>
                  </a:srgbClr>
                </a:gs>
                <a:gs pos="14286">
                  <a:srgbClr val="D7F2FF">
                    <a:alpha val="30764"/>
                  </a:srgbClr>
                </a:gs>
                <a:gs pos="28571">
                  <a:srgbClr val="D7F2FF">
                    <a:alpha val="24833"/>
                  </a:srgbClr>
                </a:gs>
                <a:gs pos="42857">
                  <a:srgbClr val="D7F2FF">
                    <a:alpha val="17075"/>
                  </a:srgbClr>
                </a:gs>
                <a:gs pos="57143">
                  <a:srgbClr val="D7F2FF">
                    <a:alpha val="9855"/>
                  </a:srgbClr>
                </a:gs>
                <a:gs pos="71429">
                  <a:srgbClr val="D7F2FF">
                    <a:alpha val="4740"/>
                  </a:srgbClr>
                </a:gs>
                <a:gs pos="85714">
                  <a:srgbClr val="D7F2FF">
                    <a:alpha val="1902"/>
                  </a:srgbClr>
                </a:gs>
                <a:gs pos="100000">
                  <a:srgbClr val="D7F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2818304">
              <a:off x="2191067" y="1454042"/>
              <a:ext cx="482225" cy="81437"/>
            </a:xfrm>
            <a:prstGeom prst="ellipse">
              <a:avLst/>
            </a:prstGeom>
            <a:gradFill>
              <a:gsLst>
                <a:gs pos="0">
                  <a:srgbClr val="29005F">
                    <a:alpha val="32968"/>
                  </a:srgbClr>
                </a:gs>
                <a:gs pos="14286">
                  <a:srgbClr val="29005F">
                    <a:alpha val="30764"/>
                  </a:srgbClr>
                </a:gs>
                <a:gs pos="28571">
                  <a:srgbClr val="29005F">
                    <a:alpha val="24833"/>
                  </a:srgbClr>
                </a:gs>
                <a:gs pos="42857">
                  <a:srgbClr val="29005F">
                    <a:alpha val="17075"/>
                  </a:srgbClr>
                </a:gs>
                <a:gs pos="57143">
                  <a:srgbClr val="29005F">
                    <a:alpha val="9855"/>
                  </a:srgbClr>
                </a:gs>
                <a:gs pos="71429">
                  <a:srgbClr val="29005F">
                    <a:alpha val="4740"/>
                  </a:srgbClr>
                </a:gs>
                <a:gs pos="85714">
                  <a:srgbClr val="29005F">
                    <a:alpha val="1902"/>
                  </a:srgbClr>
                </a:gs>
                <a:gs pos="100000">
                  <a:srgbClr val="290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7883094">
              <a:off x="565684" y="2432761"/>
              <a:ext cx="612165" cy="147084"/>
            </a:xfrm>
            <a:prstGeom prst="ellipse">
              <a:avLst/>
            </a:prstGeom>
            <a:gradFill>
              <a:gsLst>
                <a:gs pos="0">
                  <a:srgbClr val="004596">
                    <a:alpha val="32968"/>
                  </a:srgbClr>
                </a:gs>
                <a:gs pos="14286">
                  <a:srgbClr val="004596">
                    <a:alpha val="30764"/>
                  </a:srgbClr>
                </a:gs>
                <a:gs pos="28571">
                  <a:srgbClr val="004596">
                    <a:alpha val="24833"/>
                  </a:srgbClr>
                </a:gs>
                <a:gs pos="42857">
                  <a:srgbClr val="004596">
                    <a:alpha val="17075"/>
                  </a:srgbClr>
                </a:gs>
                <a:gs pos="57143">
                  <a:srgbClr val="004596">
                    <a:alpha val="9855"/>
                  </a:srgbClr>
                </a:gs>
                <a:gs pos="71429">
                  <a:srgbClr val="004596">
                    <a:alpha val="4740"/>
                  </a:srgbClr>
                </a:gs>
                <a:gs pos="85714">
                  <a:srgbClr val="004596">
                    <a:alpha val="1902"/>
                  </a:srgbClr>
                </a:gs>
                <a:gs pos="100000">
                  <a:srgbClr val="0045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3655322">
              <a:off x="270736" y="2909930"/>
              <a:ext cx="376966" cy="282799"/>
            </a:xfrm>
            <a:prstGeom prst="ellipse">
              <a:avLst/>
            </a:prstGeom>
            <a:gradFill>
              <a:gsLst>
                <a:gs pos="0">
                  <a:srgbClr val="CE7551">
                    <a:alpha val="23504"/>
                  </a:srgbClr>
                </a:gs>
                <a:gs pos="14286">
                  <a:srgbClr val="CE7551">
                    <a:alpha val="21828"/>
                  </a:srgbClr>
                </a:gs>
                <a:gs pos="28571">
                  <a:srgbClr val="CE7551">
                    <a:alpha val="17404"/>
                  </a:srgbClr>
                </a:gs>
                <a:gs pos="42857">
                  <a:srgbClr val="CE7551">
                    <a:alpha val="11787"/>
                  </a:srgbClr>
                </a:gs>
                <a:gs pos="57143">
                  <a:srgbClr val="CE7551">
                    <a:alpha val="6713"/>
                  </a:srgbClr>
                </a:gs>
                <a:gs pos="71429">
                  <a:srgbClr val="CE7551">
                    <a:alpha val="3201"/>
                  </a:srgbClr>
                </a:gs>
                <a:gs pos="85714">
                  <a:srgbClr val="CE7551">
                    <a:alpha val="1278"/>
                  </a:srgbClr>
                </a:gs>
                <a:gs pos="100000">
                  <a:srgbClr val="CE7551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-9284884">
              <a:off x="805713" y="3384670"/>
              <a:ext cx="469153" cy="136558"/>
            </a:xfrm>
            <a:prstGeom prst="ellipse">
              <a:avLst/>
            </a:prstGeom>
            <a:gradFill>
              <a:gsLst>
                <a:gs pos="0">
                  <a:srgbClr val="00003A">
                    <a:alpha val="32968"/>
                  </a:srgbClr>
                </a:gs>
                <a:gs pos="14286">
                  <a:srgbClr val="00003A">
                    <a:alpha val="30764"/>
                  </a:srgbClr>
                </a:gs>
                <a:gs pos="28571">
                  <a:srgbClr val="00003A">
                    <a:alpha val="24833"/>
                  </a:srgbClr>
                </a:gs>
                <a:gs pos="42857">
                  <a:srgbClr val="00003A">
                    <a:alpha val="17075"/>
                  </a:srgbClr>
                </a:gs>
                <a:gs pos="57143">
                  <a:srgbClr val="00003A">
                    <a:alpha val="9855"/>
                  </a:srgbClr>
                </a:gs>
                <a:gs pos="71429">
                  <a:srgbClr val="00003A">
                    <a:alpha val="4740"/>
                  </a:srgbClr>
                </a:gs>
                <a:gs pos="85714">
                  <a:srgbClr val="00003A">
                    <a:alpha val="1902"/>
                  </a:srgbClr>
                </a:gs>
                <a:gs pos="100000">
                  <a:srgbClr val="0000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8548228">
              <a:off x="859666" y="2289525"/>
              <a:ext cx="243811" cy="173471"/>
            </a:xfrm>
            <a:prstGeom prst="ellipse">
              <a:avLst/>
            </a:prstGeom>
            <a:gradFill>
              <a:gsLst>
                <a:gs pos="0">
                  <a:srgbClr val="00C0B6">
                    <a:alpha val="12891"/>
                  </a:srgbClr>
                </a:gs>
                <a:gs pos="14286">
                  <a:srgbClr val="00C0B6">
                    <a:alpha val="11913"/>
                  </a:srgbClr>
                </a:gs>
                <a:gs pos="28571">
                  <a:srgbClr val="00C0B6">
                    <a:alpha val="9379"/>
                  </a:srgbClr>
                </a:gs>
                <a:gs pos="42857">
                  <a:srgbClr val="00C0B6">
                    <a:alpha val="6256"/>
                  </a:srgbClr>
                </a:gs>
                <a:gs pos="57143">
                  <a:srgbClr val="00C0B6">
                    <a:alpha val="3516"/>
                  </a:srgbClr>
                </a:gs>
                <a:gs pos="71429">
                  <a:srgbClr val="00C0B6">
                    <a:alpha val="1662"/>
                  </a:srgbClr>
                </a:gs>
                <a:gs pos="85714">
                  <a:srgbClr val="00C0B6">
                    <a:alpha val="660"/>
                  </a:srgbClr>
                </a:gs>
                <a:gs pos="100000">
                  <a:srgbClr val="00C0B6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5059439">
              <a:off x="454787" y="1946091"/>
              <a:ext cx="322976" cy="311043"/>
            </a:xfrm>
            <a:prstGeom prst="ellipse">
              <a:avLst/>
            </a:prstGeom>
            <a:gradFill>
              <a:gsLst>
                <a:gs pos="0">
                  <a:srgbClr val="D2856B">
                    <a:alpha val="9963"/>
                  </a:srgbClr>
                </a:gs>
                <a:gs pos="14286">
                  <a:srgbClr val="D2856B">
                    <a:alpha val="9196"/>
                  </a:srgbClr>
                </a:gs>
                <a:gs pos="28571">
                  <a:srgbClr val="D2856B">
                    <a:alpha val="7216"/>
                  </a:srgbClr>
                </a:gs>
                <a:gs pos="42857">
                  <a:srgbClr val="D2856B">
                    <a:alpha val="4794"/>
                  </a:srgbClr>
                </a:gs>
                <a:gs pos="57143">
                  <a:srgbClr val="D2856B">
                    <a:alpha val="2685"/>
                  </a:srgbClr>
                </a:gs>
                <a:gs pos="71429">
                  <a:srgbClr val="D2856B">
                    <a:alpha val="1266"/>
                  </a:srgbClr>
                </a:gs>
                <a:gs pos="85714">
                  <a:srgbClr val="D2856B">
                    <a:alpha val="503"/>
                  </a:srgbClr>
                </a:gs>
                <a:gs pos="100000">
                  <a:srgbClr val="D2856B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8278892">
              <a:off x="519839" y="2506962"/>
              <a:ext cx="552188" cy="210918"/>
            </a:xfrm>
            <a:prstGeom prst="ellipse">
              <a:avLst/>
            </a:prstGeom>
            <a:gradFill>
              <a:gsLst>
                <a:gs pos="0">
                  <a:srgbClr val="004400">
                    <a:alpha val="13161"/>
                  </a:srgbClr>
                </a:gs>
                <a:gs pos="14286">
                  <a:srgbClr val="004400">
                    <a:alpha val="12164"/>
                  </a:srgbClr>
                </a:gs>
                <a:gs pos="28571">
                  <a:srgbClr val="004400">
                    <a:alpha val="9580"/>
                  </a:srgbClr>
                </a:gs>
                <a:gs pos="42857">
                  <a:srgbClr val="004400">
                    <a:alpha val="6392"/>
                  </a:srgbClr>
                </a:gs>
                <a:gs pos="57143">
                  <a:srgbClr val="004400">
                    <a:alpha val="3594"/>
                  </a:srgbClr>
                </a:gs>
                <a:gs pos="71429">
                  <a:srgbClr val="004400">
                    <a:alpha val="1699"/>
                  </a:srgbClr>
                </a:gs>
                <a:gs pos="85714">
                  <a:srgbClr val="004400">
                    <a:alpha val="675"/>
                  </a:srgbClr>
                </a:gs>
                <a:gs pos="100000">
                  <a:srgbClr val="004400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6717411">
              <a:off x="2193377" y="1901503"/>
              <a:ext cx="362563" cy="163935"/>
            </a:xfrm>
            <a:prstGeom prst="ellipse">
              <a:avLst/>
            </a:prstGeom>
            <a:gradFill>
              <a:gsLst>
                <a:gs pos="0">
                  <a:srgbClr val="91A8FF">
                    <a:alpha val="32968"/>
                  </a:srgbClr>
                </a:gs>
                <a:gs pos="14286">
                  <a:srgbClr val="91A8FF">
                    <a:alpha val="30764"/>
                  </a:srgbClr>
                </a:gs>
                <a:gs pos="28571">
                  <a:srgbClr val="91A8FF">
                    <a:alpha val="24833"/>
                  </a:srgbClr>
                </a:gs>
                <a:gs pos="42857">
                  <a:srgbClr val="91A8FF">
                    <a:alpha val="17075"/>
                  </a:srgbClr>
                </a:gs>
                <a:gs pos="57143">
                  <a:srgbClr val="91A8FF">
                    <a:alpha val="9855"/>
                  </a:srgbClr>
                </a:gs>
                <a:gs pos="71429">
                  <a:srgbClr val="91A8FF">
                    <a:alpha val="4740"/>
                  </a:srgbClr>
                </a:gs>
                <a:gs pos="85714">
                  <a:srgbClr val="91A8FF">
                    <a:alpha val="1902"/>
                  </a:srgbClr>
                </a:gs>
                <a:gs pos="100000">
                  <a:srgbClr val="91A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-8743663">
              <a:off x="789303" y="778720"/>
              <a:ext cx="456335" cy="175367"/>
            </a:xfrm>
            <a:prstGeom prst="ellipse">
              <a:avLst/>
            </a:prstGeom>
            <a:gradFill>
              <a:gsLst>
                <a:gs pos="0">
                  <a:srgbClr val="620000">
                    <a:alpha val="30422"/>
                  </a:srgbClr>
                </a:gs>
                <a:gs pos="14286">
                  <a:srgbClr val="620000">
                    <a:alpha val="28351"/>
                  </a:srgbClr>
                </a:gs>
                <a:gs pos="28571">
                  <a:srgbClr val="620000">
                    <a:alpha val="22807"/>
                  </a:srgbClr>
                </a:gs>
                <a:gs pos="42857">
                  <a:srgbClr val="620000">
                    <a:alpha val="15616"/>
                  </a:srgbClr>
                </a:gs>
                <a:gs pos="57143">
                  <a:srgbClr val="620000">
                    <a:alpha val="8979"/>
                  </a:srgbClr>
                </a:gs>
                <a:gs pos="71429">
                  <a:srgbClr val="620000">
                    <a:alpha val="4308"/>
                  </a:srgbClr>
                </a:gs>
                <a:gs pos="85714">
                  <a:srgbClr val="620000">
                    <a:alpha val="1726"/>
                  </a:srgbClr>
                </a:gs>
                <a:gs pos="100000">
                  <a:srgbClr val="620000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3111839">
              <a:off x="493291" y="2549056"/>
              <a:ext cx="430375" cy="179536"/>
            </a:xfrm>
            <a:prstGeom prst="ellipse">
              <a:avLst/>
            </a:prstGeom>
            <a:gradFill>
              <a:gsLst>
                <a:gs pos="0">
                  <a:srgbClr val="503C78">
                    <a:alpha val="23122"/>
                  </a:srgbClr>
                </a:gs>
                <a:gs pos="14286">
                  <a:srgbClr val="503C78">
                    <a:alpha val="21469"/>
                  </a:srgbClr>
                </a:gs>
                <a:gs pos="28571">
                  <a:srgbClr val="503C78">
                    <a:alpha val="17110"/>
                  </a:srgbClr>
                </a:gs>
                <a:gs pos="42857">
                  <a:srgbClr val="503C78">
                    <a:alpha val="11581"/>
                  </a:srgbClr>
                </a:gs>
                <a:gs pos="57143">
                  <a:srgbClr val="503C78">
                    <a:alpha val="6593"/>
                  </a:srgbClr>
                </a:gs>
                <a:gs pos="71429">
                  <a:srgbClr val="503C78">
                    <a:alpha val="3142"/>
                  </a:srgbClr>
                </a:gs>
                <a:gs pos="85714">
                  <a:srgbClr val="503C78">
                    <a:alpha val="1254"/>
                  </a:srgbClr>
                </a:gs>
                <a:gs pos="100000">
                  <a:srgbClr val="503C78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6419474">
              <a:off x="2255135" y="1794748"/>
              <a:ext cx="281639" cy="217119"/>
            </a:xfrm>
            <a:prstGeom prst="ellipse">
              <a:avLst/>
            </a:prstGeom>
            <a:gradFill>
              <a:gsLst>
                <a:gs pos="0">
                  <a:srgbClr val="00B9AA">
                    <a:alpha val="11690"/>
                  </a:srgbClr>
                </a:gs>
                <a:gs pos="14286">
                  <a:srgbClr val="00B9AA">
                    <a:alpha val="10798"/>
                  </a:srgbClr>
                </a:gs>
                <a:gs pos="28571">
                  <a:srgbClr val="00B9AA">
                    <a:alpha val="8490"/>
                  </a:srgbClr>
                </a:gs>
                <a:gs pos="42857">
                  <a:srgbClr val="00B9AA">
                    <a:alpha val="5653"/>
                  </a:srgbClr>
                </a:gs>
                <a:gs pos="57143">
                  <a:srgbClr val="00B9AA">
                    <a:alpha val="3173"/>
                  </a:srgbClr>
                </a:gs>
                <a:gs pos="71429">
                  <a:srgbClr val="00B9AA">
                    <a:alpha val="1498"/>
                  </a:srgbClr>
                </a:gs>
                <a:gs pos="85714">
                  <a:srgbClr val="00B9AA">
                    <a:alpha val="595"/>
                  </a:srgbClr>
                </a:gs>
                <a:gs pos="100000">
                  <a:srgbClr val="00B9AA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-8839473">
              <a:off x="999037" y="2015340"/>
              <a:ext cx="621613" cy="75285"/>
            </a:xfrm>
            <a:prstGeom prst="ellipse">
              <a:avLst/>
            </a:prstGeom>
            <a:gradFill>
              <a:gsLst>
                <a:gs pos="0">
                  <a:srgbClr val="83003C">
                    <a:alpha val="30321"/>
                  </a:srgbClr>
                </a:gs>
                <a:gs pos="14286">
                  <a:srgbClr val="83003C">
                    <a:alpha val="28255"/>
                  </a:srgbClr>
                </a:gs>
                <a:gs pos="28571">
                  <a:srgbClr val="83003C">
                    <a:alpha val="22727"/>
                  </a:srgbClr>
                </a:gs>
                <a:gs pos="42857">
                  <a:srgbClr val="83003C">
                    <a:alpha val="15558"/>
                  </a:srgbClr>
                </a:gs>
                <a:gs pos="57143">
                  <a:srgbClr val="83003C">
                    <a:alpha val="8945"/>
                  </a:srgbClr>
                </a:gs>
                <a:gs pos="71429">
                  <a:srgbClr val="83003C">
                    <a:alpha val="4291"/>
                  </a:srgbClr>
                </a:gs>
                <a:gs pos="85714">
                  <a:srgbClr val="83003C">
                    <a:alpha val="1720"/>
                  </a:srgbClr>
                </a:gs>
                <a:gs pos="100000">
                  <a:srgbClr val="83003C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9941519">
              <a:off x="921191" y="942351"/>
              <a:ext cx="267513" cy="103254"/>
            </a:xfrm>
            <a:prstGeom prst="ellipse">
              <a:avLst/>
            </a:prstGeom>
            <a:gradFill>
              <a:gsLst>
                <a:gs pos="0">
                  <a:srgbClr val="820600">
                    <a:alpha val="32968"/>
                  </a:srgbClr>
                </a:gs>
                <a:gs pos="14286">
                  <a:srgbClr val="820600">
                    <a:alpha val="30764"/>
                  </a:srgbClr>
                </a:gs>
                <a:gs pos="28571">
                  <a:srgbClr val="820600">
                    <a:alpha val="24833"/>
                  </a:srgbClr>
                </a:gs>
                <a:gs pos="42857">
                  <a:srgbClr val="820600">
                    <a:alpha val="17075"/>
                  </a:srgbClr>
                </a:gs>
                <a:gs pos="57143">
                  <a:srgbClr val="820600">
                    <a:alpha val="9855"/>
                  </a:srgbClr>
                </a:gs>
                <a:gs pos="71429">
                  <a:srgbClr val="820600">
                    <a:alpha val="4740"/>
                  </a:srgbClr>
                </a:gs>
                <a:gs pos="85714">
                  <a:srgbClr val="820600">
                    <a:alpha val="1902"/>
                  </a:srgbClr>
                </a:gs>
                <a:gs pos="100000">
                  <a:srgbClr val="82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8041864">
              <a:off x="2261047" y="1644405"/>
              <a:ext cx="663016" cy="195501"/>
            </a:xfrm>
            <a:prstGeom prst="ellipse">
              <a:avLst/>
            </a:prstGeom>
            <a:gradFill>
              <a:gsLst>
                <a:gs pos="0">
                  <a:srgbClr val="77D8FC">
                    <a:alpha val="28084"/>
                  </a:srgbClr>
                </a:gs>
                <a:gs pos="14286">
                  <a:srgbClr val="77D8FC">
                    <a:alpha val="26141"/>
                  </a:srgbClr>
                </a:gs>
                <a:gs pos="28571">
                  <a:srgbClr val="77D8FC">
                    <a:alpha val="20964"/>
                  </a:srgbClr>
                </a:gs>
                <a:gs pos="42857">
                  <a:srgbClr val="77D8FC">
                    <a:alpha val="14300"/>
                  </a:srgbClr>
                </a:gs>
                <a:gs pos="57143">
                  <a:srgbClr val="77D8FC">
                    <a:alpha val="8195"/>
                  </a:srgbClr>
                </a:gs>
                <a:gs pos="71429">
                  <a:srgbClr val="77D8FC">
                    <a:alpha val="3924"/>
                  </a:srgbClr>
                </a:gs>
                <a:gs pos="85714">
                  <a:srgbClr val="77D8FC">
                    <a:alpha val="1570"/>
                  </a:srgbClr>
                </a:gs>
                <a:gs pos="100000">
                  <a:srgbClr val="77D8FC">
                    <a:alpha val="5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6644648">
              <a:off x="1175986" y="1885864"/>
              <a:ext cx="274262" cy="62136"/>
            </a:xfrm>
            <a:prstGeom prst="ellipse">
              <a:avLst/>
            </a:prstGeom>
            <a:gradFill>
              <a:gsLst>
                <a:gs pos="0">
                  <a:srgbClr val="6F8DFF">
                    <a:alpha val="24949"/>
                  </a:srgbClr>
                </a:gs>
                <a:gs pos="14286">
                  <a:srgbClr val="6F8DFF">
                    <a:alpha val="23186"/>
                  </a:srgbClr>
                </a:gs>
                <a:gs pos="28571">
                  <a:srgbClr val="6F8DFF">
                    <a:alpha val="18520"/>
                  </a:srgbClr>
                </a:gs>
                <a:gs pos="42857">
                  <a:srgbClr val="6F8DFF">
                    <a:alpha val="12571"/>
                  </a:srgbClr>
                </a:gs>
                <a:gs pos="57143">
                  <a:srgbClr val="6F8DFF">
                    <a:alpha val="7174"/>
                  </a:srgbClr>
                </a:gs>
                <a:gs pos="71429">
                  <a:srgbClr val="6F8DFF">
                    <a:alpha val="3425"/>
                  </a:srgbClr>
                </a:gs>
                <a:gs pos="85714">
                  <a:srgbClr val="6F8DFF">
                    <a:alpha val="1368"/>
                  </a:srgbClr>
                </a:gs>
                <a:gs pos="100000">
                  <a:srgbClr val="6F8DFF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8475572">
              <a:off x="2339115" y="1812348"/>
              <a:ext cx="197903" cy="185539"/>
            </a:xfrm>
            <a:prstGeom prst="ellipse">
              <a:avLst/>
            </a:prstGeom>
            <a:gradFill>
              <a:gsLst>
                <a:gs pos="0">
                  <a:srgbClr val="BC0000">
                    <a:alpha val="30334"/>
                  </a:srgbClr>
                </a:gs>
                <a:gs pos="14286">
                  <a:srgbClr val="BC0000">
                    <a:alpha val="28267"/>
                  </a:srgbClr>
                </a:gs>
                <a:gs pos="28571">
                  <a:srgbClr val="BC0000">
                    <a:alpha val="22737"/>
                  </a:srgbClr>
                </a:gs>
                <a:gs pos="42857">
                  <a:srgbClr val="BC0000">
                    <a:alpha val="15566"/>
                  </a:srgbClr>
                </a:gs>
                <a:gs pos="57143">
                  <a:srgbClr val="BC0000">
                    <a:alpha val="8949"/>
                  </a:srgbClr>
                </a:gs>
                <a:gs pos="71429">
                  <a:srgbClr val="BC0000">
                    <a:alpha val="4294"/>
                  </a:srgbClr>
                </a:gs>
                <a:gs pos="85714">
                  <a:srgbClr val="BC0000">
                    <a:alpha val="1720"/>
                  </a:srgbClr>
                </a:gs>
                <a:gs pos="100000">
                  <a:srgbClr val="BC0000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2720076">
              <a:off x="1386061" y="1772958"/>
              <a:ext cx="274743" cy="207729"/>
            </a:xfrm>
            <a:prstGeom prst="ellipse">
              <a:avLst/>
            </a:prstGeom>
            <a:gradFill>
              <a:gsLst>
                <a:gs pos="0">
                  <a:srgbClr val="000000">
                    <a:alpha val="18463"/>
                  </a:srgbClr>
                </a:gs>
                <a:gs pos="14286">
                  <a:srgbClr val="000000">
                    <a:alpha val="17106"/>
                  </a:srgbClr>
                </a:gs>
                <a:gs pos="28571">
                  <a:srgbClr val="000000">
                    <a:alpha val="13555"/>
                  </a:srgbClr>
                </a:gs>
                <a:gs pos="42857">
                  <a:srgbClr val="000000">
                    <a:alpha val="9112"/>
                  </a:srgbClr>
                </a:gs>
                <a:gs pos="57143">
                  <a:srgbClr val="000000">
                    <a:alpha val="5156"/>
                  </a:srgbClr>
                </a:gs>
                <a:gs pos="71429">
                  <a:srgbClr val="000000">
                    <a:alpha val="2448"/>
                  </a:srgbClr>
                </a:gs>
                <a:gs pos="85714">
                  <a:srgbClr val="000000">
                    <a:alpha val="975"/>
                  </a:srgbClr>
                </a:gs>
                <a:gs pos="100000">
                  <a:srgbClr val="000000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5953152">
              <a:off x="3103634" y="1799306"/>
              <a:ext cx="420871" cy="223467"/>
            </a:xfrm>
            <a:prstGeom prst="ellipse">
              <a:avLst/>
            </a:prstGeom>
            <a:gradFill>
              <a:gsLst>
                <a:gs pos="0">
                  <a:srgbClr val="BCAAD2">
                    <a:alpha val="15421"/>
                  </a:srgbClr>
                </a:gs>
                <a:gs pos="14286">
                  <a:srgbClr val="BCAAD2">
                    <a:alpha val="14267"/>
                  </a:srgbClr>
                </a:gs>
                <a:gs pos="28571">
                  <a:srgbClr val="BCAAD2">
                    <a:alpha val="11266"/>
                  </a:srgbClr>
                </a:gs>
                <a:gs pos="42857">
                  <a:srgbClr val="BCAAD2">
                    <a:alpha val="7540"/>
                  </a:srgbClr>
                </a:gs>
                <a:gs pos="57143">
                  <a:srgbClr val="BCAAD2">
                    <a:alpha val="4251"/>
                  </a:srgbClr>
                </a:gs>
                <a:gs pos="71429">
                  <a:srgbClr val="BCAAD2">
                    <a:alpha val="2013"/>
                  </a:srgbClr>
                </a:gs>
                <a:gs pos="85714">
                  <a:srgbClr val="BCAAD2">
                    <a:alpha val="801"/>
                  </a:srgbClr>
                </a:gs>
                <a:gs pos="100000">
                  <a:srgbClr val="BCAAD2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6597342">
              <a:off x="1432308" y="2023764"/>
              <a:ext cx="352430" cy="38031"/>
            </a:xfrm>
            <a:prstGeom prst="ellipse">
              <a:avLst/>
            </a:prstGeom>
            <a:gradFill>
              <a:gsLst>
                <a:gs pos="0">
                  <a:srgbClr val="A50000">
                    <a:alpha val="26164"/>
                  </a:srgbClr>
                </a:gs>
                <a:gs pos="14286">
                  <a:srgbClr val="A50000">
                    <a:alpha val="24330"/>
                  </a:srgbClr>
                </a:gs>
                <a:gs pos="28571">
                  <a:srgbClr val="A50000">
                    <a:alpha val="19464"/>
                  </a:srgbClr>
                </a:gs>
                <a:gs pos="42857">
                  <a:srgbClr val="A50000">
                    <a:alpha val="13236"/>
                  </a:srgbClr>
                </a:gs>
                <a:gs pos="57143">
                  <a:srgbClr val="A50000">
                    <a:alpha val="7566"/>
                  </a:srgbClr>
                </a:gs>
                <a:gs pos="71429">
                  <a:srgbClr val="A50000">
                    <a:alpha val="3616"/>
                  </a:srgbClr>
                </a:gs>
                <a:gs pos="85714">
                  <a:srgbClr val="A50000">
                    <a:alpha val="1446"/>
                  </a:srgbClr>
                </a:gs>
                <a:gs pos="100000">
                  <a:srgbClr val="A50000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6348883">
              <a:off x="1631885" y="2092011"/>
              <a:ext cx="435198" cy="350060"/>
            </a:xfrm>
            <a:prstGeom prst="ellipse">
              <a:avLst/>
            </a:prstGeom>
            <a:gradFill>
              <a:gsLst>
                <a:gs pos="0">
                  <a:srgbClr val="0000EF">
                    <a:alpha val="8576"/>
                  </a:srgbClr>
                </a:gs>
                <a:gs pos="14286">
                  <a:srgbClr val="0000EF">
                    <a:alpha val="7910"/>
                  </a:srgbClr>
                </a:gs>
                <a:gs pos="28571">
                  <a:srgbClr val="0000EF">
                    <a:alpha val="6198"/>
                  </a:srgbClr>
                </a:gs>
                <a:gs pos="42857">
                  <a:srgbClr val="0000EF">
                    <a:alpha val="4110"/>
                  </a:srgbClr>
                </a:gs>
                <a:gs pos="57143">
                  <a:srgbClr val="0000EF">
                    <a:alpha val="2299"/>
                  </a:srgbClr>
                </a:gs>
                <a:gs pos="71429">
                  <a:srgbClr val="0000EF">
                    <a:alpha val="1083"/>
                  </a:srgbClr>
                </a:gs>
                <a:gs pos="85714">
                  <a:srgbClr val="0000EF">
                    <a:alpha val="430"/>
                  </a:srgbClr>
                </a:gs>
                <a:gs pos="100000">
                  <a:srgbClr val="0000EF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10285843">
              <a:off x="2697603" y="1913932"/>
              <a:ext cx="537973" cy="186074"/>
            </a:xfrm>
            <a:prstGeom prst="ellipse">
              <a:avLst/>
            </a:prstGeom>
            <a:gradFill>
              <a:gsLst>
                <a:gs pos="0">
                  <a:srgbClr val="B8DFF2">
                    <a:alpha val="29098"/>
                  </a:srgbClr>
                </a:gs>
                <a:gs pos="14286">
                  <a:srgbClr val="B8DFF2">
                    <a:alpha val="27098"/>
                  </a:srgbClr>
                </a:gs>
                <a:gs pos="28571">
                  <a:srgbClr val="B8DFF2">
                    <a:alpha val="21761"/>
                  </a:srgbClr>
                </a:gs>
                <a:gs pos="42857">
                  <a:srgbClr val="B8DFF2">
                    <a:alpha val="14867"/>
                  </a:srgbClr>
                </a:gs>
                <a:gs pos="57143">
                  <a:srgbClr val="B8DFF2">
                    <a:alpha val="8533"/>
                  </a:srgbClr>
                </a:gs>
                <a:gs pos="71429">
                  <a:srgbClr val="B8DFF2">
                    <a:alpha val="4089"/>
                  </a:srgbClr>
                </a:gs>
                <a:gs pos="85714">
                  <a:srgbClr val="B8DFF2">
                    <a:alpha val="1637"/>
                  </a:srgbClr>
                </a:gs>
                <a:gs pos="100000">
                  <a:srgbClr val="B8DFF2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4563978">
              <a:off x="1463743" y="2198122"/>
              <a:ext cx="324558" cy="103164"/>
            </a:xfrm>
            <a:prstGeom prst="ellipse">
              <a:avLst/>
            </a:prstGeom>
            <a:gradFill>
              <a:gsLst>
                <a:gs pos="0">
                  <a:srgbClr val="FFB900">
                    <a:alpha val="14377"/>
                  </a:srgbClr>
                </a:gs>
                <a:gs pos="14286">
                  <a:srgbClr val="FFB900">
                    <a:alpha val="13295"/>
                  </a:srgbClr>
                </a:gs>
                <a:gs pos="28571">
                  <a:srgbClr val="FFB900">
                    <a:alpha val="10486"/>
                  </a:srgbClr>
                </a:gs>
                <a:gs pos="42857">
                  <a:srgbClr val="FFB900">
                    <a:alpha val="7008"/>
                  </a:srgbClr>
                </a:gs>
                <a:gs pos="57143">
                  <a:srgbClr val="FFB900">
                    <a:alpha val="3946"/>
                  </a:srgbClr>
                </a:gs>
                <a:gs pos="71429">
                  <a:srgbClr val="FFB900">
                    <a:alpha val="1867"/>
                  </a:srgbClr>
                </a:gs>
                <a:gs pos="85714">
                  <a:srgbClr val="FFB900">
                    <a:alpha val="742"/>
                  </a:srgbClr>
                </a:gs>
                <a:gs pos="100000">
                  <a:srgbClr val="FFB900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4644344">
              <a:off x="1454086" y="2256558"/>
              <a:ext cx="311323" cy="54647"/>
            </a:xfrm>
            <a:prstGeom prst="ellipse">
              <a:avLst/>
            </a:prstGeom>
            <a:gradFill>
              <a:gsLst>
                <a:gs pos="0">
                  <a:srgbClr val="FFDDC6">
                    <a:alpha val="30596"/>
                  </a:srgbClr>
                </a:gs>
                <a:gs pos="14286">
                  <a:srgbClr val="FFDDC6">
                    <a:alpha val="28515"/>
                  </a:srgbClr>
                </a:gs>
                <a:gs pos="28571">
                  <a:srgbClr val="FFDDC6">
                    <a:alpha val="22944"/>
                  </a:srgbClr>
                </a:gs>
                <a:gs pos="42857">
                  <a:srgbClr val="FFDDC6">
                    <a:alpha val="15715"/>
                  </a:srgbClr>
                </a:gs>
                <a:gs pos="57143">
                  <a:srgbClr val="FFDDC6">
                    <a:alpha val="9038"/>
                  </a:srgbClr>
                </a:gs>
                <a:gs pos="71429">
                  <a:srgbClr val="FFDDC6">
                    <a:alpha val="4337"/>
                  </a:srgbClr>
                </a:gs>
                <a:gs pos="85714">
                  <a:srgbClr val="FFDDC6">
                    <a:alpha val="1738"/>
                  </a:srgbClr>
                </a:gs>
                <a:gs pos="100000">
                  <a:srgbClr val="FFDDC6">
                    <a:alpha val="5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8673204">
              <a:off x="1375045" y="2637298"/>
              <a:ext cx="627737" cy="92651"/>
            </a:xfrm>
            <a:prstGeom prst="ellipse">
              <a:avLst/>
            </a:prstGeom>
            <a:gradFill>
              <a:gsLst>
                <a:gs pos="0">
                  <a:srgbClr val="EED7FF">
                    <a:alpha val="32968"/>
                  </a:srgbClr>
                </a:gs>
                <a:gs pos="14286">
                  <a:srgbClr val="EED7FF">
                    <a:alpha val="30764"/>
                  </a:srgbClr>
                </a:gs>
                <a:gs pos="28571">
                  <a:srgbClr val="EED7FF">
                    <a:alpha val="24833"/>
                  </a:srgbClr>
                </a:gs>
                <a:gs pos="42857">
                  <a:srgbClr val="EED7FF">
                    <a:alpha val="17075"/>
                  </a:srgbClr>
                </a:gs>
                <a:gs pos="57143">
                  <a:srgbClr val="EED7FF">
                    <a:alpha val="9855"/>
                  </a:srgbClr>
                </a:gs>
                <a:gs pos="71429">
                  <a:srgbClr val="EED7FF">
                    <a:alpha val="4740"/>
                  </a:srgbClr>
                </a:gs>
                <a:gs pos="85714">
                  <a:srgbClr val="EED7FF">
                    <a:alpha val="1902"/>
                  </a:srgbClr>
                </a:gs>
                <a:gs pos="100000">
                  <a:srgbClr val="EED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9678728">
              <a:off x="3213815" y="1772789"/>
              <a:ext cx="378373" cy="369654"/>
            </a:xfrm>
            <a:prstGeom prst="ellipse">
              <a:avLst/>
            </a:prstGeom>
            <a:gradFill>
              <a:gsLst>
                <a:gs pos="0">
                  <a:srgbClr val="E849E4">
                    <a:alpha val="4935"/>
                  </a:srgbClr>
                </a:gs>
                <a:gs pos="14286">
                  <a:srgbClr val="E849E4">
                    <a:alpha val="4545"/>
                  </a:srgbClr>
                </a:gs>
                <a:gs pos="28571">
                  <a:srgbClr val="E849E4">
                    <a:alpha val="3547"/>
                  </a:srgbClr>
                </a:gs>
                <a:gs pos="42857">
                  <a:srgbClr val="E849E4">
                    <a:alpha val="2341"/>
                  </a:srgbClr>
                </a:gs>
                <a:gs pos="57143">
                  <a:srgbClr val="E849E4">
                    <a:alpha val="1304"/>
                  </a:srgbClr>
                </a:gs>
                <a:gs pos="71429">
                  <a:srgbClr val="E849E4">
                    <a:alpha val="613"/>
                  </a:srgbClr>
                </a:gs>
                <a:gs pos="85714">
                  <a:srgbClr val="E849E4">
                    <a:alpha val="243"/>
                  </a:srgbClr>
                </a:gs>
                <a:gs pos="100000">
                  <a:srgbClr val="E849E4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-10541552">
              <a:off x="1350480" y="1781599"/>
              <a:ext cx="508091" cy="183036"/>
            </a:xfrm>
            <a:prstGeom prst="ellipse">
              <a:avLst/>
            </a:prstGeom>
            <a:gradFill>
              <a:gsLst>
                <a:gs pos="0">
                  <a:srgbClr val="A4709A">
                    <a:alpha val="28002"/>
                  </a:srgbClr>
                </a:gs>
                <a:gs pos="14286">
                  <a:srgbClr val="A4709A">
                    <a:alpha val="26063"/>
                  </a:srgbClr>
                </a:gs>
                <a:gs pos="28571">
                  <a:srgbClr val="A4709A">
                    <a:alpha val="20900"/>
                  </a:srgbClr>
                </a:gs>
                <a:gs pos="42857">
                  <a:srgbClr val="A4709A">
                    <a:alpha val="14254"/>
                  </a:srgbClr>
                </a:gs>
                <a:gs pos="57143">
                  <a:srgbClr val="A4709A">
                    <a:alpha val="8168"/>
                  </a:srgbClr>
                </a:gs>
                <a:gs pos="71429">
                  <a:srgbClr val="A4709A">
                    <a:alpha val="3910"/>
                  </a:srgbClr>
                </a:gs>
                <a:gs pos="85714">
                  <a:srgbClr val="A4709A">
                    <a:alpha val="1565"/>
                  </a:srgbClr>
                </a:gs>
                <a:gs pos="100000">
                  <a:srgbClr val="A4709A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3778132">
              <a:off x="1450059" y="2322735"/>
              <a:ext cx="286142" cy="43587"/>
            </a:xfrm>
            <a:prstGeom prst="ellipse">
              <a:avLst/>
            </a:prstGeom>
            <a:gradFill>
              <a:gsLst>
                <a:gs pos="0">
                  <a:srgbClr val="2C155B">
                    <a:alpha val="26037"/>
                  </a:srgbClr>
                </a:gs>
                <a:gs pos="14286">
                  <a:srgbClr val="2C155B">
                    <a:alpha val="24210"/>
                  </a:srgbClr>
                </a:gs>
                <a:gs pos="28571">
                  <a:srgbClr val="2C155B">
                    <a:alpha val="19365"/>
                  </a:srgbClr>
                </a:gs>
                <a:gs pos="42857">
                  <a:srgbClr val="2C155B">
                    <a:alpha val="13167"/>
                  </a:srgbClr>
                </a:gs>
                <a:gs pos="57143">
                  <a:srgbClr val="2C155B">
                    <a:alpha val="7525"/>
                  </a:srgbClr>
                </a:gs>
                <a:gs pos="71429">
                  <a:srgbClr val="2C155B">
                    <a:alpha val="3596"/>
                  </a:srgbClr>
                </a:gs>
                <a:gs pos="85714">
                  <a:srgbClr val="2C155B">
                    <a:alpha val="1438"/>
                  </a:srgbClr>
                </a:gs>
                <a:gs pos="100000">
                  <a:srgbClr val="2C155B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6094365">
              <a:off x="3258663" y="1747196"/>
              <a:ext cx="397824" cy="331944"/>
            </a:xfrm>
            <a:prstGeom prst="ellipse">
              <a:avLst/>
            </a:prstGeom>
            <a:gradFill>
              <a:gsLst>
                <a:gs pos="0">
                  <a:srgbClr val="7E35DA">
                    <a:alpha val="8245"/>
                  </a:srgbClr>
                </a:gs>
                <a:gs pos="14286">
                  <a:srgbClr val="7E35DA">
                    <a:alpha val="7604"/>
                  </a:srgbClr>
                </a:gs>
                <a:gs pos="28571">
                  <a:srgbClr val="7E35DA">
                    <a:alpha val="5956"/>
                  </a:srgbClr>
                </a:gs>
                <a:gs pos="42857">
                  <a:srgbClr val="7E35DA">
                    <a:alpha val="3948"/>
                  </a:srgbClr>
                </a:gs>
                <a:gs pos="57143">
                  <a:srgbClr val="7E35DA">
                    <a:alpha val="2207"/>
                  </a:srgbClr>
                </a:gs>
                <a:gs pos="71429">
                  <a:srgbClr val="7E35DA">
                    <a:alpha val="1039"/>
                  </a:srgbClr>
                </a:gs>
                <a:gs pos="85714">
                  <a:srgbClr val="7E35DA">
                    <a:alpha val="412"/>
                  </a:srgbClr>
                </a:gs>
                <a:gs pos="100000">
                  <a:srgbClr val="7E35DA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6861755">
              <a:off x="514322" y="2517124"/>
              <a:ext cx="301416" cy="293947"/>
            </a:xfrm>
            <a:prstGeom prst="ellipse">
              <a:avLst/>
            </a:prstGeom>
            <a:gradFill>
              <a:gsLst>
                <a:gs pos="0">
                  <a:srgbClr val="E5AA4C">
                    <a:alpha val="11453"/>
                  </a:srgbClr>
                </a:gs>
                <a:gs pos="14286">
                  <a:srgbClr val="E5AA4C">
                    <a:alpha val="10578"/>
                  </a:srgbClr>
                </a:gs>
                <a:gs pos="28571">
                  <a:srgbClr val="E5AA4C">
                    <a:alpha val="8315"/>
                  </a:srgbClr>
                </a:gs>
                <a:gs pos="42857">
                  <a:srgbClr val="E5AA4C">
                    <a:alpha val="5535"/>
                  </a:srgbClr>
                </a:gs>
                <a:gs pos="57143">
                  <a:srgbClr val="E5AA4C">
                    <a:alpha val="3106"/>
                  </a:srgbClr>
                </a:gs>
                <a:gs pos="71429">
                  <a:srgbClr val="E5AA4C">
                    <a:alpha val="1466"/>
                  </a:srgbClr>
                </a:gs>
                <a:gs pos="85714">
                  <a:srgbClr val="E5AA4C">
                    <a:alpha val="582"/>
                  </a:srgbClr>
                </a:gs>
                <a:gs pos="100000">
                  <a:srgbClr val="E5AA4C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4040912">
              <a:off x="1366431" y="2026950"/>
              <a:ext cx="556522" cy="42129"/>
            </a:xfrm>
            <a:prstGeom prst="ellipse">
              <a:avLst/>
            </a:prstGeom>
            <a:gradFill>
              <a:gsLst>
                <a:gs pos="0">
                  <a:srgbClr val="3B0000">
                    <a:alpha val="32968"/>
                  </a:srgbClr>
                </a:gs>
                <a:gs pos="14286">
                  <a:srgbClr val="3B0000">
                    <a:alpha val="30764"/>
                  </a:srgbClr>
                </a:gs>
                <a:gs pos="28571">
                  <a:srgbClr val="3B0000">
                    <a:alpha val="24833"/>
                  </a:srgbClr>
                </a:gs>
                <a:gs pos="42857">
                  <a:srgbClr val="3B0000">
                    <a:alpha val="17075"/>
                  </a:srgbClr>
                </a:gs>
                <a:gs pos="57143">
                  <a:srgbClr val="3B0000">
                    <a:alpha val="9855"/>
                  </a:srgbClr>
                </a:gs>
                <a:gs pos="71429">
                  <a:srgbClr val="3B0000">
                    <a:alpha val="4740"/>
                  </a:srgbClr>
                </a:gs>
                <a:gs pos="85714">
                  <a:srgbClr val="3B0000">
                    <a:alpha val="1902"/>
                  </a:srgbClr>
                </a:gs>
                <a:gs pos="100000">
                  <a:srgbClr val="3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6465476">
              <a:off x="2260365" y="1758251"/>
              <a:ext cx="341592" cy="232557"/>
            </a:xfrm>
            <a:prstGeom prst="ellipse">
              <a:avLst/>
            </a:prstGeom>
            <a:gradFill>
              <a:gsLst>
                <a:gs pos="0">
                  <a:srgbClr val="00D1FC">
                    <a:alpha val="20793"/>
                  </a:srgbClr>
                </a:gs>
                <a:gs pos="14286">
                  <a:srgbClr val="00D1FC">
                    <a:alpha val="19285"/>
                  </a:srgbClr>
                </a:gs>
                <a:gs pos="28571">
                  <a:srgbClr val="00D1FC">
                    <a:alpha val="15325"/>
                  </a:srgbClr>
                </a:gs>
                <a:gs pos="42857">
                  <a:srgbClr val="00D1FC">
                    <a:alpha val="10337"/>
                  </a:srgbClr>
                </a:gs>
                <a:gs pos="57143">
                  <a:srgbClr val="00D1FC">
                    <a:alpha val="5867"/>
                  </a:srgbClr>
                </a:gs>
                <a:gs pos="71429">
                  <a:srgbClr val="00D1FC">
                    <a:alpha val="2790"/>
                  </a:srgbClr>
                </a:gs>
                <a:gs pos="85714">
                  <a:srgbClr val="00D1FC">
                    <a:alpha val="1113"/>
                  </a:srgbClr>
                </a:gs>
                <a:gs pos="100000">
                  <a:srgbClr val="00D1FC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4551156">
              <a:off x="2362566" y="1571091"/>
              <a:ext cx="247213" cy="52270"/>
            </a:xfrm>
            <a:prstGeom prst="ellipse">
              <a:avLst/>
            </a:prstGeom>
            <a:gradFill>
              <a:gsLst>
                <a:gs pos="0">
                  <a:srgbClr val="55589E">
                    <a:alpha val="32968"/>
                  </a:srgbClr>
                </a:gs>
                <a:gs pos="14286">
                  <a:srgbClr val="55589E">
                    <a:alpha val="30764"/>
                  </a:srgbClr>
                </a:gs>
                <a:gs pos="28571">
                  <a:srgbClr val="55589E">
                    <a:alpha val="24833"/>
                  </a:srgbClr>
                </a:gs>
                <a:gs pos="42857">
                  <a:srgbClr val="55589E">
                    <a:alpha val="17075"/>
                  </a:srgbClr>
                </a:gs>
                <a:gs pos="57143">
                  <a:srgbClr val="55589E">
                    <a:alpha val="9855"/>
                  </a:srgbClr>
                </a:gs>
                <a:gs pos="71429">
                  <a:srgbClr val="55589E">
                    <a:alpha val="4740"/>
                  </a:srgbClr>
                </a:gs>
                <a:gs pos="85714">
                  <a:srgbClr val="55589E">
                    <a:alpha val="1902"/>
                  </a:srgbClr>
                </a:gs>
                <a:gs pos="100000">
                  <a:srgbClr val="5558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7228293">
              <a:off x="547801" y="2664901"/>
              <a:ext cx="492057" cy="198684"/>
            </a:xfrm>
            <a:prstGeom prst="ellipse">
              <a:avLst/>
            </a:prstGeom>
            <a:gradFill>
              <a:gsLst>
                <a:gs pos="0">
                  <a:srgbClr val="9AD6FE">
                    <a:alpha val="26163"/>
                  </a:srgbClr>
                </a:gs>
                <a:gs pos="14286">
                  <a:srgbClr val="9AD6FE">
                    <a:alpha val="24329"/>
                  </a:srgbClr>
                </a:gs>
                <a:gs pos="28571">
                  <a:srgbClr val="9AD6FE">
                    <a:alpha val="19463"/>
                  </a:srgbClr>
                </a:gs>
                <a:gs pos="42857">
                  <a:srgbClr val="9AD6FE">
                    <a:alpha val="13236"/>
                  </a:srgbClr>
                </a:gs>
                <a:gs pos="57143">
                  <a:srgbClr val="9AD6FE">
                    <a:alpha val="7566"/>
                  </a:srgbClr>
                </a:gs>
                <a:gs pos="71429">
                  <a:srgbClr val="9AD6FE">
                    <a:alpha val="3616"/>
                  </a:srgbClr>
                </a:gs>
                <a:gs pos="85714">
                  <a:srgbClr val="9AD6FE">
                    <a:alpha val="1446"/>
                  </a:srgbClr>
                </a:gs>
                <a:gs pos="100000">
                  <a:srgbClr val="9AD6FE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10175941">
              <a:off x="2918878" y="1834658"/>
              <a:ext cx="354336" cy="337285"/>
            </a:xfrm>
            <a:prstGeom prst="ellipse">
              <a:avLst/>
            </a:prstGeom>
            <a:gradFill>
              <a:gsLst>
                <a:gs pos="0">
                  <a:srgbClr val="ECC1B7">
                    <a:alpha val="2446"/>
                  </a:srgbClr>
                </a:gs>
                <a:gs pos="14286">
                  <a:srgbClr val="ECC1B7">
                    <a:alpha val="2251"/>
                  </a:srgbClr>
                </a:gs>
                <a:gs pos="28571">
                  <a:srgbClr val="ECC1B7">
                    <a:alpha val="1752"/>
                  </a:srgbClr>
                </a:gs>
                <a:gs pos="42857">
                  <a:srgbClr val="ECC1B7">
                    <a:alpha val="1153"/>
                  </a:srgbClr>
                </a:gs>
                <a:gs pos="57143">
                  <a:srgbClr val="ECC1B7">
                    <a:alpha val="640"/>
                  </a:srgbClr>
                </a:gs>
                <a:gs pos="71429">
                  <a:srgbClr val="ECC1B7">
                    <a:alpha val="300"/>
                  </a:srgbClr>
                </a:gs>
                <a:gs pos="85714">
                  <a:srgbClr val="ECC1B7">
                    <a:alpha val="119"/>
                  </a:srgbClr>
                </a:gs>
                <a:gs pos="100000">
                  <a:srgbClr val="ECC1B7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9963916">
              <a:off x="2097383" y="1624453"/>
              <a:ext cx="449604" cy="89297"/>
            </a:xfrm>
            <a:prstGeom prst="ellipse">
              <a:avLst/>
            </a:prstGeom>
            <a:gradFill>
              <a:gsLst>
                <a:gs pos="0">
                  <a:srgbClr val="E09C23">
                    <a:alpha val="25682"/>
                  </a:srgbClr>
                </a:gs>
                <a:gs pos="14286">
                  <a:srgbClr val="E09C23">
                    <a:alpha val="23876"/>
                  </a:srgbClr>
                </a:gs>
                <a:gs pos="28571">
                  <a:srgbClr val="E09C23">
                    <a:alpha val="19089"/>
                  </a:srgbClr>
                </a:gs>
                <a:gs pos="42857">
                  <a:srgbClr val="E09C23">
                    <a:alpha val="12972"/>
                  </a:srgbClr>
                </a:gs>
                <a:gs pos="57143">
                  <a:srgbClr val="E09C23">
                    <a:alpha val="7410"/>
                  </a:srgbClr>
                </a:gs>
                <a:gs pos="71429">
                  <a:srgbClr val="E09C23">
                    <a:alpha val="3539"/>
                  </a:srgbClr>
                </a:gs>
                <a:gs pos="85714">
                  <a:srgbClr val="E09C23">
                    <a:alpha val="1415"/>
                  </a:srgbClr>
                </a:gs>
                <a:gs pos="100000">
                  <a:srgbClr val="E09C23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3373477">
              <a:off x="1680303" y="1956509"/>
              <a:ext cx="521524" cy="44061"/>
            </a:xfrm>
            <a:prstGeom prst="ellipse">
              <a:avLst/>
            </a:prstGeom>
            <a:gradFill>
              <a:gsLst>
                <a:gs pos="0">
                  <a:srgbClr val="8B0000">
                    <a:alpha val="32968"/>
                  </a:srgbClr>
                </a:gs>
                <a:gs pos="14286">
                  <a:srgbClr val="8B0000">
                    <a:alpha val="30764"/>
                  </a:srgbClr>
                </a:gs>
                <a:gs pos="28571">
                  <a:srgbClr val="8B0000">
                    <a:alpha val="24833"/>
                  </a:srgbClr>
                </a:gs>
                <a:gs pos="42857">
                  <a:srgbClr val="8B0000">
                    <a:alpha val="17075"/>
                  </a:srgbClr>
                </a:gs>
                <a:gs pos="57143">
                  <a:srgbClr val="8B0000">
                    <a:alpha val="9855"/>
                  </a:srgbClr>
                </a:gs>
                <a:gs pos="71429">
                  <a:srgbClr val="8B0000">
                    <a:alpha val="4740"/>
                  </a:srgbClr>
                </a:gs>
                <a:gs pos="85714">
                  <a:srgbClr val="8B0000">
                    <a:alpha val="1902"/>
                  </a:srgbClr>
                </a:gs>
                <a:gs pos="100000">
                  <a:srgbClr val="8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8498698">
              <a:off x="1524773" y="2666965"/>
              <a:ext cx="410746" cy="212464"/>
            </a:xfrm>
            <a:prstGeom prst="ellipse">
              <a:avLst/>
            </a:prstGeom>
            <a:gradFill>
              <a:gsLst>
                <a:gs pos="0">
                  <a:srgbClr val="9AA3FF">
                    <a:alpha val="10146"/>
                  </a:srgbClr>
                </a:gs>
                <a:gs pos="14286">
                  <a:srgbClr val="9AA3FF">
                    <a:alpha val="9365"/>
                  </a:srgbClr>
                </a:gs>
                <a:gs pos="28571">
                  <a:srgbClr val="9AA3FF">
                    <a:alpha val="7351"/>
                  </a:srgbClr>
                </a:gs>
                <a:gs pos="42857">
                  <a:srgbClr val="9AA3FF">
                    <a:alpha val="4885"/>
                  </a:srgbClr>
                </a:gs>
                <a:gs pos="57143">
                  <a:srgbClr val="9AA3FF">
                    <a:alpha val="2737"/>
                  </a:srgbClr>
                </a:gs>
                <a:gs pos="71429">
                  <a:srgbClr val="9AA3FF">
                    <a:alpha val="1291"/>
                  </a:srgbClr>
                </a:gs>
                <a:gs pos="85714">
                  <a:srgbClr val="9AA3FF">
                    <a:alpha val="512"/>
                  </a:srgbClr>
                </a:gs>
                <a:gs pos="100000">
                  <a:srgbClr val="9AA3FF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5926596">
              <a:off x="475194" y="2638222"/>
              <a:ext cx="612281" cy="202984"/>
            </a:xfrm>
            <a:prstGeom prst="ellipse">
              <a:avLst/>
            </a:prstGeom>
            <a:gradFill>
              <a:gsLst>
                <a:gs pos="0">
                  <a:srgbClr val="00BCB2">
                    <a:alpha val="16255"/>
                  </a:srgbClr>
                </a:gs>
                <a:gs pos="14286">
                  <a:srgbClr val="00BCB2">
                    <a:alpha val="15044"/>
                  </a:srgbClr>
                </a:gs>
                <a:gs pos="28571">
                  <a:srgbClr val="00BCB2">
                    <a:alpha val="11891"/>
                  </a:srgbClr>
                </a:gs>
                <a:gs pos="42857">
                  <a:srgbClr val="00BCB2">
                    <a:alpha val="7968"/>
                  </a:srgbClr>
                </a:gs>
                <a:gs pos="57143">
                  <a:srgbClr val="00BCB2">
                    <a:alpha val="4497"/>
                  </a:srgbClr>
                </a:gs>
                <a:gs pos="71429">
                  <a:srgbClr val="00BCB2">
                    <a:alpha val="2131"/>
                  </a:srgbClr>
                </a:gs>
                <a:gs pos="85714">
                  <a:srgbClr val="00BCB2">
                    <a:alpha val="848"/>
                  </a:srgbClr>
                </a:gs>
                <a:gs pos="100000">
                  <a:srgbClr val="00BCB2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-10291223">
              <a:off x="870443" y="1632093"/>
              <a:ext cx="434416" cy="316942"/>
            </a:xfrm>
            <a:prstGeom prst="ellipse">
              <a:avLst/>
            </a:prstGeom>
            <a:gradFill>
              <a:gsLst>
                <a:gs pos="0">
                  <a:srgbClr val="0057BC">
                    <a:alpha val="32968"/>
                  </a:srgbClr>
                </a:gs>
                <a:gs pos="14286">
                  <a:srgbClr val="0057BC">
                    <a:alpha val="30764"/>
                  </a:srgbClr>
                </a:gs>
                <a:gs pos="28571">
                  <a:srgbClr val="0057BC">
                    <a:alpha val="24833"/>
                  </a:srgbClr>
                </a:gs>
                <a:gs pos="42857">
                  <a:srgbClr val="0057BC">
                    <a:alpha val="17075"/>
                  </a:srgbClr>
                </a:gs>
                <a:gs pos="57143">
                  <a:srgbClr val="0057BC">
                    <a:alpha val="9855"/>
                  </a:srgbClr>
                </a:gs>
                <a:gs pos="71429">
                  <a:srgbClr val="0057BC">
                    <a:alpha val="4740"/>
                  </a:srgbClr>
                </a:gs>
                <a:gs pos="85714">
                  <a:srgbClr val="0057BC">
                    <a:alpha val="1902"/>
                  </a:srgbClr>
                </a:gs>
                <a:gs pos="100000">
                  <a:srgbClr val="0057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4730803">
              <a:off x="1385554" y="2013476"/>
              <a:ext cx="363319" cy="55956"/>
            </a:xfrm>
            <a:prstGeom prst="ellipse">
              <a:avLst/>
            </a:prstGeom>
            <a:gradFill>
              <a:gsLst>
                <a:gs pos="0">
                  <a:srgbClr val="FAE0C9">
                    <a:alpha val="32968"/>
                  </a:srgbClr>
                </a:gs>
                <a:gs pos="14286">
                  <a:srgbClr val="FAE0C9">
                    <a:alpha val="30764"/>
                  </a:srgbClr>
                </a:gs>
                <a:gs pos="28571">
                  <a:srgbClr val="FAE0C9">
                    <a:alpha val="24833"/>
                  </a:srgbClr>
                </a:gs>
                <a:gs pos="42857">
                  <a:srgbClr val="FAE0C9">
                    <a:alpha val="17075"/>
                  </a:srgbClr>
                </a:gs>
                <a:gs pos="57143">
                  <a:srgbClr val="FAE0C9">
                    <a:alpha val="9855"/>
                  </a:srgbClr>
                </a:gs>
                <a:gs pos="71429">
                  <a:srgbClr val="FAE0C9">
                    <a:alpha val="4740"/>
                  </a:srgbClr>
                </a:gs>
                <a:gs pos="85714">
                  <a:srgbClr val="FAE0C9">
                    <a:alpha val="1902"/>
                  </a:srgbClr>
                </a:gs>
                <a:gs pos="100000">
                  <a:srgbClr val="FAE0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-10290839">
              <a:off x="1069875" y="1756387"/>
              <a:ext cx="326159" cy="309976"/>
            </a:xfrm>
            <a:prstGeom prst="ellipse">
              <a:avLst/>
            </a:prstGeom>
            <a:gradFill>
              <a:gsLst>
                <a:gs pos="0">
                  <a:srgbClr val="000034">
                    <a:alpha val="19127"/>
                  </a:srgbClr>
                </a:gs>
                <a:gs pos="14286">
                  <a:srgbClr val="000034">
                    <a:alpha val="17727"/>
                  </a:srgbClr>
                </a:gs>
                <a:gs pos="28571">
                  <a:srgbClr val="000034">
                    <a:alpha val="14058"/>
                  </a:srgbClr>
                </a:gs>
                <a:gs pos="42857">
                  <a:srgbClr val="000034">
                    <a:alpha val="9460"/>
                  </a:srgbClr>
                </a:gs>
                <a:gs pos="57143">
                  <a:srgbClr val="000034">
                    <a:alpha val="5357"/>
                  </a:srgbClr>
                </a:gs>
                <a:gs pos="71429">
                  <a:srgbClr val="000034">
                    <a:alpha val="2545"/>
                  </a:srgbClr>
                </a:gs>
                <a:gs pos="85714">
                  <a:srgbClr val="000034">
                    <a:alpha val="1014"/>
                  </a:srgbClr>
                </a:gs>
                <a:gs pos="100000">
                  <a:srgbClr val="000034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5459719">
              <a:off x="650349" y="1720848"/>
              <a:ext cx="368897" cy="345863"/>
            </a:xfrm>
            <a:prstGeom prst="ellipse">
              <a:avLst/>
            </a:prstGeom>
            <a:gradFill>
              <a:gsLst>
                <a:gs pos="0">
                  <a:srgbClr val="7B8300">
                    <a:alpha val="3335"/>
                  </a:srgbClr>
                </a:gs>
                <a:gs pos="14286">
                  <a:srgbClr val="7B8300">
                    <a:alpha val="3069"/>
                  </a:srgbClr>
                </a:gs>
                <a:gs pos="28571">
                  <a:srgbClr val="7B8300">
                    <a:alpha val="2391"/>
                  </a:srgbClr>
                </a:gs>
                <a:gs pos="42857">
                  <a:srgbClr val="7B8300">
                    <a:alpha val="1575"/>
                  </a:srgbClr>
                </a:gs>
                <a:gs pos="57143">
                  <a:srgbClr val="7B8300">
                    <a:alpha val="876"/>
                  </a:srgbClr>
                </a:gs>
                <a:gs pos="71429">
                  <a:srgbClr val="7B8300">
                    <a:alpha val="411"/>
                  </a:srgbClr>
                </a:gs>
                <a:gs pos="85714">
                  <a:srgbClr val="7B8300">
                    <a:alpha val="163"/>
                  </a:srgbClr>
                </a:gs>
                <a:gs pos="100000">
                  <a:srgbClr val="7B830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9202736">
              <a:off x="1207129" y="2632012"/>
              <a:ext cx="418693" cy="220916"/>
            </a:xfrm>
            <a:prstGeom prst="ellipse">
              <a:avLst/>
            </a:prstGeom>
            <a:gradFill>
              <a:gsLst>
                <a:gs pos="0">
                  <a:srgbClr val="4B0000">
                    <a:alpha val="32968"/>
                  </a:srgbClr>
                </a:gs>
                <a:gs pos="14286">
                  <a:srgbClr val="4B0000">
                    <a:alpha val="30764"/>
                  </a:srgbClr>
                </a:gs>
                <a:gs pos="28571">
                  <a:srgbClr val="4B0000">
                    <a:alpha val="24833"/>
                  </a:srgbClr>
                </a:gs>
                <a:gs pos="42857">
                  <a:srgbClr val="4B0000">
                    <a:alpha val="17075"/>
                  </a:srgbClr>
                </a:gs>
                <a:gs pos="57143">
                  <a:srgbClr val="4B0000">
                    <a:alpha val="9855"/>
                  </a:srgbClr>
                </a:gs>
                <a:gs pos="71429">
                  <a:srgbClr val="4B0000">
                    <a:alpha val="4740"/>
                  </a:srgbClr>
                </a:gs>
                <a:gs pos="85714">
                  <a:srgbClr val="4B0000">
                    <a:alpha val="1902"/>
                  </a:srgbClr>
                </a:gs>
                <a:gs pos="100000">
                  <a:srgbClr val="4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5045396">
              <a:off x="771830" y="2708077"/>
              <a:ext cx="466363" cy="174903"/>
            </a:xfrm>
            <a:prstGeom prst="ellipse">
              <a:avLst/>
            </a:prstGeom>
            <a:gradFill>
              <a:gsLst>
                <a:gs pos="0">
                  <a:srgbClr val="0081FF">
                    <a:alpha val="23722"/>
                  </a:srgbClr>
                </a:gs>
                <a:gs pos="14286">
                  <a:srgbClr val="0081FF">
                    <a:alpha val="22033"/>
                  </a:srgbClr>
                </a:gs>
                <a:gs pos="28571">
                  <a:srgbClr val="0081FF">
                    <a:alpha val="17572"/>
                  </a:srgbClr>
                </a:gs>
                <a:gs pos="42857">
                  <a:srgbClr val="0081FF">
                    <a:alpha val="11905"/>
                  </a:srgbClr>
                </a:gs>
                <a:gs pos="57143">
                  <a:srgbClr val="0081FF">
                    <a:alpha val="6783"/>
                  </a:srgbClr>
                </a:gs>
                <a:gs pos="71429">
                  <a:srgbClr val="0081FF">
                    <a:alpha val="3234"/>
                  </a:srgbClr>
                </a:gs>
                <a:gs pos="85714">
                  <a:srgbClr val="0081FF">
                    <a:alpha val="1292"/>
                  </a:srgbClr>
                </a:gs>
                <a:gs pos="100000">
                  <a:srgbClr val="0081FF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8970226">
              <a:off x="882832" y="1612169"/>
              <a:ext cx="258070" cy="245399"/>
            </a:xfrm>
            <a:prstGeom prst="ellipse">
              <a:avLst/>
            </a:prstGeom>
            <a:gradFill>
              <a:gsLst>
                <a:gs pos="0">
                  <a:srgbClr val="2267B4">
                    <a:alpha val="10900"/>
                  </a:srgbClr>
                </a:gs>
                <a:gs pos="14286">
                  <a:srgbClr val="2267B4">
                    <a:alpha val="10064"/>
                  </a:srgbClr>
                </a:gs>
                <a:gs pos="28571">
                  <a:srgbClr val="2267B4">
                    <a:alpha val="7906"/>
                  </a:srgbClr>
                </a:gs>
                <a:gs pos="42857">
                  <a:srgbClr val="2267B4">
                    <a:alpha val="5259"/>
                  </a:srgbClr>
                </a:gs>
                <a:gs pos="57143">
                  <a:srgbClr val="2267B4">
                    <a:alpha val="2949"/>
                  </a:srgbClr>
                </a:gs>
                <a:gs pos="71429">
                  <a:srgbClr val="2267B4">
                    <a:alpha val="1391"/>
                  </a:srgbClr>
                </a:gs>
                <a:gs pos="85714">
                  <a:srgbClr val="2267B4">
                    <a:alpha val="553"/>
                  </a:srgbClr>
                </a:gs>
                <a:gs pos="100000">
                  <a:srgbClr val="2267B4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2989462">
              <a:off x="1444041" y="1918506"/>
              <a:ext cx="470796" cy="40499"/>
            </a:xfrm>
            <a:prstGeom prst="ellipse">
              <a:avLst/>
            </a:prstGeom>
            <a:gradFill>
              <a:gsLst>
                <a:gs pos="0">
                  <a:srgbClr val="7C0000">
                    <a:alpha val="24417"/>
                  </a:srgbClr>
                </a:gs>
                <a:gs pos="14286">
                  <a:srgbClr val="7C0000">
                    <a:alpha val="22687"/>
                  </a:srgbClr>
                </a:gs>
                <a:gs pos="28571">
                  <a:srgbClr val="7C0000">
                    <a:alpha val="18109"/>
                  </a:srgbClr>
                </a:gs>
                <a:gs pos="42857">
                  <a:srgbClr val="7C0000">
                    <a:alpha val="12282"/>
                  </a:srgbClr>
                </a:gs>
                <a:gs pos="57143">
                  <a:srgbClr val="7C0000">
                    <a:alpha val="7004"/>
                  </a:srgbClr>
                </a:gs>
                <a:gs pos="71429">
                  <a:srgbClr val="7C0000">
                    <a:alpha val="3342"/>
                  </a:srgbClr>
                </a:gs>
                <a:gs pos="85714">
                  <a:srgbClr val="7C0000">
                    <a:alpha val="1335"/>
                  </a:srgbClr>
                </a:gs>
                <a:gs pos="100000">
                  <a:srgbClr val="7C0000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4078985">
              <a:off x="2314883" y="1409633"/>
              <a:ext cx="363537" cy="184398"/>
            </a:xfrm>
            <a:prstGeom prst="ellipse">
              <a:avLst/>
            </a:prstGeom>
            <a:gradFill>
              <a:gsLst>
                <a:gs pos="0">
                  <a:srgbClr val="00B4FE">
                    <a:alpha val="32968"/>
                  </a:srgbClr>
                </a:gs>
                <a:gs pos="14286">
                  <a:srgbClr val="00B4FE">
                    <a:alpha val="30764"/>
                  </a:srgbClr>
                </a:gs>
                <a:gs pos="28571">
                  <a:srgbClr val="00B4FE">
                    <a:alpha val="24833"/>
                  </a:srgbClr>
                </a:gs>
                <a:gs pos="42857">
                  <a:srgbClr val="00B4FE">
                    <a:alpha val="17075"/>
                  </a:srgbClr>
                </a:gs>
                <a:gs pos="57143">
                  <a:srgbClr val="00B4FE">
                    <a:alpha val="9855"/>
                  </a:srgbClr>
                </a:gs>
                <a:gs pos="71429">
                  <a:srgbClr val="00B4FE">
                    <a:alpha val="4740"/>
                  </a:srgbClr>
                </a:gs>
                <a:gs pos="85714">
                  <a:srgbClr val="00B4FE">
                    <a:alpha val="1902"/>
                  </a:srgbClr>
                </a:gs>
                <a:gs pos="100000">
                  <a:srgbClr val="00B4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7807810">
              <a:off x="1418133" y="1289622"/>
              <a:ext cx="731082" cy="167430"/>
            </a:xfrm>
            <a:prstGeom prst="ellipse">
              <a:avLst/>
            </a:prstGeom>
            <a:gradFill>
              <a:gsLst>
                <a:gs pos="0">
                  <a:srgbClr val="630035">
                    <a:alpha val="28535"/>
                  </a:srgbClr>
                </a:gs>
                <a:gs pos="14286">
                  <a:srgbClr val="630035">
                    <a:alpha val="26566"/>
                  </a:srgbClr>
                </a:gs>
                <a:gs pos="28571">
                  <a:srgbClr val="630035">
                    <a:alpha val="21318"/>
                  </a:srgbClr>
                </a:gs>
                <a:gs pos="42857">
                  <a:srgbClr val="630035">
                    <a:alpha val="14552"/>
                  </a:srgbClr>
                </a:gs>
                <a:gs pos="57143">
                  <a:srgbClr val="630035">
                    <a:alpha val="8345"/>
                  </a:srgbClr>
                </a:gs>
                <a:gs pos="71429">
                  <a:srgbClr val="630035">
                    <a:alpha val="3997"/>
                  </a:srgbClr>
                </a:gs>
                <a:gs pos="85714">
                  <a:srgbClr val="630035">
                    <a:alpha val="1600"/>
                  </a:srgbClr>
                </a:gs>
                <a:gs pos="100000">
                  <a:srgbClr val="630035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6373858">
              <a:off x="1898356" y="2024139"/>
              <a:ext cx="209405" cy="182658"/>
            </a:xfrm>
            <a:prstGeom prst="ellipse">
              <a:avLst/>
            </a:prstGeom>
            <a:gradFill>
              <a:gsLst>
                <a:gs pos="0">
                  <a:srgbClr val="D99EF8">
                    <a:alpha val="21882"/>
                  </a:srgbClr>
                </a:gs>
                <a:gs pos="14286">
                  <a:srgbClr val="D99EF8">
                    <a:alpha val="20306"/>
                  </a:srgbClr>
                </a:gs>
                <a:gs pos="28571">
                  <a:srgbClr val="D99EF8">
                    <a:alpha val="16158"/>
                  </a:srgbClr>
                </a:gs>
                <a:gs pos="42857">
                  <a:srgbClr val="D99EF8">
                    <a:alpha val="10917"/>
                  </a:srgbClr>
                </a:gs>
                <a:gs pos="57143">
                  <a:srgbClr val="D99EF8">
                    <a:alpha val="6204"/>
                  </a:srgbClr>
                </a:gs>
                <a:gs pos="71429">
                  <a:srgbClr val="D99EF8">
                    <a:alpha val="2954"/>
                  </a:srgbClr>
                </a:gs>
                <a:gs pos="85714">
                  <a:srgbClr val="D99EF8">
                    <a:alpha val="1179"/>
                  </a:srgbClr>
                </a:gs>
                <a:gs pos="100000">
                  <a:srgbClr val="D99EF8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7762374">
              <a:off x="1782396" y="2032037"/>
              <a:ext cx="397534" cy="327686"/>
            </a:xfrm>
            <a:prstGeom prst="ellipse">
              <a:avLst/>
            </a:prstGeom>
            <a:gradFill>
              <a:gsLst>
                <a:gs pos="0">
                  <a:srgbClr val="8C00E2">
                    <a:alpha val="15164"/>
                  </a:srgbClr>
                </a:gs>
                <a:gs pos="14286">
                  <a:srgbClr val="8C00E2">
                    <a:alpha val="14028"/>
                  </a:srgbClr>
                </a:gs>
                <a:gs pos="28571">
                  <a:srgbClr val="8C00E2">
                    <a:alpha val="11074"/>
                  </a:srgbClr>
                </a:gs>
                <a:gs pos="42857">
                  <a:srgbClr val="8C00E2">
                    <a:alpha val="7409"/>
                  </a:srgbClr>
                </a:gs>
                <a:gs pos="57143">
                  <a:srgbClr val="8C00E2">
                    <a:alpha val="4176"/>
                  </a:srgbClr>
                </a:gs>
                <a:gs pos="71429">
                  <a:srgbClr val="8C00E2">
                    <a:alpha val="1977"/>
                  </a:srgbClr>
                </a:gs>
                <a:gs pos="85714">
                  <a:srgbClr val="8C00E2">
                    <a:alpha val="786"/>
                  </a:srgbClr>
                </a:gs>
                <a:gs pos="100000">
                  <a:srgbClr val="8C00E2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9729165">
              <a:off x="2907737" y="1828688"/>
              <a:ext cx="425438" cy="138486"/>
            </a:xfrm>
            <a:prstGeom prst="ellipse">
              <a:avLst/>
            </a:prstGeom>
            <a:gradFill>
              <a:gsLst>
                <a:gs pos="0">
                  <a:srgbClr val="C5EAFF">
                    <a:alpha val="23573"/>
                  </a:srgbClr>
                </a:gs>
                <a:gs pos="14286">
                  <a:srgbClr val="C5EAFF">
                    <a:alpha val="21893"/>
                  </a:srgbClr>
                </a:gs>
                <a:gs pos="28571">
                  <a:srgbClr val="C5EAFF">
                    <a:alpha val="17457"/>
                  </a:srgbClr>
                </a:gs>
                <a:gs pos="42857">
                  <a:srgbClr val="C5EAFF">
                    <a:alpha val="11824"/>
                  </a:srgbClr>
                </a:gs>
                <a:gs pos="57143">
                  <a:srgbClr val="C5EAFF">
                    <a:alpha val="6735"/>
                  </a:srgbClr>
                </a:gs>
                <a:gs pos="71429">
                  <a:srgbClr val="C5EAFF">
                    <a:alpha val="3211"/>
                  </a:srgbClr>
                </a:gs>
                <a:gs pos="85714">
                  <a:srgbClr val="C5EAFF">
                    <a:alpha val="1282"/>
                  </a:srgbClr>
                </a:gs>
                <a:gs pos="100000">
                  <a:srgbClr val="C5EAFF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10169242">
              <a:off x="1275327" y="1610402"/>
              <a:ext cx="265628" cy="193399"/>
            </a:xfrm>
            <a:prstGeom prst="ellipse">
              <a:avLst/>
            </a:prstGeom>
            <a:gradFill>
              <a:gsLst>
                <a:gs pos="0">
                  <a:srgbClr val="005E00">
                    <a:alpha val="14370"/>
                  </a:srgbClr>
                </a:gs>
                <a:gs pos="14286">
                  <a:srgbClr val="005E00">
                    <a:alpha val="13288"/>
                  </a:srgbClr>
                </a:gs>
                <a:gs pos="28571">
                  <a:srgbClr val="005E00">
                    <a:alpha val="10480"/>
                  </a:srgbClr>
                </a:gs>
                <a:gs pos="42857">
                  <a:srgbClr val="005E00">
                    <a:alpha val="7004"/>
                  </a:srgbClr>
                </a:gs>
                <a:gs pos="57143">
                  <a:srgbClr val="005E00">
                    <a:alpha val="3944"/>
                  </a:srgbClr>
                </a:gs>
                <a:gs pos="71429">
                  <a:srgbClr val="005E00">
                    <a:alpha val="1866"/>
                  </a:srgbClr>
                </a:gs>
                <a:gs pos="85714">
                  <a:srgbClr val="005E00">
                    <a:alpha val="742"/>
                  </a:srgbClr>
                </a:gs>
                <a:gs pos="100000">
                  <a:srgbClr val="005E00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10203736">
              <a:off x="2796116" y="1921198"/>
              <a:ext cx="345149" cy="194588"/>
            </a:xfrm>
            <a:prstGeom prst="ellipse">
              <a:avLst/>
            </a:prstGeom>
            <a:gradFill>
              <a:gsLst>
                <a:gs pos="0">
                  <a:srgbClr val="D27E96">
                    <a:alpha val="8401"/>
                  </a:srgbClr>
                </a:gs>
                <a:gs pos="14286">
                  <a:srgbClr val="D27E96">
                    <a:alpha val="7749"/>
                  </a:srgbClr>
                </a:gs>
                <a:gs pos="28571">
                  <a:srgbClr val="D27E96">
                    <a:alpha val="6070"/>
                  </a:srgbClr>
                </a:gs>
                <a:gs pos="42857">
                  <a:srgbClr val="D27E96">
                    <a:alpha val="4024"/>
                  </a:srgbClr>
                </a:gs>
                <a:gs pos="57143">
                  <a:srgbClr val="D27E96">
                    <a:alpha val="2250"/>
                  </a:srgbClr>
                </a:gs>
                <a:gs pos="71429">
                  <a:srgbClr val="D27E96">
                    <a:alpha val="1060"/>
                  </a:srgbClr>
                </a:gs>
                <a:gs pos="85714">
                  <a:srgbClr val="D27E96">
                    <a:alpha val="420"/>
                  </a:srgbClr>
                </a:gs>
                <a:gs pos="100000">
                  <a:srgbClr val="D27E96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9163301">
              <a:off x="3115519" y="1696076"/>
              <a:ext cx="563813" cy="89107"/>
            </a:xfrm>
            <a:prstGeom prst="ellipse">
              <a:avLst/>
            </a:prstGeom>
            <a:gradFill>
              <a:gsLst>
                <a:gs pos="0">
                  <a:srgbClr val="C7E5FF">
                    <a:alpha val="32968"/>
                  </a:srgbClr>
                </a:gs>
                <a:gs pos="14286">
                  <a:srgbClr val="C7E5FF">
                    <a:alpha val="30764"/>
                  </a:srgbClr>
                </a:gs>
                <a:gs pos="28571">
                  <a:srgbClr val="C7E5FF">
                    <a:alpha val="24833"/>
                  </a:srgbClr>
                </a:gs>
                <a:gs pos="42857">
                  <a:srgbClr val="C7E5FF">
                    <a:alpha val="17075"/>
                  </a:srgbClr>
                </a:gs>
                <a:gs pos="57143">
                  <a:srgbClr val="C7E5FF">
                    <a:alpha val="9855"/>
                  </a:srgbClr>
                </a:gs>
                <a:gs pos="71429">
                  <a:srgbClr val="C7E5FF">
                    <a:alpha val="4740"/>
                  </a:srgbClr>
                </a:gs>
                <a:gs pos="85714">
                  <a:srgbClr val="C7E5FF">
                    <a:alpha val="1902"/>
                  </a:srgbClr>
                </a:gs>
                <a:gs pos="100000">
                  <a:srgbClr val="C7E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9587715">
              <a:off x="-74810" y="3249886"/>
              <a:ext cx="516237" cy="55722"/>
            </a:xfrm>
            <a:prstGeom prst="ellipse">
              <a:avLst/>
            </a:prstGeom>
            <a:gradFill>
              <a:gsLst>
                <a:gs pos="0">
                  <a:srgbClr val="E7FF00">
                    <a:alpha val="6306"/>
                  </a:srgbClr>
                </a:gs>
                <a:gs pos="14286">
                  <a:srgbClr val="E7FF00">
                    <a:alpha val="5811"/>
                  </a:srgbClr>
                </a:gs>
                <a:gs pos="28571">
                  <a:srgbClr val="E7FF00">
                    <a:alpha val="4542"/>
                  </a:srgbClr>
                </a:gs>
                <a:gs pos="42857">
                  <a:srgbClr val="E7FF00">
                    <a:alpha val="3003"/>
                  </a:srgbClr>
                </a:gs>
                <a:gs pos="57143">
                  <a:srgbClr val="E7FF00">
                    <a:alpha val="1675"/>
                  </a:srgbClr>
                </a:gs>
                <a:gs pos="71429">
                  <a:srgbClr val="E7FF00">
                    <a:alpha val="788"/>
                  </a:srgbClr>
                </a:gs>
                <a:gs pos="85714">
                  <a:srgbClr val="E7FF00">
                    <a:alpha val="312"/>
                  </a:srgbClr>
                </a:gs>
                <a:gs pos="100000">
                  <a:srgbClr val="E7FF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9827463">
              <a:off x="745681" y="1996278"/>
              <a:ext cx="533839" cy="380715"/>
            </a:xfrm>
            <a:prstGeom prst="ellipse">
              <a:avLst/>
            </a:prstGeom>
            <a:gradFill>
              <a:gsLst>
                <a:gs pos="0">
                  <a:srgbClr val="998100">
                    <a:alpha val="32968"/>
                  </a:srgbClr>
                </a:gs>
                <a:gs pos="14286">
                  <a:srgbClr val="998100">
                    <a:alpha val="30764"/>
                  </a:srgbClr>
                </a:gs>
                <a:gs pos="28571">
                  <a:srgbClr val="998100">
                    <a:alpha val="24833"/>
                  </a:srgbClr>
                </a:gs>
                <a:gs pos="42857">
                  <a:srgbClr val="998100">
                    <a:alpha val="17075"/>
                  </a:srgbClr>
                </a:gs>
                <a:gs pos="57143">
                  <a:srgbClr val="998100">
                    <a:alpha val="9855"/>
                  </a:srgbClr>
                </a:gs>
                <a:gs pos="71429">
                  <a:srgbClr val="998100">
                    <a:alpha val="4740"/>
                  </a:srgbClr>
                </a:gs>
                <a:gs pos="85714">
                  <a:srgbClr val="998100">
                    <a:alpha val="1902"/>
                  </a:srgbClr>
                </a:gs>
                <a:gs pos="100000">
                  <a:srgbClr val="998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5666318">
              <a:off x="663810" y="2367808"/>
              <a:ext cx="297891" cy="275409"/>
            </a:xfrm>
            <a:prstGeom prst="ellipse">
              <a:avLst/>
            </a:prstGeom>
            <a:gradFill>
              <a:gsLst>
                <a:gs pos="0">
                  <a:srgbClr val="595ECD">
                    <a:alpha val="2444"/>
                  </a:srgbClr>
                </a:gs>
                <a:gs pos="14286">
                  <a:srgbClr val="595ECD">
                    <a:alpha val="2249"/>
                  </a:srgbClr>
                </a:gs>
                <a:gs pos="28571">
                  <a:srgbClr val="595ECD">
                    <a:alpha val="1751"/>
                  </a:srgbClr>
                </a:gs>
                <a:gs pos="42857">
                  <a:srgbClr val="595ECD">
                    <a:alpha val="1152"/>
                  </a:srgbClr>
                </a:gs>
                <a:gs pos="57143">
                  <a:srgbClr val="595ECD">
                    <a:alpha val="640"/>
                  </a:srgbClr>
                </a:gs>
                <a:gs pos="71429">
                  <a:srgbClr val="595ECD">
                    <a:alpha val="300"/>
                  </a:srgbClr>
                </a:gs>
                <a:gs pos="85714">
                  <a:srgbClr val="595ECD">
                    <a:alpha val="119"/>
                  </a:srgbClr>
                </a:gs>
                <a:gs pos="100000">
                  <a:srgbClr val="595ECD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5872500">
              <a:off x="615506" y="2167381"/>
              <a:ext cx="552253" cy="202640"/>
            </a:xfrm>
            <a:prstGeom prst="ellipse">
              <a:avLst/>
            </a:prstGeom>
            <a:gradFill>
              <a:gsLst>
                <a:gs pos="0">
                  <a:srgbClr val="FFE163">
                    <a:alpha val="30968"/>
                  </a:srgbClr>
                </a:gs>
                <a:gs pos="14286">
                  <a:srgbClr val="FFE163">
                    <a:alpha val="28867"/>
                  </a:srgbClr>
                </a:gs>
                <a:gs pos="28571">
                  <a:srgbClr val="FFE163">
                    <a:alpha val="23239"/>
                  </a:srgbClr>
                </a:gs>
                <a:gs pos="42857">
                  <a:srgbClr val="FFE163">
                    <a:alpha val="15926"/>
                  </a:srgbClr>
                </a:gs>
                <a:gs pos="57143">
                  <a:srgbClr val="FFE163">
                    <a:alpha val="9165"/>
                  </a:srgbClr>
                </a:gs>
                <a:gs pos="71429">
                  <a:srgbClr val="FFE163">
                    <a:alpha val="4400"/>
                  </a:srgbClr>
                </a:gs>
                <a:gs pos="85714">
                  <a:srgbClr val="FFE163">
                    <a:alpha val="1764"/>
                  </a:srgbClr>
                </a:gs>
                <a:gs pos="100000">
                  <a:srgbClr val="FFE163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-9647523">
              <a:off x="2569563" y="1239394"/>
              <a:ext cx="270733" cy="213925"/>
            </a:xfrm>
            <a:prstGeom prst="ellipse">
              <a:avLst/>
            </a:prstGeom>
            <a:gradFill>
              <a:gsLst>
                <a:gs pos="0">
                  <a:srgbClr val="B4C9FD">
                    <a:alpha val="31577"/>
                  </a:srgbClr>
                </a:gs>
                <a:gs pos="14286">
                  <a:srgbClr val="B4C9FD">
                    <a:alpha val="29445"/>
                  </a:srgbClr>
                </a:gs>
                <a:gs pos="28571">
                  <a:srgbClr val="B4C9FD">
                    <a:alpha val="23723"/>
                  </a:srgbClr>
                </a:gs>
                <a:gs pos="42857">
                  <a:srgbClr val="B4C9FD">
                    <a:alpha val="16274"/>
                  </a:srgbClr>
                </a:gs>
                <a:gs pos="57143">
                  <a:srgbClr val="B4C9FD">
                    <a:alpha val="9373"/>
                  </a:srgbClr>
                </a:gs>
                <a:gs pos="71429">
                  <a:srgbClr val="B4C9FD">
                    <a:alpha val="4503"/>
                  </a:srgbClr>
                </a:gs>
                <a:gs pos="85714">
                  <a:srgbClr val="B4C9FD">
                    <a:alpha val="1805"/>
                  </a:srgbClr>
                </a:gs>
                <a:gs pos="100000">
                  <a:srgbClr val="B4C9FD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2860663">
              <a:off x="1799127" y="1040303"/>
              <a:ext cx="330335" cy="39072"/>
            </a:xfrm>
            <a:prstGeom prst="ellipse">
              <a:avLst/>
            </a:prstGeom>
            <a:gradFill>
              <a:gsLst>
                <a:gs pos="0">
                  <a:srgbClr val="21004D">
                    <a:alpha val="18717"/>
                  </a:srgbClr>
                </a:gs>
                <a:gs pos="14286">
                  <a:srgbClr val="21004D">
                    <a:alpha val="17343"/>
                  </a:srgbClr>
                </a:gs>
                <a:gs pos="28571">
                  <a:srgbClr val="21004D">
                    <a:alpha val="13748"/>
                  </a:srgbClr>
                </a:gs>
                <a:gs pos="42857">
                  <a:srgbClr val="21004D">
                    <a:alpha val="9245"/>
                  </a:srgbClr>
                </a:gs>
                <a:gs pos="57143">
                  <a:srgbClr val="21004D">
                    <a:alpha val="5233"/>
                  </a:srgbClr>
                </a:gs>
                <a:gs pos="71429">
                  <a:srgbClr val="21004D">
                    <a:alpha val="2485"/>
                  </a:srgbClr>
                </a:gs>
                <a:gs pos="85714">
                  <a:srgbClr val="21004D">
                    <a:alpha val="990"/>
                  </a:srgbClr>
                </a:gs>
                <a:gs pos="100000">
                  <a:srgbClr val="21004D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-10772559">
              <a:off x="2111631" y="628980"/>
              <a:ext cx="308604" cy="51775"/>
            </a:xfrm>
            <a:prstGeom prst="ellipse">
              <a:avLst/>
            </a:prstGeom>
            <a:gradFill>
              <a:gsLst>
                <a:gs pos="0">
                  <a:srgbClr val="5E0000">
                    <a:alpha val="32968"/>
                  </a:srgbClr>
                </a:gs>
                <a:gs pos="14286">
                  <a:srgbClr val="5E0000">
                    <a:alpha val="30764"/>
                  </a:srgbClr>
                </a:gs>
                <a:gs pos="28571">
                  <a:srgbClr val="5E0000">
                    <a:alpha val="24833"/>
                  </a:srgbClr>
                </a:gs>
                <a:gs pos="42857">
                  <a:srgbClr val="5E0000">
                    <a:alpha val="17075"/>
                  </a:srgbClr>
                </a:gs>
                <a:gs pos="57143">
                  <a:srgbClr val="5E0000">
                    <a:alpha val="9855"/>
                  </a:srgbClr>
                </a:gs>
                <a:gs pos="71429">
                  <a:srgbClr val="5E0000">
                    <a:alpha val="4740"/>
                  </a:srgbClr>
                </a:gs>
                <a:gs pos="85714">
                  <a:srgbClr val="5E0000">
                    <a:alpha val="1902"/>
                  </a:srgbClr>
                </a:gs>
                <a:gs pos="100000">
                  <a:srgbClr val="5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5973029">
              <a:off x="2459424" y="1498893"/>
              <a:ext cx="304350" cy="228125"/>
            </a:xfrm>
            <a:prstGeom prst="ellipse">
              <a:avLst/>
            </a:prstGeom>
            <a:gradFill>
              <a:gsLst>
                <a:gs pos="0">
                  <a:srgbClr val="A400DD">
                    <a:alpha val="5712"/>
                  </a:srgbClr>
                </a:gs>
                <a:gs pos="14286">
                  <a:srgbClr val="A400DD">
                    <a:alpha val="5262"/>
                  </a:srgbClr>
                </a:gs>
                <a:gs pos="28571">
                  <a:srgbClr val="A400DD">
                    <a:alpha val="4110"/>
                  </a:srgbClr>
                </a:gs>
                <a:gs pos="42857">
                  <a:srgbClr val="A400DD">
                    <a:alpha val="2716"/>
                  </a:srgbClr>
                </a:gs>
                <a:gs pos="57143">
                  <a:srgbClr val="A400DD">
                    <a:alpha val="1514"/>
                  </a:srgbClr>
                </a:gs>
                <a:gs pos="71429">
                  <a:srgbClr val="A400DD">
                    <a:alpha val="712"/>
                  </a:srgbClr>
                </a:gs>
                <a:gs pos="85714">
                  <a:srgbClr val="A400DD">
                    <a:alpha val="282"/>
                  </a:srgbClr>
                </a:gs>
                <a:gs pos="100000">
                  <a:srgbClr val="A400DD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4265731">
              <a:off x="2264703" y="2205480"/>
              <a:ext cx="326935" cy="230773"/>
            </a:xfrm>
            <a:prstGeom prst="ellipse">
              <a:avLst/>
            </a:prstGeom>
            <a:gradFill>
              <a:gsLst>
                <a:gs pos="0">
                  <a:srgbClr val="0071BF">
                    <a:alpha val="15836"/>
                  </a:srgbClr>
                </a:gs>
                <a:gs pos="14286">
                  <a:srgbClr val="0071BF">
                    <a:alpha val="14654"/>
                  </a:srgbClr>
                </a:gs>
                <a:gs pos="28571">
                  <a:srgbClr val="0071BF">
                    <a:alpha val="11577"/>
                  </a:srgbClr>
                </a:gs>
                <a:gs pos="42857">
                  <a:srgbClr val="0071BF">
                    <a:alpha val="7753"/>
                  </a:srgbClr>
                </a:gs>
                <a:gs pos="57143">
                  <a:srgbClr val="0071BF">
                    <a:alpha val="4373"/>
                  </a:srgbClr>
                </a:gs>
                <a:gs pos="71429">
                  <a:srgbClr val="0071BF">
                    <a:alpha val="2071"/>
                  </a:srgbClr>
                </a:gs>
                <a:gs pos="85714">
                  <a:srgbClr val="0071BF">
                    <a:alpha val="824"/>
                  </a:srgbClr>
                </a:gs>
                <a:gs pos="100000">
                  <a:srgbClr val="0071BF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4258160">
              <a:off x="1609880" y="2204010"/>
              <a:ext cx="237201" cy="179557"/>
            </a:xfrm>
            <a:prstGeom prst="ellipse">
              <a:avLst/>
            </a:prstGeom>
            <a:gradFill>
              <a:gsLst>
                <a:gs pos="0">
                  <a:srgbClr val="0062DE">
                    <a:alpha val="8297"/>
                  </a:srgbClr>
                </a:gs>
                <a:gs pos="14286">
                  <a:srgbClr val="0062DE">
                    <a:alpha val="7652"/>
                  </a:srgbClr>
                </a:gs>
                <a:gs pos="28571">
                  <a:srgbClr val="0062DE">
                    <a:alpha val="5994"/>
                  </a:srgbClr>
                </a:gs>
                <a:gs pos="42857">
                  <a:srgbClr val="0062DE">
                    <a:alpha val="3973"/>
                  </a:srgbClr>
                </a:gs>
                <a:gs pos="57143">
                  <a:srgbClr val="0062DE">
                    <a:alpha val="2222"/>
                  </a:srgbClr>
                </a:gs>
                <a:gs pos="71429">
                  <a:srgbClr val="0062DE">
                    <a:alpha val="1046"/>
                  </a:srgbClr>
                </a:gs>
                <a:gs pos="85714">
                  <a:srgbClr val="0062DE">
                    <a:alpha val="415"/>
                  </a:srgbClr>
                </a:gs>
                <a:gs pos="100000">
                  <a:srgbClr val="0062DE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9422631">
              <a:off x="376931" y="3139869"/>
              <a:ext cx="328619" cy="48532"/>
            </a:xfrm>
            <a:prstGeom prst="ellipse">
              <a:avLst/>
            </a:prstGeom>
            <a:gradFill>
              <a:gsLst>
                <a:gs pos="0">
                  <a:srgbClr val="FFFFA1">
                    <a:alpha val="3696"/>
                  </a:srgbClr>
                </a:gs>
                <a:gs pos="14286">
                  <a:srgbClr val="FFFFA1">
                    <a:alpha val="3402"/>
                  </a:srgbClr>
                </a:gs>
                <a:gs pos="28571">
                  <a:srgbClr val="FFFFA1">
                    <a:alpha val="2651"/>
                  </a:srgbClr>
                </a:gs>
                <a:gs pos="42857">
                  <a:srgbClr val="FFFFA1">
                    <a:alpha val="1747"/>
                  </a:srgbClr>
                </a:gs>
                <a:gs pos="57143">
                  <a:srgbClr val="FFFFA1">
                    <a:alpha val="972"/>
                  </a:srgbClr>
                </a:gs>
                <a:gs pos="71429">
                  <a:srgbClr val="FFFFA1">
                    <a:alpha val="456"/>
                  </a:srgbClr>
                </a:gs>
                <a:gs pos="85714">
                  <a:srgbClr val="FFFFA1">
                    <a:alpha val="181"/>
                  </a:srgbClr>
                </a:gs>
                <a:gs pos="100000">
                  <a:srgbClr val="FFFFA1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3491991">
              <a:off x="1695913" y="2044033"/>
              <a:ext cx="439953" cy="48548"/>
            </a:xfrm>
            <a:prstGeom prst="ellipse">
              <a:avLst/>
            </a:prstGeom>
            <a:gradFill>
              <a:gsLst>
                <a:gs pos="0">
                  <a:srgbClr val="D60000">
                    <a:alpha val="32968"/>
                  </a:srgbClr>
                </a:gs>
                <a:gs pos="14286">
                  <a:srgbClr val="D60000">
                    <a:alpha val="30764"/>
                  </a:srgbClr>
                </a:gs>
                <a:gs pos="28571">
                  <a:srgbClr val="D60000">
                    <a:alpha val="24833"/>
                  </a:srgbClr>
                </a:gs>
                <a:gs pos="42857">
                  <a:srgbClr val="D60000">
                    <a:alpha val="17075"/>
                  </a:srgbClr>
                </a:gs>
                <a:gs pos="57143">
                  <a:srgbClr val="D60000">
                    <a:alpha val="9855"/>
                  </a:srgbClr>
                </a:gs>
                <a:gs pos="71429">
                  <a:srgbClr val="D60000">
                    <a:alpha val="4740"/>
                  </a:srgbClr>
                </a:gs>
                <a:gs pos="85714">
                  <a:srgbClr val="D60000">
                    <a:alpha val="1902"/>
                  </a:srgbClr>
                </a:gs>
                <a:gs pos="100000">
                  <a:srgbClr val="D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8951572">
              <a:off x="2813980" y="1799917"/>
              <a:ext cx="229202" cy="185612"/>
            </a:xfrm>
            <a:prstGeom prst="ellipse">
              <a:avLst/>
            </a:prstGeom>
            <a:gradFill>
              <a:gsLst>
                <a:gs pos="0">
                  <a:srgbClr val="000000">
                    <a:alpha val="8951"/>
                  </a:srgbClr>
                </a:gs>
                <a:gs pos="14286">
                  <a:srgbClr val="000000">
                    <a:alpha val="8257"/>
                  </a:srgbClr>
                </a:gs>
                <a:gs pos="28571">
                  <a:srgbClr val="000000">
                    <a:alpha val="6473"/>
                  </a:srgbClr>
                </a:gs>
                <a:gs pos="42857">
                  <a:srgbClr val="000000">
                    <a:alpha val="4294"/>
                  </a:srgbClr>
                </a:gs>
                <a:gs pos="57143">
                  <a:srgbClr val="000000">
                    <a:alpha val="2403"/>
                  </a:srgbClr>
                </a:gs>
                <a:gs pos="71429">
                  <a:srgbClr val="000000">
                    <a:alpha val="1132"/>
                  </a:srgbClr>
                </a:gs>
                <a:gs pos="85714">
                  <a:srgbClr val="000000">
                    <a:alpha val="449"/>
                  </a:srgbClr>
                </a:gs>
                <a:gs pos="100000">
                  <a:srgbClr val="000000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9634572">
              <a:off x="73147" y="3102287"/>
              <a:ext cx="282864" cy="282683"/>
            </a:xfrm>
            <a:prstGeom prst="ellipse">
              <a:avLst/>
            </a:prstGeom>
            <a:gradFill>
              <a:gsLst>
                <a:gs pos="0">
                  <a:srgbClr val="AC0000">
                    <a:alpha val="4356"/>
                  </a:srgbClr>
                </a:gs>
                <a:gs pos="14286">
                  <a:srgbClr val="AC0000">
                    <a:alpha val="4011"/>
                  </a:srgbClr>
                </a:gs>
                <a:gs pos="28571">
                  <a:srgbClr val="AC0000">
                    <a:alpha val="3128"/>
                  </a:srgbClr>
                </a:gs>
                <a:gs pos="42857">
                  <a:srgbClr val="AC0000">
                    <a:alpha val="2063"/>
                  </a:srgbClr>
                </a:gs>
                <a:gs pos="57143">
                  <a:srgbClr val="AC0000">
                    <a:alpha val="1149"/>
                  </a:srgbClr>
                </a:gs>
                <a:gs pos="71429">
                  <a:srgbClr val="AC0000">
                    <a:alpha val="539"/>
                  </a:srgbClr>
                </a:gs>
                <a:gs pos="85714">
                  <a:srgbClr val="AC0000">
                    <a:alpha val="214"/>
                  </a:srgbClr>
                </a:gs>
                <a:gs pos="100000">
                  <a:srgbClr val="AC0000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7566612">
              <a:off x="2672706" y="1970598"/>
              <a:ext cx="375686" cy="314785"/>
            </a:xfrm>
            <a:prstGeom prst="ellipse">
              <a:avLst/>
            </a:prstGeom>
            <a:gradFill>
              <a:gsLst>
                <a:gs pos="0">
                  <a:srgbClr val="C6CE00">
                    <a:alpha val="4269"/>
                  </a:srgbClr>
                </a:gs>
                <a:gs pos="14286">
                  <a:srgbClr val="C6CE00">
                    <a:alpha val="3930"/>
                  </a:srgbClr>
                </a:gs>
                <a:gs pos="28571">
                  <a:srgbClr val="C6CE00">
                    <a:alpha val="3065"/>
                  </a:srgbClr>
                </a:gs>
                <a:gs pos="42857">
                  <a:srgbClr val="C6CE00">
                    <a:alpha val="2021"/>
                  </a:srgbClr>
                </a:gs>
                <a:gs pos="57143">
                  <a:srgbClr val="C6CE00">
                    <a:alpha val="1125"/>
                  </a:srgbClr>
                </a:gs>
                <a:gs pos="71429">
                  <a:srgbClr val="C6CE00">
                    <a:alpha val="528"/>
                  </a:srgbClr>
                </a:gs>
                <a:gs pos="85714">
                  <a:srgbClr val="C6CE00">
                    <a:alpha val="209"/>
                  </a:srgbClr>
                </a:gs>
                <a:gs pos="100000">
                  <a:srgbClr val="C6CE00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9031214">
              <a:off x="1091925" y="2702065"/>
              <a:ext cx="781679" cy="105686"/>
            </a:xfrm>
            <a:prstGeom prst="ellipse">
              <a:avLst/>
            </a:prstGeom>
            <a:gradFill>
              <a:gsLst>
                <a:gs pos="0">
                  <a:srgbClr val="100800">
                    <a:alpha val="32968"/>
                  </a:srgbClr>
                </a:gs>
                <a:gs pos="14286">
                  <a:srgbClr val="100800">
                    <a:alpha val="30764"/>
                  </a:srgbClr>
                </a:gs>
                <a:gs pos="28571">
                  <a:srgbClr val="100800">
                    <a:alpha val="24833"/>
                  </a:srgbClr>
                </a:gs>
                <a:gs pos="42857">
                  <a:srgbClr val="100800">
                    <a:alpha val="17075"/>
                  </a:srgbClr>
                </a:gs>
                <a:gs pos="57143">
                  <a:srgbClr val="100800">
                    <a:alpha val="9855"/>
                  </a:srgbClr>
                </a:gs>
                <a:gs pos="71429">
                  <a:srgbClr val="100800">
                    <a:alpha val="4740"/>
                  </a:srgbClr>
                </a:gs>
                <a:gs pos="85714">
                  <a:srgbClr val="100800">
                    <a:alpha val="1902"/>
                  </a:srgbClr>
                </a:gs>
                <a:gs pos="100000">
                  <a:srgbClr val="100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9386373">
              <a:off x="2001528" y="1019456"/>
              <a:ext cx="339784" cy="102315"/>
            </a:xfrm>
            <a:prstGeom prst="ellipse">
              <a:avLst/>
            </a:prstGeom>
            <a:gradFill>
              <a:gsLst>
                <a:gs pos="0">
                  <a:srgbClr val="40FF90">
                    <a:alpha val="5005"/>
                  </a:srgbClr>
                </a:gs>
                <a:gs pos="14286">
                  <a:srgbClr val="40FF90">
                    <a:alpha val="4610"/>
                  </a:srgbClr>
                </a:gs>
                <a:gs pos="28571">
                  <a:srgbClr val="40FF90">
                    <a:alpha val="3598"/>
                  </a:srgbClr>
                </a:gs>
                <a:gs pos="42857">
                  <a:srgbClr val="40FF90">
                    <a:alpha val="2375"/>
                  </a:srgbClr>
                </a:gs>
                <a:gs pos="57143">
                  <a:srgbClr val="40FF90">
                    <a:alpha val="1323"/>
                  </a:srgbClr>
                </a:gs>
                <a:gs pos="71429">
                  <a:srgbClr val="40FF90">
                    <a:alpha val="621"/>
                  </a:srgbClr>
                </a:gs>
                <a:gs pos="85714">
                  <a:srgbClr val="40FF90">
                    <a:alpha val="246"/>
                  </a:srgbClr>
                </a:gs>
                <a:gs pos="100000">
                  <a:srgbClr val="40FF90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3536732">
              <a:off x="2592884" y="1165262"/>
              <a:ext cx="322106" cy="192573"/>
            </a:xfrm>
            <a:prstGeom prst="ellipse">
              <a:avLst/>
            </a:prstGeom>
            <a:gradFill>
              <a:gsLst>
                <a:gs pos="0">
                  <a:srgbClr val="BC001A">
                    <a:alpha val="28860"/>
                  </a:srgbClr>
                </a:gs>
                <a:gs pos="14286">
                  <a:srgbClr val="BC001A">
                    <a:alpha val="26873"/>
                  </a:srgbClr>
                </a:gs>
                <a:gs pos="28571">
                  <a:srgbClr val="BC001A">
                    <a:alpha val="21573"/>
                  </a:srgbClr>
                </a:gs>
                <a:gs pos="42857">
                  <a:srgbClr val="BC001A">
                    <a:alpha val="14734"/>
                  </a:srgbClr>
                </a:gs>
                <a:gs pos="57143">
                  <a:srgbClr val="BC001A">
                    <a:alpha val="8453"/>
                  </a:srgbClr>
                </a:gs>
                <a:gs pos="71429">
                  <a:srgbClr val="BC001A">
                    <a:alpha val="4050"/>
                  </a:srgbClr>
                </a:gs>
                <a:gs pos="85714">
                  <a:srgbClr val="BC001A">
                    <a:alpha val="1622"/>
                  </a:srgbClr>
                </a:gs>
                <a:gs pos="100000">
                  <a:srgbClr val="BC001A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4158372">
              <a:off x="2180536" y="1571946"/>
              <a:ext cx="274351" cy="265561"/>
            </a:xfrm>
            <a:prstGeom prst="ellipse">
              <a:avLst/>
            </a:prstGeom>
            <a:gradFill>
              <a:gsLst>
                <a:gs pos="0">
                  <a:srgbClr val="F3003B">
                    <a:alpha val="4129"/>
                  </a:srgbClr>
                </a:gs>
                <a:gs pos="14286">
                  <a:srgbClr val="F3003B">
                    <a:alpha val="3801"/>
                  </a:srgbClr>
                </a:gs>
                <a:gs pos="28571">
                  <a:srgbClr val="F3003B">
                    <a:alpha val="2964"/>
                  </a:srgbClr>
                </a:gs>
                <a:gs pos="42857">
                  <a:srgbClr val="F3003B">
                    <a:alpha val="1954"/>
                  </a:srgbClr>
                </a:gs>
                <a:gs pos="57143">
                  <a:srgbClr val="F3003B">
                    <a:alpha val="1088"/>
                  </a:srgbClr>
                </a:gs>
                <a:gs pos="71429">
                  <a:srgbClr val="F3003B">
                    <a:alpha val="511"/>
                  </a:srgbClr>
                </a:gs>
                <a:gs pos="85714">
                  <a:srgbClr val="F3003B">
                    <a:alpha val="202"/>
                  </a:srgbClr>
                </a:gs>
                <a:gs pos="100000">
                  <a:srgbClr val="F3003B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4156281">
              <a:off x="660472" y="2852750"/>
              <a:ext cx="694665" cy="227065"/>
            </a:xfrm>
            <a:prstGeom prst="ellipse">
              <a:avLst/>
            </a:prstGeom>
            <a:gradFill>
              <a:gsLst>
                <a:gs pos="0">
                  <a:srgbClr val="A5CEFF">
                    <a:alpha val="32968"/>
                  </a:srgbClr>
                </a:gs>
                <a:gs pos="14286">
                  <a:srgbClr val="A5CEFF">
                    <a:alpha val="30764"/>
                  </a:srgbClr>
                </a:gs>
                <a:gs pos="28571">
                  <a:srgbClr val="A5CEFF">
                    <a:alpha val="24833"/>
                  </a:srgbClr>
                </a:gs>
                <a:gs pos="42857">
                  <a:srgbClr val="A5CEFF">
                    <a:alpha val="17075"/>
                  </a:srgbClr>
                </a:gs>
                <a:gs pos="57143">
                  <a:srgbClr val="A5CEFF">
                    <a:alpha val="9855"/>
                  </a:srgbClr>
                </a:gs>
                <a:gs pos="71429">
                  <a:srgbClr val="A5CEFF">
                    <a:alpha val="4740"/>
                  </a:srgbClr>
                </a:gs>
                <a:gs pos="85714">
                  <a:srgbClr val="A5CEFF">
                    <a:alpha val="1902"/>
                  </a:srgbClr>
                </a:gs>
                <a:gs pos="100000">
                  <a:srgbClr val="A5C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5484052">
              <a:off x="298116" y="2683410"/>
              <a:ext cx="453324" cy="221535"/>
            </a:xfrm>
            <a:prstGeom prst="ellipse">
              <a:avLst/>
            </a:prstGeom>
            <a:gradFill>
              <a:gsLst>
                <a:gs pos="0">
                  <a:srgbClr val="EF9000">
                    <a:alpha val="18378"/>
                  </a:srgbClr>
                </a:gs>
                <a:gs pos="14286">
                  <a:srgbClr val="EF9000">
                    <a:alpha val="17027"/>
                  </a:srgbClr>
                </a:gs>
                <a:gs pos="28571">
                  <a:srgbClr val="EF9000">
                    <a:alpha val="13491"/>
                  </a:srgbClr>
                </a:gs>
                <a:gs pos="42857">
                  <a:srgbClr val="EF9000">
                    <a:alpha val="9068"/>
                  </a:srgbClr>
                </a:gs>
                <a:gs pos="57143">
                  <a:srgbClr val="EF9000">
                    <a:alpha val="5131"/>
                  </a:srgbClr>
                </a:gs>
                <a:gs pos="71429">
                  <a:srgbClr val="EF9000">
                    <a:alpha val="2435"/>
                  </a:srgbClr>
                </a:gs>
                <a:gs pos="85714">
                  <a:srgbClr val="EF9000">
                    <a:alpha val="970"/>
                  </a:srgbClr>
                </a:gs>
                <a:gs pos="100000">
                  <a:srgbClr val="EF9000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7963798">
              <a:off x="2647045" y="1998517"/>
              <a:ext cx="270832" cy="220501"/>
            </a:xfrm>
            <a:prstGeom prst="ellipse">
              <a:avLst/>
            </a:prstGeom>
            <a:gradFill>
              <a:gsLst>
                <a:gs pos="0">
                  <a:srgbClr val="A6A1A2">
                    <a:alpha val="9476"/>
                  </a:srgbClr>
                </a:gs>
                <a:gs pos="14286">
                  <a:srgbClr val="A6A1A2">
                    <a:alpha val="8744"/>
                  </a:srgbClr>
                </a:gs>
                <a:gs pos="28571">
                  <a:srgbClr val="A6A1A2">
                    <a:alpha val="6858"/>
                  </a:srgbClr>
                </a:gs>
                <a:gs pos="42857">
                  <a:srgbClr val="A6A1A2">
                    <a:alpha val="4553"/>
                  </a:srgbClr>
                </a:gs>
                <a:gs pos="57143">
                  <a:srgbClr val="A6A1A2">
                    <a:alpha val="2549"/>
                  </a:srgbClr>
                </a:gs>
                <a:gs pos="71429">
                  <a:srgbClr val="A6A1A2">
                    <a:alpha val="1201"/>
                  </a:srgbClr>
                </a:gs>
                <a:gs pos="85714">
                  <a:srgbClr val="A6A1A2">
                    <a:alpha val="477"/>
                  </a:srgbClr>
                </a:gs>
                <a:gs pos="100000">
                  <a:srgbClr val="A6A1A2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8905442">
              <a:off x="1373512" y="2476653"/>
              <a:ext cx="572450" cy="278666"/>
            </a:xfrm>
            <a:prstGeom prst="ellipse">
              <a:avLst/>
            </a:prstGeom>
            <a:gradFill>
              <a:gsLst>
                <a:gs pos="0">
                  <a:srgbClr val="000D00">
                    <a:alpha val="32968"/>
                  </a:srgbClr>
                </a:gs>
                <a:gs pos="14286">
                  <a:srgbClr val="000D00">
                    <a:alpha val="30764"/>
                  </a:srgbClr>
                </a:gs>
                <a:gs pos="28571">
                  <a:srgbClr val="000D00">
                    <a:alpha val="24833"/>
                  </a:srgbClr>
                </a:gs>
                <a:gs pos="42857">
                  <a:srgbClr val="000D00">
                    <a:alpha val="17075"/>
                  </a:srgbClr>
                </a:gs>
                <a:gs pos="57143">
                  <a:srgbClr val="000D00">
                    <a:alpha val="9855"/>
                  </a:srgbClr>
                </a:gs>
                <a:gs pos="71429">
                  <a:srgbClr val="000D00">
                    <a:alpha val="4740"/>
                  </a:srgbClr>
                </a:gs>
                <a:gs pos="85714">
                  <a:srgbClr val="000D00">
                    <a:alpha val="1902"/>
                  </a:srgbClr>
                </a:gs>
                <a:gs pos="100000">
                  <a:srgbClr val="000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3987096">
              <a:off x="984450" y="3451543"/>
              <a:ext cx="386856" cy="124563"/>
            </a:xfrm>
            <a:prstGeom prst="ellipse">
              <a:avLst/>
            </a:prstGeom>
            <a:gradFill>
              <a:gsLst>
                <a:gs pos="0">
                  <a:srgbClr val="00394C">
                    <a:alpha val="32968"/>
                  </a:srgbClr>
                </a:gs>
                <a:gs pos="14286">
                  <a:srgbClr val="00394C">
                    <a:alpha val="30764"/>
                  </a:srgbClr>
                </a:gs>
                <a:gs pos="28571">
                  <a:srgbClr val="00394C">
                    <a:alpha val="24833"/>
                  </a:srgbClr>
                </a:gs>
                <a:gs pos="42857">
                  <a:srgbClr val="00394C">
                    <a:alpha val="17075"/>
                  </a:srgbClr>
                </a:gs>
                <a:gs pos="57143">
                  <a:srgbClr val="00394C">
                    <a:alpha val="9855"/>
                  </a:srgbClr>
                </a:gs>
                <a:gs pos="71429">
                  <a:srgbClr val="00394C">
                    <a:alpha val="4740"/>
                  </a:srgbClr>
                </a:gs>
                <a:gs pos="85714">
                  <a:srgbClr val="00394C">
                    <a:alpha val="1902"/>
                  </a:srgbClr>
                </a:gs>
                <a:gs pos="100000">
                  <a:srgbClr val="0039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7753194">
              <a:off x="711239" y="2164937"/>
              <a:ext cx="500533" cy="195627"/>
            </a:xfrm>
            <a:prstGeom prst="ellipse">
              <a:avLst/>
            </a:prstGeom>
            <a:gradFill>
              <a:gsLst>
                <a:gs pos="0">
                  <a:srgbClr val="FEE53C">
                    <a:alpha val="30755"/>
                  </a:srgbClr>
                </a:gs>
                <a:gs pos="14286">
                  <a:srgbClr val="FEE53C">
                    <a:alpha val="28665"/>
                  </a:srgbClr>
                </a:gs>
                <a:gs pos="28571">
                  <a:srgbClr val="FEE53C">
                    <a:alpha val="23070"/>
                  </a:srgbClr>
                </a:gs>
                <a:gs pos="42857">
                  <a:srgbClr val="FEE53C">
                    <a:alpha val="15805"/>
                  </a:srgbClr>
                </a:gs>
                <a:gs pos="57143">
                  <a:srgbClr val="FEE53C">
                    <a:alpha val="9092"/>
                  </a:srgbClr>
                </a:gs>
                <a:gs pos="71429">
                  <a:srgbClr val="FEE53C">
                    <a:alpha val="4364"/>
                  </a:srgbClr>
                </a:gs>
                <a:gs pos="85714">
                  <a:srgbClr val="FEE53C">
                    <a:alpha val="1749"/>
                  </a:srgbClr>
                </a:gs>
                <a:gs pos="100000">
                  <a:srgbClr val="FEE53C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5617224">
              <a:off x="463267" y="1657481"/>
              <a:ext cx="386497" cy="175768"/>
            </a:xfrm>
            <a:prstGeom prst="ellipse">
              <a:avLst/>
            </a:prstGeom>
            <a:gradFill>
              <a:gsLst>
                <a:gs pos="0">
                  <a:srgbClr val="F2AA78">
                    <a:alpha val="18989"/>
                  </a:srgbClr>
                </a:gs>
                <a:gs pos="14286">
                  <a:srgbClr val="F2AA78">
                    <a:alpha val="17598"/>
                  </a:srgbClr>
                </a:gs>
                <a:gs pos="28571">
                  <a:srgbClr val="F2AA78">
                    <a:alpha val="13954"/>
                  </a:srgbClr>
                </a:gs>
                <a:gs pos="42857">
                  <a:srgbClr val="F2AA78">
                    <a:alpha val="9387"/>
                  </a:srgbClr>
                </a:gs>
                <a:gs pos="57143">
                  <a:srgbClr val="F2AA78">
                    <a:alpha val="5316"/>
                  </a:srgbClr>
                </a:gs>
                <a:gs pos="71429">
                  <a:srgbClr val="F2AA78">
                    <a:alpha val="2524"/>
                  </a:srgbClr>
                </a:gs>
                <a:gs pos="85714">
                  <a:srgbClr val="F2AA78">
                    <a:alpha val="1006"/>
                  </a:srgbClr>
                </a:gs>
                <a:gs pos="100000">
                  <a:srgbClr val="F2AA78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5925414">
              <a:off x="1245757" y="1652457"/>
              <a:ext cx="282265" cy="151860"/>
            </a:xfrm>
            <a:prstGeom prst="ellipse">
              <a:avLst/>
            </a:prstGeom>
            <a:gradFill>
              <a:gsLst>
                <a:gs pos="0">
                  <a:srgbClr val="BA0044">
                    <a:alpha val="12410"/>
                  </a:srgbClr>
                </a:gs>
                <a:gs pos="14286">
                  <a:srgbClr val="BA0044">
                    <a:alpha val="11466"/>
                  </a:srgbClr>
                </a:gs>
                <a:gs pos="28571">
                  <a:srgbClr val="BA0044">
                    <a:alpha val="9023"/>
                  </a:srgbClr>
                </a:gs>
                <a:gs pos="42857">
                  <a:srgbClr val="BA0044">
                    <a:alpha val="6014"/>
                  </a:srgbClr>
                </a:gs>
                <a:gs pos="57143">
                  <a:srgbClr val="BA0044">
                    <a:alpha val="3378"/>
                  </a:srgbClr>
                </a:gs>
                <a:gs pos="71429">
                  <a:srgbClr val="BA0044">
                    <a:alpha val="1596"/>
                  </a:srgbClr>
                </a:gs>
                <a:gs pos="85714">
                  <a:srgbClr val="BA0044">
                    <a:alpha val="634"/>
                  </a:srgbClr>
                </a:gs>
                <a:gs pos="100000">
                  <a:srgbClr val="BA0044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3462964">
              <a:off x="910198" y="2599956"/>
              <a:ext cx="271622" cy="191139"/>
            </a:xfrm>
            <a:prstGeom prst="ellipse">
              <a:avLst/>
            </a:prstGeom>
            <a:gradFill>
              <a:gsLst>
                <a:gs pos="0">
                  <a:srgbClr val="38001E">
                    <a:alpha val="32968"/>
                  </a:srgbClr>
                </a:gs>
                <a:gs pos="14286">
                  <a:srgbClr val="38001E">
                    <a:alpha val="30764"/>
                  </a:srgbClr>
                </a:gs>
                <a:gs pos="28571">
                  <a:srgbClr val="38001E">
                    <a:alpha val="24833"/>
                  </a:srgbClr>
                </a:gs>
                <a:gs pos="42857">
                  <a:srgbClr val="38001E">
                    <a:alpha val="17075"/>
                  </a:srgbClr>
                </a:gs>
                <a:gs pos="57143">
                  <a:srgbClr val="38001E">
                    <a:alpha val="9855"/>
                  </a:srgbClr>
                </a:gs>
                <a:gs pos="71429">
                  <a:srgbClr val="38001E">
                    <a:alpha val="4740"/>
                  </a:srgbClr>
                </a:gs>
                <a:gs pos="85714">
                  <a:srgbClr val="38001E">
                    <a:alpha val="1902"/>
                  </a:srgbClr>
                </a:gs>
                <a:gs pos="100000">
                  <a:srgbClr val="38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7168326">
              <a:off x="1546728" y="2324413"/>
              <a:ext cx="482345" cy="298905"/>
            </a:xfrm>
            <a:prstGeom prst="ellipse">
              <a:avLst/>
            </a:prstGeom>
            <a:gradFill>
              <a:gsLst>
                <a:gs pos="0">
                  <a:srgbClr val="003553">
                    <a:alpha val="32968"/>
                  </a:srgbClr>
                </a:gs>
                <a:gs pos="14286">
                  <a:srgbClr val="003553">
                    <a:alpha val="30764"/>
                  </a:srgbClr>
                </a:gs>
                <a:gs pos="28571">
                  <a:srgbClr val="003553">
                    <a:alpha val="24833"/>
                  </a:srgbClr>
                </a:gs>
                <a:gs pos="42857">
                  <a:srgbClr val="003553">
                    <a:alpha val="17075"/>
                  </a:srgbClr>
                </a:gs>
                <a:gs pos="57143">
                  <a:srgbClr val="003553">
                    <a:alpha val="9855"/>
                  </a:srgbClr>
                </a:gs>
                <a:gs pos="71429">
                  <a:srgbClr val="003553">
                    <a:alpha val="4740"/>
                  </a:srgbClr>
                </a:gs>
                <a:gs pos="85714">
                  <a:srgbClr val="003553">
                    <a:alpha val="1902"/>
                  </a:srgbClr>
                </a:gs>
                <a:gs pos="100000">
                  <a:srgbClr val="0035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-10391172">
              <a:off x="824138" y="1571857"/>
              <a:ext cx="333288" cy="106288"/>
            </a:xfrm>
            <a:prstGeom prst="ellipse">
              <a:avLst/>
            </a:prstGeom>
            <a:gradFill>
              <a:gsLst>
                <a:gs pos="0">
                  <a:srgbClr val="A3DFFF">
                    <a:alpha val="19820"/>
                  </a:srgbClr>
                </a:gs>
                <a:gs pos="14286">
                  <a:srgbClr val="A3DFFF">
                    <a:alpha val="18375"/>
                  </a:srgbClr>
                </a:gs>
                <a:gs pos="28571">
                  <a:srgbClr val="A3DFFF">
                    <a:alpha val="14585"/>
                  </a:srgbClr>
                </a:gs>
                <a:gs pos="42857">
                  <a:srgbClr val="A3DFFF">
                    <a:alpha val="9824"/>
                  </a:srgbClr>
                </a:gs>
                <a:gs pos="57143">
                  <a:srgbClr val="A3DFFF">
                    <a:alpha val="5568"/>
                  </a:srgbClr>
                </a:gs>
                <a:gs pos="71429">
                  <a:srgbClr val="A3DFFF">
                    <a:alpha val="2646"/>
                  </a:srgbClr>
                </a:gs>
                <a:gs pos="85714">
                  <a:srgbClr val="A3DFFF">
                    <a:alpha val="1055"/>
                  </a:srgbClr>
                </a:gs>
                <a:gs pos="100000">
                  <a:srgbClr val="A3DFFF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7842957">
              <a:off x="2515243" y="1933933"/>
              <a:ext cx="443816" cy="88100"/>
            </a:xfrm>
            <a:prstGeom prst="ellipse">
              <a:avLst/>
            </a:prstGeom>
            <a:gradFill>
              <a:gsLst>
                <a:gs pos="0">
                  <a:srgbClr val="4F0058">
                    <a:alpha val="16136"/>
                  </a:srgbClr>
                </a:gs>
                <a:gs pos="14286">
                  <a:srgbClr val="4F0058">
                    <a:alpha val="14934"/>
                  </a:srgbClr>
                </a:gs>
                <a:gs pos="28571">
                  <a:srgbClr val="4F0058">
                    <a:alpha val="11802"/>
                  </a:srgbClr>
                </a:gs>
                <a:gs pos="42857">
                  <a:srgbClr val="4F0058">
                    <a:alpha val="7907"/>
                  </a:srgbClr>
                </a:gs>
                <a:gs pos="57143">
                  <a:srgbClr val="4F0058">
                    <a:alpha val="4462"/>
                  </a:srgbClr>
                </a:gs>
                <a:gs pos="71429">
                  <a:srgbClr val="4F0058">
                    <a:alpha val="2114"/>
                  </a:srgbClr>
                </a:gs>
                <a:gs pos="85714">
                  <a:srgbClr val="4F0058">
                    <a:alpha val="841"/>
                  </a:srgbClr>
                </a:gs>
                <a:gs pos="100000">
                  <a:srgbClr val="4F0058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-8128609">
              <a:off x="877541" y="1700425"/>
              <a:ext cx="290963" cy="203270"/>
            </a:xfrm>
            <a:prstGeom prst="ellipse">
              <a:avLst/>
            </a:prstGeom>
            <a:gradFill>
              <a:gsLst>
                <a:gs pos="0">
                  <a:srgbClr val="8585B4">
                    <a:alpha val="11472"/>
                  </a:srgbClr>
                </a:gs>
                <a:gs pos="14286">
                  <a:srgbClr val="8585B4">
                    <a:alpha val="10596"/>
                  </a:srgbClr>
                </a:gs>
                <a:gs pos="28571">
                  <a:srgbClr val="8585B4">
                    <a:alpha val="8329"/>
                  </a:srgbClr>
                </a:gs>
                <a:gs pos="42857">
                  <a:srgbClr val="8585B4">
                    <a:alpha val="5544"/>
                  </a:srgbClr>
                </a:gs>
                <a:gs pos="57143">
                  <a:srgbClr val="8585B4">
                    <a:alpha val="3111"/>
                  </a:srgbClr>
                </a:gs>
                <a:gs pos="71429">
                  <a:srgbClr val="8585B4">
                    <a:alpha val="1469"/>
                  </a:srgbClr>
                </a:gs>
                <a:gs pos="85714">
                  <a:srgbClr val="8585B4">
                    <a:alpha val="583"/>
                  </a:srgbClr>
                </a:gs>
                <a:gs pos="100000">
                  <a:srgbClr val="8585B4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9277595">
              <a:off x="1785541" y="2484243"/>
              <a:ext cx="257993" cy="223783"/>
            </a:xfrm>
            <a:prstGeom prst="ellipse">
              <a:avLst/>
            </a:prstGeom>
            <a:gradFill>
              <a:gsLst>
                <a:gs pos="0">
                  <a:srgbClr val="908198">
                    <a:alpha val="7931"/>
                  </a:srgbClr>
                </a:gs>
                <a:gs pos="14286">
                  <a:srgbClr val="908198">
                    <a:alpha val="7313"/>
                  </a:srgbClr>
                </a:gs>
                <a:gs pos="28571">
                  <a:srgbClr val="908198">
                    <a:alpha val="5726"/>
                  </a:srgbClr>
                </a:gs>
                <a:gs pos="42857">
                  <a:srgbClr val="908198">
                    <a:alpha val="3794"/>
                  </a:srgbClr>
                </a:gs>
                <a:gs pos="57143">
                  <a:srgbClr val="908198">
                    <a:alpha val="2120"/>
                  </a:srgbClr>
                </a:gs>
                <a:gs pos="71429">
                  <a:srgbClr val="908198">
                    <a:alpha val="998"/>
                  </a:srgbClr>
                </a:gs>
                <a:gs pos="85714">
                  <a:srgbClr val="908198">
                    <a:alpha val="396"/>
                  </a:srgbClr>
                </a:gs>
                <a:gs pos="100000">
                  <a:srgbClr val="908198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5218479">
              <a:off x="2213114" y="2357687"/>
              <a:ext cx="453733" cy="90402"/>
            </a:xfrm>
            <a:prstGeom prst="ellipse">
              <a:avLst/>
            </a:prstGeom>
            <a:gradFill>
              <a:gsLst>
                <a:gs pos="0">
                  <a:srgbClr val="2D1B00">
                    <a:alpha val="32968"/>
                  </a:srgbClr>
                </a:gs>
                <a:gs pos="14286">
                  <a:srgbClr val="2D1B00">
                    <a:alpha val="30764"/>
                  </a:srgbClr>
                </a:gs>
                <a:gs pos="28571">
                  <a:srgbClr val="2D1B00">
                    <a:alpha val="24833"/>
                  </a:srgbClr>
                </a:gs>
                <a:gs pos="42857">
                  <a:srgbClr val="2D1B00">
                    <a:alpha val="17075"/>
                  </a:srgbClr>
                </a:gs>
                <a:gs pos="57143">
                  <a:srgbClr val="2D1B00">
                    <a:alpha val="9855"/>
                  </a:srgbClr>
                </a:gs>
                <a:gs pos="71429">
                  <a:srgbClr val="2D1B00">
                    <a:alpha val="4740"/>
                  </a:srgbClr>
                </a:gs>
                <a:gs pos="85714">
                  <a:srgbClr val="2D1B00">
                    <a:alpha val="1902"/>
                  </a:srgbClr>
                </a:gs>
                <a:gs pos="100000">
                  <a:srgbClr val="2D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-10589550">
              <a:off x="872942" y="1608034"/>
              <a:ext cx="219824" cy="77070"/>
            </a:xfrm>
            <a:prstGeom prst="ellipse">
              <a:avLst/>
            </a:prstGeom>
            <a:gradFill>
              <a:gsLst>
                <a:gs pos="0">
                  <a:srgbClr val="CCC5ED">
                    <a:alpha val="26722"/>
                  </a:srgbClr>
                </a:gs>
                <a:gs pos="14286">
                  <a:srgbClr val="CCC5ED">
                    <a:alpha val="24856"/>
                  </a:srgbClr>
                </a:gs>
                <a:gs pos="28571">
                  <a:srgbClr val="CCC5ED">
                    <a:alpha val="19899"/>
                  </a:srgbClr>
                </a:gs>
                <a:gs pos="42857">
                  <a:srgbClr val="CCC5ED">
                    <a:alpha val="13544"/>
                  </a:srgbClr>
                </a:gs>
                <a:gs pos="57143">
                  <a:srgbClr val="CCC5ED">
                    <a:alpha val="7748"/>
                  </a:srgbClr>
                </a:gs>
                <a:gs pos="71429">
                  <a:srgbClr val="CCC5ED">
                    <a:alpha val="3704"/>
                  </a:srgbClr>
                </a:gs>
                <a:gs pos="85714">
                  <a:srgbClr val="CCC5ED">
                    <a:alpha val="1482"/>
                  </a:srgbClr>
                </a:gs>
                <a:gs pos="100000">
                  <a:srgbClr val="CCC5ED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-9756731">
              <a:off x="660409" y="2484865"/>
              <a:ext cx="582160" cy="220023"/>
            </a:xfrm>
            <a:prstGeom prst="ellipse">
              <a:avLst/>
            </a:prstGeom>
            <a:gradFill>
              <a:gsLst>
                <a:gs pos="0">
                  <a:srgbClr val="003B00">
                    <a:alpha val="32968"/>
                  </a:srgbClr>
                </a:gs>
                <a:gs pos="14286">
                  <a:srgbClr val="003B00">
                    <a:alpha val="30764"/>
                  </a:srgbClr>
                </a:gs>
                <a:gs pos="28571">
                  <a:srgbClr val="003B00">
                    <a:alpha val="24833"/>
                  </a:srgbClr>
                </a:gs>
                <a:gs pos="42857">
                  <a:srgbClr val="003B00">
                    <a:alpha val="17075"/>
                  </a:srgbClr>
                </a:gs>
                <a:gs pos="57143">
                  <a:srgbClr val="003B00">
                    <a:alpha val="9855"/>
                  </a:srgbClr>
                </a:gs>
                <a:gs pos="71429">
                  <a:srgbClr val="003B00">
                    <a:alpha val="4740"/>
                  </a:srgbClr>
                </a:gs>
                <a:gs pos="85714">
                  <a:srgbClr val="003B00">
                    <a:alpha val="1902"/>
                  </a:srgbClr>
                </a:gs>
                <a:gs pos="100000">
                  <a:srgbClr val="003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-10412084">
              <a:off x="1235162" y="1621281"/>
              <a:ext cx="353026" cy="269582"/>
            </a:xfrm>
            <a:prstGeom prst="ellipse">
              <a:avLst/>
            </a:prstGeom>
            <a:gradFill>
              <a:gsLst>
                <a:gs pos="0">
                  <a:srgbClr val="00E5FC">
                    <a:alpha val="3892"/>
                  </a:srgbClr>
                </a:gs>
                <a:gs pos="14286">
                  <a:srgbClr val="00E5FC">
                    <a:alpha val="3583"/>
                  </a:srgbClr>
                </a:gs>
                <a:gs pos="28571">
                  <a:srgbClr val="00E5FC">
                    <a:alpha val="2793"/>
                  </a:srgbClr>
                </a:gs>
                <a:gs pos="42857">
                  <a:srgbClr val="00E5FC">
                    <a:alpha val="1841"/>
                  </a:srgbClr>
                </a:gs>
                <a:gs pos="57143">
                  <a:srgbClr val="00E5FC">
                    <a:alpha val="1024"/>
                  </a:srgbClr>
                </a:gs>
                <a:gs pos="71429">
                  <a:srgbClr val="00E5FC">
                    <a:alpha val="481"/>
                  </a:srgbClr>
                </a:gs>
                <a:gs pos="85714">
                  <a:srgbClr val="00E5FC">
                    <a:alpha val="190"/>
                  </a:srgbClr>
                </a:gs>
                <a:gs pos="100000">
                  <a:srgbClr val="00E5FC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-8519667">
              <a:off x="1696677" y="1905121"/>
              <a:ext cx="306058" cy="42850"/>
            </a:xfrm>
            <a:prstGeom prst="ellipse">
              <a:avLst/>
            </a:prstGeom>
            <a:gradFill>
              <a:gsLst>
                <a:gs pos="0">
                  <a:srgbClr val="C3BAEB">
                    <a:alpha val="32968"/>
                  </a:srgbClr>
                </a:gs>
                <a:gs pos="14286">
                  <a:srgbClr val="C3BAEB">
                    <a:alpha val="30764"/>
                  </a:srgbClr>
                </a:gs>
                <a:gs pos="28571">
                  <a:srgbClr val="C3BAEB">
                    <a:alpha val="24833"/>
                  </a:srgbClr>
                </a:gs>
                <a:gs pos="42857">
                  <a:srgbClr val="C3BAEB">
                    <a:alpha val="17075"/>
                  </a:srgbClr>
                </a:gs>
                <a:gs pos="57143">
                  <a:srgbClr val="C3BAEB">
                    <a:alpha val="9855"/>
                  </a:srgbClr>
                </a:gs>
                <a:gs pos="71429">
                  <a:srgbClr val="C3BAEB">
                    <a:alpha val="4740"/>
                  </a:srgbClr>
                </a:gs>
                <a:gs pos="85714">
                  <a:srgbClr val="C3BAEB">
                    <a:alpha val="1902"/>
                  </a:srgbClr>
                </a:gs>
                <a:gs pos="100000">
                  <a:srgbClr val="C3BA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-8156706">
              <a:off x="884669" y="2165203"/>
              <a:ext cx="312460" cy="186701"/>
            </a:xfrm>
            <a:prstGeom prst="ellipse">
              <a:avLst/>
            </a:prstGeom>
            <a:gradFill>
              <a:gsLst>
                <a:gs pos="0">
                  <a:srgbClr val="970000">
                    <a:alpha val="30661"/>
                  </a:srgbClr>
                </a:gs>
                <a:gs pos="14286">
                  <a:srgbClr val="970000">
                    <a:alpha val="28577"/>
                  </a:srgbClr>
                </a:gs>
                <a:gs pos="28571">
                  <a:srgbClr val="970000">
                    <a:alpha val="22996"/>
                  </a:srgbClr>
                </a:gs>
                <a:gs pos="42857">
                  <a:srgbClr val="970000">
                    <a:alpha val="15751"/>
                  </a:srgbClr>
                </a:gs>
                <a:gs pos="57143">
                  <a:srgbClr val="970000">
                    <a:alpha val="9060"/>
                  </a:srgbClr>
                </a:gs>
                <a:gs pos="71429">
                  <a:srgbClr val="970000">
                    <a:alpha val="4348"/>
                  </a:srgbClr>
                </a:gs>
                <a:gs pos="85714">
                  <a:srgbClr val="970000">
                    <a:alpha val="1743"/>
                  </a:srgbClr>
                </a:gs>
                <a:gs pos="100000">
                  <a:srgbClr val="970000">
                    <a:alpha val="5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4630688">
              <a:off x="2699724" y="1949389"/>
              <a:ext cx="360615" cy="280271"/>
            </a:xfrm>
            <a:prstGeom prst="ellipse">
              <a:avLst/>
            </a:prstGeom>
            <a:gradFill>
              <a:gsLst>
                <a:gs pos="0">
                  <a:srgbClr val="BE9055">
                    <a:alpha val="14626"/>
                  </a:srgbClr>
                </a:gs>
                <a:gs pos="14286">
                  <a:srgbClr val="BE9055">
                    <a:alpha val="13527"/>
                  </a:srgbClr>
                </a:gs>
                <a:gs pos="28571">
                  <a:srgbClr val="BE9055">
                    <a:alpha val="10671"/>
                  </a:srgbClr>
                </a:gs>
                <a:gs pos="42857">
                  <a:srgbClr val="BE9055">
                    <a:alpha val="7135"/>
                  </a:srgbClr>
                </a:gs>
                <a:gs pos="57143">
                  <a:srgbClr val="BE9055">
                    <a:alpha val="4019"/>
                  </a:srgbClr>
                </a:gs>
                <a:gs pos="71429">
                  <a:srgbClr val="BE9055">
                    <a:alpha val="1902"/>
                  </a:srgbClr>
                </a:gs>
                <a:gs pos="85714">
                  <a:srgbClr val="BE9055">
                    <a:alpha val="756"/>
                  </a:srgbClr>
                </a:gs>
                <a:gs pos="100000">
                  <a:srgbClr val="BE9055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9780240">
              <a:off x="2557770" y="1801765"/>
              <a:ext cx="589063" cy="166054"/>
            </a:xfrm>
            <a:prstGeom prst="ellipse">
              <a:avLst/>
            </a:prstGeom>
            <a:gradFill>
              <a:gsLst>
                <a:gs pos="0">
                  <a:srgbClr val="88002E">
                    <a:alpha val="28614"/>
                  </a:srgbClr>
                </a:gs>
                <a:gs pos="14286">
                  <a:srgbClr val="88002E">
                    <a:alpha val="26641"/>
                  </a:srgbClr>
                </a:gs>
                <a:gs pos="28571">
                  <a:srgbClr val="88002E">
                    <a:alpha val="21380"/>
                  </a:srgbClr>
                </a:gs>
                <a:gs pos="42857">
                  <a:srgbClr val="88002E">
                    <a:alpha val="14596"/>
                  </a:srgbClr>
                </a:gs>
                <a:gs pos="57143">
                  <a:srgbClr val="88002E">
                    <a:alpha val="8371"/>
                  </a:srgbClr>
                </a:gs>
                <a:gs pos="71429">
                  <a:srgbClr val="88002E">
                    <a:alpha val="4010"/>
                  </a:srgbClr>
                </a:gs>
                <a:gs pos="85714">
                  <a:srgbClr val="88002E">
                    <a:alpha val="1605"/>
                  </a:srgbClr>
                </a:gs>
                <a:gs pos="100000">
                  <a:srgbClr val="88002E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4584481">
              <a:off x="2396913" y="1499154"/>
              <a:ext cx="275798" cy="224217"/>
            </a:xfrm>
            <a:prstGeom prst="ellipse">
              <a:avLst/>
            </a:prstGeom>
            <a:gradFill>
              <a:gsLst>
                <a:gs pos="0">
                  <a:srgbClr val="0078FC">
                    <a:alpha val="7004"/>
                  </a:srgbClr>
                </a:gs>
                <a:gs pos="14286">
                  <a:srgbClr val="0078FC">
                    <a:alpha val="6456"/>
                  </a:srgbClr>
                </a:gs>
                <a:gs pos="28571">
                  <a:srgbClr val="0078FC">
                    <a:alpha val="5050"/>
                  </a:srgbClr>
                </a:gs>
                <a:gs pos="42857">
                  <a:srgbClr val="0078FC">
                    <a:alpha val="3342"/>
                  </a:srgbClr>
                </a:gs>
                <a:gs pos="57143">
                  <a:srgbClr val="0078FC">
                    <a:alpha val="1866"/>
                  </a:srgbClr>
                </a:gs>
                <a:gs pos="71429">
                  <a:srgbClr val="0078FC">
                    <a:alpha val="878"/>
                  </a:srgbClr>
                </a:gs>
                <a:gs pos="85714">
                  <a:srgbClr val="0078FC">
                    <a:alpha val="348"/>
                  </a:srgbClr>
                </a:gs>
                <a:gs pos="100000">
                  <a:srgbClr val="0078FC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5722530">
              <a:off x="2253154" y="2022908"/>
              <a:ext cx="317088" cy="173893"/>
            </a:xfrm>
            <a:prstGeom prst="ellipse">
              <a:avLst/>
            </a:prstGeom>
            <a:gradFill>
              <a:gsLst>
                <a:gs pos="0">
                  <a:srgbClr val="95ACFF">
                    <a:alpha val="17122"/>
                  </a:srgbClr>
                </a:gs>
                <a:gs pos="14286">
                  <a:srgbClr val="95ACFF">
                    <a:alpha val="15853"/>
                  </a:srgbClr>
                </a:gs>
                <a:gs pos="28571">
                  <a:srgbClr val="95ACFF">
                    <a:alpha val="12543"/>
                  </a:srgbClr>
                </a:gs>
                <a:gs pos="42857">
                  <a:srgbClr val="95ACFF">
                    <a:alpha val="8415"/>
                  </a:srgbClr>
                </a:gs>
                <a:gs pos="57143">
                  <a:srgbClr val="95ACFF">
                    <a:alpha val="4754"/>
                  </a:srgbClr>
                </a:gs>
                <a:gs pos="71429">
                  <a:srgbClr val="95ACFF">
                    <a:alpha val="2254"/>
                  </a:srgbClr>
                </a:gs>
                <a:gs pos="85714">
                  <a:srgbClr val="95ACFF">
                    <a:alpha val="898"/>
                  </a:srgbClr>
                </a:gs>
                <a:gs pos="100000">
                  <a:srgbClr val="95ACFF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-10696380">
              <a:off x="838505" y="2133971"/>
              <a:ext cx="422322" cy="221099"/>
            </a:xfrm>
            <a:prstGeom prst="ellipse">
              <a:avLst/>
            </a:prstGeom>
            <a:gradFill>
              <a:gsLst>
                <a:gs pos="0">
                  <a:srgbClr val="EBB500">
                    <a:alpha val="26973"/>
                  </a:srgbClr>
                </a:gs>
                <a:gs pos="14286">
                  <a:srgbClr val="EBB500">
                    <a:alpha val="25093"/>
                  </a:srgbClr>
                </a:gs>
                <a:gs pos="28571">
                  <a:srgbClr val="EBB500">
                    <a:alpha val="20095"/>
                  </a:srgbClr>
                </a:gs>
                <a:gs pos="42857">
                  <a:srgbClr val="EBB500">
                    <a:alpha val="13683"/>
                  </a:srgbClr>
                </a:gs>
                <a:gs pos="57143">
                  <a:srgbClr val="EBB500">
                    <a:alpha val="7830"/>
                  </a:srgbClr>
                </a:gs>
                <a:gs pos="71429">
                  <a:srgbClr val="EBB500">
                    <a:alpha val="3745"/>
                  </a:srgbClr>
                </a:gs>
                <a:gs pos="85714">
                  <a:srgbClr val="EBB500">
                    <a:alpha val="1498"/>
                  </a:srgbClr>
                </a:gs>
                <a:gs pos="100000">
                  <a:srgbClr val="EBB500">
                    <a:alpha val="5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5215013">
              <a:off x="2360574" y="1346840"/>
              <a:ext cx="357934" cy="262032"/>
            </a:xfrm>
            <a:prstGeom prst="ellipse">
              <a:avLst/>
            </a:prstGeom>
            <a:gradFill>
              <a:gsLst>
                <a:gs pos="0">
                  <a:srgbClr val="0096FD">
                    <a:alpha val="32968"/>
                  </a:srgbClr>
                </a:gs>
                <a:gs pos="14286">
                  <a:srgbClr val="0096FD">
                    <a:alpha val="30764"/>
                  </a:srgbClr>
                </a:gs>
                <a:gs pos="28571">
                  <a:srgbClr val="0096FD">
                    <a:alpha val="24833"/>
                  </a:srgbClr>
                </a:gs>
                <a:gs pos="42857">
                  <a:srgbClr val="0096FD">
                    <a:alpha val="17075"/>
                  </a:srgbClr>
                </a:gs>
                <a:gs pos="57143">
                  <a:srgbClr val="0096FD">
                    <a:alpha val="9855"/>
                  </a:srgbClr>
                </a:gs>
                <a:gs pos="71429">
                  <a:srgbClr val="0096FD">
                    <a:alpha val="4740"/>
                  </a:srgbClr>
                </a:gs>
                <a:gs pos="85714">
                  <a:srgbClr val="0096FD">
                    <a:alpha val="1902"/>
                  </a:srgbClr>
                </a:gs>
                <a:gs pos="100000">
                  <a:srgbClr val="0096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4863677">
              <a:off x="1582309" y="1797568"/>
              <a:ext cx="267228" cy="254261"/>
            </a:xfrm>
            <a:prstGeom prst="ellipse">
              <a:avLst/>
            </a:prstGeom>
            <a:gradFill>
              <a:gsLst>
                <a:gs pos="0">
                  <a:srgbClr val="900000">
                    <a:alpha val="4442"/>
                  </a:srgbClr>
                </a:gs>
                <a:gs pos="14286">
                  <a:srgbClr val="900000">
                    <a:alpha val="4091"/>
                  </a:srgbClr>
                </a:gs>
                <a:gs pos="28571">
                  <a:srgbClr val="900000">
                    <a:alpha val="3191"/>
                  </a:srgbClr>
                </a:gs>
                <a:gs pos="42857">
                  <a:srgbClr val="900000">
                    <a:alpha val="2105"/>
                  </a:srgbClr>
                </a:gs>
                <a:gs pos="57143">
                  <a:srgbClr val="900000">
                    <a:alpha val="1172"/>
                  </a:srgbClr>
                </a:gs>
                <a:gs pos="71429">
                  <a:srgbClr val="900000">
                    <a:alpha val="550"/>
                  </a:srgbClr>
                </a:gs>
                <a:gs pos="85714">
                  <a:srgbClr val="900000">
                    <a:alpha val="218"/>
                  </a:srgbClr>
                </a:gs>
                <a:gs pos="100000">
                  <a:srgbClr val="9000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4544426">
              <a:off x="2077200" y="390032"/>
              <a:ext cx="291693" cy="271735"/>
            </a:xfrm>
            <a:prstGeom prst="ellipse">
              <a:avLst/>
            </a:prstGeom>
            <a:gradFill>
              <a:gsLst>
                <a:gs pos="0">
                  <a:srgbClr val="FF009C">
                    <a:alpha val="2829"/>
                  </a:srgbClr>
                </a:gs>
                <a:gs pos="14286">
                  <a:srgbClr val="FF009C">
                    <a:alpha val="2603"/>
                  </a:srgbClr>
                </a:gs>
                <a:gs pos="28571">
                  <a:srgbClr val="FF009C">
                    <a:alpha val="2027"/>
                  </a:srgbClr>
                </a:gs>
                <a:gs pos="42857">
                  <a:srgbClr val="FF009C">
                    <a:alpha val="1334"/>
                  </a:srgbClr>
                </a:gs>
                <a:gs pos="57143">
                  <a:srgbClr val="FF009C">
                    <a:alpha val="741"/>
                  </a:srgbClr>
                </a:gs>
                <a:gs pos="71429">
                  <a:srgbClr val="FF009C">
                    <a:alpha val="348"/>
                  </a:srgbClr>
                </a:gs>
                <a:gs pos="85714">
                  <a:srgbClr val="FF009C">
                    <a:alpha val="138"/>
                  </a:srgbClr>
                </a:gs>
                <a:gs pos="100000">
                  <a:srgbClr val="FF009C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4038725">
              <a:off x="2381648" y="1431097"/>
              <a:ext cx="304089" cy="226821"/>
            </a:xfrm>
            <a:prstGeom prst="ellipse">
              <a:avLst/>
            </a:prstGeom>
            <a:gradFill>
              <a:gsLst>
                <a:gs pos="0">
                  <a:srgbClr val="936B8D">
                    <a:alpha val="32968"/>
                  </a:srgbClr>
                </a:gs>
                <a:gs pos="14286">
                  <a:srgbClr val="936B8D">
                    <a:alpha val="30764"/>
                  </a:srgbClr>
                </a:gs>
                <a:gs pos="28571">
                  <a:srgbClr val="936B8D">
                    <a:alpha val="24833"/>
                  </a:srgbClr>
                </a:gs>
                <a:gs pos="42857">
                  <a:srgbClr val="936B8D">
                    <a:alpha val="17075"/>
                  </a:srgbClr>
                </a:gs>
                <a:gs pos="57143">
                  <a:srgbClr val="936B8D">
                    <a:alpha val="9855"/>
                  </a:srgbClr>
                </a:gs>
                <a:gs pos="71429">
                  <a:srgbClr val="936B8D">
                    <a:alpha val="4740"/>
                  </a:srgbClr>
                </a:gs>
                <a:gs pos="85714">
                  <a:srgbClr val="936B8D">
                    <a:alpha val="1902"/>
                  </a:srgbClr>
                </a:gs>
                <a:gs pos="100000">
                  <a:srgbClr val="936B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7687998">
              <a:off x="2181191" y="1831286"/>
              <a:ext cx="580257" cy="259112"/>
            </a:xfrm>
            <a:prstGeom prst="ellipse">
              <a:avLst/>
            </a:prstGeom>
            <a:gradFill>
              <a:gsLst>
                <a:gs pos="0">
                  <a:srgbClr val="39B2FF">
                    <a:alpha val="24683"/>
                  </a:srgbClr>
                </a:gs>
                <a:gs pos="14286">
                  <a:srgbClr val="39B2FF">
                    <a:alpha val="22936"/>
                  </a:srgbClr>
                </a:gs>
                <a:gs pos="28571">
                  <a:srgbClr val="39B2FF">
                    <a:alpha val="18315"/>
                  </a:srgbClr>
                </a:gs>
                <a:gs pos="42857">
                  <a:srgbClr val="39B2FF">
                    <a:alpha val="12426"/>
                  </a:srgbClr>
                </a:gs>
                <a:gs pos="57143">
                  <a:srgbClr val="39B2FF">
                    <a:alpha val="7089"/>
                  </a:srgbClr>
                </a:gs>
                <a:gs pos="71429">
                  <a:srgbClr val="39B2FF">
                    <a:alpha val="3383"/>
                  </a:srgbClr>
                </a:gs>
                <a:gs pos="85714">
                  <a:srgbClr val="39B2FF">
                    <a:alpha val="1352"/>
                  </a:srgbClr>
                </a:gs>
                <a:gs pos="100000">
                  <a:srgbClr val="39B2FF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8633723">
              <a:off x="872865" y="2115942"/>
              <a:ext cx="539932" cy="199056"/>
            </a:xfrm>
            <a:prstGeom prst="ellipse">
              <a:avLst/>
            </a:prstGeom>
            <a:gradFill>
              <a:gsLst>
                <a:gs pos="0">
                  <a:srgbClr val="00A3FF">
                    <a:alpha val="32968"/>
                  </a:srgbClr>
                </a:gs>
                <a:gs pos="14286">
                  <a:srgbClr val="00A3FF">
                    <a:alpha val="30764"/>
                  </a:srgbClr>
                </a:gs>
                <a:gs pos="28571">
                  <a:srgbClr val="00A3FF">
                    <a:alpha val="24833"/>
                  </a:srgbClr>
                </a:gs>
                <a:gs pos="42857">
                  <a:srgbClr val="00A3FF">
                    <a:alpha val="17075"/>
                  </a:srgbClr>
                </a:gs>
                <a:gs pos="57143">
                  <a:srgbClr val="00A3FF">
                    <a:alpha val="9855"/>
                  </a:srgbClr>
                </a:gs>
                <a:gs pos="71429">
                  <a:srgbClr val="00A3FF">
                    <a:alpha val="4740"/>
                  </a:srgbClr>
                </a:gs>
                <a:gs pos="85714">
                  <a:srgbClr val="00A3FF">
                    <a:alpha val="1902"/>
                  </a:srgbClr>
                </a:gs>
                <a:gs pos="100000">
                  <a:srgbClr val="00A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4008778">
              <a:off x="2125134" y="2291712"/>
              <a:ext cx="332984" cy="221581"/>
            </a:xfrm>
            <a:prstGeom prst="ellipse">
              <a:avLst/>
            </a:prstGeom>
            <a:gradFill>
              <a:gsLst>
                <a:gs pos="0">
                  <a:srgbClr val="B566C6">
                    <a:alpha val="8156"/>
                  </a:srgbClr>
                </a:gs>
                <a:gs pos="14286">
                  <a:srgbClr val="B566C6">
                    <a:alpha val="7522"/>
                  </a:srgbClr>
                </a:gs>
                <a:gs pos="28571">
                  <a:srgbClr val="B566C6">
                    <a:alpha val="5891"/>
                  </a:srgbClr>
                </a:gs>
                <a:gs pos="42857">
                  <a:srgbClr val="B566C6">
                    <a:alpha val="3904"/>
                  </a:srgbClr>
                </a:gs>
                <a:gs pos="57143">
                  <a:srgbClr val="B566C6">
                    <a:alpha val="2183"/>
                  </a:srgbClr>
                </a:gs>
                <a:gs pos="71429">
                  <a:srgbClr val="B566C6">
                    <a:alpha val="1028"/>
                  </a:srgbClr>
                </a:gs>
                <a:gs pos="85714">
                  <a:srgbClr val="B566C6">
                    <a:alpha val="408"/>
                  </a:srgbClr>
                </a:gs>
                <a:gs pos="100000">
                  <a:srgbClr val="B566C6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3203866">
              <a:off x="697523" y="853361"/>
              <a:ext cx="468116" cy="51066"/>
            </a:xfrm>
            <a:prstGeom prst="ellipse">
              <a:avLst/>
            </a:prstGeom>
            <a:gradFill>
              <a:gsLst>
                <a:gs pos="0">
                  <a:srgbClr val="CAF7AE">
                    <a:alpha val="14822"/>
                  </a:srgbClr>
                </a:gs>
                <a:gs pos="14286">
                  <a:srgbClr val="CAF7AE">
                    <a:alpha val="13710"/>
                  </a:srgbClr>
                </a:gs>
                <a:gs pos="28571">
                  <a:srgbClr val="CAF7AE">
                    <a:alpha val="10818"/>
                  </a:srgbClr>
                </a:gs>
                <a:gs pos="42857">
                  <a:srgbClr val="CAF7AE">
                    <a:alpha val="7234"/>
                  </a:srgbClr>
                </a:gs>
                <a:gs pos="57143">
                  <a:srgbClr val="CAF7AE">
                    <a:alpha val="4076"/>
                  </a:srgbClr>
                </a:gs>
                <a:gs pos="71429">
                  <a:srgbClr val="CAF7AE">
                    <a:alpha val="1929"/>
                  </a:srgbClr>
                </a:gs>
                <a:gs pos="85714">
                  <a:srgbClr val="CAF7AE">
                    <a:alpha val="767"/>
                  </a:srgbClr>
                </a:gs>
                <a:gs pos="100000">
                  <a:srgbClr val="CAF7AE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10776653">
              <a:off x="884709" y="1611566"/>
              <a:ext cx="245572" cy="69325"/>
            </a:xfrm>
            <a:prstGeom prst="ellipse">
              <a:avLst/>
            </a:prstGeom>
            <a:gradFill>
              <a:gsLst>
                <a:gs pos="0">
                  <a:srgbClr val="4C0859">
                    <a:alpha val="32968"/>
                  </a:srgbClr>
                </a:gs>
                <a:gs pos="14286">
                  <a:srgbClr val="4C0859">
                    <a:alpha val="30764"/>
                  </a:srgbClr>
                </a:gs>
                <a:gs pos="28571">
                  <a:srgbClr val="4C0859">
                    <a:alpha val="24833"/>
                  </a:srgbClr>
                </a:gs>
                <a:gs pos="42857">
                  <a:srgbClr val="4C0859">
                    <a:alpha val="17075"/>
                  </a:srgbClr>
                </a:gs>
                <a:gs pos="57143">
                  <a:srgbClr val="4C0859">
                    <a:alpha val="9855"/>
                  </a:srgbClr>
                </a:gs>
                <a:gs pos="71429">
                  <a:srgbClr val="4C0859">
                    <a:alpha val="4740"/>
                  </a:srgbClr>
                </a:gs>
                <a:gs pos="85714">
                  <a:srgbClr val="4C0859">
                    <a:alpha val="1902"/>
                  </a:srgbClr>
                </a:gs>
                <a:gs pos="100000">
                  <a:srgbClr val="4C08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-9660361">
              <a:off x="1704545" y="1808413"/>
              <a:ext cx="277445" cy="206951"/>
            </a:xfrm>
            <a:prstGeom prst="ellipse">
              <a:avLst/>
            </a:prstGeom>
            <a:gradFill>
              <a:gsLst>
                <a:gs pos="0">
                  <a:srgbClr val="E20000">
                    <a:alpha val="10609"/>
                  </a:srgbClr>
                </a:gs>
                <a:gs pos="14286">
                  <a:srgbClr val="E20000">
                    <a:alpha val="9794"/>
                  </a:srgbClr>
                </a:gs>
                <a:gs pos="28571">
                  <a:srgbClr val="E20000">
                    <a:alpha val="7692"/>
                  </a:srgbClr>
                </a:gs>
                <a:gs pos="42857">
                  <a:srgbClr val="E20000">
                    <a:alpha val="5114"/>
                  </a:srgbClr>
                </a:gs>
                <a:gs pos="57143">
                  <a:srgbClr val="E20000">
                    <a:alpha val="2867"/>
                  </a:srgbClr>
                </a:gs>
                <a:gs pos="71429">
                  <a:srgbClr val="E20000">
                    <a:alpha val="1352"/>
                  </a:srgbClr>
                </a:gs>
                <a:gs pos="85714">
                  <a:srgbClr val="E20000">
                    <a:alpha val="537"/>
                  </a:srgbClr>
                </a:gs>
                <a:gs pos="100000">
                  <a:srgbClr val="E20000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9307648">
              <a:off x="1203587" y="2803512"/>
              <a:ext cx="397525" cy="64159"/>
            </a:xfrm>
            <a:prstGeom prst="ellipse">
              <a:avLst/>
            </a:prstGeom>
            <a:gradFill>
              <a:gsLst>
                <a:gs pos="0">
                  <a:srgbClr val="BEC1F2">
                    <a:alpha val="15582"/>
                  </a:srgbClr>
                </a:gs>
                <a:gs pos="14286">
                  <a:srgbClr val="BEC1F2">
                    <a:alpha val="14418"/>
                  </a:srgbClr>
                </a:gs>
                <a:gs pos="28571">
                  <a:srgbClr val="BEC1F2">
                    <a:alpha val="11387"/>
                  </a:srgbClr>
                </a:gs>
                <a:gs pos="42857">
                  <a:srgbClr val="BEC1F2">
                    <a:alpha val="7623"/>
                  </a:srgbClr>
                </a:gs>
                <a:gs pos="57143">
                  <a:srgbClr val="BEC1F2">
                    <a:alpha val="4298"/>
                  </a:srgbClr>
                </a:gs>
                <a:gs pos="71429">
                  <a:srgbClr val="BEC1F2">
                    <a:alpha val="2036"/>
                  </a:srgbClr>
                </a:gs>
                <a:gs pos="85714">
                  <a:srgbClr val="BEC1F2">
                    <a:alpha val="810"/>
                  </a:srgbClr>
                </a:gs>
                <a:gs pos="100000">
                  <a:srgbClr val="BEC1F2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8947945">
              <a:off x="1915265" y="2307506"/>
              <a:ext cx="478420" cy="129297"/>
            </a:xfrm>
            <a:prstGeom prst="ellipse">
              <a:avLst/>
            </a:prstGeom>
            <a:gradFill>
              <a:gsLst>
                <a:gs pos="0">
                  <a:srgbClr val="FFB3DD">
                    <a:alpha val="17041"/>
                  </a:srgbClr>
                </a:gs>
                <a:gs pos="14286">
                  <a:srgbClr val="FFB3DD">
                    <a:alpha val="15778"/>
                  </a:srgbClr>
                </a:gs>
                <a:gs pos="28571">
                  <a:srgbClr val="FFB3DD">
                    <a:alpha val="12482"/>
                  </a:srgbClr>
                </a:gs>
                <a:gs pos="42857">
                  <a:srgbClr val="FFB3DD">
                    <a:alpha val="8374"/>
                  </a:srgbClr>
                </a:gs>
                <a:gs pos="57143">
                  <a:srgbClr val="FFB3DD">
                    <a:alpha val="4730"/>
                  </a:srgbClr>
                </a:gs>
                <a:gs pos="71429">
                  <a:srgbClr val="FFB3DD">
                    <a:alpha val="2243"/>
                  </a:srgbClr>
                </a:gs>
                <a:gs pos="85714">
                  <a:srgbClr val="FFB3DD">
                    <a:alpha val="893"/>
                  </a:srgbClr>
                </a:gs>
                <a:gs pos="100000">
                  <a:srgbClr val="FFB3DD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-10511782">
              <a:off x="869046" y="1418814"/>
              <a:ext cx="352296" cy="121621"/>
            </a:xfrm>
            <a:prstGeom prst="ellipse">
              <a:avLst/>
            </a:prstGeom>
            <a:gradFill>
              <a:gsLst>
                <a:gs pos="0">
                  <a:srgbClr val="006492">
                    <a:alpha val="32968"/>
                  </a:srgbClr>
                </a:gs>
                <a:gs pos="14286">
                  <a:srgbClr val="006492">
                    <a:alpha val="30764"/>
                  </a:srgbClr>
                </a:gs>
                <a:gs pos="28571">
                  <a:srgbClr val="006492">
                    <a:alpha val="24833"/>
                  </a:srgbClr>
                </a:gs>
                <a:gs pos="42857">
                  <a:srgbClr val="006492">
                    <a:alpha val="17075"/>
                  </a:srgbClr>
                </a:gs>
                <a:gs pos="57143">
                  <a:srgbClr val="006492">
                    <a:alpha val="9855"/>
                  </a:srgbClr>
                </a:gs>
                <a:gs pos="71429">
                  <a:srgbClr val="006492">
                    <a:alpha val="4740"/>
                  </a:srgbClr>
                </a:gs>
                <a:gs pos="85714">
                  <a:srgbClr val="006492">
                    <a:alpha val="1902"/>
                  </a:srgbClr>
                </a:gs>
                <a:gs pos="100000">
                  <a:srgbClr val="0064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10367353">
              <a:off x="2444985" y="1246216"/>
              <a:ext cx="537136" cy="308355"/>
            </a:xfrm>
            <a:prstGeom prst="ellipse">
              <a:avLst/>
            </a:prstGeom>
            <a:gradFill>
              <a:gsLst>
                <a:gs pos="0">
                  <a:srgbClr val="50D777">
                    <a:alpha val="32432"/>
                  </a:srgbClr>
                </a:gs>
                <a:gs pos="14286">
                  <a:srgbClr val="50D777">
                    <a:alpha val="30255"/>
                  </a:srgbClr>
                </a:gs>
                <a:gs pos="28571">
                  <a:srgbClr val="50D777">
                    <a:alpha val="24404"/>
                  </a:srgbClr>
                </a:gs>
                <a:gs pos="42857">
                  <a:srgbClr val="50D777">
                    <a:alpha val="16765"/>
                  </a:srgbClr>
                </a:gs>
                <a:gs pos="57143">
                  <a:srgbClr val="50D777">
                    <a:alpha val="9668"/>
                  </a:srgbClr>
                </a:gs>
                <a:gs pos="71429">
                  <a:srgbClr val="50D777">
                    <a:alpha val="4648"/>
                  </a:srgbClr>
                </a:gs>
                <a:gs pos="85714">
                  <a:srgbClr val="50D777">
                    <a:alpha val="1865"/>
                  </a:srgbClr>
                </a:gs>
                <a:gs pos="100000">
                  <a:srgbClr val="50D777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-9068051">
              <a:off x="836422" y="849050"/>
              <a:ext cx="272629" cy="79843"/>
            </a:xfrm>
            <a:prstGeom prst="ellipse">
              <a:avLst/>
            </a:prstGeom>
            <a:gradFill>
              <a:gsLst>
                <a:gs pos="0">
                  <a:srgbClr val="8F4000">
                    <a:alpha val="32968"/>
                  </a:srgbClr>
                </a:gs>
                <a:gs pos="14286">
                  <a:srgbClr val="8F4000">
                    <a:alpha val="30764"/>
                  </a:srgbClr>
                </a:gs>
                <a:gs pos="28571">
                  <a:srgbClr val="8F4000">
                    <a:alpha val="24833"/>
                  </a:srgbClr>
                </a:gs>
                <a:gs pos="42857">
                  <a:srgbClr val="8F4000">
                    <a:alpha val="17075"/>
                  </a:srgbClr>
                </a:gs>
                <a:gs pos="57143">
                  <a:srgbClr val="8F4000">
                    <a:alpha val="9855"/>
                  </a:srgbClr>
                </a:gs>
                <a:gs pos="71429">
                  <a:srgbClr val="8F4000">
                    <a:alpha val="4740"/>
                  </a:srgbClr>
                </a:gs>
                <a:gs pos="85714">
                  <a:srgbClr val="8F4000">
                    <a:alpha val="1902"/>
                  </a:srgbClr>
                </a:gs>
                <a:gs pos="100000">
                  <a:srgbClr val="8F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7618870">
              <a:off x="2218061" y="1804164"/>
              <a:ext cx="248984" cy="211221"/>
            </a:xfrm>
            <a:prstGeom prst="ellipse">
              <a:avLst/>
            </a:prstGeom>
            <a:gradFill>
              <a:gsLst>
                <a:gs pos="0">
                  <a:srgbClr val="0000FF">
                    <a:alpha val="5063"/>
                  </a:srgbClr>
                </a:gs>
                <a:gs pos="14286">
                  <a:srgbClr val="0000FF">
                    <a:alpha val="4664"/>
                  </a:srgbClr>
                </a:gs>
                <a:gs pos="28571">
                  <a:srgbClr val="0000FF">
                    <a:alpha val="3640"/>
                  </a:srgbClr>
                </a:gs>
                <a:gs pos="42857">
                  <a:srgbClr val="0000FF">
                    <a:alpha val="2403"/>
                  </a:srgbClr>
                </a:gs>
                <a:gs pos="57143">
                  <a:srgbClr val="0000FF">
                    <a:alpha val="1339"/>
                  </a:srgbClr>
                </a:gs>
                <a:gs pos="71429">
                  <a:srgbClr val="0000FF">
                    <a:alpha val="629"/>
                  </a:srgbClr>
                </a:gs>
                <a:gs pos="85714">
                  <a:srgbClr val="0000FF">
                    <a:alpha val="249"/>
                  </a:srgbClr>
                </a:gs>
                <a:gs pos="100000">
                  <a:srgbClr val="0000FF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-8938649">
              <a:off x="718868" y="1887265"/>
              <a:ext cx="483742" cy="234700"/>
            </a:xfrm>
            <a:prstGeom prst="ellipse">
              <a:avLst/>
            </a:prstGeom>
            <a:gradFill>
              <a:gsLst>
                <a:gs pos="0">
                  <a:srgbClr val="F0DB00">
                    <a:alpha val="32968"/>
                  </a:srgbClr>
                </a:gs>
                <a:gs pos="14286">
                  <a:srgbClr val="F0DB00">
                    <a:alpha val="30764"/>
                  </a:srgbClr>
                </a:gs>
                <a:gs pos="28571">
                  <a:srgbClr val="F0DB00">
                    <a:alpha val="24833"/>
                  </a:srgbClr>
                </a:gs>
                <a:gs pos="42857">
                  <a:srgbClr val="F0DB00">
                    <a:alpha val="17075"/>
                  </a:srgbClr>
                </a:gs>
                <a:gs pos="57143">
                  <a:srgbClr val="F0DB00">
                    <a:alpha val="9855"/>
                  </a:srgbClr>
                </a:gs>
                <a:gs pos="71429">
                  <a:srgbClr val="F0DB00">
                    <a:alpha val="4740"/>
                  </a:srgbClr>
                </a:gs>
                <a:gs pos="85714">
                  <a:srgbClr val="F0DB00">
                    <a:alpha val="1902"/>
                  </a:srgbClr>
                </a:gs>
                <a:gs pos="100000">
                  <a:srgbClr val="F0D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5128622">
              <a:off x="1753418" y="1282196"/>
              <a:ext cx="443140" cy="115429"/>
            </a:xfrm>
            <a:prstGeom prst="ellipse">
              <a:avLst/>
            </a:prstGeom>
            <a:gradFill>
              <a:gsLst>
                <a:gs pos="0">
                  <a:srgbClr val="38A1E4">
                    <a:alpha val="32968"/>
                  </a:srgbClr>
                </a:gs>
                <a:gs pos="14286">
                  <a:srgbClr val="38A1E4">
                    <a:alpha val="30764"/>
                  </a:srgbClr>
                </a:gs>
                <a:gs pos="28571">
                  <a:srgbClr val="38A1E4">
                    <a:alpha val="24833"/>
                  </a:srgbClr>
                </a:gs>
                <a:gs pos="42857">
                  <a:srgbClr val="38A1E4">
                    <a:alpha val="17075"/>
                  </a:srgbClr>
                </a:gs>
                <a:gs pos="57143">
                  <a:srgbClr val="38A1E4">
                    <a:alpha val="9855"/>
                  </a:srgbClr>
                </a:gs>
                <a:gs pos="71429">
                  <a:srgbClr val="38A1E4">
                    <a:alpha val="4740"/>
                  </a:srgbClr>
                </a:gs>
                <a:gs pos="85714">
                  <a:srgbClr val="38A1E4">
                    <a:alpha val="1902"/>
                  </a:srgbClr>
                </a:gs>
                <a:gs pos="100000">
                  <a:srgbClr val="38A1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8043462">
              <a:off x="3110134" y="208979"/>
              <a:ext cx="531743" cy="207593"/>
            </a:xfrm>
            <a:prstGeom prst="ellipse">
              <a:avLst/>
            </a:prstGeom>
            <a:gradFill>
              <a:gsLst>
                <a:gs pos="0">
                  <a:srgbClr val="E5B6C7">
                    <a:alpha val="32968"/>
                  </a:srgbClr>
                </a:gs>
                <a:gs pos="14286">
                  <a:srgbClr val="E5B6C7">
                    <a:alpha val="30764"/>
                  </a:srgbClr>
                </a:gs>
                <a:gs pos="28571">
                  <a:srgbClr val="E5B6C7">
                    <a:alpha val="24833"/>
                  </a:srgbClr>
                </a:gs>
                <a:gs pos="42857">
                  <a:srgbClr val="E5B6C7">
                    <a:alpha val="17075"/>
                  </a:srgbClr>
                </a:gs>
                <a:gs pos="57143">
                  <a:srgbClr val="E5B6C7">
                    <a:alpha val="9855"/>
                  </a:srgbClr>
                </a:gs>
                <a:gs pos="71429">
                  <a:srgbClr val="E5B6C7">
                    <a:alpha val="4740"/>
                  </a:srgbClr>
                </a:gs>
                <a:gs pos="85714">
                  <a:srgbClr val="E5B6C7">
                    <a:alpha val="1902"/>
                  </a:srgbClr>
                </a:gs>
                <a:gs pos="100000">
                  <a:srgbClr val="E5B6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5324934">
              <a:off x="709139" y="2030355"/>
              <a:ext cx="438439" cy="188937"/>
            </a:xfrm>
            <a:prstGeom prst="ellipse">
              <a:avLst/>
            </a:prstGeom>
            <a:gradFill>
              <a:gsLst>
                <a:gs pos="0">
                  <a:srgbClr val="FEFC95">
                    <a:alpha val="32968"/>
                  </a:srgbClr>
                </a:gs>
                <a:gs pos="14286">
                  <a:srgbClr val="FEFC95">
                    <a:alpha val="30764"/>
                  </a:srgbClr>
                </a:gs>
                <a:gs pos="28571">
                  <a:srgbClr val="FEFC95">
                    <a:alpha val="24833"/>
                  </a:srgbClr>
                </a:gs>
                <a:gs pos="42857">
                  <a:srgbClr val="FEFC95">
                    <a:alpha val="17075"/>
                  </a:srgbClr>
                </a:gs>
                <a:gs pos="57143">
                  <a:srgbClr val="FEFC95">
                    <a:alpha val="9855"/>
                  </a:srgbClr>
                </a:gs>
                <a:gs pos="71429">
                  <a:srgbClr val="FEFC95">
                    <a:alpha val="4740"/>
                  </a:srgbClr>
                </a:gs>
                <a:gs pos="85714">
                  <a:srgbClr val="FEFC95">
                    <a:alpha val="1902"/>
                  </a:srgbClr>
                </a:gs>
                <a:gs pos="100000">
                  <a:srgbClr val="FEFC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-8318057">
              <a:off x="1211455" y="1746222"/>
              <a:ext cx="489817" cy="144745"/>
            </a:xfrm>
            <a:prstGeom prst="ellipse">
              <a:avLst/>
            </a:prstGeom>
            <a:gradFill>
              <a:gsLst>
                <a:gs pos="0">
                  <a:srgbClr val="9D506E">
                    <a:alpha val="26550"/>
                  </a:srgbClr>
                </a:gs>
                <a:gs pos="14286">
                  <a:srgbClr val="9D506E">
                    <a:alpha val="24694"/>
                  </a:srgbClr>
                </a:gs>
                <a:gs pos="28571">
                  <a:srgbClr val="9D506E">
                    <a:alpha val="19765"/>
                  </a:srgbClr>
                </a:gs>
                <a:gs pos="42857">
                  <a:srgbClr val="9D506E">
                    <a:alpha val="13449"/>
                  </a:srgbClr>
                </a:gs>
                <a:gs pos="57143">
                  <a:srgbClr val="9D506E">
                    <a:alpha val="7692"/>
                  </a:srgbClr>
                </a:gs>
                <a:gs pos="71429">
                  <a:srgbClr val="9D506E">
                    <a:alpha val="3677"/>
                  </a:srgbClr>
                </a:gs>
                <a:gs pos="85714">
                  <a:srgbClr val="9D506E">
                    <a:alpha val="1471"/>
                  </a:srgbClr>
                </a:gs>
                <a:gs pos="100000">
                  <a:srgbClr val="9D506E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7615743">
              <a:off x="2028456" y="1958379"/>
              <a:ext cx="314448" cy="117157"/>
            </a:xfrm>
            <a:prstGeom prst="ellipse">
              <a:avLst/>
            </a:prstGeom>
            <a:gradFill>
              <a:gsLst>
                <a:gs pos="0">
                  <a:srgbClr val="C8A5FF">
                    <a:alpha val="32968"/>
                  </a:srgbClr>
                </a:gs>
                <a:gs pos="14286">
                  <a:srgbClr val="C8A5FF">
                    <a:alpha val="30764"/>
                  </a:srgbClr>
                </a:gs>
                <a:gs pos="28571">
                  <a:srgbClr val="C8A5FF">
                    <a:alpha val="24833"/>
                  </a:srgbClr>
                </a:gs>
                <a:gs pos="42857">
                  <a:srgbClr val="C8A5FF">
                    <a:alpha val="17075"/>
                  </a:srgbClr>
                </a:gs>
                <a:gs pos="57143">
                  <a:srgbClr val="C8A5FF">
                    <a:alpha val="9855"/>
                  </a:srgbClr>
                </a:gs>
                <a:gs pos="71429">
                  <a:srgbClr val="C8A5FF">
                    <a:alpha val="4740"/>
                  </a:srgbClr>
                </a:gs>
                <a:gs pos="85714">
                  <a:srgbClr val="C8A5FF">
                    <a:alpha val="1902"/>
                  </a:srgbClr>
                </a:gs>
                <a:gs pos="100000">
                  <a:srgbClr val="C8A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6982326">
              <a:off x="840043" y="2608643"/>
              <a:ext cx="505338" cy="247257"/>
            </a:xfrm>
            <a:prstGeom prst="ellipse">
              <a:avLst/>
            </a:prstGeom>
            <a:gradFill>
              <a:gsLst>
                <a:gs pos="0">
                  <a:srgbClr val="350000">
                    <a:alpha val="32968"/>
                  </a:srgbClr>
                </a:gs>
                <a:gs pos="14286">
                  <a:srgbClr val="350000">
                    <a:alpha val="30764"/>
                  </a:srgbClr>
                </a:gs>
                <a:gs pos="28571">
                  <a:srgbClr val="350000">
                    <a:alpha val="24833"/>
                  </a:srgbClr>
                </a:gs>
                <a:gs pos="42857">
                  <a:srgbClr val="350000">
                    <a:alpha val="17075"/>
                  </a:srgbClr>
                </a:gs>
                <a:gs pos="57143">
                  <a:srgbClr val="350000">
                    <a:alpha val="9855"/>
                  </a:srgbClr>
                </a:gs>
                <a:gs pos="71429">
                  <a:srgbClr val="350000">
                    <a:alpha val="4740"/>
                  </a:srgbClr>
                </a:gs>
                <a:gs pos="85714">
                  <a:srgbClr val="350000">
                    <a:alpha val="1902"/>
                  </a:srgbClr>
                </a:gs>
                <a:gs pos="100000">
                  <a:srgbClr val="3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4813712">
              <a:off x="1683420" y="2170628"/>
              <a:ext cx="127504" cy="66762"/>
            </a:xfrm>
            <a:prstGeom prst="ellipse">
              <a:avLst/>
            </a:prstGeom>
            <a:gradFill>
              <a:gsLst>
                <a:gs pos="0">
                  <a:srgbClr val="2B0000">
                    <a:alpha val="32968"/>
                  </a:srgbClr>
                </a:gs>
                <a:gs pos="14286">
                  <a:srgbClr val="2B0000">
                    <a:alpha val="30764"/>
                  </a:srgbClr>
                </a:gs>
                <a:gs pos="28571">
                  <a:srgbClr val="2B0000">
                    <a:alpha val="24833"/>
                  </a:srgbClr>
                </a:gs>
                <a:gs pos="42857">
                  <a:srgbClr val="2B0000">
                    <a:alpha val="17075"/>
                  </a:srgbClr>
                </a:gs>
                <a:gs pos="57143">
                  <a:srgbClr val="2B0000">
                    <a:alpha val="9855"/>
                  </a:srgbClr>
                </a:gs>
                <a:gs pos="71429">
                  <a:srgbClr val="2B0000">
                    <a:alpha val="4740"/>
                  </a:srgbClr>
                </a:gs>
                <a:gs pos="85714">
                  <a:srgbClr val="2B0000">
                    <a:alpha val="1902"/>
                  </a:srgbClr>
                </a:gs>
                <a:gs pos="100000">
                  <a:srgbClr val="2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4658567">
              <a:off x="2311316" y="741312"/>
              <a:ext cx="226262" cy="188857"/>
            </a:xfrm>
            <a:prstGeom prst="ellipse">
              <a:avLst/>
            </a:prstGeom>
            <a:gradFill>
              <a:gsLst>
                <a:gs pos="0">
                  <a:srgbClr val="000000">
                    <a:alpha val="6151"/>
                  </a:srgbClr>
                </a:gs>
                <a:gs pos="14286">
                  <a:srgbClr val="000000">
                    <a:alpha val="5667"/>
                  </a:srgbClr>
                </a:gs>
                <a:gs pos="28571">
                  <a:srgbClr val="000000">
                    <a:alpha val="4429"/>
                  </a:srgbClr>
                </a:gs>
                <a:gs pos="42857">
                  <a:srgbClr val="000000">
                    <a:alpha val="2928"/>
                  </a:srgbClr>
                </a:gs>
                <a:gs pos="57143">
                  <a:srgbClr val="000000">
                    <a:alpha val="1633"/>
                  </a:srgbClr>
                </a:gs>
                <a:gs pos="71429">
                  <a:srgbClr val="000000">
                    <a:alpha val="768"/>
                  </a:srgbClr>
                </a:gs>
                <a:gs pos="85714">
                  <a:srgbClr val="000000">
                    <a:alpha val="304"/>
                  </a:srgbClr>
                </a:gs>
                <a:gs pos="100000">
                  <a:srgbClr val="000000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-10134345">
              <a:off x="1084417" y="2911808"/>
              <a:ext cx="264525" cy="235569"/>
            </a:xfrm>
            <a:prstGeom prst="ellipse">
              <a:avLst/>
            </a:prstGeom>
            <a:gradFill>
              <a:gsLst>
                <a:gs pos="0">
                  <a:srgbClr val="2E3A61">
                    <a:alpha val="11052"/>
                  </a:srgbClr>
                </a:gs>
                <a:gs pos="14286">
                  <a:srgbClr val="2E3A61">
                    <a:alpha val="10206"/>
                  </a:srgbClr>
                </a:gs>
                <a:gs pos="28571">
                  <a:srgbClr val="2E3A61">
                    <a:alpha val="8019"/>
                  </a:srgbClr>
                </a:gs>
                <a:gs pos="42857">
                  <a:srgbClr val="2E3A61">
                    <a:alpha val="5335"/>
                  </a:srgbClr>
                </a:gs>
                <a:gs pos="57143">
                  <a:srgbClr val="2E3A61">
                    <a:alpha val="2992"/>
                  </a:srgbClr>
                </a:gs>
                <a:gs pos="71429">
                  <a:srgbClr val="2E3A61">
                    <a:alpha val="1412"/>
                  </a:srgbClr>
                </a:gs>
                <a:gs pos="85714">
                  <a:srgbClr val="2E3A61">
                    <a:alpha val="561"/>
                  </a:srgbClr>
                </a:gs>
                <a:gs pos="100000">
                  <a:srgbClr val="2E3A61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7955528">
              <a:off x="899644" y="1138955"/>
              <a:ext cx="209899" cy="139902"/>
            </a:xfrm>
            <a:prstGeom prst="ellipse">
              <a:avLst/>
            </a:prstGeom>
            <a:gradFill>
              <a:gsLst>
                <a:gs pos="0">
                  <a:srgbClr val="005000">
                    <a:alpha val="29639"/>
                  </a:srgbClr>
                </a:gs>
                <a:gs pos="14286">
                  <a:srgbClr val="005000">
                    <a:alpha val="27609"/>
                  </a:srgbClr>
                </a:gs>
                <a:gs pos="28571">
                  <a:srgbClr val="005000">
                    <a:alpha val="22187"/>
                  </a:srgbClr>
                </a:gs>
                <a:gs pos="42857">
                  <a:srgbClr val="005000">
                    <a:alpha val="15172"/>
                  </a:srgbClr>
                </a:gs>
                <a:gs pos="57143">
                  <a:srgbClr val="005000">
                    <a:alpha val="8714"/>
                  </a:srgbClr>
                </a:gs>
                <a:gs pos="71429">
                  <a:srgbClr val="005000">
                    <a:alpha val="4178"/>
                  </a:srgbClr>
                </a:gs>
                <a:gs pos="85714">
                  <a:srgbClr val="005000">
                    <a:alpha val="1674"/>
                  </a:srgbClr>
                </a:gs>
                <a:gs pos="100000">
                  <a:srgbClr val="005000">
                    <a:alpha val="5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4104267">
              <a:off x="2729506" y="1468000"/>
              <a:ext cx="366052" cy="258707"/>
            </a:xfrm>
            <a:prstGeom prst="ellipse">
              <a:avLst/>
            </a:prstGeom>
            <a:gradFill>
              <a:gsLst>
                <a:gs pos="0">
                  <a:srgbClr val="5F0052">
                    <a:alpha val="27932"/>
                  </a:srgbClr>
                </a:gs>
                <a:gs pos="14286">
                  <a:srgbClr val="5F0052">
                    <a:alpha val="25997"/>
                  </a:srgbClr>
                </a:gs>
                <a:gs pos="28571">
                  <a:srgbClr val="5F0052">
                    <a:alpha val="20845"/>
                  </a:srgbClr>
                </a:gs>
                <a:gs pos="42857">
                  <a:srgbClr val="5F0052">
                    <a:alpha val="14215"/>
                  </a:srgbClr>
                </a:gs>
                <a:gs pos="57143">
                  <a:srgbClr val="5F0052">
                    <a:alpha val="8145"/>
                  </a:srgbClr>
                </a:gs>
                <a:gs pos="71429">
                  <a:srgbClr val="5F0052">
                    <a:alpha val="3899"/>
                  </a:srgbClr>
                </a:gs>
                <a:gs pos="85714">
                  <a:srgbClr val="5F0052">
                    <a:alpha val="1560"/>
                  </a:srgbClr>
                </a:gs>
                <a:gs pos="100000">
                  <a:srgbClr val="5F0052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-9051990">
              <a:off x="1039576" y="1967702"/>
              <a:ext cx="263452" cy="160752"/>
            </a:xfrm>
            <a:prstGeom prst="ellipse">
              <a:avLst/>
            </a:prstGeom>
            <a:gradFill>
              <a:gsLst>
                <a:gs pos="0">
                  <a:srgbClr val="BEA200">
                    <a:alpha val="32968"/>
                  </a:srgbClr>
                </a:gs>
                <a:gs pos="14286">
                  <a:srgbClr val="BEA200">
                    <a:alpha val="30764"/>
                  </a:srgbClr>
                </a:gs>
                <a:gs pos="28571">
                  <a:srgbClr val="BEA200">
                    <a:alpha val="24833"/>
                  </a:srgbClr>
                </a:gs>
                <a:gs pos="42857">
                  <a:srgbClr val="BEA200">
                    <a:alpha val="17075"/>
                  </a:srgbClr>
                </a:gs>
                <a:gs pos="57143">
                  <a:srgbClr val="BEA200">
                    <a:alpha val="9855"/>
                  </a:srgbClr>
                </a:gs>
                <a:gs pos="71429">
                  <a:srgbClr val="BEA200">
                    <a:alpha val="4740"/>
                  </a:srgbClr>
                </a:gs>
                <a:gs pos="85714">
                  <a:srgbClr val="BEA200">
                    <a:alpha val="1902"/>
                  </a:srgbClr>
                </a:gs>
                <a:gs pos="100000">
                  <a:srgbClr val="BEA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7247238">
              <a:off x="1107181" y="2056211"/>
              <a:ext cx="256270" cy="119920"/>
            </a:xfrm>
            <a:prstGeom prst="ellipse">
              <a:avLst/>
            </a:prstGeom>
            <a:gradFill>
              <a:gsLst>
                <a:gs pos="0">
                  <a:srgbClr val="6DB7FF">
                    <a:alpha val="32968"/>
                  </a:srgbClr>
                </a:gs>
                <a:gs pos="14286">
                  <a:srgbClr val="6DB7FF">
                    <a:alpha val="30764"/>
                  </a:srgbClr>
                </a:gs>
                <a:gs pos="28571">
                  <a:srgbClr val="6DB7FF">
                    <a:alpha val="24833"/>
                  </a:srgbClr>
                </a:gs>
                <a:gs pos="42857">
                  <a:srgbClr val="6DB7FF">
                    <a:alpha val="17075"/>
                  </a:srgbClr>
                </a:gs>
                <a:gs pos="57143">
                  <a:srgbClr val="6DB7FF">
                    <a:alpha val="9855"/>
                  </a:srgbClr>
                </a:gs>
                <a:gs pos="71429">
                  <a:srgbClr val="6DB7FF">
                    <a:alpha val="4740"/>
                  </a:srgbClr>
                </a:gs>
                <a:gs pos="85714">
                  <a:srgbClr val="6DB7FF">
                    <a:alpha val="1902"/>
                  </a:srgbClr>
                </a:gs>
                <a:gs pos="100000">
                  <a:srgbClr val="6DB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2855405">
              <a:off x="2162684" y="1626906"/>
              <a:ext cx="290038" cy="241246"/>
            </a:xfrm>
            <a:prstGeom prst="ellipse">
              <a:avLst/>
            </a:prstGeom>
            <a:gradFill>
              <a:gsLst>
                <a:gs pos="0">
                  <a:srgbClr val="814B00">
                    <a:alpha val="32968"/>
                  </a:srgbClr>
                </a:gs>
                <a:gs pos="14286">
                  <a:srgbClr val="814B00">
                    <a:alpha val="30764"/>
                  </a:srgbClr>
                </a:gs>
                <a:gs pos="28571">
                  <a:srgbClr val="814B00">
                    <a:alpha val="24833"/>
                  </a:srgbClr>
                </a:gs>
                <a:gs pos="42857">
                  <a:srgbClr val="814B00">
                    <a:alpha val="17075"/>
                  </a:srgbClr>
                </a:gs>
                <a:gs pos="57143">
                  <a:srgbClr val="814B00">
                    <a:alpha val="9855"/>
                  </a:srgbClr>
                </a:gs>
                <a:gs pos="71429">
                  <a:srgbClr val="814B00">
                    <a:alpha val="4740"/>
                  </a:srgbClr>
                </a:gs>
                <a:gs pos="85714">
                  <a:srgbClr val="814B00">
                    <a:alpha val="1902"/>
                  </a:srgbClr>
                </a:gs>
                <a:gs pos="100000">
                  <a:srgbClr val="81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7002666">
              <a:off x="2613385" y="1770064"/>
              <a:ext cx="328334" cy="213271"/>
            </a:xfrm>
            <a:prstGeom prst="ellipse">
              <a:avLst/>
            </a:prstGeom>
            <a:gradFill>
              <a:gsLst>
                <a:gs pos="0">
                  <a:srgbClr val="004E72">
                    <a:alpha val="32689"/>
                  </a:srgbClr>
                </a:gs>
                <a:gs pos="14286">
                  <a:srgbClr val="004E72">
                    <a:alpha val="30499"/>
                  </a:srgbClr>
                </a:gs>
                <a:gs pos="28571">
                  <a:srgbClr val="004E72">
                    <a:alpha val="24610"/>
                  </a:srgbClr>
                </a:gs>
                <a:gs pos="42857">
                  <a:srgbClr val="004E72">
                    <a:alpha val="16914"/>
                  </a:srgbClr>
                </a:gs>
                <a:gs pos="57143">
                  <a:srgbClr val="004E72">
                    <a:alpha val="9758"/>
                  </a:srgbClr>
                </a:gs>
                <a:gs pos="71429">
                  <a:srgbClr val="004E72">
                    <a:alpha val="4692"/>
                  </a:srgbClr>
                </a:gs>
                <a:gs pos="85714">
                  <a:srgbClr val="004E72">
                    <a:alpha val="1883"/>
                  </a:srgbClr>
                </a:gs>
                <a:gs pos="100000">
                  <a:srgbClr val="004E72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4304877">
              <a:off x="583875" y="3048041"/>
              <a:ext cx="455425" cy="279163"/>
            </a:xfrm>
            <a:prstGeom prst="ellipse">
              <a:avLst/>
            </a:prstGeom>
            <a:gradFill>
              <a:gsLst>
                <a:gs pos="0">
                  <a:srgbClr val="3373A1">
                    <a:alpha val="32968"/>
                  </a:srgbClr>
                </a:gs>
                <a:gs pos="14286">
                  <a:srgbClr val="3373A1">
                    <a:alpha val="30764"/>
                  </a:srgbClr>
                </a:gs>
                <a:gs pos="28571">
                  <a:srgbClr val="3373A1">
                    <a:alpha val="24833"/>
                  </a:srgbClr>
                </a:gs>
                <a:gs pos="42857">
                  <a:srgbClr val="3373A1">
                    <a:alpha val="17075"/>
                  </a:srgbClr>
                </a:gs>
                <a:gs pos="57143">
                  <a:srgbClr val="3373A1">
                    <a:alpha val="9855"/>
                  </a:srgbClr>
                </a:gs>
                <a:gs pos="71429">
                  <a:srgbClr val="3373A1">
                    <a:alpha val="4740"/>
                  </a:srgbClr>
                </a:gs>
                <a:gs pos="85714">
                  <a:srgbClr val="3373A1">
                    <a:alpha val="1902"/>
                  </a:srgbClr>
                </a:gs>
                <a:gs pos="100000">
                  <a:srgbClr val="3373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5135943">
              <a:off x="-71083" y="2284920"/>
              <a:ext cx="455951" cy="86327"/>
            </a:xfrm>
            <a:prstGeom prst="ellipse">
              <a:avLst/>
            </a:prstGeom>
            <a:gradFill>
              <a:gsLst>
                <a:gs pos="0">
                  <a:srgbClr val="A2004A">
                    <a:alpha val="30216"/>
                  </a:srgbClr>
                </a:gs>
                <a:gs pos="14286">
                  <a:srgbClr val="A2004A">
                    <a:alpha val="28156"/>
                  </a:srgbClr>
                </a:gs>
                <a:gs pos="28571">
                  <a:srgbClr val="A2004A">
                    <a:alpha val="22644"/>
                  </a:srgbClr>
                </a:gs>
                <a:gs pos="42857">
                  <a:srgbClr val="A2004A">
                    <a:alpha val="15499"/>
                  </a:srgbClr>
                </a:gs>
                <a:gs pos="57143">
                  <a:srgbClr val="A2004A">
                    <a:alpha val="8909"/>
                  </a:srgbClr>
                </a:gs>
                <a:gs pos="71429">
                  <a:srgbClr val="A2004A">
                    <a:alpha val="4274"/>
                  </a:srgbClr>
                </a:gs>
                <a:gs pos="85714">
                  <a:srgbClr val="A2004A">
                    <a:alpha val="1712"/>
                  </a:srgbClr>
                </a:gs>
                <a:gs pos="100000">
                  <a:srgbClr val="A2004A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7910694">
              <a:off x="2165244" y="1751751"/>
              <a:ext cx="279839" cy="102120"/>
            </a:xfrm>
            <a:prstGeom prst="ellipse">
              <a:avLst/>
            </a:prstGeom>
            <a:gradFill>
              <a:gsLst>
                <a:gs pos="0">
                  <a:srgbClr val="78818C">
                    <a:alpha val="24353"/>
                  </a:srgbClr>
                </a:gs>
                <a:gs pos="14286">
                  <a:srgbClr val="78818C">
                    <a:alpha val="22626"/>
                  </a:srgbClr>
                </a:gs>
                <a:gs pos="28571">
                  <a:srgbClr val="78818C">
                    <a:alpha val="18059"/>
                  </a:srgbClr>
                </a:gs>
                <a:gs pos="42857">
                  <a:srgbClr val="78818C">
                    <a:alpha val="12247"/>
                  </a:srgbClr>
                </a:gs>
                <a:gs pos="57143">
                  <a:srgbClr val="78818C">
                    <a:alpha val="6983"/>
                  </a:srgbClr>
                </a:gs>
                <a:gs pos="71429">
                  <a:srgbClr val="78818C">
                    <a:alpha val="3332"/>
                  </a:srgbClr>
                </a:gs>
                <a:gs pos="85714">
                  <a:srgbClr val="78818C">
                    <a:alpha val="1331"/>
                  </a:srgbClr>
                </a:gs>
                <a:gs pos="100000">
                  <a:srgbClr val="78818C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8527696">
              <a:off x="3008311" y="1794615"/>
              <a:ext cx="395481" cy="323696"/>
            </a:xfrm>
            <a:prstGeom prst="ellipse">
              <a:avLst/>
            </a:prstGeom>
            <a:gradFill>
              <a:gsLst>
                <a:gs pos="0">
                  <a:srgbClr val="D2E0F8">
                    <a:alpha val="13334"/>
                  </a:srgbClr>
                </a:gs>
                <a:gs pos="14286">
                  <a:srgbClr val="D2E0F8">
                    <a:alpha val="12325"/>
                  </a:srgbClr>
                </a:gs>
                <a:gs pos="28571">
                  <a:srgbClr val="D2E0F8">
                    <a:alpha val="9708"/>
                  </a:srgbClr>
                </a:gs>
                <a:gs pos="42857">
                  <a:srgbClr val="D2E0F8">
                    <a:alpha val="6479"/>
                  </a:srgbClr>
                </a:gs>
                <a:gs pos="57143">
                  <a:srgbClr val="D2E0F8">
                    <a:alpha val="3644"/>
                  </a:srgbClr>
                </a:gs>
                <a:gs pos="71429">
                  <a:srgbClr val="D2E0F8">
                    <a:alpha val="1722"/>
                  </a:srgbClr>
                </a:gs>
                <a:gs pos="85714">
                  <a:srgbClr val="D2E0F8">
                    <a:alpha val="685"/>
                  </a:srgbClr>
                </a:gs>
                <a:gs pos="100000">
                  <a:srgbClr val="D2E0F8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-9036276">
              <a:off x="1603705" y="1740173"/>
              <a:ext cx="235026" cy="39310"/>
            </a:xfrm>
            <a:prstGeom prst="ellipse">
              <a:avLst/>
            </a:prstGeom>
            <a:gradFill>
              <a:gsLst>
                <a:gs pos="0">
                  <a:srgbClr val="460000">
                    <a:alpha val="32968"/>
                  </a:srgbClr>
                </a:gs>
                <a:gs pos="14286">
                  <a:srgbClr val="460000">
                    <a:alpha val="30764"/>
                  </a:srgbClr>
                </a:gs>
                <a:gs pos="28571">
                  <a:srgbClr val="460000">
                    <a:alpha val="24833"/>
                  </a:srgbClr>
                </a:gs>
                <a:gs pos="42857">
                  <a:srgbClr val="460000">
                    <a:alpha val="17075"/>
                  </a:srgbClr>
                </a:gs>
                <a:gs pos="57143">
                  <a:srgbClr val="460000">
                    <a:alpha val="9855"/>
                  </a:srgbClr>
                </a:gs>
                <a:gs pos="71429">
                  <a:srgbClr val="460000">
                    <a:alpha val="4740"/>
                  </a:srgbClr>
                </a:gs>
                <a:gs pos="85714">
                  <a:srgbClr val="460000">
                    <a:alpha val="1902"/>
                  </a:srgbClr>
                </a:gs>
                <a:gs pos="100000">
                  <a:srgbClr val="4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8355726">
              <a:off x="1772754" y="2030391"/>
              <a:ext cx="587118" cy="147442"/>
            </a:xfrm>
            <a:prstGeom prst="ellipse">
              <a:avLst/>
            </a:prstGeom>
            <a:gradFill>
              <a:gsLst>
                <a:gs pos="0">
                  <a:srgbClr val="D78CE7">
                    <a:alpha val="19854"/>
                  </a:srgbClr>
                </a:gs>
                <a:gs pos="14286">
                  <a:srgbClr val="D78CE7">
                    <a:alpha val="18406"/>
                  </a:srgbClr>
                </a:gs>
                <a:gs pos="28571">
                  <a:srgbClr val="D78CE7">
                    <a:alpha val="14610"/>
                  </a:srgbClr>
                </a:gs>
                <a:gs pos="42857">
                  <a:srgbClr val="D78CE7">
                    <a:alpha val="9841"/>
                  </a:srgbClr>
                </a:gs>
                <a:gs pos="57143">
                  <a:srgbClr val="D78CE7">
                    <a:alpha val="5579"/>
                  </a:srgbClr>
                </a:gs>
                <a:gs pos="71429">
                  <a:srgbClr val="D78CE7">
                    <a:alpha val="2651"/>
                  </a:srgbClr>
                </a:gs>
                <a:gs pos="85714">
                  <a:srgbClr val="D78CE7">
                    <a:alpha val="1057"/>
                  </a:srgbClr>
                </a:gs>
                <a:gs pos="100000">
                  <a:srgbClr val="D78CE7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7905340">
              <a:off x="586470" y="2945550"/>
              <a:ext cx="364047" cy="252563"/>
            </a:xfrm>
            <a:prstGeom prst="ellipse">
              <a:avLst/>
            </a:prstGeom>
            <a:gradFill>
              <a:gsLst>
                <a:gs pos="0">
                  <a:srgbClr val="0080B5">
                    <a:alpha val="27317"/>
                  </a:srgbClr>
                </a:gs>
                <a:gs pos="14286">
                  <a:srgbClr val="0080B5">
                    <a:alpha val="25417"/>
                  </a:srgbClr>
                </a:gs>
                <a:gs pos="28571">
                  <a:srgbClr val="0080B5">
                    <a:alpha val="20363"/>
                  </a:srgbClr>
                </a:gs>
                <a:gs pos="42857">
                  <a:srgbClr val="0080B5">
                    <a:alpha val="13873"/>
                  </a:srgbClr>
                </a:gs>
                <a:gs pos="57143">
                  <a:srgbClr val="0080B5">
                    <a:alpha val="7942"/>
                  </a:srgbClr>
                </a:gs>
                <a:gs pos="71429">
                  <a:srgbClr val="0080B5">
                    <a:alpha val="3800"/>
                  </a:srgbClr>
                </a:gs>
                <a:gs pos="85714">
                  <a:srgbClr val="0080B5">
                    <a:alpha val="1520"/>
                  </a:srgbClr>
                </a:gs>
                <a:gs pos="100000">
                  <a:srgbClr val="0080B5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6328154">
              <a:off x="1056637" y="2176254"/>
              <a:ext cx="312239" cy="146833"/>
            </a:xfrm>
            <a:prstGeom prst="ellipse">
              <a:avLst/>
            </a:prstGeom>
            <a:gradFill>
              <a:gsLst>
                <a:gs pos="0">
                  <a:srgbClr val="91AFFF">
                    <a:alpha val="32295"/>
                  </a:srgbClr>
                </a:gs>
                <a:gs pos="14286">
                  <a:srgbClr val="91AFFF">
                    <a:alpha val="30125"/>
                  </a:srgbClr>
                </a:gs>
                <a:gs pos="28571">
                  <a:srgbClr val="91AFFF">
                    <a:alpha val="24295"/>
                  </a:srgbClr>
                </a:gs>
                <a:gs pos="42857">
                  <a:srgbClr val="91AFFF">
                    <a:alpha val="16687"/>
                  </a:srgbClr>
                </a:gs>
                <a:gs pos="57143">
                  <a:srgbClr val="91AFFF">
                    <a:alpha val="9621"/>
                  </a:srgbClr>
                </a:gs>
                <a:gs pos="71429">
                  <a:srgbClr val="91AFFF">
                    <a:alpha val="4625"/>
                  </a:srgbClr>
                </a:gs>
                <a:gs pos="85714">
                  <a:srgbClr val="91AFFF">
                    <a:alpha val="1855"/>
                  </a:srgbClr>
                </a:gs>
                <a:gs pos="100000">
                  <a:srgbClr val="91AFFF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-8850131">
              <a:off x="240141" y="2690900"/>
              <a:ext cx="425898" cy="295566"/>
            </a:xfrm>
            <a:prstGeom prst="ellipse">
              <a:avLst/>
            </a:prstGeom>
            <a:gradFill>
              <a:gsLst>
                <a:gs pos="0">
                  <a:srgbClr val="D99E69">
                    <a:alpha val="24692"/>
                  </a:srgbClr>
                </a:gs>
                <a:gs pos="14286">
                  <a:srgbClr val="D99E69">
                    <a:alpha val="22944"/>
                  </a:srgbClr>
                </a:gs>
                <a:gs pos="28571">
                  <a:srgbClr val="D99E69">
                    <a:alpha val="18321"/>
                  </a:srgbClr>
                </a:gs>
                <a:gs pos="42857">
                  <a:srgbClr val="D99E69">
                    <a:alpha val="12431"/>
                  </a:srgbClr>
                </a:gs>
                <a:gs pos="57143">
                  <a:srgbClr val="D99E69">
                    <a:alpha val="7091"/>
                  </a:srgbClr>
                </a:gs>
                <a:gs pos="71429">
                  <a:srgbClr val="D99E69">
                    <a:alpha val="3384"/>
                  </a:srgbClr>
                </a:gs>
                <a:gs pos="85714">
                  <a:srgbClr val="D99E69">
                    <a:alpha val="1352"/>
                  </a:srgbClr>
                </a:gs>
                <a:gs pos="100000">
                  <a:srgbClr val="D99E69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-9741317">
              <a:off x="903638" y="2880253"/>
              <a:ext cx="435366" cy="124678"/>
            </a:xfrm>
            <a:prstGeom prst="ellipse">
              <a:avLst/>
            </a:prstGeom>
            <a:gradFill>
              <a:gsLst>
                <a:gs pos="0">
                  <a:srgbClr val="7EC2FF">
                    <a:alpha val="12388"/>
                  </a:srgbClr>
                </a:gs>
                <a:gs pos="14286">
                  <a:srgbClr val="7EC2FF">
                    <a:alpha val="11446"/>
                  </a:srgbClr>
                </a:gs>
                <a:gs pos="28571">
                  <a:srgbClr val="7EC2FF">
                    <a:alpha val="9007"/>
                  </a:srgbClr>
                </a:gs>
                <a:gs pos="42857">
                  <a:srgbClr val="7EC2FF">
                    <a:alpha val="6003"/>
                  </a:srgbClr>
                </a:gs>
                <a:gs pos="57143">
                  <a:srgbClr val="7EC2FF">
                    <a:alpha val="3372"/>
                  </a:srgbClr>
                </a:gs>
                <a:gs pos="71429">
                  <a:srgbClr val="7EC2FF">
                    <a:alpha val="1593"/>
                  </a:srgbClr>
                </a:gs>
                <a:gs pos="85714">
                  <a:srgbClr val="7EC2FF">
                    <a:alpha val="633"/>
                  </a:srgbClr>
                </a:gs>
                <a:gs pos="100000">
                  <a:srgbClr val="7EC2FF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9657036">
              <a:off x="199655" y="3220392"/>
              <a:ext cx="272343" cy="38430"/>
            </a:xfrm>
            <a:prstGeom prst="ellipse">
              <a:avLst/>
            </a:prstGeom>
            <a:gradFill>
              <a:gsLst>
                <a:gs pos="0">
                  <a:srgbClr val="B577B9">
                    <a:alpha val="3777"/>
                  </a:srgbClr>
                </a:gs>
                <a:gs pos="14286">
                  <a:srgbClr val="B577B9">
                    <a:alpha val="3477"/>
                  </a:srgbClr>
                </a:gs>
                <a:gs pos="28571">
                  <a:srgbClr val="B577B9">
                    <a:alpha val="2710"/>
                  </a:srgbClr>
                </a:gs>
                <a:gs pos="42857">
                  <a:srgbClr val="B577B9">
                    <a:alpha val="1786"/>
                  </a:srgbClr>
                </a:gs>
                <a:gs pos="57143">
                  <a:srgbClr val="B577B9">
                    <a:alpha val="994"/>
                  </a:srgbClr>
                </a:gs>
                <a:gs pos="71429">
                  <a:srgbClr val="B577B9">
                    <a:alpha val="466"/>
                  </a:srgbClr>
                </a:gs>
                <a:gs pos="85714">
                  <a:srgbClr val="B577B9">
                    <a:alpha val="185"/>
                  </a:srgbClr>
                </a:gs>
                <a:gs pos="100000">
                  <a:srgbClr val="B577B9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3511227">
              <a:off x="930609" y="853067"/>
              <a:ext cx="141805" cy="136887"/>
            </a:xfrm>
            <a:prstGeom prst="ellipse">
              <a:avLst/>
            </a:prstGeom>
            <a:gradFill>
              <a:gsLst>
                <a:gs pos="0">
                  <a:srgbClr val="DAD7B0">
                    <a:alpha val="14481"/>
                  </a:srgbClr>
                </a:gs>
                <a:gs pos="14286">
                  <a:srgbClr val="DAD7B0">
                    <a:alpha val="13392"/>
                  </a:srgbClr>
                </a:gs>
                <a:gs pos="28571">
                  <a:srgbClr val="DAD7B0">
                    <a:alpha val="10563"/>
                  </a:srgbClr>
                </a:gs>
                <a:gs pos="42857">
                  <a:srgbClr val="DAD7B0">
                    <a:alpha val="7061"/>
                  </a:srgbClr>
                </a:gs>
                <a:gs pos="57143">
                  <a:srgbClr val="DAD7B0">
                    <a:alpha val="3976"/>
                  </a:srgbClr>
                </a:gs>
                <a:gs pos="71429">
                  <a:srgbClr val="DAD7B0">
                    <a:alpha val="1881"/>
                  </a:srgbClr>
                </a:gs>
                <a:gs pos="85714">
                  <a:srgbClr val="DAD7B0">
                    <a:alpha val="748"/>
                  </a:srgbClr>
                </a:gs>
                <a:gs pos="100000">
                  <a:srgbClr val="DAD7B0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8763567">
              <a:off x="1443969" y="1711407"/>
              <a:ext cx="498442" cy="169179"/>
            </a:xfrm>
            <a:prstGeom prst="ellipse">
              <a:avLst/>
            </a:prstGeom>
            <a:gradFill>
              <a:gsLst>
                <a:gs pos="0">
                  <a:srgbClr val="812400">
                    <a:alpha val="14183"/>
                  </a:srgbClr>
                </a:gs>
                <a:gs pos="14286">
                  <a:srgbClr val="812400">
                    <a:alpha val="13114"/>
                  </a:srgbClr>
                </a:gs>
                <a:gs pos="28571">
                  <a:srgbClr val="812400">
                    <a:alpha val="10340"/>
                  </a:srgbClr>
                </a:gs>
                <a:gs pos="42857">
                  <a:srgbClr val="812400">
                    <a:alpha val="6909"/>
                  </a:srgbClr>
                </a:gs>
                <a:gs pos="57143">
                  <a:srgbClr val="812400">
                    <a:alpha val="3889"/>
                  </a:srgbClr>
                </a:gs>
                <a:gs pos="71429">
                  <a:srgbClr val="812400">
                    <a:alpha val="1840"/>
                  </a:srgbClr>
                </a:gs>
                <a:gs pos="85714">
                  <a:srgbClr val="812400">
                    <a:alpha val="732"/>
                  </a:srgbClr>
                </a:gs>
                <a:gs pos="100000">
                  <a:srgbClr val="812400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8269987">
              <a:off x="2422434" y="2056440"/>
              <a:ext cx="461031" cy="207474"/>
            </a:xfrm>
            <a:prstGeom prst="ellipse">
              <a:avLst/>
            </a:prstGeom>
            <a:gradFill>
              <a:gsLst>
                <a:gs pos="0">
                  <a:srgbClr val="00A8A2">
                    <a:alpha val="20658"/>
                  </a:srgbClr>
                </a:gs>
                <a:gs pos="14286">
                  <a:srgbClr val="00A8A2">
                    <a:alpha val="19159"/>
                  </a:srgbClr>
                </a:gs>
                <a:gs pos="28571">
                  <a:srgbClr val="00A8A2">
                    <a:alpha val="15222"/>
                  </a:srgbClr>
                </a:gs>
                <a:gs pos="42857">
                  <a:srgbClr val="00A8A2">
                    <a:alpha val="10266"/>
                  </a:srgbClr>
                </a:gs>
                <a:gs pos="57143">
                  <a:srgbClr val="00A8A2">
                    <a:alpha val="5825"/>
                  </a:srgbClr>
                </a:gs>
                <a:gs pos="71429">
                  <a:srgbClr val="00A8A2">
                    <a:alpha val="2770"/>
                  </a:srgbClr>
                </a:gs>
                <a:gs pos="85714">
                  <a:srgbClr val="00A8A2">
                    <a:alpha val="1105"/>
                  </a:srgbClr>
                </a:gs>
                <a:gs pos="100000">
                  <a:srgbClr val="00A8A2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2760765">
              <a:off x="1008994" y="2984011"/>
              <a:ext cx="298100" cy="186465"/>
            </a:xfrm>
            <a:prstGeom prst="ellipse">
              <a:avLst/>
            </a:prstGeom>
            <a:gradFill>
              <a:gsLst>
                <a:gs pos="0">
                  <a:srgbClr val="000000">
                    <a:alpha val="23570"/>
                  </a:srgbClr>
                </a:gs>
                <a:gs pos="14286">
                  <a:srgbClr val="000000">
                    <a:alpha val="21890"/>
                  </a:srgbClr>
                </a:gs>
                <a:gs pos="28571">
                  <a:srgbClr val="000000">
                    <a:alpha val="17455"/>
                  </a:srgbClr>
                </a:gs>
                <a:gs pos="42857">
                  <a:srgbClr val="000000">
                    <a:alpha val="11823"/>
                  </a:srgbClr>
                </a:gs>
                <a:gs pos="57143">
                  <a:srgbClr val="000000">
                    <a:alpha val="6734"/>
                  </a:srgbClr>
                </a:gs>
                <a:gs pos="71429">
                  <a:srgbClr val="000000">
                    <a:alpha val="3211"/>
                  </a:srgbClr>
                </a:gs>
                <a:gs pos="85714">
                  <a:srgbClr val="000000">
                    <a:alpha val="1282"/>
                  </a:srgbClr>
                </a:gs>
                <a:gs pos="100000">
                  <a:srgbClr val="000000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6774488">
              <a:off x="3189318" y="1731800"/>
              <a:ext cx="516149" cy="185818"/>
            </a:xfrm>
            <a:prstGeom prst="ellipse">
              <a:avLst/>
            </a:prstGeom>
            <a:gradFill>
              <a:gsLst>
                <a:gs pos="0">
                  <a:srgbClr val="CCE7FF">
                    <a:alpha val="26596"/>
                  </a:srgbClr>
                </a:gs>
                <a:gs pos="14286">
                  <a:srgbClr val="CCE7FF">
                    <a:alpha val="24737"/>
                  </a:srgbClr>
                </a:gs>
                <a:gs pos="28571">
                  <a:srgbClr val="CCE7FF">
                    <a:alpha val="19800"/>
                  </a:srgbClr>
                </a:gs>
                <a:gs pos="42857">
                  <a:srgbClr val="CCE7FF">
                    <a:alpha val="13474"/>
                  </a:srgbClr>
                </a:gs>
                <a:gs pos="57143">
                  <a:srgbClr val="CCE7FF">
                    <a:alpha val="7706"/>
                  </a:srgbClr>
                </a:gs>
                <a:gs pos="71429">
                  <a:srgbClr val="CCE7FF">
                    <a:alpha val="3684"/>
                  </a:srgbClr>
                </a:gs>
                <a:gs pos="85714">
                  <a:srgbClr val="CCE7FF">
                    <a:alpha val="1473"/>
                  </a:srgbClr>
                </a:gs>
                <a:gs pos="100000">
                  <a:srgbClr val="CCE7FF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6731996">
              <a:off x="1984206" y="1802966"/>
              <a:ext cx="349319" cy="283103"/>
            </a:xfrm>
            <a:prstGeom prst="ellipse">
              <a:avLst/>
            </a:prstGeom>
            <a:gradFill>
              <a:gsLst>
                <a:gs pos="0">
                  <a:srgbClr val="BB00FF">
                    <a:alpha val="6827"/>
                  </a:srgbClr>
                </a:gs>
                <a:gs pos="14286">
                  <a:srgbClr val="BB00FF">
                    <a:alpha val="6292"/>
                  </a:srgbClr>
                </a:gs>
                <a:gs pos="28571">
                  <a:srgbClr val="BB00FF">
                    <a:alpha val="4921"/>
                  </a:srgbClr>
                </a:gs>
                <a:gs pos="42857">
                  <a:srgbClr val="BB00FF">
                    <a:alpha val="3256"/>
                  </a:srgbClr>
                </a:gs>
                <a:gs pos="57143">
                  <a:srgbClr val="BB00FF">
                    <a:alpha val="1817"/>
                  </a:srgbClr>
                </a:gs>
                <a:gs pos="71429">
                  <a:srgbClr val="BB00FF">
                    <a:alpha val="855"/>
                  </a:srgbClr>
                </a:gs>
                <a:gs pos="85714">
                  <a:srgbClr val="BB00FF">
                    <a:alpha val="339"/>
                  </a:srgbClr>
                </a:gs>
                <a:gs pos="100000">
                  <a:srgbClr val="BB00FF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-9769294">
              <a:off x="2696363" y="1186246"/>
              <a:ext cx="269295" cy="239213"/>
            </a:xfrm>
            <a:prstGeom prst="ellipse">
              <a:avLst/>
            </a:prstGeom>
            <a:gradFill>
              <a:gsLst>
                <a:gs pos="0">
                  <a:srgbClr val="FB6500">
                    <a:alpha val="12836"/>
                  </a:srgbClr>
                </a:gs>
                <a:gs pos="14286">
                  <a:srgbClr val="FB6500">
                    <a:alpha val="11862"/>
                  </a:srgbClr>
                </a:gs>
                <a:gs pos="28571">
                  <a:srgbClr val="FB6500">
                    <a:alpha val="9338"/>
                  </a:srgbClr>
                </a:gs>
                <a:gs pos="42857">
                  <a:srgbClr val="FB6500">
                    <a:alpha val="6228"/>
                  </a:srgbClr>
                </a:gs>
                <a:gs pos="57143">
                  <a:srgbClr val="FB6500">
                    <a:alpha val="3500"/>
                  </a:srgbClr>
                </a:gs>
                <a:gs pos="71429">
                  <a:srgbClr val="FB6500">
                    <a:alpha val="1654"/>
                  </a:srgbClr>
                </a:gs>
                <a:gs pos="85714">
                  <a:srgbClr val="FB6500">
                    <a:alpha val="657"/>
                  </a:srgbClr>
                </a:gs>
                <a:gs pos="100000">
                  <a:srgbClr val="FB6500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9264696">
              <a:off x="2834622" y="1905551"/>
              <a:ext cx="315524" cy="294973"/>
            </a:xfrm>
            <a:prstGeom prst="ellipse">
              <a:avLst/>
            </a:prstGeom>
            <a:gradFill>
              <a:gsLst>
                <a:gs pos="0">
                  <a:srgbClr val="C4A8BF">
                    <a:alpha val="5973"/>
                  </a:srgbClr>
                </a:gs>
                <a:gs pos="14286">
                  <a:srgbClr val="C4A8BF">
                    <a:alpha val="5503"/>
                  </a:srgbClr>
                </a:gs>
                <a:gs pos="28571">
                  <a:srgbClr val="C4A8BF">
                    <a:alpha val="4300"/>
                  </a:srgbClr>
                </a:gs>
                <a:gs pos="42857">
                  <a:srgbClr val="C4A8BF">
                    <a:alpha val="2842"/>
                  </a:srgbClr>
                </a:gs>
                <a:gs pos="57143">
                  <a:srgbClr val="C4A8BF">
                    <a:alpha val="1585"/>
                  </a:srgbClr>
                </a:gs>
                <a:gs pos="71429">
                  <a:srgbClr val="C4A8BF">
                    <a:alpha val="745"/>
                  </a:srgbClr>
                </a:gs>
                <a:gs pos="85714">
                  <a:srgbClr val="C4A8BF">
                    <a:alpha val="295"/>
                  </a:srgbClr>
                </a:gs>
                <a:gs pos="100000">
                  <a:srgbClr val="C4A8BF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-10618469">
              <a:off x="1019699" y="1675842"/>
              <a:ext cx="723196" cy="42693"/>
            </a:xfrm>
            <a:prstGeom prst="ellipse">
              <a:avLst/>
            </a:prstGeom>
            <a:gradFill>
              <a:gsLst>
                <a:gs pos="0">
                  <a:srgbClr val="CBCBF0">
                    <a:alpha val="9636"/>
                  </a:srgbClr>
                </a:gs>
                <a:gs pos="14286">
                  <a:srgbClr val="CBCBF0">
                    <a:alpha val="8893"/>
                  </a:srgbClr>
                </a:gs>
                <a:gs pos="28571">
                  <a:srgbClr val="CBCBF0">
                    <a:alpha val="6976"/>
                  </a:srgbClr>
                </a:gs>
                <a:gs pos="42857">
                  <a:srgbClr val="CBCBF0">
                    <a:alpha val="4632"/>
                  </a:srgbClr>
                </a:gs>
                <a:gs pos="57143">
                  <a:srgbClr val="CBCBF0">
                    <a:alpha val="2594"/>
                  </a:srgbClr>
                </a:gs>
                <a:gs pos="71429">
                  <a:srgbClr val="CBCBF0">
                    <a:alpha val="1223"/>
                  </a:srgbClr>
                </a:gs>
                <a:gs pos="85714">
                  <a:srgbClr val="CBCBF0">
                    <a:alpha val="485"/>
                  </a:srgbClr>
                </a:gs>
                <a:gs pos="100000">
                  <a:srgbClr val="CBCBF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-9853626">
              <a:off x="1557599" y="1589697"/>
              <a:ext cx="397429" cy="204741"/>
            </a:xfrm>
            <a:prstGeom prst="ellipse">
              <a:avLst/>
            </a:prstGeom>
            <a:gradFill>
              <a:gsLst>
                <a:gs pos="0">
                  <a:srgbClr val="000037">
                    <a:alpha val="29960"/>
                  </a:srgbClr>
                </a:gs>
                <a:gs pos="14286">
                  <a:srgbClr val="000037">
                    <a:alpha val="27914"/>
                  </a:srgbClr>
                </a:gs>
                <a:gs pos="28571">
                  <a:srgbClr val="000037">
                    <a:alpha val="22441"/>
                  </a:srgbClr>
                </a:gs>
                <a:gs pos="42857">
                  <a:srgbClr val="000037">
                    <a:alpha val="15354"/>
                  </a:srgbClr>
                </a:gs>
                <a:gs pos="57143">
                  <a:srgbClr val="000037">
                    <a:alpha val="8823"/>
                  </a:srgbClr>
                </a:gs>
                <a:gs pos="71429">
                  <a:srgbClr val="000037">
                    <a:alpha val="4231"/>
                  </a:srgbClr>
                </a:gs>
                <a:gs pos="85714">
                  <a:srgbClr val="000037">
                    <a:alpha val="1695"/>
                  </a:srgbClr>
                </a:gs>
                <a:gs pos="100000">
                  <a:srgbClr val="000037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7913581">
              <a:off x="1440224" y="2278782"/>
              <a:ext cx="622906" cy="218253"/>
            </a:xfrm>
            <a:prstGeom prst="ellipse">
              <a:avLst/>
            </a:prstGeom>
            <a:gradFill>
              <a:gsLst>
                <a:gs pos="0">
                  <a:srgbClr val="004378">
                    <a:alpha val="32968"/>
                  </a:srgbClr>
                </a:gs>
                <a:gs pos="14286">
                  <a:srgbClr val="004378">
                    <a:alpha val="30764"/>
                  </a:srgbClr>
                </a:gs>
                <a:gs pos="28571">
                  <a:srgbClr val="004378">
                    <a:alpha val="24833"/>
                  </a:srgbClr>
                </a:gs>
                <a:gs pos="42857">
                  <a:srgbClr val="004378">
                    <a:alpha val="17075"/>
                  </a:srgbClr>
                </a:gs>
                <a:gs pos="57143">
                  <a:srgbClr val="004378">
                    <a:alpha val="9855"/>
                  </a:srgbClr>
                </a:gs>
                <a:gs pos="71429">
                  <a:srgbClr val="004378">
                    <a:alpha val="4740"/>
                  </a:srgbClr>
                </a:gs>
                <a:gs pos="85714">
                  <a:srgbClr val="004378">
                    <a:alpha val="1902"/>
                  </a:srgbClr>
                </a:gs>
                <a:gs pos="100000">
                  <a:srgbClr val="0043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7383405">
              <a:off x="2333383" y="2284577"/>
              <a:ext cx="382259" cy="127842"/>
            </a:xfrm>
            <a:prstGeom prst="ellipse">
              <a:avLst/>
            </a:prstGeom>
            <a:gradFill>
              <a:gsLst>
                <a:gs pos="0">
                  <a:srgbClr val="305A6D">
                    <a:alpha val="30768"/>
                  </a:srgbClr>
                </a:gs>
                <a:gs pos="14286">
                  <a:srgbClr val="305A6D">
                    <a:alpha val="28678"/>
                  </a:srgbClr>
                </a:gs>
                <a:gs pos="28571">
                  <a:srgbClr val="305A6D">
                    <a:alpha val="23081"/>
                  </a:srgbClr>
                </a:gs>
                <a:gs pos="42857">
                  <a:srgbClr val="305A6D">
                    <a:alpha val="15812"/>
                  </a:srgbClr>
                </a:gs>
                <a:gs pos="57143">
                  <a:srgbClr val="305A6D">
                    <a:alpha val="9097"/>
                  </a:srgbClr>
                </a:gs>
                <a:gs pos="71429">
                  <a:srgbClr val="305A6D">
                    <a:alpha val="4366"/>
                  </a:srgbClr>
                </a:gs>
                <a:gs pos="85714">
                  <a:srgbClr val="305A6D">
                    <a:alpha val="1750"/>
                  </a:srgbClr>
                </a:gs>
                <a:gs pos="100000">
                  <a:srgbClr val="305A6D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7693700">
              <a:off x="3062778" y="548949"/>
              <a:ext cx="466261" cy="204720"/>
            </a:xfrm>
            <a:prstGeom prst="ellipse">
              <a:avLst/>
            </a:prstGeom>
            <a:gradFill>
              <a:gsLst>
                <a:gs pos="0">
                  <a:srgbClr val="CF945D">
                    <a:alpha val="32968"/>
                  </a:srgbClr>
                </a:gs>
                <a:gs pos="14286">
                  <a:srgbClr val="CF945D">
                    <a:alpha val="30764"/>
                  </a:srgbClr>
                </a:gs>
                <a:gs pos="28571">
                  <a:srgbClr val="CF945D">
                    <a:alpha val="24833"/>
                  </a:srgbClr>
                </a:gs>
                <a:gs pos="42857">
                  <a:srgbClr val="CF945D">
                    <a:alpha val="17075"/>
                  </a:srgbClr>
                </a:gs>
                <a:gs pos="57143">
                  <a:srgbClr val="CF945D">
                    <a:alpha val="9855"/>
                  </a:srgbClr>
                </a:gs>
                <a:gs pos="71429">
                  <a:srgbClr val="CF945D">
                    <a:alpha val="4740"/>
                  </a:srgbClr>
                </a:gs>
                <a:gs pos="85714">
                  <a:srgbClr val="CF945D">
                    <a:alpha val="1902"/>
                  </a:srgbClr>
                </a:gs>
                <a:gs pos="100000">
                  <a:srgbClr val="CF94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7640418">
              <a:off x="839418" y="1979879"/>
              <a:ext cx="263675" cy="223746"/>
            </a:xfrm>
            <a:prstGeom prst="ellipse">
              <a:avLst/>
            </a:prstGeom>
            <a:gradFill>
              <a:gsLst>
                <a:gs pos="0">
                  <a:srgbClr val="FFFFAB">
                    <a:alpha val="32968"/>
                  </a:srgbClr>
                </a:gs>
                <a:gs pos="14286">
                  <a:srgbClr val="FFFFAB">
                    <a:alpha val="30764"/>
                  </a:srgbClr>
                </a:gs>
                <a:gs pos="28571">
                  <a:srgbClr val="FFFFAB">
                    <a:alpha val="24833"/>
                  </a:srgbClr>
                </a:gs>
                <a:gs pos="42857">
                  <a:srgbClr val="FFFFAB">
                    <a:alpha val="17075"/>
                  </a:srgbClr>
                </a:gs>
                <a:gs pos="57143">
                  <a:srgbClr val="FFFFAB">
                    <a:alpha val="9855"/>
                  </a:srgbClr>
                </a:gs>
                <a:gs pos="71429">
                  <a:srgbClr val="FFFFAB">
                    <a:alpha val="4740"/>
                  </a:srgbClr>
                </a:gs>
                <a:gs pos="85714">
                  <a:srgbClr val="FFFFAB">
                    <a:alpha val="1902"/>
                  </a:srgbClr>
                </a:gs>
                <a:gs pos="100000">
                  <a:srgbClr val="FFFF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10393944">
              <a:off x="1136824" y="1790443"/>
              <a:ext cx="333946" cy="160213"/>
            </a:xfrm>
            <a:prstGeom prst="ellipse">
              <a:avLst/>
            </a:prstGeom>
            <a:gradFill>
              <a:gsLst>
                <a:gs pos="0">
                  <a:srgbClr val="AE7FEB">
                    <a:alpha val="32968"/>
                  </a:srgbClr>
                </a:gs>
                <a:gs pos="14286">
                  <a:srgbClr val="AE7FEB">
                    <a:alpha val="30764"/>
                  </a:srgbClr>
                </a:gs>
                <a:gs pos="28571">
                  <a:srgbClr val="AE7FEB">
                    <a:alpha val="24833"/>
                  </a:srgbClr>
                </a:gs>
                <a:gs pos="42857">
                  <a:srgbClr val="AE7FEB">
                    <a:alpha val="17075"/>
                  </a:srgbClr>
                </a:gs>
                <a:gs pos="57143">
                  <a:srgbClr val="AE7FEB">
                    <a:alpha val="9855"/>
                  </a:srgbClr>
                </a:gs>
                <a:gs pos="71429">
                  <a:srgbClr val="AE7FEB">
                    <a:alpha val="4740"/>
                  </a:srgbClr>
                </a:gs>
                <a:gs pos="85714">
                  <a:srgbClr val="AE7FEB">
                    <a:alpha val="1902"/>
                  </a:srgbClr>
                </a:gs>
                <a:gs pos="100000">
                  <a:srgbClr val="AE7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4892807">
              <a:off x="615585" y="1493634"/>
              <a:ext cx="406068" cy="158407"/>
            </a:xfrm>
            <a:prstGeom prst="ellipse">
              <a:avLst/>
            </a:prstGeom>
            <a:gradFill>
              <a:gsLst>
                <a:gs pos="0">
                  <a:srgbClr val="FAC500">
                    <a:alpha val="31515"/>
                  </a:srgbClr>
                </a:gs>
                <a:gs pos="14286">
                  <a:srgbClr val="FAC500">
                    <a:alpha val="29386"/>
                  </a:srgbClr>
                </a:gs>
                <a:gs pos="28571">
                  <a:srgbClr val="FAC500">
                    <a:alpha val="23674"/>
                  </a:srgbClr>
                </a:gs>
                <a:gs pos="42857">
                  <a:srgbClr val="FAC500">
                    <a:alpha val="16239"/>
                  </a:srgbClr>
                </a:gs>
                <a:gs pos="57143">
                  <a:srgbClr val="FAC500">
                    <a:alpha val="9352"/>
                  </a:srgbClr>
                </a:gs>
                <a:gs pos="71429">
                  <a:srgbClr val="FAC500">
                    <a:alpha val="4492"/>
                  </a:srgbClr>
                </a:gs>
                <a:gs pos="85714">
                  <a:srgbClr val="FAC500">
                    <a:alpha val="1801"/>
                  </a:srgbClr>
                </a:gs>
                <a:gs pos="100000">
                  <a:srgbClr val="FAC500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-10329607">
              <a:off x="1739996" y="2182900"/>
              <a:ext cx="227303" cy="225171"/>
            </a:xfrm>
            <a:prstGeom prst="ellipse">
              <a:avLst/>
            </a:prstGeom>
            <a:gradFill>
              <a:gsLst>
                <a:gs pos="0">
                  <a:srgbClr val="AF60AD">
                    <a:alpha val="3369"/>
                  </a:srgbClr>
                </a:gs>
                <a:gs pos="14286">
                  <a:srgbClr val="AF60AD">
                    <a:alpha val="3101"/>
                  </a:srgbClr>
                </a:gs>
                <a:gs pos="28571">
                  <a:srgbClr val="AF60AD">
                    <a:alpha val="2416"/>
                  </a:srgbClr>
                </a:gs>
                <a:gs pos="42857">
                  <a:srgbClr val="AF60AD">
                    <a:alpha val="1591"/>
                  </a:srgbClr>
                </a:gs>
                <a:gs pos="57143">
                  <a:srgbClr val="AF60AD">
                    <a:alpha val="885"/>
                  </a:srgbClr>
                </a:gs>
                <a:gs pos="71429">
                  <a:srgbClr val="AF60AD">
                    <a:alpha val="415"/>
                  </a:srgbClr>
                </a:gs>
                <a:gs pos="85714">
                  <a:srgbClr val="AF60AD">
                    <a:alpha val="164"/>
                  </a:srgbClr>
                </a:gs>
                <a:gs pos="100000">
                  <a:srgbClr val="AF60AD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4477039">
              <a:off x="-297941" y="1760916"/>
              <a:ext cx="616574" cy="202145"/>
            </a:xfrm>
            <a:prstGeom prst="ellipse">
              <a:avLst/>
            </a:prstGeom>
            <a:gradFill>
              <a:gsLst>
                <a:gs pos="0">
                  <a:srgbClr val="FFF400">
                    <a:alpha val="31177"/>
                  </a:srgbClr>
                </a:gs>
                <a:gs pos="14286">
                  <a:srgbClr val="FFF400">
                    <a:alpha val="29065"/>
                  </a:srgbClr>
                </a:gs>
                <a:gs pos="28571">
                  <a:srgbClr val="FFF400">
                    <a:alpha val="23405"/>
                  </a:srgbClr>
                </a:gs>
                <a:gs pos="42857">
                  <a:srgbClr val="FFF400">
                    <a:alpha val="16045"/>
                  </a:srgbClr>
                </a:gs>
                <a:gs pos="57143">
                  <a:srgbClr val="FFF400">
                    <a:alpha val="9236"/>
                  </a:srgbClr>
                </a:gs>
                <a:gs pos="71429">
                  <a:srgbClr val="FFF400">
                    <a:alpha val="4435"/>
                  </a:srgbClr>
                </a:gs>
                <a:gs pos="85714">
                  <a:srgbClr val="FFF400">
                    <a:alpha val="1778"/>
                  </a:srgbClr>
                </a:gs>
                <a:gs pos="100000">
                  <a:srgbClr val="FFF400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5205666">
              <a:off x="702751" y="2065860"/>
              <a:ext cx="572293" cy="164415"/>
            </a:xfrm>
            <a:prstGeom prst="ellipse">
              <a:avLst/>
            </a:prstGeom>
            <a:gradFill>
              <a:gsLst>
                <a:gs pos="0">
                  <a:srgbClr val="F6FF00">
                    <a:alpha val="11195"/>
                  </a:srgbClr>
                </a:gs>
                <a:gs pos="14286">
                  <a:srgbClr val="F6FF00">
                    <a:alpha val="10338"/>
                  </a:srgbClr>
                </a:gs>
                <a:gs pos="28571">
                  <a:srgbClr val="F6FF00">
                    <a:alpha val="8124"/>
                  </a:srgbClr>
                </a:gs>
                <a:gs pos="42857">
                  <a:srgbClr val="F6FF00">
                    <a:alpha val="5406"/>
                  </a:srgbClr>
                </a:gs>
                <a:gs pos="57143">
                  <a:srgbClr val="F6FF00">
                    <a:alpha val="3033"/>
                  </a:srgbClr>
                </a:gs>
                <a:gs pos="71429">
                  <a:srgbClr val="F6FF00">
                    <a:alpha val="1431"/>
                  </a:srgbClr>
                </a:gs>
                <a:gs pos="85714">
                  <a:srgbClr val="F6FF00">
                    <a:alpha val="568"/>
                  </a:srgbClr>
                </a:gs>
                <a:gs pos="100000">
                  <a:srgbClr val="F6FF00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9372390">
              <a:off x="1692048" y="2103935"/>
              <a:ext cx="742988" cy="316199"/>
            </a:xfrm>
            <a:prstGeom prst="ellipse">
              <a:avLst/>
            </a:prstGeom>
            <a:gradFill>
              <a:gsLst>
                <a:gs pos="0">
                  <a:srgbClr val="2A5F75">
                    <a:alpha val="32861"/>
                  </a:srgbClr>
                </a:gs>
                <a:gs pos="14286">
                  <a:srgbClr val="2A5F75">
                    <a:alpha val="30662"/>
                  </a:srgbClr>
                </a:gs>
                <a:gs pos="28571">
                  <a:srgbClr val="2A5F75">
                    <a:alpha val="24747"/>
                  </a:srgbClr>
                </a:gs>
                <a:gs pos="42857">
                  <a:srgbClr val="2A5F75">
                    <a:alpha val="17013"/>
                  </a:srgbClr>
                </a:gs>
                <a:gs pos="57143">
                  <a:srgbClr val="2A5F75">
                    <a:alpha val="9817"/>
                  </a:srgbClr>
                </a:gs>
                <a:gs pos="71429">
                  <a:srgbClr val="2A5F75">
                    <a:alpha val="4722"/>
                  </a:srgbClr>
                </a:gs>
                <a:gs pos="85714">
                  <a:srgbClr val="2A5F75">
                    <a:alpha val="1895"/>
                  </a:srgbClr>
                </a:gs>
                <a:gs pos="100000">
                  <a:srgbClr val="2A5F75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9149080">
              <a:off x="1369860" y="2708941"/>
              <a:ext cx="490075" cy="159322"/>
            </a:xfrm>
            <a:prstGeom prst="ellipse">
              <a:avLst/>
            </a:prstGeom>
            <a:gradFill>
              <a:gsLst>
                <a:gs pos="0">
                  <a:srgbClr val="D4DFFF">
                    <a:alpha val="22535"/>
                  </a:srgbClr>
                </a:gs>
                <a:gs pos="14286">
                  <a:srgbClr val="D4DFFF">
                    <a:alpha val="20919"/>
                  </a:srgbClr>
                </a:gs>
                <a:gs pos="28571">
                  <a:srgbClr val="D4DFFF">
                    <a:alpha val="16659"/>
                  </a:srgbClr>
                </a:gs>
                <a:gs pos="42857">
                  <a:srgbClr val="D4DFFF">
                    <a:alpha val="11266"/>
                  </a:srgbClr>
                </a:gs>
                <a:gs pos="57143">
                  <a:srgbClr val="D4DFFF">
                    <a:alpha val="6408"/>
                  </a:srgbClr>
                </a:gs>
                <a:gs pos="71429">
                  <a:srgbClr val="D4DFFF">
                    <a:alpha val="3053"/>
                  </a:srgbClr>
                </a:gs>
                <a:gs pos="85714">
                  <a:srgbClr val="D4DFFF">
                    <a:alpha val="1218"/>
                  </a:srgbClr>
                </a:gs>
                <a:gs pos="100000">
                  <a:srgbClr val="D4DFFF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-9329862">
              <a:off x="986143" y="1946976"/>
              <a:ext cx="293263" cy="77321"/>
            </a:xfrm>
            <a:prstGeom prst="ellipse">
              <a:avLst/>
            </a:prstGeom>
            <a:gradFill>
              <a:gsLst>
                <a:gs pos="0">
                  <a:srgbClr val="EBC000">
                    <a:alpha val="32968"/>
                  </a:srgbClr>
                </a:gs>
                <a:gs pos="14286">
                  <a:srgbClr val="EBC000">
                    <a:alpha val="30764"/>
                  </a:srgbClr>
                </a:gs>
                <a:gs pos="28571">
                  <a:srgbClr val="EBC000">
                    <a:alpha val="24833"/>
                  </a:srgbClr>
                </a:gs>
                <a:gs pos="42857">
                  <a:srgbClr val="EBC000">
                    <a:alpha val="17075"/>
                  </a:srgbClr>
                </a:gs>
                <a:gs pos="57143">
                  <a:srgbClr val="EBC000">
                    <a:alpha val="9855"/>
                  </a:srgbClr>
                </a:gs>
                <a:gs pos="71429">
                  <a:srgbClr val="EBC000">
                    <a:alpha val="4740"/>
                  </a:srgbClr>
                </a:gs>
                <a:gs pos="85714">
                  <a:srgbClr val="EBC000">
                    <a:alpha val="1902"/>
                  </a:srgbClr>
                </a:gs>
                <a:gs pos="100000">
                  <a:srgbClr val="EBC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-9623595">
              <a:off x="615425" y="3150303"/>
              <a:ext cx="678998" cy="318179"/>
            </a:xfrm>
            <a:prstGeom prst="ellipse">
              <a:avLst/>
            </a:prstGeom>
            <a:gradFill>
              <a:gsLst>
                <a:gs pos="0">
                  <a:srgbClr val="00749E">
                    <a:alpha val="32968"/>
                  </a:srgbClr>
                </a:gs>
                <a:gs pos="14286">
                  <a:srgbClr val="00749E">
                    <a:alpha val="30764"/>
                  </a:srgbClr>
                </a:gs>
                <a:gs pos="28571">
                  <a:srgbClr val="00749E">
                    <a:alpha val="24833"/>
                  </a:srgbClr>
                </a:gs>
                <a:gs pos="42857">
                  <a:srgbClr val="00749E">
                    <a:alpha val="17075"/>
                  </a:srgbClr>
                </a:gs>
                <a:gs pos="57143">
                  <a:srgbClr val="00749E">
                    <a:alpha val="9855"/>
                  </a:srgbClr>
                </a:gs>
                <a:gs pos="71429">
                  <a:srgbClr val="00749E">
                    <a:alpha val="4740"/>
                  </a:srgbClr>
                </a:gs>
                <a:gs pos="85714">
                  <a:srgbClr val="00749E">
                    <a:alpha val="1902"/>
                  </a:srgbClr>
                </a:gs>
                <a:gs pos="100000">
                  <a:srgbClr val="0074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8808078">
              <a:off x="3034760" y="1741137"/>
              <a:ext cx="234192" cy="105138"/>
            </a:xfrm>
            <a:prstGeom prst="ellipse">
              <a:avLst/>
            </a:prstGeom>
            <a:gradFill>
              <a:gsLst>
                <a:gs pos="0">
                  <a:srgbClr val="E2C052">
                    <a:alpha val="2073"/>
                  </a:srgbClr>
                </a:gs>
                <a:gs pos="14286">
                  <a:srgbClr val="E2C052">
                    <a:alpha val="1907"/>
                  </a:srgbClr>
                </a:gs>
                <a:gs pos="28571">
                  <a:srgbClr val="E2C052">
                    <a:alpha val="1484"/>
                  </a:srgbClr>
                </a:gs>
                <a:gs pos="42857">
                  <a:srgbClr val="E2C052">
                    <a:alpha val="976"/>
                  </a:srgbClr>
                </a:gs>
                <a:gs pos="57143">
                  <a:srgbClr val="E2C052">
                    <a:alpha val="542"/>
                  </a:srgbClr>
                </a:gs>
                <a:gs pos="71429">
                  <a:srgbClr val="E2C052">
                    <a:alpha val="254"/>
                  </a:srgbClr>
                </a:gs>
                <a:gs pos="85714">
                  <a:srgbClr val="E2C052">
                    <a:alpha val="101"/>
                  </a:srgbClr>
                </a:gs>
                <a:gs pos="100000">
                  <a:srgbClr val="E2C052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7165818">
              <a:off x="893344" y="750888"/>
              <a:ext cx="250498" cy="187774"/>
            </a:xfrm>
            <a:prstGeom prst="ellipse">
              <a:avLst/>
            </a:prstGeom>
            <a:gradFill>
              <a:gsLst>
                <a:gs pos="0">
                  <a:srgbClr val="FF009A">
                    <a:alpha val="4584"/>
                  </a:srgbClr>
                </a:gs>
                <a:gs pos="14286">
                  <a:srgbClr val="FF009A">
                    <a:alpha val="4221"/>
                  </a:srgbClr>
                </a:gs>
                <a:gs pos="28571">
                  <a:srgbClr val="FF009A">
                    <a:alpha val="3293"/>
                  </a:srgbClr>
                </a:gs>
                <a:gs pos="42857">
                  <a:srgbClr val="FF009A">
                    <a:alpha val="2173"/>
                  </a:srgbClr>
                </a:gs>
                <a:gs pos="57143">
                  <a:srgbClr val="FF009A">
                    <a:alpha val="1210"/>
                  </a:srgbClr>
                </a:gs>
                <a:gs pos="71429">
                  <a:srgbClr val="FF009A">
                    <a:alpha val="568"/>
                  </a:srgbClr>
                </a:gs>
                <a:gs pos="85714">
                  <a:srgbClr val="FF009A">
                    <a:alpha val="225"/>
                  </a:srgbClr>
                </a:gs>
                <a:gs pos="100000">
                  <a:srgbClr val="FF009A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5042169">
              <a:off x="520586" y="1577368"/>
              <a:ext cx="500404" cy="257784"/>
            </a:xfrm>
            <a:prstGeom prst="ellipse">
              <a:avLst/>
            </a:prstGeom>
            <a:gradFill>
              <a:gsLst>
                <a:gs pos="0">
                  <a:srgbClr val="FFE216">
                    <a:alpha val="32968"/>
                  </a:srgbClr>
                </a:gs>
                <a:gs pos="14286">
                  <a:srgbClr val="FFE216">
                    <a:alpha val="30764"/>
                  </a:srgbClr>
                </a:gs>
                <a:gs pos="28571">
                  <a:srgbClr val="FFE216">
                    <a:alpha val="24833"/>
                  </a:srgbClr>
                </a:gs>
                <a:gs pos="42857">
                  <a:srgbClr val="FFE216">
                    <a:alpha val="17075"/>
                  </a:srgbClr>
                </a:gs>
                <a:gs pos="57143">
                  <a:srgbClr val="FFE216">
                    <a:alpha val="9855"/>
                  </a:srgbClr>
                </a:gs>
                <a:gs pos="71429">
                  <a:srgbClr val="FFE216">
                    <a:alpha val="4740"/>
                  </a:srgbClr>
                </a:gs>
                <a:gs pos="85714">
                  <a:srgbClr val="FFE216">
                    <a:alpha val="1902"/>
                  </a:srgbClr>
                </a:gs>
                <a:gs pos="100000">
                  <a:srgbClr val="FFE2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2917226">
              <a:off x="1187004" y="1805166"/>
              <a:ext cx="221930" cy="153475"/>
            </a:xfrm>
            <a:prstGeom prst="ellipse">
              <a:avLst/>
            </a:prstGeom>
            <a:gradFill>
              <a:gsLst>
                <a:gs pos="0">
                  <a:srgbClr val="8D003A">
                    <a:alpha val="25684"/>
                  </a:srgbClr>
                </a:gs>
                <a:gs pos="14286">
                  <a:srgbClr val="8D003A">
                    <a:alpha val="23878"/>
                  </a:srgbClr>
                </a:gs>
                <a:gs pos="28571">
                  <a:srgbClr val="8D003A">
                    <a:alpha val="19090"/>
                  </a:srgbClr>
                </a:gs>
                <a:gs pos="42857">
                  <a:srgbClr val="8D003A">
                    <a:alpha val="12973"/>
                  </a:srgbClr>
                </a:gs>
                <a:gs pos="57143">
                  <a:srgbClr val="8D003A">
                    <a:alpha val="7410"/>
                  </a:srgbClr>
                </a:gs>
                <a:gs pos="71429">
                  <a:srgbClr val="8D003A">
                    <a:alpha val="3540"/>
                  </a:srgbClr>
                </a:gs>
                <a:gs pos="85714">
                  <a:srgbClr val="8D003A">
                    <a:alpha val="1415"/>
                  </a:srgbClr>
                </a:gs>
                <a:gs pos="100000">
                  <a:srgbClr val="8D003A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6556600">
              <a:off x="502256" y="2723097"/>
              <a:ext cx="454172" cy="174584"/>
            </a:xfrm>
            <a:prstGeom prst="ellipse">
              <a:avLst/>
            </a:prstGeom>
            <a:gradFill>
              <a:gsLst>
                <a:gs pos="0">
                  <a:srgbClr val="00ACF8">
                    <a:alpha val="24447"/>
                  </a:srgbClr>
                </a:gs>
                <a:gs pos="14286">
                  <a:srgbClr val="00ACF8">
                    <a:alpha val="22715"/>
                  </a:srgbClr>
                </a:gs>
                <a:gs pos="28571">
                  <a:srgbClr val="00ACF8">
                    <a:alpha val="18132"/>
                  </a:srgbClr>
                </a:gs>
                <a:gs pos="42857">
                  <a:srgbClr val="00ACF8">
                    <a:alpha val="12298"/>
                  </a:srgbClr>
                </a:gs>
                <a:gs pos="57143">
                  <a:srgbClr val="00ACF8">
                    <a:alpha val="7013"/>
                  </a:srgbClr>
                </a:gs>
                <a:gs pos="71429">
                  <a:srgbClr val="00ACF8">
                    <a:alpha val="3346"/>
                  </a:srgbClr>
                </a:gs>
                <a:gs pos="85714">
                  <a:srgbClr val="00ACF8">
                    <a:alpha val="1337"/>
                  </a:srgbClr>
                </a:gs>
                <a:gs pos="100000">
                  <a:srgbClr val="00ACF8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10559852">
              <a:off x="2419519" y="1347565"/>
              <a:ext cx="357321" cy="244499"/>
            </a:xfrm>
            <a:prstGeom prst="ellipse">
              <a:avLst/>
            </a:prstGeom>
            <a:gradFill>
              <a:gsLst>
                <a:gs pos="0">
                  <a:srgbClr val="8691B7">
                    <a:alpha val="29251"/>
                  </a:srgbClr>
                </a:gs>
                <a:gs pos="14286">
                  <a:srgbClr val="8691B7">
                    <a:alpha val="27243"/>
                  </a:srgbClr>
                </a:gs>
                <a:gs pos="28571">
                  <a:srgbClr val="8691B7">
                    <a:alpha val="21881"/>
                  </a:srgbClr>
                </a:gs>
                <a:gs pos="42857">
                  <a:srgbClr val="8691B7">
                    <a:alpha val="14954"/>
                  </a:srgbClr>
                </a:gs>
                <a:gs pos="57143">
                  <a:srgbClr val="8691B7">
                    <a:alpha val="8584"/>
                  </a:srgbClr>
                </a:gs>
                <a:gs pos="71429">
                  <a:srgbClr val="8691B7">
                    <a:alpha val="4114"/>
                  </a:srgbClr>
                </a:gs>
                <a:gs pos="85714">
                  <a:srgbClr val="8691B7">
                    <a:alpha val="1648"/>
                  </a:srgbClr>
                </a:gs>
                <a:gs pos="100000">
                  <a:srgbClr val="8691B7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-10162140">
              <a:off x="1729804" y="1579512"/>
              <a:ext cx="441391" cy="228232"/>
            </a:xfrm>
            <a:prstGeom prst="ellipse">
              <a:avLst/>
            </a:prstGeom>
            <a:gradFill>
              <a:gsLst>
                <a:gs pos="0">
                  <a:srgbClr val="00576C">
                    <a:alpha val="30773"/>
                  </a:srgbClr>
                </a:gs>
                <a:gs pos="14286">
                  <a:srgbClr val="00576C">
                    <a:alpha val="28683"/>
                  </a:srgbClr>
                </a:gs>
                <a:gs pos="28571">
                  <a:srgbClr val="00576C">
                    <a:alpha val="23085"/>
                  </a:srgbClr>
                </a:gs>
                <a:gs pos="42857">
                  <a:srgbClr val="00576C">
                    <a:alpha val="15815"/>
                  </a:srgbClr>
                </a:gs>
                <a:gs pos="57143">
                  <a:srgbClr val="00576C">
                    <a:alpha val="9098"/>
                  </a:srgbClr>
                </a:gs>
                <a:gs pos="71429">
                  <a:srgbClr val="00576C">
                    <a:alpha val="4367"/>
                  </a:srgbClr>
                </a:gs>
                <a:gs pos="85714">
                  <a:srgbClr val="00576C">
                    <a:alpha val="1750"/>
                  </a:srgbClr>
                </a:gs>
                <a:gs pos="100000">
                  <a:srgbClr val="00576C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-9010018">
              <a:off x="1937354" y="1887011"/>
              <a:ext cx="282609" cy="34897"/>
            </a:xfrm>
            <a:prstGeom prst="ellipse">
              <a:avLst/>
            </a:prstGeom>
            <a:gradFill>
              <a:gsLst>
                <a:gs pos="0">
                  <a:srgbClr val="A20000">
                    <a:alpha val="32968"/>
                  </a:srgbClr>
                </a:gs>
                <a:gs pos="14286">
                  <a:srgbClr val="A20000">
                    <a:alpha val="30764"/>
                  </a:srgbClr>
                </a:gs>
                <a:gs pos="28571">
                  <a:srgbClr val="A20000">
                    <a:alpha val="24833"/>
                  </a:srgbClr>
                </a:gs>
                <a:gs pos="42857">
                  <a:srgbClr val="A20000">
                    <a:alpha val="17075"/>
                  </a:srgbClr>
                </a:gs>
                <a:gs pos="57143">
                  <a:srgbClr val="A20000">
                    <a:alpha val="9855"/>
                  </a:srgbClr>
                </a:gs>
                <a:gs pos="71429">
                  <a:srgbClr val="A20000">
                    <a:alpha val="4740"/>
                  </a:srgbClr>
                </a:gs>
                <a:gs pos="85714">
                  <a:srgbClr val="A20000">
                    <a:alpha val="1902"/>
                  </a:srgbClr>
                </a:gs>
                <a:gs pos="100000">
                  <a:srgbClr val="A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-9349330">
              <a:off x="1017803" y="2982323"/>
              <a:ext cx="300726" cy="259648"/>
            </a:xfrm>
            <a:prstGeom prst="ellipse">
              <a:avLst/>
            </a:prstGeom>
            <a:gradFill>
              <a:gsLst>
                <a:gs pos="0">
                  <a:srgbClr val="EF0004">
                    <a:alpha val="5033"/>
                  </a:srgbClr>
                </a:gs>
                <a:gs pos="14286">
                  <a:srgbClr val="EF0004">
                    <a:alpha val="4635"/>
                  </a:srgbClr>
                </a:gs>
                <a:gs pos="28571">
                  <a:srgbClr val="EF0004">
                    <a:alpha val="3618"/>
                  </a:srgbClr>
                </a:gs>
                <a:gs pos="42857">
                  <a:srgbClr val="EF0004">
                    <a:alpha val="2388"/>
                  </a:srgbClr>
                </a:gs>
                <a:gs pos="57143">
                  <a:srgbClr val="EF0004">
                    <a:alpha val="1330"/>
                  </a:srgbClr>
                </a:gs>
                <a:gs pos="71429">
                  <a:srgbClr val="EF0004">
                    <a:alpha val="625"/>
                  </a:srgbClr>
                </a:gs>
                <a:gs pos="85714">
                  <a:srgbClr val="EF0004">
                    <a:alpha val="248"/>
                  </a:srgbClr>
                </a:gs>
                <a:gs pos="100000">
                  <a:srgbClr val="EF0004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9177674">
              <a:off x="2105617" y="923092"/>
              <a:ext cx="231340" cy="57184"/>
            </a:xfrm>
            <a:prstGeom prst="ellipse">
              <a:avLst/>
            </a:prstGeom>
            <a:gradFill>
              <a:gsLst>
                <a:gs pos="0">
                  <a:srgbClr val="D3BA8A">
                    <a:alpha val="32968"/>
                  </a:srgbClr>
                </a:gs>
                <a:gs pos="14286">
                  <a:srgbClr val="D3BA8A">
                    <a:alpha val="30764"/>
                  </a:srgbClr>
                </a:gs>
                <a:gs pos="28571">
                  <a:srgbClr val="D3BA8A">
                    <a:alpha val="24833"/>
                  </a:srgbClr>
                </a:gs>
                <a:gs pos="42857">
                  <a:srgbClr val="D3BA8A">
                    <a:alpha val="17075"/>
                  </a:srgbClr>
                </a:gs>
                <a:gs pos="57143">
                  <a:srgbClr val="D3BA8A">
                    <a:alpha val="9855"/>
                  </a:srgbClr>
                </a:gs>
                <a:gs pos="71429">
                  <a:srgbClr val="D3BA8A">
                    <a:alpha val="4740"/>
                  </a:srgbClr>
                </a:gs>
                <a:gs pos="85714">
                  <a:srgbClr val="D3BA8A">
                    <a:alpha val="1902"/>
                  </a:srgbClr>
                </a:gs>
                <a:gs pos="100000">
                  <a:srgbClr val="D3BA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6133221">
              <a:off x="1741220" y="2573754"/>
              <a:ext cx="267305" cy="253568"/>
            </a:xfrm>
            <a:prstGeom prst="ellipse">
              <a:avLst/>
            </a:prstGeom>
            <a:gradFill>
              <a:gsLst>
                <a:gs pos="0">
                  <a:srgbClr val="9B6796">
                    <a:alpha val="4581"/>
                  </a:srgbClr>
                </a:gs>
                <a:gs pos="14286">
                  <a:srgbClr val="9B6796">
                    <a:alpha val="4219"/>
                  </a:srgbClr>
                </a:gs>
                <a:gs pos="28571">
                  <a:srgbClr val="9B6796">
                    <a:alpha val="3291"/>
                  </a:srgbClr>
                </a:gs>
                <a:gs pos="42857">
                  <a:srgbClr val="9B6796">
                    <a:alpha val="2171"/>
                  </a:srgbClr>
                </a:gs>
                <a:gs pos="57143">
                  <a:srgbClr val="9B6796">
                    <a:alpha val="1209"/>
                  </a:srgbClr>
                </a:gs>
                <a:gs pos="71429">
                  <a:srgbClr val="9B6796">
                    <a:alpha val="568"/>
                  </a:srgbClr>
                </a:gs>
                <a:gs pos="85714">
                  <a:srgbClr val="9B6796">
                    <a:alpha val="225"/>
                  </a:srgbClr>
                </a:gs>
                <a:gs pos="100000">
                  <a:srgbClr val="9B6796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8866916">
              <a:off x="264308" y="3165116"/>
              <a:ext cx="291420" cy="55291"/>
            </a:xfrm>
            <a:prstGeom prst="ellipse">
              <a:avLst/>
            </a:prstGeom>
            <a:gradFill>
              <a:gsLst>
                <a:gs pos="0">
                  <a:srgbClr val="D8D400">
                    <a:alpha val="1522"/>
                  </a:srgbClr>
                </a:gs>
                <a:gs pos="14286">
                  <a:srgbClr val="D8D400">
                    <a:alpha val="1400"/>
                  </a:srgbClr>
                </a:gs>
                <a:gs pos="28571">
                  <a:srgbClr val="D8D400">
                    <a:alpha val="1088"/>
                  </a:srgbClr>
                </a:gs>
                <a:gs pos="42857">
                  <a:srgbClr val="D8D400">
                    <a:alpha val="715"/>
                  </a:srgbClr>
                </a:gs>
                <a:gs pos="57143">
                  <a:srgbClr val="D8D400">
                    <a:alpha val="397"/>
                  </a:srgbClr>
                </a:gs>
                <a:gs pos="71429">
                  <a:srgbClr val="D8D400">
                    <a:alpha val="186"/>
                  </a:srgbClr>
                </a:gs>
                <a:gs pos="85714">
                  <a:srgbClr val="D8D400">
                    <a:alpha val="74"/>
                  </a:srgbClr>
                </a:gs>
                <a:gs pos="100000">
                  <a:srgbClr val="D8D4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6880465">
              <a:off x="2525609" y="978714"/>
              <a:ext cx="282777" cy="253831"/>
            </a:xfrm>
            <a:prstGeom prst="ellipse">
              <a:avLst/>
            </a:prstGeom>
            <a:gradFill>
              <a:gsLst>
                <a:gs pos="0">
                  <a:srgbClr val="D92BD1">
                    <a:alpha val="6503"/>
                  </a:srgbClr>
                </a:gs>
                <a:gs pos="14286">
                  <a:srgbClr val="D92BD1">
                    <a:alpha val="5993"/>
                  </a:srgbClr>
                </a:gs>
                <a:gs pos="28571">
                  <a:srgbClr val="D92BD1">
                    <a:alpha val="4685"/>
                  </a:srgbClr>
                </a:gs>
                <a:gs pos="42857">
                  <a:srgbClr val="D92BD1">
                    <a:alpha val="3099"/>
                  </a:srgbClr>
                </a:gs>
                <a:gs pos="57143">
                  <a:srgbClr val="D92BD1">
                    <a:alpha val="1729"/>
                  </a:srgbClr>
                </a:gs>
                <a:gs pos="71429">
                  <a:srgbClr val="D92BD1">
                    <a:alpha val="813"/>
                  </a:srgbClr>
                </a:gs>
                <a:gs pos="85714">
                  <a:srgbClr val="D92BD1">
                    <a:alpha val="322"/>
                  </a:srgbClr>
                </a:gs>
                <a:gs pos="100000">
                  <a:srgbClr val="D92BD1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10554227">
              <a:off x="1656498" y="2227673"/>
              <a:ext cx="609740" cy="259287"/>
            </a:xfrm>
            <a:prstGeom prst="ellipse">
              <a:avLst/>
            </a:prstGeom>
            <a:gradFill>
              <a:gsLst>
                <a:gs pos="0">
                  <a:srgbClr val="002E45">
                    <a:alpha val="32968"/>
                  </a:srgbClr>
                </a:gs>
                <a:gs pos="14286">
                  <a:srgbClr val="002E45">
                    <a:alpha val="30764"/>
                  </a:srgbClr>
                </a:gs>
                <a:gs pos="28571">
                  <a:srgbClr val="002E45">
                    <a:alpha val="24833"/>
                  </a:srgbClr>
                </a:gs>
                <a:gs pos="42857">
                  <a:srgbClr val="002E45">
                    <a:alpha val="17075"/>
                  </a:srgbClr>
                </a:gs>
                <a:gs pos="57143">
                  <a:srgbClr val="002E45">
                    <a:alpha val="9855"/>
                  </a:srgbClr>
                </a:gs>
                <a:gs pos="71429">
                  <a:srgbClr val="002E45">
                    <a:alpha val="4740"/>
                  </a:srgbClr>
                </a:gs>
                <a:gs pos="85714">
                  <a:srgbClr val="002E45">
                    <a:alpha val="1902"/>
                  </a:srgbClr>
                </a:gs>
                <a:gs pos="100000">
                  <a:srgbClr val="002E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-9513557">
              <a:off x="603527" y="3281340"/>
              <a:ext cx="653540" cy="182901"/>
            </a:xfrm>
            <a:prstGeom prst="ellipse">
              <a:avLst/>
            </a:prstGeom>
            <a:gradFill>
              <a:gsLst>
                <a:gs pos="0">
                  <a:srgbClr val="00426D">
                    <a:alpha val="32968"/>
                  </a:srgbClr>
                </a:gs>
                <a:gs pos="14286">
                  <a:srgbClr val="00426D">
                    <a:alpha val="30764"/>
                  </a:srgbClr>
                </a:gs>
                <a:gs pos="28571">
                  <a:srgbClr val="00426D">
                    <a:alpha val="24833"/>
                  </a:srgbClr>
                </a:gs>
                <a:gs pos="42857">
                  <a:srgbClr val="00426D">
                    <a:alpha val="17075"/>
                  </a:srgbClr>
                </a:gs>
                <a:gs pos="57143">
                  <a:srgbClr val="00426D">
                    <a:alpha val="9855"/>
                  </a:srgbClr>
                </a:gs>
                <a:gs pos="71429">
                  <a:srgbClr val="00426D">
                    <a:alpha val="4740"/>
                  </a:srgbClr>
                </a:gs>
                <a:gs pos="85714">
                  <a:srgbClr val="00426D">
                    <a:alpha val="1902"/>
                  </a:srgbClr>
                </a:gs>
                <a:gs pos="100000">
                  <a:srgbClr val="00426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8996080">
              <a:off x="1372676" y="2731885"/>
              <a:ext cx="663440" cy="190523"/>
            </a:xfrm>
            <a:prstGeom prst="ellipse">
              <a:avLst/>
            </a:prstGeom>
            <a:gradFill>
              <a:gsLst>
                <a:gs pos="0">
                  <a:srgbClr val="B54E00">
                    <a:alpha val="32968"/>
                  </a:srgbClr>
                </a:gs>
                <a:gs pos="14286">
                  <a:srgbClr val="B54E00">
                    <a:alpha val="30764"/>
                  </a:srgbClr>
                </a:gs>
                <a:gs pos="28571">
                  <a:srgbClr val="B54E00">
                    <a:alpha val="24833"/>
                  </a:srgbClr>
                </a:gs>
                <a:gs pos="42857">
                  <a:srgbClr val="B54E00">
                    <a:alpha val="17075"/>
                  </a:srgbClr>
                </a:gs>
                <a:gs pos="57143">
                  <a:srgbClr val="B54E00">
                    <a:alpha val="9855"/>
                  </a:srgbClr>
                </a:gs>
                <a:gs pos="71429">
                  <a:srgbClr val="B54E00">
                    <a:alpha val="4740"/>
                  </a:srgbClr>
                </a:gs>
                <a:gs pos="85714">
                  <a:srgbClr val="B54E00">
                    <a:alpha val="1902"/>
                  </a:srgbClr>
                </a:gs>
                <a:gs pos="100000">
                  <a:srgbClr val="B54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7719742">
              <a:off x="651739" y="1172238"/>
              <a:ext cx="104661" cy="82654"/>
            </a:xfrm>
            <a:prstGeom prst="ellipse">
              <a:avLst/>
            </a:prstGeom>
            <a:gradFill>
              <a:gsLst>
                <a:gs pos="0">
                  <a:srgbClr val="8FD2FF">
                    <a:alpha val="24118"/>
                  </a:srgbClr>
                </a:gs>
                <a:gs pos="14286">
                  <a:srgbClr val="8FD2FF">
                    <a:alpha val="22405"/>
                  </a:srgbClr>
                </a:gs>
                <a:gs pos="28571">
                  <a:srgbClr val="8FD2FF">
                    <a:alpha val="17878"/>
                  </a:srgbClr>
                </a:gs>
                <a:gs pos="42857">
                  <a:srgbClr val="8FD2FF">
                    <a:alpha val="12120"/>
                  </a:srgbClr>
                </a:gs>
                <a:gs pos="57143">
                  <a:srgbClr val="8FD2FF">
                    <a:alpha val="6908"/>
                  </a:srgbClr>
                </a:gs>
                <a:gs pos="71429">
                  <a:srgbClr val="8FD2FF">
                    <a:alpha val="3295"/>
                  </a:srgbClr>
                </a:gs>
                <a:gs pos="85714">
                  <a:srgbClr val="8FD2FF">
                    <a:alpha val="1316"/>
                  </a:srgbClr>
                </a:gs>
                <a:gs pos="100000">
                  <a:srgbClr val="8FD2FF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7655400">
              <a:off x="1440392" y="2265381"/>
              <a:ext cx="566463" cy="140461"/>
            </a:xfrm>
            <a:prstGeom prst="ellipse">
              <a:avLst/>
            </a:prstGeom>
            <a:gradFill>
              <a:gsLst>
                <a:gs pos="0">
                  <a:srgbClr val="00406B">
                    <a:alpha val="22937"/>
                  </a:srgbClr>
                </a:gs>
                <a:gs pos="14286">
                  <a:srgbClr val="00406B">
                    <a:alpha val="21296"/>
                  </a:srgbClr>
                </a:gs>
                <a:gs pos="28571">
                  <a:srgbClr val="00406B">
                    <a:alpha val="16968"/>
                  </a:srgbClr>
                </a:gs>
                <a:gs pos="42857">
                  <a:srgbClr val="00406B">
                    <a:alpha val="11482"/>
                  </a:srgbClr>
                </a:gs>
                <a:gs pos="57143">
                  <a:srgbClr val="00406B">
                    <a:alpha val="6535"/>
                  </a:srgbClr>
                </a:gs>
                <a:gs pos="71429">
                  <a:srgbClr val="00406B">
                    <a:alpha val="3114"/>
                  </a:srgbClr>
                </a:gs>
                <a:gs pos="85714">
                  <a:srgbClr val="00406B">
                    <a:alpha val="1243"/>
                  </a:srgbClr>
                </a:gs>
                <a:gs pos="100000">
                  <a:srgbClr val="00406B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7080515">
              <a:off x="1904159" y="1661858"/>
              <a:ext cx="299775" cy="206481"/>
            </a:xfrm>
            <a:prstGeom prst="ellipse">
              <a:avLst/>
            </a:prstGeom>
            <a:gradFill>
              <a:gsLst>
                <a:gs pos="0">
                  <a:srgbClr val="00A5C0">
                    <a:alpha val="12463"/>
                  </a:srgbClr>
                </a:gs>
                <a:gs pos="14286">
                  <a:srgbClr val="00A5C0">
                    <a:alpha val="11515"/>
                  </a:srgbClr>
                </a:gs>
                <a:gs pos="28571">
                  <a:srgbClr val="00A5C0">
                    <a:alpha val="9062"/>
                  </a:srgbClr>
                </a:gs>
                <a:gs pos="42857">
                  <a:srgbClr val="00A5C0">
                    <a:alpha val="6040"/>
                  </a:srgbClr>
                </a:gs>
                <a:gs pos="57143">
                  <a:srgbClr val="00A5C0">
                    <a:alpha val="3393"/>
                  </a:srgbClr>
                </a:gs>
                <a:gs pos="71429">
                  <a:srgbClr val="00A5C0">
                    <a:alpha val="1603"/>
                  </a:srgbClr>
                </a:gs>
                <a:gs pos="85714">
                  <a:srgbClr val="00A5C0">
                    <a:alpha val="637"/>
                  </a:srgbClr>
                </a:gs>
                <a:gs pos="100000">
                  <a:srgbClr val="00A5C0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-10769641">
              <a:off x="985760" y="3218089"/>
              <a:ext cx="350227" cy="337512"/>
            </a:xfrm>
            <a:prstGeom prst="ellipse">
              <a:avLst/>
            </a:prstGeom>
            <a:gradFill>
              <a:gsLst>
                <a:gs pos="0">
                  <a:srgbClr val="4398CD">
                    <a:alpha val="17398"/>
                  </a:srgbClr>
                </a:gs>
                <a:gs pos="14286">
                  <a:srgbClr val="4398CD">
                    <a:alpha val="16111"/>
                  </a:srgbClr>
                </a:gs>
                <a:gs pos="28571">
                  <a:srgbClr val="4398CD">
                    <a:alpha val="12751"/>
                  </a:srgbClr>
                </a:gs>
                <a:gs pos="42857">
                  <a:srgbClr val="4398CD">
                    <a:alpha val="8558"/>
                  </a:srgbClr>
                </a:gs>
                <a:gs pos="57143">
                  <a:srgbClr val="4398CD">
                    <a:alpha val="4837"/>
                  </a:srgbClr>
                </a:gs>
                <a:gs pos="71429">
                  <a:srgbClr val="4398CD">
                    <a:alpha val="2294"/>
                  </a:srgbClr>
                </a:gs>
                <a:gs pos="85714">
                  <a:srgbClr val="4398CD">
                    <a:alpha val="913"/>
                  </a:srgbClr>
                </a:gs>
                <a:gs pos="100000">
                  <a:srgbClr val="4398CD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-10142513">
              <a:off x="915515" y="1701907"/>
              <a:ext cx="424851" cy="167894"/>
            </a:xfrm>
            <a:prstGeom prst="ellipse">
              <a:avLst/>
            </a:prstGeom>
            <a:gradFill>
              <a:gsLst>
                <a:gs pos="0">
                  <a:srgbClr val="BBF7FF">
                    <a:alpha val="18103"/>
                  </a:srgbClr>
                </a:gs>
                <a:gs pos="14286">
                  <a:srgbClr val="BBF7FF">
                    <a:alpha val="16770"/>
                  </a:srgbClr>
                </a:gs>
                <a:gs pos="28571">
                  <a:srgbClr val="BBF7FF">
                    <a:alpha val="13283"/>
                  </a:srgbClr>
                </a:gs>
                <a:gs pos="42857">
                  <a:srgbClr val="BBF7FF">
                    <a:alpha val="8925"/>
                  </a:srgbClr>
                </a:gs>
                <a:gs pos="57143">
                  <a:srgbClr val="BBF7FF">
                    <a:alpha val="5048"/>
                  </a:srgbClr>
                </a:gs>
                <a:gs pos="71429">
                  <a:srgbClr val="BBF7FF">
                    <a:alpha val="2396"/>
                  </a:srgbClr>
                </a:gs>
                <a:gs pos="85714">
                  <a:srgbClr val="BBF7FF">
                    <a:alpha val="954"/>
                  </a:srgbClr>
                </a:gs>
                <a:gs pos="100000">
                  <a:srgbClr val="BBF7F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3663986">
              <a:off x="900733" y="833232"/>
              <a:ext cx="273406" cy="40024"/>
            </a:xfrm>
            <a:prstGeom prst="ellipse">
              <a:avLst/>
            </a:prstGeom>
            <a:gradFill>
              <a:gsLst>
                <a:gs pos="0">
                  <a:srgbClr val="B4AAA5">
                    <a:alpha val="32968"/>
                  </a:srgbClr>
                </a:gs>
                <a:gs pos="14286">
                  <a:srgbClr val="B4AAA5">
                    <a:alpha val="30764"/>
                  </a:srgbClr>
                </a:gs>
                <a:gs pos="28571">
                  <a:srgbClr val="B4AAA5">
                    <a:alpha val="24833"/>
                  </a:srgbClr>
                </a:gs>
                <a:gs pos="42857">
                  <a:srgbClr val="B4AAA5">
                    <a:alpha val="17075"/>
                  </a:srgbClr>
                </a:gs>
                <a:gs pos="57143">
                  <a:srgbClr val="B4AAA5">
                    <a:alpha val="9855"/>
                  </a:srgbClr>
                </a:gs>
                <a:gs pos="71429">
                  <a:srgbClr val="B4AAA5">
                    <a:alpha val="4740"/>
                  </a:srgbClr>
                </a:gs>
                <a:gs pos="85714">
                  <a:srgbClr val="B4AAA5">
                    <a:alpha val="1902"/>
                  </a:srgbClr>
                </a:gs>
                <a:gs pos="100000">
                  <a:srgbClr val="B4AA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5331434">
              <a:off x="315239" y="2616955"/>
              <a:ext cx="327884" cy="229341"/>
            </a:xfrm>
            <a:prstGeom prst="ellipse">
              <a:avLst/>
            </a:prstGeom>
            <a:gradFill>
              <a:gsLst>
                <a:gs pos="0">
                  <a:srgbClr val="EAD198">
                    <a:alpha val="9050"/>
                  </a:srgbClr>
                </a:gs>
                <a:gs pos="14286">
                  <a:srgbClr val="EAD198">
                    <a:alpha val="8349"/>
                  </a:srgbClr>
                </a:gs>
                <a:gs pos="28571">
                  <a:srgbClr val="EAD198">
                    <a:alpha val="6545"/>
                  </a:srgbClr>
                </a:gs>
                <a:gs pos="42857">
                  <a:srgbClr val="EAD198">
                    <a:alpha val="4343"/>
                  </a:srgbClr>
                </a:gs>
                <a:gs pos="57143">
                  <a:srgbClr val="EAD198">
                    <a:alpha val="2430"/>
                  </a:srgbClr>
                </a:gs>
                <a:gs pos="71429">
                  <a:srgbClr val="EAD198">
                    <a:alpha val="1145"/>
                  </a:srgbClr>
                </a:gs>
                <a:gs pos="85714">
                  <a:srgbClr val="EAD198">
                    <a:alpha val="454"/>
                  </a:srgbClr>
                </a:gs>
                <a:gs pos="100000">
                  <a:srgbClr val="EAD198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4496648">
              <a:off x="1814280" y="2236342"/>
              <a:ext cx="353078" cy="202659"/>
            </a:xfrm>
            <a:prstGeom prst="ellipse">
              <a:avLst/>
            </a:prstGeom>
            <a:gradFill>
              <a:gsLst>
                <a:gs pos="0">
                  <a:srgbClr val="E5B3BE">
                    <a:alpha val="19690"/>
                  </a:srgbClr>
                </a:gs>
                <a:gs pos="14286">
                  <a:srgbClr val="E5B3BE">
                    <a:alpha val="18253"/>
                  </a:srgbClr>
                </a:gs>
                <a:gs pos="28571">
                  <a:srgbClr val="E5B3BE">
                    <a:alpha val="14486"/>
                  </a:srgbClr>
                </a:gs>
                <a:gs pos="42857">
                  <a:srgbClr val="E5B3BE">
                    <a:alpha val="9755"/>
                  </a:srgbClr>
                </a:gs>
                <a:gs pos="57143">
                  <a:srgbClr val="E5B3BE">
                    <a:alpha val="5529"/>
                  </a:srgbClr>
                </a:gs>
                <a:gs pos="71429">
                  <a:srgbClr val="E5B3BE">
                    <a:alpha val="2627"/>
                  </a:srgbClr>
                </a:gs>
                <a:gs pos="85714">
                  <a:srgbClr val="E5B3BE">
                    <a:alpha val="1047"/>
                  </a:srgbClr>
                </a:gs>
                <a:gs pos="100000">
                  <a:srgbClr val="E5B3BE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-8160187">
              <a:off x="1239264" y="1722580"/>
              <a:ext cx="260259" cy="219687"/>
            </a:xfrm>
            <a:prstGeom prst="ellipse">
              <a:avLst/>
            </a:prstGeom>
            <a:gradFill>
              <a:gsLst>
                <a:gs pos="0">
                  <a:srgbClr val="525551">
                    <a:alpha val="17661"/>
                  </a:srgbClr>
                </a:gs>
                <a:gs pos="14286">
                  <a:srgbClr val="525551">
                    <a:alpha val="16357"/>
                  </a:srgbClr>
                </a:gs>
                <a:gs pos="28571">
                  <a:srgbClr val="525551">
                    <a:alpha val="12949"/>
                  </a:srgbClr>
                </a:gs>
                <a:gs pos="42857">
                  <a:srgbClr val="525551">
                    <a:alpha val="8695"/>
                  </a:srgbClr>
                </a:gs>
                <a:gs pos="57143">
                  <a:srgbClr val="525551">
                    <a:alpha val="4915"/>
                  </a:srgbClr>
                </a:gs>
                <a:gs pos="71429">
                  <a:srgbClr val="525551">
                    <a:alpha val="2332"/>
                  </a:srgbClr>
                </a:gs>
                <a:gs pos="85714">
                  <a:srgbClr val="525551">
                    <a:alpha val="929"/>
                  </a:srgbClr>
                </a:gs>
                <a:gs pos="100000">
                  <a:srgbClr val="525551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10295996">
              <a:off x="2051009" y="1671949"/>
              <a:ext cx="296222" cy="265025"/>
            </a:xfrm>
            <a:prstGeom prst="ellipse">
              <a:avLst/>
            </a:prstGeom>
            <a:gradFill>
              <a:gsLst>
                <a:gs pos="0">
                  <a:srgbClr val="1E7A78">
                    <a:alpha val="17387"/>
                  </a:srgbClr>
                </a:gs>
                <a:gs pos="14286">
                  <a:srgbClr val="1E7A78">
                    <a:alpha val="16101"/>
                  </a:srgbClr>
                </a:gs>
                <a:gs pos="28571">
                  <a:srgbClr val="1E7A78">
                    <a:alpha val="12742"/>
                  </a:srgbClr>
                </a:gs>
                <a:gs pos="42857">
                  <a:srgbClr val="1E7A78">
                    <a:alpha val="8553"/>
                  </a:srgbClr>
                </a:gs>
                <a:gs pos="57143">
                  <a:srgbClr val="1E7A78">
                    <a:alpha val="4833"/>
                  </a:srgbClr>
                </a:gs>
                <a:gs pos="71429">
                  <a:srgbClr val="1E7A78">
                    <a:alpha val="2292"/>
                  </a:srgbClr>
                </a:gs>
                <a:gs pos="85714">
                  <a:srgbClr val="1E7A78">
                    <a:alpha val="913"/>
                  </a:srgbClr>
                </a:gs>
                <a:gs pos="100000">
                  <a:srgbClr val="1E7A78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5611614">
              <a:off x="457188" y="1703449"/>
              <a:ext cx="511522" cy="225020"/>
            </a:xfrm>
            <a:prstGeom prst="ellipse">
              <a:avLst/>
            </a:prstGeom>
            <a:gradFill>
              <a:gsLst>
                <a:gs pos="0">
                  <a:srgbClr val="F3FF61">
                    <a:alpha val="21563"/>
                  </a:srgbClr>
                </a:gs>
                <a:gs pos="14286">
                  <a:srgbClr val="F3FF61">
                    <a:alpha val="20007"/>
                  </a:srgbClr>
                </a:gs>
                <a:gs pos="28571">
                  <a:srgbClr val="F3FF61">
                    <a:alpha val="15914"/>
                  </a:srgbClr>
                </a:gs>
                <a:gs pos="42857">
                  <a:srgbClr val="F3FF61">
                    <a:alpha val="10746"/>
                  </a:srgbClr>
                </a:gs>
                <a:gs pos="57143">
                  <a:srgbClr val="F3FF61">
                    <a:alpha val="6105"/>
                  </a:srgbClr>
                </a:gs>
                <a:gs pos="71429">
                  <a:srgbClr val="F3FF61">
                    <a:alpha val="2906"/>
                  </a:srgbClr>
                </a:gs>
                <a:gs pos="85714">
                  <a:srgbClr val="F3FF61">
                    <a:alpha val="1159"/>
                  </a:srgbClr>
                </a:gs>
                <a:gs pos="100000">
                  <a:srgbClr val="F3FF61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4946668">
              <a:off x="1171170" y="2392402"/>
              <a:ext cx="595425" cy="210914"/>
            </a:xfrm>
            <a:prstGeom prst="ellipse">
              <a:avLst/>
            </a:prstGeom>
            <a:gradFill>
              <a:gsLst>
                <a:gs pos="0">
                  <a:srgbClr val="A3AEFF">
                    <a:alpha val="32968"/>
                  </a:srgbClr>
                </a:gs>
                <a:gs pos="14286">
                  <a:srgbClr val="A3AEFF">
                    <a:alpha val="30764"/>
                  </a:srgbClr>
                </a:gs>
                <a:gs pos="28571">
                  <a:srgbClr val="A3AEFF">
                    <a:alpha val="24833"/>
                  </a:srgbClr>
                </a:gs>
                <a:gs pos="42857">
                  <a:srgbClr val="A3AEFF">
                    <a:alpha val="17075"/>
                  </a:srgbClr>
                </a:gs>
                <a:gs pos="57143">
                  <a:srgbClr val="A3AEFF">
                    <a:alpha val="9855"/>
                  </a:srgbClr>
                </a:gs>
                <a:gs pos="71429">
                  <a:srgbClr val="A3AEFF">
                    <a:alpha val="4740"/>
                  </a:srgbClr>
                </a:gs>
                <a:gs pos="85714">
                  <a:srgbClr val="A3AEFF">
                    <a:alpha val="1902"/>
                  </a:srgbClr>
                </a:gs>
                <a:gs pos="100000">
                  <a:srgbClr val="A3A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7987395">
              <a:off x="823218" y="3320140"/>
              <a:ext cx="277248" cy="252428"/>
            </a:xfrm>
            <a:prstGeom prst="ellipse">
              <a:avLst/>
            </a:prstGeom>
            <a:gradFill>
              <a:gsLst>
                <a:gs pos="0">
                  <a:srgbClr val="733D6D">
                    <a:alpha val="4877"/>
                  </a:srgbClr>
                </a:gs>
                <a:gs pos="14286">
                  <a:srgbClr val="733D6D">
                    <a:alpha val="4492"/>
                  </a:srgbClr>
                </a:gs>
                <a:gs pos="28571">
                  <a:srgbClr val="733D6D">
                    <a:alpha val="3505"/>
                  </a:srgbClr>
                </a:gs>
                <a:gs pos="42857">
                  <a:srgbClr val="733D6D">
                    <a:alpha val="2313"/>
                  </a:srgbClr>
                </a:gs>
                <a:gs pos="57143">
                  <a:srgbClr val="733D6D">
                    <a:alpha val="1289"/>
                  </a:srgbClr>
                </a:gs>
                <a:gs pos="71429">
                  <a:srgbClr val="733D6D">
                    <a:alpha val="605"/>
                  </a:srgbClr>
                </a:gs>
                <a:gs pos="85714">
                  <a:srgbClr val="733D6D">
                    <a:alpha val="240"/>
                  </a:srgbClr>
                </a:gs>
                <a:gs pos="100000">
                  <a:srgbClr val="733D6D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6120893">
              <a:off x="2540426" y="1648564"/>
              <a:ext cx="644181" cy="183799"/>
            </a:xfrm>
            <a:prstGeom prst="ellipse">
              <a:avLst/>
            </a:prstGeom>
            <a:gradFill>
              <a:gsLst>
                <a:gs pos="0">
                  <a:srgbClr val="006FAA">
                    <a:alpha val="28806"/>
                  </a:srgbClr>
                </a:gs>
                <a:gs pos="14286">
                  <a:srgbClr val="006FAA">
                    <a:alpha val="26822"/>
                  </a:srgbClr>
                </a:gs>
                <a:gs pos="28571">
                  <a:srgbClr val="006FAA">
                    <a:alpha val="21531"/>
                  </a:srgbClr>
                </a:gs>
                <a:gs pos="42857">
                  <a:srgbClr val="006FAA">
                    <a:alpha val="14704"/>
                  </a:srgbClr>
                </a:gs>
                <a:gs pos="57143">
                  <a:srgbClr val="006FAA">
                    <a:alpha val="8435"/>
                  </a:srgbClr>
                </a:gs>
                <a:gs pos="71429">
                  <a:srgbClr val="006FAA">
                    <a:alpha val="4041"/>
                  </a:srgbClr>
                </a:gs>
                <a:gs pos="85714">
                  <a:srgbClr val="006FAA">
                    <a:alpha val="1618"/>
                  </a:srgbClr>
                </a:gs>
                <a:gs pos="100000">
                  <a:srgbClr val="006FAA">
                    <a:alpha val="5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4151625">
              <a:off x="687521" y="2947254"/>
              <a:ext cx="607252" cy="351285"/>
            </a:xfrm>
            <a:prstGeom prst="ellipse">
              <a:avLst/>
            </a:prstGeom>
            <a:gradFill>
              <a:gsLst>
                <a:gs pos="0">
                  <a:srgbClr val="45A1D7">
                    <a:alpha val="32968"/>
                  </a:srgbClr>
                </a:gs>
                <a:gs pos="14286">
                  <a:srgbClr val="45A1D7">
                    <a:alpha val="30764"/>
                  </a:srgbClr>
                </a:gs>
                <a:gs pos="28571">
                  <a:srgbClr val="45A1D7">
                    <a:alpha val="24833"/>
                  </a:srgbClr>
                </a:gs>
                <a:gs pos="42857">
                  <a:srgbClr val="45A1D7">
                    <a:alpha val="17075"/>
                  </a:srgbClr>
                </a:gs>
                <a:gs pos="57143">
                  <a:srgbClr val="45A1D7">
                    <a:alpha val="9855"/>
                  </a:srgbClr>
                </a:gs>
                <a:gs pos="71429">
                  <a:srgbClr val="45A1D7">
                    <a:alpha val="4740"/>
                  </a:srgbClr>
                </a:gs>
                <a:gs pos="85714">
                  <a:srgbClr val="45A1D7">
                    <a:alpha val="1902"/>
                  </a:srgbClr>
                </a:gs>
                <a:gs pos="100000">
                  <a:srgbClr val="45A1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9381750">
              <a:off x="3134932" y="595882"/>
              <a:ext cx="446595" cy="255308"/>
            </a:xfrm>
            <a:prstGeom prst="ellipse">
              <a:avLst/>
            </a:prstGeom>
            <a:gradFill>
              <a:gsLst>
                <a:gs pos="0">
                  <a:srgbClr val="B97700">
                    <a:alpha val="32968"/>
                  </a:srgbClr>
                </a:gs>
                <a:gs pos="14286">
                  <a:srgbClr val="B97700">
                    <a:alpha val="30764"/>
                  </a:srgbClr>
                </a:gs>
                <a:gs pos="28571">
                  <a:srgbClr val="B97700">
                    <a:alpha val="24833"/>
                  </a:srgbClr>
                </a:gs>
                <a:gs pos="42857">
                  <a:srgbClr val="B97700">
                    <a:alpha val="17075"/>
                  </a:srgbClr>
                </a:gs>
                <a:gs pos="57143">
                  <a:srgbClr val="B97700">
                    <a:alpha val="9855"/>
                  </a:srgbClr>
                </a:gs>
                <a:gs pos="71429">
                  <a:srgbClr val="B97700">
                    <a:alpha val="4740"/>
                  </a:srgbClr>
                </a:gs>
                <a:gs pos="85714">
                  <a:srgbClr val="B97700">
                    <a:alpha val="1902"/>
                  </a:srgbClr>
                </a:gs>
                <a:gs pos="100000">
                  <a:srgbClr val="B97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10707935">
              <a:off x="1567866" y="1671368"/>
              <a:ext cx="532673" cy="50439"/>
            </a:xfrm>
            <a:prstGeom prst="ellipse">
              <a:avLst/>
            </a:prstGeom>
            <a:gradFill>
              <a:gsLst>
                <a:gs pos="0">
                  <a:srgbClr val="D2ABDA">
                    <a:alpha val="24584"/>
                  </a:srgbClr>
                </a:gs>
                <a:gs pos="14286">
                  <a:srgbClr val="D2ABDA">
                    <a:alpha val="22843"/>
                  </a:srgbClr>
                </a:gs>
                <a:gs pos="28571">
                  <a:srgbClr val="D2ABDA">
                    <a:alpha val="18238"/>
                  </a:srgbClr>
                </a:gs>
                <a:gs pos="42857">
                  <a:srgbClr val="D2ABDA">
                    <a:alpha val="12372"/>
                  </a:srgbClr>
                </a:gs>
                <a:gs pos="57143">
                  <a:srgbClr val="D2ABDA">
                    <a:alpha val="7057"/>
                  </a:srgbClr>
                </a:gs>
                <a:gs pos="71429">
                  <a:srgbClr val="D2ABDA">
                    <a:alpha val="3368"/>
                  </a:srgbClr>
                </a:gs>
                <a:gs pos="85714">
                  <a:srgbClr val="D2ABDA">
                    <a:alpha val="1345"/>
                  </a:srgbClr>
                </a:gs>
                <a:gs pos="100000">
                  <a:srgbClr val="D2ABDA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-10364048">
              <a:off x="917818" y="1681411"/>
              <a:ext cx="496864" cy="328891"/>
            </a:xfrm>
            <a:prstGeom prst="ellipse">
              <a:avLst/>
            </a:prstGeom>
            <a:gradFill>
              <a:gsLst>
                <a:gs pos="0">
                  <a:srgbClr val="00005C">
                    <a:alpha val="32968"/>
                  </a:srgbClr>
                </a:gs>
                <a:gs pos="14286">
                  <a:srgbClr val="00005C">
                    <a:alpha val="30764"/>
                  </a:srgbClr>
                </a:gs>
                <a:gs pos="28571">
                  <a:srgbClr val="00005C">
                    <a:alpha val="24833"/>
                  </a:srgbClr>
                </a:gs>
                <a:gs pos="42857">
                  <a:srgbClr val="00005C">
                    <a:alpha val="17075"/>
                  </a:srgbClr>
                </a:gs>
                <a:gs pos="57143">
                  <a:srgbClr val="00005C">
                    <a:alpha val="9855"/>
                  </a:srgbClr>
                </a:gs>
                <a:gs pos="71429">
                  <a:srgbClr val="00005C">
                    <a:alpha val="4740"/>
                  </a:srgbClr>
                </a:gs>
                <a:gs pos="85714">
                  <a:srgbClr val="00005C">
                    <a:alpha val="1902"/>
                  </a:srgbClr>
                </a:gs>
                <a:gs pos="100000">
                  <a:srgbClr val="0000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3012564">
              <a:off x="1677562" y="1655197"/>
              <a:ext cx="479840" cy="244674"/>
            </a:xfrm>
            <a:prstGeom prst="ellipse">
              <a:avLst/>
            </a:prstGeom>
            <a:gradFill>
              <a:gsLst>
                <a:gs pos="0">
                  <a:srgbClr val="0083BF">
                    <a:alpha val="19370"/>
                  </a:srgbClr>
                </a:gs>
                <a:gs pos="14286">
                  <a:srgbClr val="0083BF">
                    <a:alpha val="17954"/>
                  </a:srgbClr>
                </a:gs>
                <a:gs pos="28571">
                  <a:srgbClr val="0083BF">
                    <a:alpha val="14243"/>
                  </a:srgbClr>
                </a:gs>
                <a:gs pos="42857">
                  <a:srgbClr val="0083BF">
                    <a:alpha val="9587"/>
                  </a:srgbClr>
                </a:gs>
                <a:gs pos="57143">
                  <a:srgbClr val="0083BF">
                    <a:alpha val="5431"/>
                  </a:srgbClr>
                </a:gs>
                <a:gs pos="71429">
                  <a:srgbClr val="0083BF">
                    <a:alpha val="2580"/>
                  </a:srgbClr>
                </a:gs>
                <a:gs pos="85714">
                  <a:srgbClr val="0083BF">
                    <a:alpha val="1028"/>
                  </a:srgbClr>
                </a:gs>
                <a:gs pos="100000">
                  <a:srgbClr val="0083BF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9225597">
              <a:off x="2628270" y="1137922"/>
              <a:ext cx="318782" cy="223475"/>
            </a:xfrm>
            <a:prstGeom prst="ellipse">
              <a:avLst/>
            </a:prstGeom>
            <a:gradFill>
              <a:gsLst>
                <a:gs pos="0">
                  <a:srgbClr val="CC0000">
                    <a:alpha val="25822"/>
                  </a:srgbClr>
                </a:gs>
                <a:gs pos="14286">
                  <a:srgbClr val="CC0000">
                    <a:alpha val="24008"/>
                  </a:srgbClr>
                </a:gs>
                <a:gs pos="28571">
                  <a:srgbClr val="CC0000">
                    <a:alpha val="19197"/>
                  </a:srgbClr>
                </a:gs>
                <a:gs pos="42857">
                  <a:srgbClr val="CC0000">
                    <a:alpha val="13048"/>
                  </a:srgbClr>
                </a:gs>
                <a:gs pos="57143">
                  <a:srgbClr val="CC0000">
                    <a:alpha val="7455"/>
                  </a:srgbClr>
                </a:gs>
                <a:gs pos="71429">
                  <a:srgbClr val="CC0000">
                    <a:alpha val="3562"/>
                  </a:srgbClr>
                </a:gs>
                <a:gs pos="85714">
                  <a:srgbClr val="CC0000">
                    <a:alpha val="1424"/>
                  </a:srgbClr>
                </a:gs>
                <a:gs pos="100000">
                  <a:srgbClr val="CC0000">
                    <a:alpha val="4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-10410401">
              <a:off x="973670" y="1742306"/>
              <a:ext cx="494342" cy="194009"/>
            </a:xfrm>
            <a:prstGeom prst="ellipse">
              <a:avLst/>
            </a:prstGeom>
            <a:gradFill>
              <a:gsLst>
                <a:gs pos="0">
                  <a:srgbClr val="EEAEDA">
                    <a:alpha val="7290"/>
                  </a:srgbClr>
                </a:gs>
                <a:gs pos="14286">
                  <a:srgbClr val="EEAEDA">
                    <a:alpha val="6721"/>
                  </a:srgbClr>
                </a:gs>
                <a:gs pos="28571">
                  <a:srgbClr val="EEAEDA">
                    <a:alpha val="5259"/>
                  </a:srgbClr>
                </a:gs>
                <a:gs pos="42857">
                  <a:srgbClr val="EEAEDA">
                    <a:alpha val="3481"/>
                  </a:srgbClr>
                </a:gs>
                <a:gs pos="57143">
                  <a:srgbClr val="EEAEDA">
                    <a:alpha val="1944"/>
                  </a:srgbClr>
                </a:gs>
                <a:gs pos="71429">
                  <a:srgbClr val="EEAEDA">
                    <a:alpha val="915"/>
                  </a:srgbClr>
                </a:gs>
                <a:gs pos="85714">
                  <a:srgbClr val="EEAEDA">
                    <a:alpha val="363"/>
                  </a:srgbClr>
                </a:gs>
                <a:gs pos="100000">
                  <a:srgbClr val="EEAEDA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3435020">
              <a:off x="697322" y="1795487"/>
              <a:ext cx="430480" cy="54221"/>
            </a:xfrm>
            <a:prstGeom prst="ellipse">
              <a:avLst/>
            </a:prstGeom>
            <a:gradFill>
              <a:gsLst>
                <a:gs pos="0">
                  <a:srgbClr val="FFF32F">
                    <a:alpha val="20756"/>
                  </a:srgbClr>
                </a:gs>
                <a:gs pos="14286">
                  <a:srgbClr val="FFF32F">
                    <a:alpha val="19251"/>
                  </a:srgbClr>
                </a:gs>
                <a:gs pos="28571">
                  <a:srgbClr val="FFF32F">
                    <a:alpha val="15297"/>
                  </a:srgbClr>
                </a:gs>
                <a:gs pos="42857">
                  <a:srgbClr val="FFF32F">
                    <a:alpha val="10318"/>
                  </a:srgbClr>
                </a:gs>
                <a:gs pos="57143">
                  <a:srgbClr val="FFF32F">
                    <a:alpha val="5856"/>
                  </a:srgbClr>
                </a:gs>
                <a:gs pos="71429">
                  <a:srgbClr val="FFF32F">
                    <a:alpha val="2785"/>
                  </a:srgbClr>
                </a:gs>
                <a:gs pos="85714">
                  <a:srgbClr val="FFF32F">
                    <a:alpha val="1111"/>
                  </a:srgbClr>
                </a:gs>
                <a:gs pos="100000">
                  <a:srgbClr val="FFF32F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9531103">
              <a:off x="1539115" y="2705041"/>
              <a:ext cx="245837" cy="230553"/>
            </a:xfrm>
            <a:prstGeom prst="ellipse">
              <a:avLst/>
            </a:prstGeom>
            <a:gradFill>
              <a:gsLst>
                <a:gs pos="0">
                  <a:srgbClr val="EB8D9F">
                    <a:alpha val="2513"/>
                  </a:srgbClr>
                </a:gs>
                <a:gs pos="14286">
                  <a:srgbClr val="EB8D9F">
                    <a:alpha val="2312"/>
                  </a:srgbClr>
                </a:gs>
                <a:gs pos="28571">
                  <a:srgbClr val="EB8D9F">
                    <a:alpha val="1800"/>
                  </a:srgbClr>
                </a:gs>
                <a:gs pos="42857">
                  <a:srgbClr val="EB8D9F">
                    <a:alpha val="1184"/>
                  </a:srgbClr>
                </a:gs>
                <a:gs pos="57143">
                  <a:srgbClr val="EB8D9F">
                    <a:alpha val="658"/>
                  </a:srgbClr>
                </a:gs>
                <a:gs pos="71429">
                  <a:srgbClr val="EB8D9F">
                    <a:alpha val="308"/>
                  </a:srgbClr>
                </a:gs>
                <a:gs pos="85714">
                  <a:srgbClr val="EB8D9F">
                    <a:alpha val="122"/>
                  </a:srgbClr>
                </a:gs>
                <a:gs pos="100000">
                  <a:srgbClr val="EB8D9F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5519000">
              <a:off x="-81255" y="2017788"/>
              <a:ext cx="301377" cy="236221"/>
            </a:xfrm>
            <a:prstGeom prst="ellipse">
              <a:avLst/>
            </a:prstGeom>
            <a:gradFill>
              <a:gsLst>
                <a:gs pos="0">
                  <a:srgbClr val="A64A21">
                    <a:alpha val="12590"/>
                  </a:srgbClr>
                </a:gs>
                <a:gs pos="14286">
                  <a:srgbClr val="A64A21">
                    <a:alpha val="11633"/>
                  </a:srgbClr>
                </a:gs>
                <a:gs pos="28571">
                  <a:srgbClr val="A64A21">
                    <a:alpha val="9156"/>
                  </a:srgbClr>
                </a:gs>
                <a:gs pos="42857">
                  <a:srgbClr val="A64A21">
                    <a:alpha val="6104"/>
                  </a:srgbClr>
                </a:gs>
                <a:gs pos="57143">
                  <a:srgbClr val="A64A21">
                    <a:alpha val="3430"/>
                  </a:srgbClr>
                </a:gs>
                <a:gs pos="71429">
                  <a:srgbClr val="A64A21">
                    <a:alpha val="1620"/>
                  </a:srgbClr>
                </a:gs>
                <a:gs pos="85714">
                  <a:srgbClr val="A64A21">
                    <a:alpha val="644"/>
                  </a:srgbClr>
                </a:gs>
                <a:gs pos="100000">
                  <a:srgbClr val="A64A21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3503774">
              <a:off x="913449" y="3391430"/>
              <a:ext cx="262725" cy="202600"/>
            </a:xfrm>
            <a:prstGeom prst="ellipse">
              <a:avLst/>
            </a:prstGeom>
            <a:gradFill>
              <a:gsLst>
                <a:gs pos="0">
                  <a:srgbClr val="7D004E">
                    <a:alpha val="6111"/>
                  </a:srgbClr>
                </a:gs>
                <a:gs pos="14286">
                  <a:srgbClr val="7D004E">
                    <a:alpha val="5631"/>
                  </a:srgbClr>
                </a:gs>
                <a:gs pos="28571">
                  <a:srgbClr val="7D004E">
                    <a:alpha val="4400"/>
                  </a:srgbClr>
                </a:gs>
                <a:gs pos="42857">
                  <a:srgbClr val="7D004E">
                    <a:alpha val="2908"/>
                  </a:srgbClr>
                </a:gs>
                <a:gs pos="57143">
                  <a:srgbClr val="7D004E">
                    <a:alpha val="1622"/>
                  </a:srgbClr>
                </a:gs>
                <a:gs pos="71429">
                  <a:srgbClr val="7D004E">
                    <a:alpha val="763"/>
                  </a:srgbClr>
                </a:gs>
                <a:gs pos="85714">
                  <a:srgbClr val="7D004E">
                    <a:alpha val="302"/>
                  </a:srgbClr>
                </a:gs>
                <a:gs pos="100000">
                  <a:srgbClr val="7D004E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-9050005">
              <a:off x="1092318" y="3411353"/>
              <a:ext cx="301107" cy="116196"/>
            </a:xfrm>
            <a:prstGeom prst="ellipse">
              <a:avLst/>
            </a:prstGeom>
            <a:gradFill>
              <a:gsLst>
                <a:gs pos="0">
                  <a:srgbClr val="003B39">
                    <a:alpha val="32968"/>
                  </a:srgbClr>
                </a:gs>
                <a:gs pos="14286">
                  <a:srgbClr val="003B39">
                    <a:alpha val="30764"/>
                  </a:srgbClr>
                </a:gs>
                <a:gs pos="28571">
                  <a:srgbClr val="003B39">
                    <a:alpha val="24833"/>
                  </a:srgbClr>
                </a:gs>
                <a:gs pos="42857">
                  <a:srgbClr val="003B39">
                    <a:alpha val="17075"/>
                  </a:srgbClr>
                </a:gs>
                <a:gs pos="57143">
                  <a:srgbClr val="003B39">
                    <a:alpha val="9855"/>
                  </a:srgbClr>
                </a:gs>
                <a:gs pos="71429">
                  <a:srgbClr val="003B39">
                    <a:alpha val="4740"/>
                  </a:srgbClr>
                </a:gs>
                <a:gs pos="85714">
                  <a:srgbClr val="003B39">
                    <a:alpha val="1902"/>
                  </a:srgbClr>
                </a:gs>
                <a:gs pos="100000">
                  <a:srgbClr val="003B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5139853">
              <a:off x="813041" y="277232"/>
              <a:ext cx="493254" cy="491078"/>
            </a:xfrm>
            <a:prstGeom prst="ellipse">
              <a:avLst/>
            </a:prstGeom>
            <a:gradFill>
              <a:gsLst>
                <a:gs pos="0">
                  <a:srgbClr val="FF46FF">
                    <a:alpha val="1977"/>
                  </a:srgbClr>
                </a:gs>
                <a:gs pos="14286">
                  <a:srgbClr val="FF46FF">
                    <a:alpha val="1819"/>
                  </a:srgbClr>
                </a:gs>
                <a:gs pos="28571">
                  <a:srgbClr val="FF46FF">
                    <a:alpha val="1415"/>
                  </a:srgbClr>
                </a:gs>
                <a:gs pos="42857">
                  <a:srgbClr val="FF46FF">
                    <a:alpha val="931"/>
                  </a:srgbClr>
                </a:gs>
                <a:gs pos="57143">
                  <a:srgbClr val="FF46FF">
                    <a:alpha val="517"/>
                  </a:srgbClr>
                </a:gs>
                <a:gs pos="71429">
                  <a:srgbClr val="FF46FF">
                    <a:alpha val="242"/>
                  </a:srgbClr>
                </a:gs>
                <a:gs pos="85714">
                  <a:srgbClr val="FF46FF">
                    <a:alpha val="96"/>
                  </a:srgbClr>
                </a:gs>
                <a:gs pos="100000">
                  <a:srgbClr val="FF46FF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2848697">
              <a:off x="737326" y="3316818"/>
              <a:ext cx="709703" cy="91141"/>
            </a:xfrm>
            <a:prstGeom prst="ellipse">
              <a:avLst/>
            </a:prstGeom>
            <a:gradFill>
              <a:gsLst>
                <a:gs pos="0">
                  <a:srgbClr val="641600">
                    <a:alpha val="32968"/>
                  </a:srgbClr>
                </a:gs>
                <a:gs pos="14286">
                  <a:srgbClr val="641600">
                    <a:alpha val="30764"/>
                  </a:srgbClr>
                </a:gs>
                <a:gs pos="28571">
                  <a:srgbClr val="641600">
                    <a:alpha val="24833"/>
                  </a:srgbClr>
                </a:gs>
                <a:gs pos="42857">
                  <a:srgbClr val="641600">
                    <a:alpha val="17075"/>
                  </a:srgbClr>
                </a:gs>
                <a:gs pos="57143">
                  <a:srgbClr val="641600">
                    <a:alpha val="9855"/>
                  </a:srgbClr>
                </a:gs>
                <a:gs pos="71429">
                  <a:srgbClr val="641600">
                    <a:alpha val="4740"/>
                  </a:srgbClr>
                </a:gs>
                <a:gs pos="85714">
                  <a:srgbClr val="641600">
                    <a:alpha val="1902"/>
                  </a:srgbClr>
                </a:gs>
                <a:gs pos="100000">
                  <a:srgbClr val="64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5549051">
              <a:off x="2529800" y="2054636"/>
              <a:ext cx="280575" cy="196709"/>
            </a:xfrm>
            <a:prstGeom prst="ellipse">
              <a:avLst/>
            </a:prstGeom>
            <a:gradFill>
              <a:gsLst>
                <a:gs pos="0">
                  <a:srgbClr val="8A008B">
                    <a:alpha val="12407"/>
                  </a:srgbClr>
                </a:gs>
                <a:gs pos="14286">
                  <a:srgbClr val="8A008B">
                    <a:alpha val="11464"/>
                  </a:srgbClr>
                </a:gs>
                <a:gs pos="28571">
                  <a:srgbClr val="8A008B">
                    <a:alpha val="9021"/>
                  </a:srgbClr>
                </a:gs>
                <a:gs pos="42857">
                  <a:srgbClr val="8A008B">
                    <a:alpha val="6013"/>
                  </a:srgbClr>
                </a:gs>
                <a:gs pos="57143">
                  <a:srgbClr val="8A008B">
                    <a:alpha val="3378"/>
                  </a:srgbClr>
                </a:gs>
                <a:gs pos="71429">
                  <a:srgbClr val="8A008B">
                    <a:alpha val="1595"/>
                  </a:srgbClr>
                </a:gs>
                <a:gs pos="85714">
                  <a:srgbClr val="8A008B">
                    <a:alpha val="634"/>
                  </a:srgbClr>
                </a:gs>
                <a:gs pos="100000">
                  <a:srgbClr val="8A008B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10382910">
              <a:off x="2708218" y="1337116"/>
              <a:ext cx="229618" cy="215005"/>
            </a:xfrm>
            <a:prstGeom prst="ellipse">
              <a:avLst/>
            </a:prstGeom>
            <a:gradFill>
              <a:gsLst>
                <a:gs pos="0">
                  <a:srgbClr val="003F64">
                    <a:alpha val="32968"/>
                  </a:srgbClr>
                </a:gs>
                <a:gs pos="14286">
                  <a:srgbClr val="003F64">
                    <a:alpha val="30764"/>
                  </a:srgbClr>
                </a:gs>
                <a:gs pos="28571">
                  <a:srgbClr val="003F64">
                    <a:alpha val="24833"/>
                  </a:srgbClr>
                </a:gs>
                <a:gs pos="42857">
                  <a:srgbClr val="003F64">
                    <a:alpha val="17075"/>
                  </a:srgbClr>
                </a:gs>
                <a:gs pos="57143">
                  <a:srgbClr val="003F64">
                    <a:alpha val="9855"/>
                  </a:srgbClr>
                </a:gs>
                <a:gs pos="71429">
                  <a:srgbClr val="003F64">
                    <a:alpha val="4740"/>
                  </a:srgbClr>
                </a:gs>
                <a:gs pos="85714">
                  <a:srgbClr val="003F64">
                    <a:alpha val="1902"/>
                  </a:srgbClr>
                </a:gs>
                <a:gs pos="100000">
                  <a:srgbClr val="003F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3615951">
              <a:off x="1631176" y="1706691"/>
              <a:ext cx="298240" cy="149641"/>
            </a:xfrm>
            <a:prstGeom prst="ellipse">
              <a:avLst/>
            </a:prstGeom>
            <a:gradFill>
              <a:gsLst>
                <a:gs pos="0">
                  <a:srgbClr val="AA92AB">
                    <a:alpha val="32968"/>
                  </a:srgbClr>
                </a:gs>
                <a:gs pos="14286">
                  <a:srgbClr val="AA92AB">
                    <a:alpha val="30764"/>
                  </a:srgbClr>
                </a:gs>
                <a:gs pos="28571">
                  <a:srgbClr val="AA92AB">
                    <a:alpha val="24833"/>
                  </a:srgbClr>
                </a:gs>
                <a:gs pos="42857">
                  <a:srgbClr val="AA92AB">
                    <a:alpha val="17075"/>
                  </a:srgbClr>
                </a:gs>
                <a:gs pos="57143">
                  <a:srgbClr val="AA92AB">
                    <a:alpha val="9855"/>
                  </a:srgbClr>
                </a:gs>
                <a:gs pos="71429">
                  <a:srgbClr val="AA92AB">
                    <a:alpha val="4740"/>
                  </a:srgbClr>
                </a:gs>
                <a:gs pos="85714">
                  <a:srgbClr val="AA92AB">
                    <a:alpha val="1902"/>
                  </a:srgbClr>
                </a:gs>
                <a:gs pos="100000">
                  <a:srgbClr val="AA92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6554339">
              <a:off x="2845692" y="831251"/>
              <a:ext cx="547949" cy="203478"/>
            </a:xfrm>
            <a:prstGeom prst="ellipse">
              <a:avLst/>
            </a:prstGeom>
            <a:gradFill>
              <a:gsLst>
                <a:gs pos="0">
                  <a:srgbClr val="DF89AC">
                    <a:alpha val="32968"/>
                  </a:srgbClr>
                </a:gs>
                <a:gs pos="14286">
                  <a:srgbClr val="DF89AC">
                    <a:alpha val="30764"/>
                  </a:srgbClr>
                </a:gs>
                <a:gs pos="28571">
                  <a:srgbClr val="DF89AC">
                    <a:alpha val="24833"/>
                  </a:srgbClr>
                </a:gs>
                <a:gs pos="42857">
                  <a:srgbClr val="DF89AC">
                    <a:alpha val="17075"/>
                  </a:srgbClr>
                </a:gs>
                <a:gs pos="57143">
                  <a:srgbClr val="DF89AC">
                    <a:alpha val="9855"/>
                  </a:srgbClr>
                </a:gs>
                <a:gs pos="71429">
                  <a:srgbClr val="DF89AC">
                    <a:alpha val="4740"/>
                  </a:srgbClr>
                </a:gs>
                <a:gs pos="85714">
                  <a:srgbClr val="DF89AC">
                    <a:alpha val="1902"/>
                  </a:srgbClr>
                </a:gs>
                <a:gs pos="100000">
                  <a:srgbClr val="DF89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5563123">
              <a:off x="1165648" y="2465154"/>
              <a:ext cx="573844" cy="331887"/>
            </a:xfrm>
            <a:prstGeom prst="ellipse">
              <a:avLst/>
            </a:prstGeom>
            <a:gradFill>
              <a:gsLst>
                <a:gs pos="0">
                  <a:srgbClr val="0080FF">
                    <a:alpha val="32938"/>
                  </a:srgbClr>
                </a:gs>
                <a:gs pos="14286">
                  <a:srgbClr val="0080FF">
                    <a:alpha val="30735"/>
                  </a:srgbClr>
                </a:gs>
                <a:gs pos="28571">
                  <a:srgbClr val="0080FF">
                    <a:alpha val="24809"/>
                  </a:srgbClr>
                </a:gs>
                <a:gs pos="42857">
                  <a:srgbClr val="0080FF">
                    <a:alpha val="17058"/>
                  </a:srgbClr>
                </a:gs>
                <a:gs pos="57143">
                  <a:srgbClr val="0080FF">
                    <a:alpha val="9844"/>
                  </a:srgbClr>
                </a:gs>
                <a:gs pos="71429">
                  <a:srgbClr val="0080FF">
                    <a:alpha val="4735"/>
                  </a:srgbClr>
                </a:gs>
                <a:gs pos="85714">
                  <a:srgbClr val="0080FF">
                    <a:alpha val="1900"/>
                  </a:srgbClr>
                </a:gs>
                <a:gs pos="100000">
                  <a:srgbClr val="008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-10362559">
              <a:off x="21804" y="2235927"/>
              <a:ext cx="246294" cy="243126"/>
            </a:xfrm>
            <a:prstGeom prst="ellipse">
              <a:avLst/>
            </a:prstGeom>
            <a:gradFill>
              <a:gsLst>
                <a:gs pos="0">
                  <a:srgbClr val="D76A67">
                    <a:alpha val="5029"/>
                  </a:srgbClr>
                </a:gs>
                <a:gs pos="14286">
                  <a:srgbClr val="D76A67">
                    <a:alpha val="4632"/>
                  </a:srgbClr>
                </a:gs>
                <a:gs pos="28571">
                  <a:srgbClr val="D76A67">
                    <a:alpha val="3615"/>
                  </a:srgbClr>
                </a:gs>
                <a:gs pos="42857">
                  <a:srgbClr val="D76A67">
                    <a:alpha val="2386"/>
                  </a:srgbClr>
                </a:gs>
                <a:gs pos="57143">
                  <a:srgbClr val="D76A67">
                    <a:alpha val="1329"/>
                  </a:srgbClr>
                </a:gs>
                <a:gs pos="71429">
                  <a:srgbClr val="D76A67">
                    <a:alpha val="625"/>
                  </a:srgbClr>
                </a:gs>
                <a:gs pos="85714">
                  <a:srgbClr val="D76A67">
                    <a:alpha val="247"/>
                  </a:srgbClr>
                </a:gs>
                <a:gs pos="100000">
                  <a:srgbClr val="D76A67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10029702">
              <a:off x="506452" y="454369"/>
              <a:ext cx="484862" cy="474090"/>
            </a:xfrm>
            <a:prstGeom prst="ellipse">
              <a:avLst/>
            </a:prstGeom>
            <a:gradFill>
              <a:gsLst>
                <a:gs pos="0">
                  <a:srgbClr val="B4002F">
                    <a:alpha val="4048"/>
                  </a:srgbClr>
                </a:gs>
                <a:gs pos="14286">
                  <a:srgbClr val="B4002F">
                    <a:alpha val="3727"/>
                  </a:srgbClr>
                </a:gs>
                <a:gs pos="28571">
                  <a:srgbClr val="B4002F">
                    <a:alpha val="2906"/>
                  </a:srgbClr>
                </a:gs>
                <a:gs pos="42857">
                  <a:srgbClr val="B4002F">
                    <a:alpha val="1916"/>
                  </a:srgbClr>
                </a:gs>
                <a:gs pos="57143">
                  <a:srgbClr val="B4002F">
                    <a:alpha val="1066"/>
                  </a:srgbClr>
                </a:gs>
                <a:gs pos="71429">
                  <a:srgbClr val="B4002F">
                    <a:alpha val="500"/>
                  </a:srgbClr>
                </a:gs>
                <a:gs pos="85714">
                  <a:srgbClr val="B4002F">
                    <a:alpha val="198"/>
                  </a:srgbClr>
                </a:gs>
                <a:gs pos="100000">
                  <a:srgbClr val="B4002F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-9380958">
              <a:off x="1869141" y="474794"/>
              <a:ext cx="606415" cy="60294"/>
            </a:xfrm>
            <a:prstGeom prst="ellipse">
              <a:avLst/>
            </a:prstGeom>
            <a:gradFill>
              <a:gsLst>
                <a:gs pos="0">
                  <a:srgbClr val="DB5268">
                    <a:alpha val="32968"/>
                  </a:srgbClr>
                </a:gs>
                <a:gs pos="14286">
                  <a:srgbClr val="DB5268">
                    <a:alpha val="30764"/>
                  </a:srgbClr>
                </a:gs>
                <a:gs pos="28571">
                  <a:srgbClr val="DB5268">
                    <a:alpha val="24833"/>
                  </a:srgbClr>
                </a:gs>
                <a:gs pos="42857">
                  <a:srgbClr val="DB5268">
                    <a:alpha val="17075"/>
                  </a:srgbClr>
                </a:gs>
                <a:gs pos="57143">
                  <a:srgbClr val="DB5268">
                    <a:alpha val="9855"/>
                  </a:srgbClr>
                </a:gs>
                <a:gs pos="71429">
                  <a:srgbClr val="DB5268">
                    <a:alpha val="4740"/>
                  </a:srgbClr>
                </a:gs>
                <a:gs pos="85714">
                  <a:srgbClr val="DB5268">
                    <a:alpha val="1902"/>
                  </a:srgbClr>
                </a:gs>
                <a:gs pos="100000">
                  <a:srgbClr val="DB52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3118835">
              <a:off x="1561152" y="2159010"/>
              <a:ext cx="251121" cy="58098"/>
            </a:xfrm>
            <a:prstGeom prst="ellipse">
              <a:avLst/>
            </a:prstGeom>
            <a:gradFill>
              <a:gsLst>
                <a:gs pos="0">
                  <a:srgbClr val="7F5097">
                    <a:alpha val="32968"/>
                  </a:srgbClr>
                </a:gs>
                <a:gs pos="14286">
                  <a:srgbClr val="7F5097">
                    <a:alpha val="30764"/>
                  </a:srgbClr>
                </a:gs>
                <a:gs pos="28571">
                  <a:srgbClr val="7F5097">
                    <a:alpha val="24833"/>
                  </a:srgbClr>
                </a:gs>
                <a:gs pos="42857">
                  <a:srgbClr val="7F5097">
                    <a:alpha val="17075"/>
                  </a:srgbClr>
                </a:gs>
                <a:gs pos="57143">
                  <a:srgbClr val="7F5097">
                    <a:alpha val="9855"/>
                  </a:srgbClr>
                </a:gs>
                <a:gs pos="71429">
                  <a:srgbClr val="7F5097">
                    <a:alpha val="4740"/>
                  </a:srgbClr>
                </a:gs>
                <a:gs pos="85714">
                  <a:srgbClr val="7F5097">
                    <a:alpha val="1902"/>
                  </a:srgbClr>
                </a:gs>
                <a:gs pos="100000">
                  <a:srgbClr val="7F5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9073544">
              <a:off x="799620" y="2339369"/>
              <a:ext cx="576626" cy="335780"/>
            </a:xfrm>
            <a:prstGeom prst="ellipse">
              <a:avLst/>
            </a:prstGeom>
            <a:gradFill>
              <a:gsLst>
                <a:gs pos="0">
                  <a:srgbClr val="90C0FF">
                    <a:alpha val="32968"/>
                  </a:srgbClr>
                </a:gs>
                <a:gs pos="14286">
                  <a:srgbClr val="90C0FF">
                    <a:alpha val="30764"/>
                  </a:srgbClr>
                </a:gs>
                <a:gs pos="28571">
                  <a:srgbClr val="90C0FF">
                    <a:alpha val="24833"/>
                  </a:srgbClr>
                </a:gs>
                <a:gs pos="42857">
                  <a:srgbClr val="90C0FF">
                    <a:alpha val="17075"/>
                  </a:srgbClr>
                </a:gs>
                <a:gs pos="57143">
                  <a:srgbClr val="90C0FF">
                    <a:alpha val="9855"/>
                  </a:srgbClr>
                </a:gs>
                <a:gs pos="71429">
                  <a:srgbClr val="90C0FF">
                    <a:alpha val="4740"/>
                  </a:srgbClr>
                </a:gs>
                <a:gs pos="85714">
                  <a:srgbClr val="90C0FF">
                    <a:alpha val="1902"/>
                  </a:srgbClr>
                </a:gs>
                <a:gs pos="100000">
                  <a:srgbClr val="90C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7386816">
              <a:off x="3112939" y="744198"/>
              <a:ext cx="484776" cy="230614"/>
            </a:xfrm>
            <a:prstGeom prst="ellipse">
              <a:avLst/>
            </a:prstGeom>
            <a:gradFill>
              <a:gsLst>
                <a:gs pos="0">
                  <a:srgbClr val="CA9694">
                    <a:alpha val="32968"/>
                  </a:srgbClr>
                </a:gs>
                <a:gs pos="14286">
                  <a:srgbClr val="CA9694">
                    <a:alpha val="30764"/>
                  </a:srgbClr>
                </a:gs>
                <a:gs pos="28571">
                  <a:srgbClr val="CA9694">
                    <a:alpha val="24833"/>
                  </a:srgbClr>
                </a:gs>
                <a:gs pos="42857">
                  <a:srgbClr val="CA9694">
                    <a:alpha val="17075"/>
                  </a:srgbClr>
                </a:gs>
                <a:gs pos="57143">
                  <a:srgbClr val="CA9694">
                    <a:alpha val="9855"/>
                  </a:srgbClr>
                </a:gs>
                <a:gs pos="71429">
                  <a:srgbClr val="CA9694">
                    <a:alpha val="4740"/>
                  </a:srgbClr>
                </a:gs>
                <a:gs pos="85714">
                  <a:srgbClr val="CA9694">
                    <a:alpha val="1902"/>
                  </a:srgbClr>
                </a:gs>
                <a:gs pos="100000">
                  <a:srgbClr val="CA96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7787166">
              <a:off x="978619" y="2436861"/>
              <a:ext cx="482802" cy="158129"/>
            </a:xfrm>
            <a:prstGeom prst="ellipse">
              <a:avLst/>
            </a:prstGeom>
            <a:gradFill>
              <a:gsLst>
                <a:gs pos="0">
                  <a:srgbClr val="0045BF">
                    <a:alpha val="12592"/>
                  </a:srgbClr>
                </a:gs>
                <a:gs pos="14286">
                  <a:srgbClr val="0045BF">
                    <a:alpha val="11635"/>
                  </a:srgbClr>
                </a:gs>
                <a:gs pos="28571">
                  <a:srgbClr val="0045BF">
                    <a:alpha val="9157"/>
                  </a:srgbClr>
                </a:gs>
                <a:gs pos="42857">
                  <a:srgbClr val="0045BF">
                    <a:alpha val="6105"/>
                  </a:srgbClr>
                </a:gs>
                <a:gs pos="57143">
                  <a:srgbClr val="0045BF">
                    <a:alpha val="3430"/>
                  </a:srgbClr>
                </a:gs>
                <a:gs pos="71429">
                  <a:srgbClr val="0045BF">
                    <a:alpha val="1621"/>
                  </a:srgbClr>
                </a:gs>
                <a:gs pos="85714">
                  <a:srgbClr val="0045BF">
                    <a:alpha val="644"/>
                  </a:srgbClr>
                </a:gs>
                <a:gs pos="100000">
                  <a:srgbClr val="0045BF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-9034454">
              <a:off x="1711569" y="1707737"/>
              <a:ext cx="307722" cy="230175"/>
            </a:xfrm>
            <a:prstGeom prst="ellipse">
              <a:avLst/>
            </a:prstGeom>
            <a:gradFill>
              <a:gsLst>
                <a:gs pos="0">
                  <a:srgbClr val="AD809F">
                    <a:alpha val="32968"/>
                  </a:srgbClr>
                </a:gs>
                <a:gs pos="14286">
                  <a:srgbClr val="AD809F">
                    <a:alpha val="30764"/>
                  </a:srgbClr>
                </a:gs>
                <a:gs pos="28571">
                  <a:srgbClr val="AD809F">
                    <a:alpha val="24833"/>
                  </a:srgbClr>
                </a:gs>
                <a:gs pos="42857">
                  <a:srgbClr val="AD809F">
                    <a:alpha val="17075"/>
                  </a:srgbClr>
                </a:gs>
                <a:gs pos="57143">
                  <a:srgbClr val="AD809F">
                    <a:alpha val="9855"/>
                  </a:srgbClr>
                </a:gs>
                <a:gs pos="71429">
                  <a:srgbClr val="AD809F">
                    <a:alpha val="4740"/>
                  </a:srgbClr>
                </a:gs>
                <a:gs pos="85714">
                  <a:srgbClr val="AD809F">
                    <a:alpha val="1902"/>
                  </a:srgbClr>
                </a:gs>
                <a:gs pos="100000">
                  <a:srgbClr val="AD80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7130822">
              <a:off x="2973408" y="1948722"/>
              <a:ext cx="456290" cy="130723"/>
            </a:xfrm>
            <a:prstGeom prst="ellipse">
              <a:avLst/>
            </a:prstGeom>
            <a:gradFill>
              <a:gsLst>
                <a:gs pos="0">
                  <a:srgbClr val="BA3E65">
                    <a:alpha val="11847"/>
                  </a:srgbClr>
                </a:gs>
                <a:gs pos="14286">
                  <a:srgbClr val="BA3E65">
                    <a:alpha val="10943"/>
                  </a:srgbClr>
                </a:gs>
                <a:gs pos="28571">
                  <a:srgbClr val="BA3E65">
                    <a:alpha val="8605"/>
                  </a:srgbClr>
                </a:gs>
                <a:gs pos="42857">
                  <a:srgbClr val="BA3E65">
                    <a:alpha val="5731"/>
                  </a:srgbClr>
                </a:gs>
                <a:gs pos="57143">
                  <a:srgbClr val="BA3E65">
                    <a:alpha val="3218"/>
                  </a:srgbClr>
                </a:gs>
                <a:gs pos="71429">
                  <a:srgbClr val="BA3E65">
                    <a:alpha val="1519"/>
                  </a:srgbClr>
                </a:gs>
                <a:gs pos="85714">
                  <a:srgbClr val="BA3E65">
                    <a:alpha val="604"/>
                  </a:srgbClr>
                </a:gs>
                <a:gs pos="100000">
                  <a:srgbClr val="BA3E65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-9429956">
              <a:off x="849035" y="3496450"/>
              <a:ext cx="564456" cy="143453"/>
            </a:xfrm>
            <a:prstGeom prst="ellipse">
              <a:avLst/>
            </a:prstGeom>
            <a:gradFill>
              <a:gsLst>
                <a:gs pos="0">
                  <a:srgbClr val="F86858">
                    <a:alpha val="32968"/>
                  </a:srgbClr>
                </a:gs>
                <a:gs pos="14286">
                  <a:srgbClr val="F86858">
                    <a:alpha val="30764"/>
                  </a:srgbClr>
                </a:gs>
                <a:gs pos="28571">
                  <a:srgbClr val="F86858">
                    <a:alpha val="24833"/>
                  </a:srgbClr>
                </a:gs>
                <a:gs pos="42857">
                  <a:srgbClr val="F86858">
                    <a:alpha val="17075"/>
                  </a:srgbClr>
                </a:gs>
                <a:gs pos="57143">
                  <a:srgbClr val="F86858">
                    <a:alpha val="9855"/>
                  </a:srgbClr>
                </a:gs>
                <a:gs pos="71429">
                  <a:srgbClr val="F86858">
                    <a:alpha val="4740"/>
                  </a:srgbClr>
                </a:gs>
                <a:gs pos="85714">
                  <a:srgbClr val="F86858">
                    <a:alpha val="1902"/>
                  </a:srgbClr>
                </a:gs>
                <a:gs pos="100000">
                  <a:srgbClr val="F868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9819100">
              <a:off x="1670300" y="1662589"/>
              <a:ext cx="347146" cy="144969"/>
            </a:xfrm>
            <a:prstGeom prst="ellipse">
              <a:avLst/>
            </a:prstGeom>
            <a:gradFill>
              <a:gsLst>
                <a:gs pos="0">
                  <a:srgbClr val="985B6E">
                    <a:alpha val="32968"/>
                  </a:srgbClr>
                </a:gs>
                <a:gs pos="14286">
                  <a:srgbClr val="985B6E">
                    <a:alpha val="30764"/>
                  </a:srgbClr>
                </a:gs>
                <a:gs pos="28571">
                  <a:srgbClr val="985B6E">
                    <a:alpha val="24833"/>
                  </a:srgbClr>
                </a:gs>
                <a:gs pos="42857">
                  <a:srgbClr val="985B6E">
                    <a:alpha val="17075"/>
                  </a:srgbClr>
                </a:gs>
                <a:gs pos="57143">
                  <a:srgbClr val="985B6E">
                    <a:alpha val="9855"/>
                  </a:srgbClr>
                </a:gs>
                <a:gs pos="71429">
                  <a:srgbClr val="985B6E">
                    <a:alpha val="4740"/>
                  </a:srgbClr>
                </a:gs>
                <a:gs pos="85714">
                  <a:srgbClr val="985B6E">
                    <a:alpha val="1902"/>
                  </a:srgbClr>
                </a:gs>
                <a:gs pos="100000">
                  <a:srgbClr val="985B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6257355">
              <a:off x="367152" y="2459660"/>
              <a:ext cx="603011" cy="237841"/>
            </a:xfrm>
            <a:prstGeom prst="ellipse">
              <a:avLst/>
            </a:prstGeom>
            <a:gradFill>
              <a:gsLst>
                <a:gs pos="0">
                  <a:srgbClr val="F5C400">
                    <a:alpha val="32182"/>
                  </a:srgbClr>
                </a:gs>
                <a:gs pos="14286">
                  <a:srgbClr val="F5C400">
                    <a:alpha val="30018"/>
                  </a:srgbClr>
                </a:gs>
                <a:gs pos="28571">
                  <a:srgbClr val="F5C400">
                    <a:alpha val="24205"/>
                  </a:srgbClr>
                </a:gs>
                <a:gs pos="42857">
                  <a:srgbClr val="F5C400">
                    <a:alpha val="16622"/>
                  </a:srgbClr>
                </a:gs>
                <a:gs pos="57143">
                  <a:srgbClr val="F5C400">
                    <a:alpha val="9582"/>
                  </a:srgbClr>
                </a:gs>
                <a:gs pos="71429">
                  <a:srgbClr val="F5C400">
                    <a:alpha val="4606"/>
                  </a:srgbClr>
                </a:gs>
                <a:gs pos="85714">
                  <a:srgbClr val="F5C400">
                    <a:alpha val="1847"/>
                  </a:srgbClr>
                </a:gs>
                <a:gs pos="100000">
                  <a:srgbClr val="F5C400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6626533">
              <a:off x="366238" y="2426698"/>
              <a:ext cx="532260" cy="193253"/>
            </a:xfrm>
            <a:prstGeom prst="ellipse">
              <a:avLst/>
            </a:prstGeom>
            <a:gradFill>
              <a:gsLst>
                <a:gs pos="0">
                  <a:srgbClr val="E8C33D">
                    <a:alpha val="32968"/>
                  </a:srgbClr>
                </a:gs>
                <a:gs pos="14286">
                  <a:srgbClr val="E8C33D">
                    <a:alpha val="30764"/>
                  </a:srgbClr>
                </a:gs>
                <a:gs pos="28571">
                  <a:srgbClr val="E8C33D">
                    <a:alpha val="24833"/>
                  </a:srgbClr>
                </a:gs>
                <a:gs pos="42857">
                  <a:srgbClr val="E8C33D">
                    <a:alpha val="17075"/>
                  </a:srgbClr>
                </a:gs>
                <a:gs pos="57143">
                  <a:srgbClr val="E8C33D">
                    <a:alpha val="9855"/>
                  </a:srgbClr>
                </a:gs>
                <a:gs pos="71429">
                  <a:srgbClr val="E8C33D">
                    <a:alpha val="4740"/>
                  </a:srgbClr>
                </a:gs>
                <a:gs pos="85714">
                  <a:srgbClr val="E8C33D">
                    <a:alpha val="1902"/>
                  </a:srgbClr>
                </a:gs>
                <a:gs pos="100000">
                  <a:srgbClr val="E8C3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6625032">
              <a:off x="2436321" y="2108327"/>
              <a:ext cx="516017" cy="132149"/>
            </a:xfrm>
            <a:prstGeom prst="ellipse">
              <a:avLst/>
            </a:prstGeom>
            <a:gradFill>
              <a:gsLst>
                <a:gs pos="0">
                  <a:srgbClr val="FFD2E6">
                    <a:alpha val="18354"/>
                  </a:srgbClr>
                </a:gs>
                <a:gs pos="14286">
                  <a:srgbClr val="FFD2E6">
                    <a:alpha val="17004"/>
                  </a:srgbClr>
                </a:gs>
                <a:gs pos="28571">
                  <a:srgbClr val="FFD2E6">
                    <a:alpha val="13473"/>
                  </a:srgbClr>
                </a:gs>
                <a:gs pos="42857">
                  <a:srgbClr val="FFD2E6">
                    <a:alpha val="9055"/>
                  </a:srgbClr>
                </a:gs>
                <a:gs pos="57143">
                  <a:srgbClr val="FFD2E6">
                    <a:alpha val="5124"/>
                  </a:srgbClr>
                </a:gs>
                <a:gs pos="71429">
                  <a:srgbClr val="FFD2E6">
                    <a:alpha val="2432"/>
                  </a:srgbClr>
                </a:gs>
                <a:gs pos="85714">
                  <a:srgbClr val="FFD2E6">
                    <a:alpha val="969"/>
                  </a:srgbClr>
                </a:gs>
                <a:gs pos="100000">
                  <a:srgbClr val="FFD2E6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9563934">
              <a:off x="1116542" y="2785047"/>
              <a:ext cx="753017" cy="183158"/>
            </a:xfrm>
            <a:prstGeom prst="ellipse">
              <a:avLst/>
            </a:prstGeom>
            <a:gradFill>
              <a:gsLst>
                <a:gs pos="0">
                  <a:srgbClr val="A598FF">
                    <a:alpha val="13285"/>
                  </a:srgbClr>
                </a:gs>
                <a:gs pos="14286">
                  <a:srgbClr val="A598FF">
                    <a:alpha val="12279"/>
                  </a:srgbClr>
                </a:gs>
                <a:gs pos="28571">
                  <a:srgbClr val="A598FF">
                    <a:alpha val="9672"/>
                  </a:srgbClr>
                </a:gs>
                <a:gs pos="42857">
                  <a:srgbClr val="A598FF">
                    <a:alpha val="6455"/>
                  </a:srgbClr>
                </a:gs>
                <a:gs pos="57143">
                  <a:srgbClr val="A598FF">
                    <a:alpha val="3630"/>
                  </a:srgbClr>
                </a:gs>
                <a:gs pos="71429">
                  <a:srgbClr val="A598FF">
                    <a:alpha val="1716"/>
                  </a:srgbClr>
                </a:gs>
                <a:gs pos="85714">
                  <a:srgbClr val="A598FF">
                    <a:alpha val="682"/>
                  </a:srgbClr>
                </a:gs>
                <a:gs pos="100000">
                  <a:srgbClr val="A598FF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7040457">
              <a:off x="2043153" y="1943482"/>
              <a:ext cx="369408" cy="85861"/>
            </a:xfrm>
            <a:prstGeom prst="ellipse">
              <a:avLst/>
            </a:prstGeom>
            <a:gradFill>
              <a:gsLst>
                <a:gs pos="0">
                  <a:srgbClr val="B6A1FF">
                    <a:alpha val="32968"/>
                  </a:srgbClr>
                </a:gs>
                <a:gs pos="14286">
                  <a:srgbClr val="B6A1FF">
                    <a:alpha val="30764"/>
                  </a:srgbClr>
                </a:gs>
                <a:gs pos="28571">
                  <a:srgbClr val="B6A1FF">
                    <a:alpha val="24833"/>
                  </a:srgbClr>
                </a:gs>
                <a:gs pos="42857">
                  <a:srgbClr val="B6A1FF">
                    <a:alpha val="17075"/>
                  </a:srgbClr>
                </a:gs>
                <a:gs pos="57143">
                  <a:srgbClr val="B6A1FF">
                    <a:alpha val="9855"/>
                  </a:srgbClr>
                </a:gs>
                <a:gs pos="71429">
                  <a:srgbClr val="B6A1FF">
                    <a:alpha val="4740"/>
                  </a:srgbClr>
                </a:gs>
                <a:gs pos="85714">
                  <a:srgbClr val="B6A1FF">
                    <a:alpha val="1902"/>
                  </a:srgbClr>
                </a:gs>
                <a:gs pos="100000">
                  <a:srgbClr val="B6A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3724941">
              <a:off x="671456" y="1841510"/>
              <a:ext cx="487252" cy="142571"/>
            </a:xfrm>
            <a:prstGeom prst="ellipse">
              <a:avLst/>
            </a:prstGeom>
            <a:gradFill>
              <a:gsLst>
                <a:gs pos="0">
                  <a:srgbClr val="FCE770">
                    <a:alpha val="31255"/>
                  </a:srgbClr>
                </a:gs>
                <a:gs pos="14286">
                  <a:srgbClr val="FCE770">
                    <a:alpha val="29139"/>
                  </a:srgbClr>
                </a:gs>
                <a:gs pos="28571">
                  <a:srgbClr val="FCE770">
                    <a:alpha val="23467"/>
                  </a:srgbClr>
                </a:gs>
                <a:gs pos="42857">
                  <a:srgbClr val="FCE770">
                    <a:alpha val="16090"/>
                  </a:srgbClr>
                </a:gs>
                <a:gs pos="57143">
                  <a:srgbClr val="FCE770">
                    <a:alpha val="9263"/>
                  </a:srgbClr>
                </a:gs>
                <a:gs pos="71429">
                  <a:srgbClr val="FCE770">
                    <a:alpha val="4448"/>
                  </a:srgbClr>
                </a:gs>
                <a:gs pos="85714">
                  <a:srgbClr val="FCE770">
                    <a:alpha val="1783"/>
                  </a:srgbClr>
                </a:gs>
                <a:gs pos="100000">
                  <a:srgbClr val="FCE770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8481439">
              <a:off x="1666495" y="2501355"/>
              <a:ext cx="632138" cy="255113"/>
            </a:xfrm>
            <a:prstGeom prst="ellipse">
              <a:avLst/>
            </a:prstGeom>
            <a:gradFill>
              <a:gsLst>
                <a:gs pos="0">
                  <a:srgbClr val="A00062">
                    <a:alpha val="28485"/>
                  </a:srgbClr>
                </a:gs>
                <a:gs pos="14286">
                  <a:srgbClr val="A00062">
                    <a:alpha val="26519"/>
                  </a:srgbClr>
                </a:gs>
                <a:gs pos="28571">
                  <a:srgbClr val="A00062">
                    <a:alpha val="21279"/>
                  </a:srgbClr>
                </a:gs>
                <a:gs pos="42857">
                  <a:srgbClr val="A00062">
                    <a:alpha val="14524"/>
                  </a:srgbClr>
                </a:gs>
                <a:gs pos="57143">
                  <a:srgbClr val="A00062">
                    <a:alpha val="8329"/>
                  </a:srgbClr>
                </a:gs>
                <a:gs pos="71429">
                  <a:srgbClr val="A00062">
                    <a:alpha val="3989"/>
                  </a:srgbClr>
                </a:gs>
                <a:gs pos="85714">
                  <a:srgbClr val="A00062">
                    <a:alpha val="1597"/>
                  </a:srgbClr>
                </a:gs>
                <a:gs pos="100000">
                  <a:srgbClr val="A00062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9146280">
              <a:off x="2747919" y="1659048"/>
              <a:ext cx="754895" cy="179500"/>
            </a:xfrm>
            <a:prstGeom prst="ellipse">
              <a:avLst/>
            </a:prstGeom>
            <a:gradFill>
              <a:gsLst>
                <a:gs pos="0">
                  <a:srgbClr val="AD3630">
                    <a:alpha val="32968"/>
                  </a:srgbClr>
                </a:gs>
                <a:gs pos="14286">
                  <a:srgbClr val="AD3630">
                    <a:alpha val="30764"/>
                  </a:srgbClr>
                </a:gs>
                <a:gs pos="28571">
                  <a:srgbClr val="AD3630">
                    <a:alpha val="24833"/>
                  </a:srgbClr>
                </a:gs>
                <a:gs pos="42857">
                  <a:srgbClr val="AD3630">
                    <a:alpha val="17075"/>
                  </a:srgbClr>
                </a:gs>
                <a:gs pos="57143">
                  <a:srgbClr val="AD3630">
                    <a:alpha val="9855"/>
                  </a:srgbClr>
                </a:gs>
                <a:gs pos="71429">
                  <a:srgbClr val="AD3630">
                    <a:alpha val="4740"/>
                  </a:srgbClr>
                </a:gs>
                <a:gs pos="85714">
                  <a:srgbClr val="AD3630">
                    <a:alpha val="1902"/>
                  </a:srgbClr>
                </a:gs>
                <a:gs pos="100000">
                  <a:srgbClr val="AD36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-10702105">
              <a:off x="3068763" y="110331"/>
              <a:ext cx="569787" cy="278959"/>
            </a:xfrm>
            <a:prstGeom prst="ellipse">
              <a:avLst/>
            </a:prstGeom>
            <a:gradFill>
              <a:gsLst>
                <a:gs pos="0">
                  <a:srgbClr val="DCB5D9">
                    <a:alpha val="32968"/>
                  </a:srgbClr>
                </a:gs>
                <a:gs pos="14286">
                  <a:srgbClr val="DCB5D9">
                    <a:alpha val="30764"/>
                  </a:srgbClr>
                </a:gs>
                <a:gs pos="28571">
                  <a:srgbClr val="DCB5D9">
                    <a:alpha val="24833"/>
                  </a:srgbClr>
                </a:gs>
                <a:gs pos="42857">
                  <a:srgbClr val="DCB5D9">
                    <a:alpha val="17075"/>
                  </a:srgbClr>
                </a:gs>
                <a:gs pos="57143">
                  <a:srgbClr val="DCB5D9">
                    <a:alpha val="9855"/>
                  </a:srgbClr>
                </a:gs>
                <a:gs pos="71429">
                  <a:srgbClr val="DCB5D9">
                    <a:alpha val="4740"/>
                  </a:srgbClr>
                </a:gs>
                <a:gs pos="85714">
                  <a:srgbClr val="DCB5D9">
                    <a:alpha val="1902"/>
                  </a:srgbClr>
                </a:gs>
                <a:gs pos="100000">
                  <a:srgbClr val="DCB5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10133873">
              <a:off x="1609218" y="3346865"/>
              <a:ext cx="460574" cy="269854"/>
            </a:xfrm>
            <a:prstGeom prst="ellipse">
              <a:avLst/>
            </a:prstGeom>
            <a:gradFill>
              <a:gsLst>
                <a:gs pos="0">
                  <a:srgbClr val="984D43">
                    <a:alpha val="32968"/>
                  </a:srgbClr>
                </a:gs>
                <a:gs pos="14286">
                  <a:srgbClr val="984D43">
                    <a:alpha val="30764"/>
                  </a:srgbClr>
                </a:gs>
                <a:gs pos="28571">
                  <a:srgbClr val="984D43">
                    <a:alpha val="24833"/>
                  </a:srgbClr>
                </a:gs>
                <a:gs pos="42857">
                  <a:srgbClr val="984D43">
                    <a:alpha val="17075"/>
                  </a:srgbClr>
                </a:gs>
                <a:gs pos="57143">
                  <a:srgbClr val="984D43">
                    <a:alpha val="9855"/>
                  </a:srgbClr>
                </a:gs>
                <a:gs pos="71429">
                  <a:srgbClr val="984D43">
                    <a:alpha val="4740"/>
                  </a:srgbClr>
                </a:gs>
                <a:gs pos="85714">
                  <a:srgbClr val="984D43">
                    <a:alpha val="1902"/>
                  </a:srgbClr>
                </a:gs>
                <a:gs pos="100000">
                  <a:srgbClr val="984D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4417408">
              <a:off x="2277433" y="914666"/>
              <a:ext cx="647408" cy="52161"/>
            </a:xfrm>
            <a:prstGeom prst="ellipse">
              <a:avLst/>
            </a:prstGeom>
            <a:gradFill>
              <a:gsLst>
                <a:gs pos="0">
                  <a:srgbClr val="C00A50">
                    <a:alpha val="32968"/>
                  </a:srgbClr>
                </a:gs>
                <a:gs pos="14286">
                  <a:srgbClr val="C00A50">
                    <a:alpha val="30764"/>
                  </a:srgbClr>
                </a:gs>
                <a:gs pos="28571">
                  <a:srgbClr val="C00A50">
                    <a:alpha val="24833"/>
                  </a:srgbClr>
                </a:gs>
                <a:gs pos="42857">
                  <a:srgbClr val="C00A50">
                    <a:alpha val="17075"/>
                  </a:srgbClr>
                </a:gs>
                <a:gs pos="57143">
                  <a:srgbClr val="C00A50">
                    <a:alpha val="9855"/>
                  </a:srgbClr>
                </a:gs>
                <a:gs pos="71429">
                  <a:srgbClr val="C00A50">
                    <a:alpha val="4740"/>
                  </a:srgbClr>
                </a:gs>
                <a:gs pos="85714">
                  <a:srgbClr val="C00A50">
                    <a:alpha val="1902"/>
                  </a:srgbClr>
                </a:gs>
                <a:gs pos="100000">
                  <a:srgbClr val="C00A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8592302">
              <a:off x="1132515" y="2832551"/>
              <a:ext cx="595731" cy="283266"/>
            </a:xfrm>
            <a:prstGeom prst="ellipse">
              <a:avLst/>
            </a:prstGeom>
            <a:gradFill>
              <a:gsLst>
                <a:gs pos="0">
                  <a:srgbClr val="6B3C7E">
                    <a:alpha val="16302"/>
                  </a:srgbClr>
                </a:gs>
                <a:gs pos="14286">
                  <a:srgbClr val="6B3C7E">
                    <a:alpha val="15088"/>
                  </a:srgbClr>
                </a:gs>
                <a:gs pos="28571">
                  <a:srgbClr val="6B3C7E">
                    <a:alpha val="11926"/>
                  </a:srgbClr>
                </a:gs>
                <a:gs pos="42857">
                  <a:srgbClr val="6B3C7E">
                    <a:alpha val="7992"/>
                  </a:srgbClr>
                </a:gs>
                <a:gs pos="57143">
                  <a:srgbClr val="6B3C7E">
                    <a:alpha val="4511"/>
                  </a:srgbClr>
                </a:gs>
                <a:gs pos="71429">
                  <a:srgbClr val="6B3C7E">
                    <a:alpha val="2137"/>
                  </a:srgbClr>
                </a:gs>
                <a:gs pos="85714">
                  <a:srgbClr val="6B3C7E">
                    <a:alpha val="851"/>
                  </a:srgbClr>
                </a:gs>
                <a:gs pos="100000">
                  <a:srgbClr val="6B3C7E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8160972">
              <a:off x="2892156" y="2097890"/>
              <a:ext cx="269511" cy="194640"/>
            </a:xfrm>
            <a:prstGeom prst="ellipse">
              <a:avLst/>
            </a:prstGeom>
            <a:gradFill>
              <a:gsLst>
                <a:gs pos="0">
                  <a:srgbClr val="D60000">
                    <a:alpha val="32968"/>
                  </a:srgbClr>
                </a:gs>
                <a:gs pos="14286">
                  <a:srgbClr val="D60000">
                    <a:alpha val="30764"/>
                  </a:srgbClr>
                </a:gs>
                <a:gs pos="28571">
                  <a:srgbClr val="D60000">
                    <a:alpha val="24833"/>
                  </a:srgbClr>
                </a:gs>
                <a:gs pos="42857">
                  <a:srgbClr val="D60000">
                    <a:alpha val="17075"/>
                  </a:srgbClr>
                </a:gs>
                <a:gs pos="57143">
                  <a:srgbClr val="D60000">
                    <a:alpha val="9855"/>
                  </a:srgbClr>
                </a:gs>
                <a:gs pos="71429">
                  <a:srgbClr val="D60000">
                    <a:alpha val="4740"/>
                  </a:srgbClr>
                </a:gs>
                <a:gs pos="85714">
                  <a:srgbClr val="D60000">
                    <a:alpha val="1902"/>
                  </a:srgbClr>
                </a:gs>
                <a:gs pos="100000">
                  <a:srgbClr val="D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-10289359">
              <a:off x="1807549" y="1730427"/>
              <a:ext cx="588046" cy="120390"/>
            </a:xfrm>
            <a:prstGeom prst="ellipse">
              <a:avLst/>
            </a:prstGeom>
            <a:gradFill>
              <a:gsLst>
                <a:gs pos="0">
                  <a:srgbClr val="D2969F">
                    <a:alpha val="24440"/>
                  </a:srgbClr>
                </a:gs>
                <a:gs pos="14286">
                  <a:srgbClr val="D2969F">
                    <a:alpha val="22708"/>
                  </a:srgbClr>
                </a:gs>
                <a:gs pos="28571">
                  <a:srgbClr val="D2969F">
                    <a:alpha val="18127"/>
                  </a:srgbClr>
                </a:gs>
                <a:gs pos="42857">
                  <a:srgbClr val="D2969F">
                    <a:alpha val="12294"/>
                  </a:srgbClr>
                </a:gs>
                <a:gs pos="57143">
                  <a:srgbClr val="D2969F">
                    <a:alpha val="7011"/>
                  </a:srgbClr>
                </a:gs>
                <a:gs pos="71429">
                  <a:srgbClr val="D2969F">
                    <a:alpha val="3345"/>
                  </a:srgbClr>
                </a:gs>
                <a:gs pos="85714">
                  <a:srgbClr val="D2969F">
                    <a:alpha val="1336"/>
                  </a:srgbClr>
                </a:gs>
                <a:gs pos="100000">
                  <a:srgbClr val="D2969F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8528611">
              <a:off x="1928596" y="2446331"/>
              <a:ext cx="574065" cy="212843"/>
            </a:xfrm>
            <a:prstGeom prst="ellipse">
              <a:avLst/>
            </a:prstGeom>
            <a:gradFill>
              <a:gsLst>
                <a:gs pos="0">
                  <a:srgbClr val="E40070">
                    <a:alpha val="3641"/>
                  </a:srgbClr>
                </a:gs>
                <a:gs pos="14286">
                  <a:srgbClr val="E40070">
                    <a:alpha val="3351"/>
                  </a:srgbClr>
                </a:gs>
                <a:gs pos="28571">
                  <a:srgbClr val="E40070">
                    <a:alpha val="2612"/>
                  </a:srgbClr>
                </a:gs>
                <a:gs pos="42857">
                  <a:srgbClr val="E40070">
                    <a:alpha val="1721"/>
                  </a:srgbClr>
                </a:gs>
                <a:gs pos="57143">
                  <a:srgbClr val="E40070">
                    <a:alpha val="957"/>
                  </a:srgbClr>
                </a:gs>
                <a:gs pos="71429">
                  <a:srgbClr val="E40070">
                    <a:alpha val="449"/>
                  </a:srgbClr>
                </a:gs>
                <a:gs pos="85714">
                  <a:srgbClr val="E40070">
                    <a:alpha val="178"/>
                  </a:srgbClr>
                </a:gs>
                <a:gs pos="100000">
                  <a:srgbClr val="E4007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8455396">
              <a:off x="1938776" y="2302753"/>
              <a:ext cx="536331" cy="310662"/>
            </a:xfrm>
            <a:prstGeom prst="ellipse">
              <a:avLst/>
            </a:prstGeom>
            <a:gradFill>
              <a:gsLst>
                <a:gs pos="0">
                  <a:srgbClr val="A23A65">
                    <a:alpha val="26812"/>
                  </a:srgbClr>
                </a:gs>
                <a:gs pos="14286">
                  <a:srgbClr val="A23A65">
                    <a:alpha val="24940"/>
                  </a:srgbClr>
                </a:gs>
                <a:gs pos="28571">
                  <a:srgbClr val="A23A65">
                    <a:alpha val="19969"/>
                  </a:srgbClr>
                </a:gs>
                <a:gs pos="42857">
                  <a:srgbClr val="A23A65">
                    <a:alpha val="13594"/>
                  </a:srgbClr>
                </a:gs>
                <a:gs pos="57143">
                  <a:srgbClr val="A23A65">
                    <a:alpha val="7777"/>
                  </a:srgbClr>
                </a:gs>
                <a:gs pos="71429">
                  <a:srgbClr val="A23A65">
                    <a:alpha val="3719"/>
                  </a:srgbClr>
                </a:gs>
                <a:gs pos="85714">
                  <a:srgbClr val="A23A65">
                    <a:alpha val="1487"/>
                  </a:srgbClr>
                </a:gs>
                <a:gs pos="100000">
                  <a:srgbClr val="A23A65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9430880">
              <a:off x="-298493" y="3243586"/>
              <a:ext cx="729330" cy="124328"/>
            </a:xfrm>
            <a:prstGeom prst="ellipse">
              <a:avLst/>
            </a:prstGeom>
            <a:gradFill>
              <a:gsLst>
                <a:gs pos="0">
                  <a:srgbClr val="C57500">
                    <a:alpha val="32968"/>
                  </a:srgbClr>
                </a:gs>
                <a:gs pos="14286">
                  <a:srgbClr val="C57500">
                    <a:alpha val="30764"/>
                  </a:srgbClr>
                </a:gs>
                <a:gs pos="28571">
                  <a:srgbClr val="C57500">
                    <a:alpha val="24833"/>
                  </a:srgbClr>
                </a:gs>
                <a:gs pos="42857">
                  <a:srgbClr val="C57500">
                    <a:alpha val="17075"/>
                  </a:srgbClr>
                </a:gs>
                <a:gs pos="57143">
                  <a:srgbClr val="C57500">
                    <a:alpha val="9855"/>
                  </a:srgbClr>
                </a:gs>
                <a:gs pos="71429">
                  <a:srgbClr val="C57500">
                    <a:alpha val="4740"/>
                  </a:srgbClr>
                </a:gs>
                <a:gs pos="85714">
                  <a:srgbClr val="C57500">
                    <a:alpha val="1902"/>
                  </a:srgbClr>
                </a:gs>
                <a:gs pos="100000">
                  <a:srgbClr val="C57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-9803676">
              <a:off x="1663935" y="3290085"/>
              <a:ext cx="491043" cy="231672"/>
            </a:xfrm>
            <a:prstGeom prst="ellipse">
              <a:avLst/>
            </a:prstGeom>
            <a:gradFill>
              <a:gsLst>
                <a:gs pos="0">
                  <a:srgbClr val="A95B4E">
                    <a:alpha val="31912"/>
                  </a:srgbClr>
                </a:gs>
                <a:gs pos="14286">
                  <a:srgbClr val="A95B4E">
                    <a:alpha val="29762"/>
                  </a:srgbClr>
                </a:gs>
                <a:gs pos="28571">
                  <a:srgbClr val="A95B4E">
                    <a:alpha val="23990"/>
                  </a:srgbClr>
                </a:gs>
                <a:gs pos="42857">
                  <a:srgbClr val="A95B4E">
                    <a:alpha val="16466"/>
                  </a:srgbClr>
                </a:gs>
                <a:gs pos="57143">
                  <a:srgbClr val="A95B4E">
                    <a:alpha val="9489"/>
                  </a:srgbClr>
                </a:gs>
                <a:gs pos="71429">
                  <a:srgbClr val="A95B4E">
                    <a:alpha val="4559"/>
                  </a:srgbClr>
                </a:gs>
                <a:gs pos="85714">
                  <a:srgbClr val="A95B4E">
                    <a:alpha val="1828"/>
                  </a:srgbClr>
                </a:gs>
                <a:gs pos="100000">
                  <a:srgbClr val="A95B4E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7448716">
              <a:off x="2992581" y="933202"/>
              <a:ext cx="404769" cy="195909"/>
            </a:xfrm>
            <a:prstGeom prst="ellipse">
              <a:avLst/>
            </a:prstGeom>
            <a:gradFill>
              <a:gsLst>
                <a:gs pos="0">
                  <a:srgbClr val="C04600">
                    <a:alpha val="32968"/>
                  </a:srgbClr>
                </a:gs>
                <a:gs pos="14286">
                  <a:srgbClr val="C04600">
                    <a:alpha val="30764"/>
                  </a:srgbClr>
                </a:gs>
                <a:gs pos="28571">
                  <a:srgbClr val="C04600">
                    <a:alpha val="24833"/>
                  </a:srgbClr>
                </a:gs>
                <a:gs pos="42857">
                  <a:srgbClr val="C04600">
                    <a:alpha val="17075"/>
                  </a:srgbClr>
                </a:gs>
                <a:gs pos="57143">
                  <a:srgbClr val="C04600">
                    <a:alpha val="9855"/>
                  </a:srgbClr>
                </a:gs>
                <a:gs pos="71429">
                  <a:srgbClr val="C04600">
                    <a:alpha val="4740"/>
                  </a:srgbClr>
                </a:gs>
                <a:gs pos="85714">
                  <a:srgbClr val="C04600">
                    <a:alpha val="1902"/>
                  </a:srgbClr>
                </a:gs>
                <a:gs pos="100000">
                  <a:srgbClr val="C04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9564003">
              <a:off x="1975399" y="2902872"/>
              <a:ext cx="546565" cy="189421"/>
            </a:xfrm>
            <a:prstGeom prst="ellipse">
              <a:avLst/>
            </a:prstGeom>
            <a:gradFill>
              <a:gsLst>
                <a:gs pos="0">
                  <a:srgbClr val="AE593C">
                    <a:alpha val="32968"/>
                  </a:srgbClr>
                </a:gs>
                <a:gs pos="14286">
                  <a:srgbClr val="AE593C">
                    <a:alpha val="30764"/>
                  </a:srgbClr>
                </a:gs>
                <a:gs pos="28571">
                  <a:srgbClr val="AE593C">
                    <a:alpha val="24833"/>
                  </a:srgbClr>
                </a:gs>
                <a:gs pos="42857">
                  <a:srgbClr val="AE593C">
                    <a:alpha val="17075"/>
                  </a:srgbClr>
                </a:gs>
                <a:gs pos="57143">
                  <a:srgbClr val="AE593C">
                    <a:alpha val="9855"/>
                  </a:srgbClr>
                </a:gs>
                <a:gs pos="71429">
                  <a:srgbClr val="AE593C">
                    <a:alpha val="4740"/>
                  </a:srgbClr>
                </a:gs>
                <a:gs pos="85714">
                  <a:srgbClr val="AE593C">
                    <a:alpha val="1902"/>
                  </a:srgbClr>
                </a:gs>
                <a:gs pos="100000">
                  <a:srgbClr val="AE59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5888622">
              <a:off x="2136506" y="3374245"/>
              <a:ext cx="285224" cy="184433"/>
            </a:xfrm>
            <a:prstGeom prst="ellipse">
              <a:avLst/>
            </a:prstGeom>
            <a:gradFill>
              <a:gsLst>
                <a:gs pos="0">
                  <a:srgbClr val="F68E8B">
                    <a:alpha val="22011"/>
                  </a:srgbClr>
                </a:gs>
                <a:gs pos="14286">
                  <a:srgbClr val="F68E8B">
                    <a:alpha val="20427"/>
                  </a:srgbClr>
                </a:gs>
                <a:gs pos="28571">
                  <a:srgbClr val="F68E8B">
                    <a:alpha val="16257"/>
                  </a:srgbClr>
                </a:gs>
                <a:gs pos="42857">
                  <a:srgbClr val="F68E8B">
                    <a:alpha val="10985"/>
                  </a:srgbClr>
                </a:gs>
                <a:gs pos="57143">
                  <a:srgbClr val="F68E8B">
                    <a:alpha val="6245"/>
                  </a:srgbClr>
                </a:gs>
                <a:gs pos="71429">
                  <a:srgbClr val="F68E8B">
                    <a:alpha val="2973"/>
                  </a:srgbClr>
                </a:gs>
                <a:gs pos="85714">
                  <a:srgbClr val="F68E8B">
                    <a:alpha val="1186"/>
                  </a:srgbClr>
                </a:gs>
                <a:gs pos="100000">
                  <a:srgbClr val="F68E8B">
                    <a:alpha val="3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8149291">
              <a:off x="1413738" y="303207"/>
              <a:ext cx="473704" cy="90855"/>
            </a:xfrm>
            <a:prstGeom prst="ellipse">
              <a:avLst/>
            </a:prstGeom>
            <a:gradFill>
              <a:gsLst>
                <a:gs pos="0">
                  <a:srgbClr val="DB0056">
                    <a:alpha val="32569"/>
                  </a:srgbClr>
                </a:gs>
                <a:gs pos="14286">
                  <a:srgbClr val="DB0056">
                    <a:alpha val="30385"/>
                  </a:srgbClr>
                </a:gs>
                <a:gs pos="28571">
                  <a:srgbClr val="DB0056">
                    <a:alpha val="24514"/>
                  </a:srgbClr>
                </a:gs>
                <a:gs pos="42857">
                  <a:srgbClr val="DB0056">
                    <a:alpha val="16845"/>
                  </a:srgbClr>
                </a:gs>
                <a:gs pos="57143">
                  <a:srgbClr val="DB0056">
                    <a:alpha val="9716"/>
                  </a:srgbClr>
                </a:gs>
                <a:gs pos="71429">
                  <a:srgbClr val="DB0056">
                    <a:alpha val="4672"/>
                  </a:srgbClr>
                </a:gs>
                <a:gs pos="85714">
                  <a:srgbClr val="DB0056">
                    <a:alpha val="1874"/>
                  </a:srgbClr>
                </a:gs>
                <a:gs pos="100000">
                  <a:srgbClr val="DB0056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6181012">
              <a:off x="517364" y="2069104"/>
              <a:ext cx="525654" cy="188039"/>
            </a:xfrm>
            <a:prstGeom prst="ellipse">
              <a:avLst/>
            </a:prstGeom>
            <a:gradFill>
              <a:gsLst>
                <a:gs pos="0">
                  <a:srgbClr val="A5004D">
                    <a:alpha val="29771"/>
                  </a:srgbClr>
                </a:gs>
                <a:gs pos="14286">
                  <a:srgbClr val="A5004D">
                    <a:alpha val="27735"/>
                  </a:srgbClr>
                </a:gs>
                <a:gs pos="28571">
                  <a:srgbClr val="A5004D">
                    <a:alpha val="22292"/>
                  </a:srgbClr>
                </a:gs>
                <a:gs pos="42857">
                  <a:srgbClr val="A5004D">
                    <a:alpha val="15247"/>
                  </a:srgbClr>
                </a:gs>
                <a:gs pos="57143">
                  <a:srgbClr val="A5004D">
                    <a:alpha val="8759"/>
                  </a:srgbClr>
                </a:gs>
                <a:gs pos="71429">
                  <a:srgbClr val="A5004D">
                    <a:alpha val="4200"/>
                  </a:srgbClr>
                </a:gs>
                <a:gs pos="85714">
                  <a:srgbClr val="A5004D">
                    <a:alpha val="1682"/>
                  </a:srgbClr>
                </a:gs>
                <a:gs pos="100000">
                  <a:srgbClr val="A5004D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6076061">
              <a:off x="3192346" y="917478"/>
              <a:ext cx="329511" cy="280487"/>
            </a:xfrm>
            <a:prstGeom prst="ellipse">
              <a:avLst/>
            </a:prstGeom>
            <a:gradFill>
              <a:gsLst>
                <a:gs pos="0">
                  <a:srgbClr val="E1BBAE">
                    <a:alpha val="32968"/>
                  </a:srgbClr>
                </a:gs>
                <a:gs pos="14286">
                  <a:srgbClr val="E1BBAE">
                    <a:alpha val="30764"/>
                  </a:srgbClr>
                </a:gs>
                <a:gs pos="28571">
                  <a:srgbClr val="E1BBAE">
                    <a:alpha val="24833"/>
                  </a:srgbClr>
                </a:gs>
                <a:gs pos="42857">
                  <a:srgbClr val="E1BBAE">
                    <a:alpha val="17075"/>
                  </a:srgbClr>
                </a:gs>
                <a:gs pos="57143">
                  <a:srgbClr val="E1BBAE">
                    <a:alpha val="9855"/>
                  </a:srgbClr>
                </a:gs>
                <a:gs pos="71429">
                  <a:srgbClr val="E1BBAE">
                    <a:alpha val="4740"/>
                  </a:srgbClr>
                </a:gs>
                <a:gs pos="85714">
                  <a:srgbClr val="E1BBAE">
                    <a:alpha val="1902"/>
                  </a:srgbClr>
                </a:gs>
                <a:gs pos="100000">
                  <a:srgbClr val="E1BB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4019133">
              <a:off x="1075639" y="3097436"/>
              <a:ext cx="534825" cy="423654"/>
            </a:xfrm>
            <a:prstGeom prst="ellipse">
              <a:avLst/>
            </a:prstGeom>
            <a:gradFill>
              <a:gsLst>
                <a:gs pos="0">
                  <a:srgbClr val="BF4231">
                    <a:alpha val="32968"/>
                  </a:srgbClr>
                </a:gs>
                <a:gs pos="14286">
                  <a:srgbClr val="BF4231">
                    <a:alpha val="30764"/>
                  </a:srgbClr>
                </a:gs>
                <a:gs pos="28571">
                  <a:srgbClr val="BF4231">
                    <a:alpha val="24833"/>
                  </a:srgbClr>
                </a:gs>
                <a:gs pos="42857">
                  <a:srgbClr val="BF4231">
                    <a:alpha val="17075"/>
                  </a:srgbClr>
                </a:gs>
                <a:gs pos="57143">
                  <a:srgbClr val="BF4231">
                    <a:alpha val="9855"/>
                  </a:srgbClr>
                </a:gs>
                <a:gs pos="71429">
                  <a:srgbClr val="BF4231">
                    <a:alpha val="4740"/>
                  </a:srgbClr>
                </a:gs>
                <a:gs pos="85714">
                  <a:srgbClr val="BF4231">
                    <a:alpha val="1902"/>
                  </a:srgbClr>
                </a:gs>
                <a:gs pos="100000">
                  <a:srgbClr val="BF42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8569087">
              <a:off x="543450" y="2331133"/>
              <a:ext cx="563805" cy="140785"/>
            </a:xfrm>
            <a:prstGeom prst="ellipse">
              <a:avLst/>
            </a:prstGeom>
            <a:gradFill>
              <a:gsLst>
                <a:gs pos="0">
                  <a:srgbClr val="F8B938">
                    <a:alpha val="13791"/>
                  </a:srgbClr>
                </a:gs>
                <a:gs pos="14286">
                  <a:srgbClr val="F8B938">
                    <a:alpha val="12750"/>
                  </a:srgbClr>
                </a:gs>
                <a:gs pos="28571">
                  <a:srgbClr val="F8B938">
                    <a:alpha val="10049"/>
                  </a:srgbClr>
                </a:gs>
                <a:gs pos="42857">
                  <a:srgbClr val="F8B938">
                    <a:alpha val="6710"/>
                  </a:srgbClr>
                </a:gs>
                <a:gs pos="57143">
                  <a:srgbClr val="F8B938">
                    <a:alpha val="3776"/>
                  </a:srgbClr>
                </a:gs>
                <a:gs pos="71429">
                  <a:srgbClr val="F8B938">
                    <a:alpha val="1786"/>
                  </a:srgbClr>
                </a:gs>
                <a:gs pos="85714">
                  <a:srgbClr val="F8B938">
                    <a:alpha val="710"/>
                  </a:srgbClr>
                </a:gs>
                <a:gs pos="100000">
                  <a:srgbClr val="F8B938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8806401">
              <a:off x="702110" y="774246"/>
              <a:ext cx="154919" cy="51415"/>
            </a:xfrm>
            <a:prstGeom prst="ellipse">
              <a:avLst/>
            </a:prstGeom>
            <a:gradFill>
              <a:gsLst>
                <a:gs pos="0">
                  <a:srgbClr val="FFFFD7">
                    <a:alpha val="32968"/>
                  </a:srgbClr>
                </a:gs>
                <a:gs pos="14286">
                  <a:srgbClr val="FFFFD7">
                    <a:alpha val="30764"/>
                  </a:srgbClr>
                </a:gs>
                <a:gs pos="28571">
                  <a:srgbClr val="FFFFD7">
                    <a:alpha val="24833"/>
                  </a:srgbClr>
                </a:gs>
                <a:gs pos="42857">
                  <a:srgbClr val="FFFFD7">
                    <a:alpha val="17075"/>
                  </a:srgbClr>
                </a:gs>
                <a:gs pos="57143">
                  <a:srgbClr val="FFFFD7">
                    <a:alpha val="9855"/>
                  </a:srgbClr>
                </a:gs>
                <a:gs pos="71429">
                  <a:srgbClr val="FFFFD7">
                    <a:alpha val="4740"/>
                  </a:srgbClr>
                </a:gs>
                <a:gs pos="85714">
                  <a:srgbClr val="FFFFD7">
                    <a:alpha val="1902"/>
                  </a:srgbClr>
                </a:gs>
                <a:gs pos="100000">
                  <a:srgbClr val="FFFF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7625659">
              <a:off x="894932" y="2586497"/>
              <a:ext cx="584403" cy="302030"/>
            </a:xfrm>
            <a:prstGeom prst="ellipse">
              <a:avLst/>
            </a:prstGeom>
            <a:gradFill>
              <a:gsLst>
                <a:gs pos="0">
                  <a:srgbClr val="FFB100">
                    <a:alpha val="32968"/>
                  </a:srgbClr>
                </a:gs>
                <a:gs pos="14286">
                  <a:srgbClr val="FFB100">
                    <a:alpha val="30764"/>
                  </a:srgbClr>
                </a:gs>
                <a:gs pos="28571">
                  <a:srgbClr val="FFB100">
                    <a:alpha val="24833"/>
                  </a:srgbClr>
                </a:gs>
                <a:gs pos="42857">
                  <a:srgbClr val="FFB100">
                    <a:alpha val="17075"/>
                  </a:srgbClr>
                </a:gs>
                <a:gs pos="57143">
                  <a:srgbClr val="FFB100">
                    <a:alpha val="9855"/>
                  </a:srgbClr>
                </a:gs>
                <a:gs pos="71429">
                  <a:srgbClr val="FFB100">
                    <a:alpha val="4740"/>
                  </a:srgbClr>
                </a:gs>
                <a:gs pos="85714">
                  <a:srgbClr val="FFB100">
                    <a:alpha val="1902"/>
                  </a:srgbClr>
                </a:gs>
                <a:gs pos="100000">
                  <a:srgbClr val="FFB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9349393">
              <a:off x="1823485" y="2846437"/>
              <a:ext cx="430608" cy="297376"/>
            </a:xfrm>
            <a:prstGeom prst="ellipse">
              <a:avLst/>
            </a:prstGeom>
            <a:gradFill>
              <a:gsLst>
                <a:gs pos="0">
                  <a:srgbClr val="CC7877">
                    <a:alpha val="32968"/>
                  </a:srgbClr>
                </a:gs>
                <a:gs pos="14286">
                  <a:srgbClr val="CC7877">
                    <a:alpha val="30764"/>
                  </a:srgbClr>
                </a:gs>
                <a:gs pos="28571">
                  <a:srgbClr val="CC7877">
                    <a:alpha val="24833"/>
                  </a:srgbClr>
                </a:gs>
                <a:gs pos="42857">
                  <a:srgbClr val="CC7877">
                    <a:alpha val="17075"/>
                  </a:srgbClr>
                </a:gs>
                <a:gs pos="57143">
                  <a:srgbClr val="CC7877">
                    <a:alpha val="9855"/>
                  </a:srgbClr>
                </a:gs>
                <a:gs pos="71429">
                  <a:srgbClr val="CC7877">
                    <a:alpha val="4740"/>
                  </a:srgbClr>
                </a:gs>
                <a:gs pos="85714">
                  <a:srgbClr val="CC7877">
                    <a:alpha val="1902"/>
                  </a:srgbClr>
                </a:gs>
                <a:gs pos="100000">
                  <a:srgbClr val="CC78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9497295">
              <a:off x="2386141" y="3464016"/>
              <a:ext cx="432729" cy="200012"/>
            </a:xfrm>
            <a:prstGeom prst="ellipse">
              <a:avLst/>
            </a:prstGeom>
            <a:gradFill>
              <a:gsLst>
                <a:gs pos="0">
                  <a:srgbClr val="F68576">
                    <a:alpha val="32968"/>
                  </a:srgbClr>
                </a:gs>
                <a:gs pos="14286">
                  <a:srgbClr val="F68576">
                    <a:alpha val="30764"/>
                  </a:srgbClr>
                </a:gs>
                <a:gs pos="28571">
                  <a:srgbClr val="F68576">
                    <a:alpha val="24833"/>
                  </a:srgbClr>
                </a:gs>
                <a:gs pos="42857">
                  <a:srgbClr val="F68576">
                    <a:alpha val="17075"/>
                  </a:srgbClr>
                </a:gs>
                <a:gs pos="57143">
                  <a:srgbClr val="F68576">
                    <a:alpha val="9855"/>
                  </a:srgbClr>
                </a:gs>
                <a:gs pos="71429">
                  <a:srgbClr val="F68576">
                    <a:alpha val="4740"/>
                  </a:srgbClr>
                </a:gs>
                <a:gs pos="85714">
                  <a:srgbClr val="F68576">
                    <a:alpha val="1902"/>
                  </a:srgbClr>
                </a:gs>
                <a:gs pos="100000">
                  <a:srgbClr val="F685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9525680">
              <a:off x="1350420" y="2793793"/>
              <a:ext cx="420338" cy="249152"/>
            </a:xfrm>
            <a:prstGeom prst="ellipse">
              <a:avLst/>
            </a:prstGeom>
            <a:gradFill>
              <a:gsLst>
                <a:gs pos="0">
                  <a:srgbClr val="9B0174">
                    <a:alpha val="12393"/>
                  </a:srgbClr>
                </a:gs>
                <a:gs pos="14286">
                  <a:srgbClr val="9B0174">
                    <a:alpha val="11451"/>
                  </a:srgbClr>
                </a:gs>
                <a:gs pos="28571">
                  <a:srgbClr val="9B0174">
                    <a:alpha val="9010"/>
                  </a:srgbClr>
                </a:gs>
                <a:gs pos="42857">
                  <a:srgbClr val="9B0174">
                    <a:alpha val="6006"/>
                  </a:srgbClr>
                </a:gs>
                <a:gs pos="57143">
                  <a:srgbClr val="9B0174">
                    <a:alpha val="3374"/>
                  </a:srgbClr>
                </a:gs>
                <a:gs pos="71429">
                  <a:srgbClr val="9B0174">
                    <a:alpha val="1594"/>
                  </a:srgbClr>
                </a:gs>
                <a:gs pos="85714">
                  <a:srgbClr val="9B0174">
                    <a:alpha val="633"/>
                  </a:srgbClr>
                </a:gs>
                <a:gs pos="100000">
                  <a:srgbClr val="9B0174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9011813">
              <a:off x="1583985" y="2998893"/>
              <a:ext cx="514321" cy="212236"/>
            </a:xfrm>
            <a:prstGeom prst="ellipse">
              <a:avLst/>
            </a:prstGeom>
            <a:gradFill>
              <a:gsLst>
                <a:gs pos="0">
                  <a:srgbClr val="D27A81">
                    <a:alpha val="32968"/>
                  </a:srgbClr>
                </a:gs>
                <a:gs pos="14286">
                  <a:srgbClr val="D27A81">
                    <a:alpha val="30764"/>
                  </a:srgbClr>
                </a:gs>
                <a:gs pos="28571">
                  <a:srgbClr val="D27A81">
                    <a:alpha val="24833"/>
                  </a:srgbClr>
                </a:gs>
                <a:gs pos="42857">
                  <a:srgbClr val="D27A81">
                    <a:alpha val="17075"/>
                  </a:srgbClr>
                </a:gs>
                <a:gs pos="57143">
                  <a:srgbClr val="D27A81">
                    <a:alpha val="9855"/>
                  </a:srgbClr>
                </a:gs>
                <a:gs pos="71429">
                  <a:srgbClr val="D27A81">
                    <a:alpha val="4740"/>
                  </a:srgbClr>
                </a:gs>
                <a:gs pos="85714">
                  <a:srgbClr val="D27A81">
                    <a:alpha val="1902"/>
                  </a:srgbClr>
                </a:gs>
                <a:gs pos="100000">
                  <a:srgbClr val="D27A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-8639903">
              <a:off x="2446409" y="3292883"/>
              <a:ext cx="542055" cy="490488"/>
            </a:xfrm>
            <a:prstGeom prst="ellipse">
              <a:avLst/>
            </a:prstGeom>
            <a:gradFill>
              <a:gsLst>
                <a:gs pos="0">
                  <a:srgbClr val="993D38">
                    <a:alpha val="32968"/>
                  </a:srgbClr>
                </a:gs>
                <a:gs pos="14286">
                  <a:srgbClr val="993D38">
                    <a:alpha val="30764"/>
                  </a:srgbClr>
                </a:gs>
                <a:gs pos="28571">
                  <a:srgbClr val="993D38">
                    <a:alpha val="24833"/>
                  </a:srgbClr>
                </a:gs>
                <a:gs pos="42857">
                  <a:srgbClr val="993D38">
                    <a:alpha val="17075"/>
                  </a:srgbClr>
                </a:gs>
                <a:gs pos="57143">
                  <a:srgbClr val="993D38">
                    <a:alpha val="9855"/>
                  </a:srgbClr>
                </a:gs>
                <a:gs pos="71429">
                  <a:srgbClr val="993D38">
                    <a:alpha val="4740"/>
                  </a:srgbClr>
                </a:gs>
                <a:gs pos="85714">
                  <a:srgbClr val="993D38">
                    <a:alpha val="1902"/>
                  </a:srgbClr>
                </a:gs>
                <a:gs pos="100000">
                  <a:srgbClr val="993D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-9555764">
              <a:off x="1301953" y="3002556"/>
              <a:ext cx="394840" cy="368076"/>
            </a:xfrm>
            <a:prstGeom prst="ellipse">
              <a:avLst/>
            </a:prstGeom>
            <a:gradFill>
              <a:gsLst>
                <a:gs pos="0">
                  <a:srgbClr val="EF7210">
                    <a:alpha val="21875"/>
                  </a:srgbClr>
                </a:gs>
                <a:gs pos="14286">
                  <a:srgbClr val="EF7210">
                    <a:alpha val="20300"/>
                  </a:srgbClr>
                </a:gs>
                <a:gs pos="28571">
                  <a:srgbClr val="EF7210">
                    <a:alpha val="16153"/>
                  </a:srgbClr>
                </a:gs>
                <a:gs pos="42857">
                  <a:srgbClr val="EF7210">
                    <a:alpha val="10913"/>
                  </a:srgbClr>
                </a:gs>
                <a:gs pos="57143">
                  <a:srgbClr val="EF7210">
                    <a:alpha val="6202"/>
                  </a:srgbClr>
                </a:gs>
                <a:gs pos="71429">
                  <a:srgbClr val="EF7210">
                    <a:alpha val="2953"/>
                  </a:srgbClr>
                </a:gs>
                <a:gs pos="85714">
                  <a:srgbClr val="EF7210">
                    <a:alpha val="1178"/>
                  </a:srgbClr>
                </a:gs>
                <a:gs pos="100000">
                  <a:srgbClr val="EF7210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7548204">
              <a:off x="2807474" y="2100750"/>
              <a:ext cx="388030" cy="269819"/>
            </a:xfrm>
            <a:prstGeom prst="ellipse">
              <a:avLst/>
            </a:prstGeom>
            <a:gradFill>
              <a:gsLst>
                <a:gs pos="0">
                  <a:srgbClr val="A90033">
                    <a:alpha val="32968"/>
                  </a:srgbClr>
                </a:gs>
                <a:gs pos="14286">
                  <a:srgbClr val="A90033">
                    <a:alpha val="30764"/>
                  </a:srgbClr>
                </a:gs>
                <a:gs pos="28571">
                  <a:srgbClr val="A90033">
                    <a:alpha val="24833"/>
                  </a:srgbClr>
                </a:gs>
                <a:gs pos="42857">
                  <a:srgbClr val="A90033">
                    <a:alpha val="17075"/>
                  </a:srgbClr>
                </a:gs>
                <a:gs pos="57143">
                  <a:srgbClr val="A90033">
                    <a:alpha val="9855"/>
                  </a:srgbClr>
                </a:gs>
                <a:gs pos="71429">
                  <a:srgbClr val="A90033">
                    <a:alpha val="4740"/>
                  </a:srgbClr>
                </a:gs>
                <a:gs pos="85714">
                  <a:srgbClr val="A90033">
                    <a:alpha val="1902"/>
                  </a:srgbClr>
                </a:gs>
                <a:gs pos="100000">
                  <a:srgbClr val="A900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9266885">
              <a:off x="2596093" y="3444155"/>
              <a:ext cx="594216" cy="317242"/>
            </a:xfrm>
            <a:prstGeom prst="ellipse">
              <a:avLst/>
            </a:prstGeom>
            <a:gradFill>
              <a:gsLst>
                <a:gs pos="0">
                  <a:srgbClr val="905228">
                    <a:alpha val="32968"/>
                  </a:srgbClr>
                </a:gs>
                <a:gs pos="14286">
                  <a:srgbClr val="905228">
                    <a:alpha val="30764"/>
                  </a:srgbClr>
                </a:gs>
                <a:gs pos="28571">
                  <a:srgbClr val="905228">
                    <a:alpha val="24833"/>
                  </a:srgbClr>
                </a:gs>
                <a:gs pos="42857">
                  <a:srgbClr val="905228">
                    <a:alpha val="17075"/>
                  </a:srgbClr>
                </a:gs>
                <a:gs pos="57143">
                  <a:srgbClr val="905228">
                    <a:alpha val="9855"/>
                  </a:srgbClr>
                </a:gs>
                <a:gs pos="71429">
                  <a:srgbClr val="905228">
                    <a:alpha val="4740"/>
                  </a:srgbClr>
                </a:gs>
                <a:gs pos="85714">
                  <a:srgbClr val="905228">
                    <a:alpha val="1902"/>
                  </a:srgbClr>
                </a:gs>
                <a:gs pos="100000">
                  <a:srgbClr val="9052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3565784">
              <a:off x="489941" y="3192918"/>
              <a:ext cx="454592" cy="125874"/>
            </a:xfrm>
            <a:prstGeom prst="ellipse">
              <a:avLst/>
            </a:prstGeom>
            <a:gradFill>
              <a:gsLst>
                <a:gs pos="0">
                  <a:srgbClr val="FF7F98">
                    <a:alpha val="10154"/>
                  </a:srgbClr>
                </a:gs>
                <a:gs pos="14286">
                  <a:srgbClr val="FF7F98">
                    <a:alpha val="9373"/>
                  </a:srgbClr>
                </a:gs>
                <a:gs pos="28571">
                  <a:srgbClr val="FF7F98">
                    <a:alpha val="7357"/>
                  </a:srgbClr>
                </a:gs>
                <a:gs pos="42857">
                  <a:srgbClr val="FF7F98">
                    <a:alpha val="4889"/>
                  </a:srgbClr>
                </a:gs>
                <a:gs pos="57143">
                  <a:srgbClr val="FF7F98">
                    <a:alpha val="2739"/>
                  </a:srgbClr>
                </a:gs>
                <a:gs pos="71429">
                  <a:srgbClr val="FF7F98">
                    <a:alpha val="1292"/>
                  </a:srgbClr>
                </a:gs>
                <a:gs pos="85714">
                  <a:srgbClr val="FF7F98">
                    <a:alpha val="513"/>
                  </a:srgbClr>
                </a:gs>
                <a:gs pos="100000">
                  <a:srgbClr val="FF7F98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8070817">
              <a:off x="745643" y="579265"/>
              <a:ext cx="437518" cy="57442"/>
            </a:xfrm>
            <a:prstGeom prst="ellipse">
              <a:avLst/>
            </a:prstGeom>
            <a:gradFill>
              <a:gsLst>
                <a:gs pos="0">
                  <a:srgbClr val="DE6473">
                    <a:alpha val="32968"/>
                  </a:srgbClr>
                </a:gs>
                <a:gs pos="14286">
                  <a:srgbClr val="DE6473">
                    <a:alpha val="30764"/>
                  </a:srgbClr>
                </a:gs>
                <a:gs pos="28571">
                  <a:srgbClr val="DE6473">
                    <a:alpha val="24833"/>
                  </a:srgbClr>
                </a:gs>
                <a:gs pos="42857">
                  <a:srgbClr val="DE6473">
                    <a:alpha val="17075"/>
                  </a:srgbClr>
                </a:gs>
                <a:gs pos="57143">
                  <a:srgbClr val="DE6473">
                    <a:alpha val="9855"/>
                  </a:srgbClr>
                </a:gs>
                <a:gs pos="71429">
                  <a:srgbClr val="DE6473">
                    <a:alpha val="4740"/>
                  </a:srgbClr>
                </a:gs>
                <a:gs pos="85714">
                  <a:srgbClr val="DE6473">
                    <a:alpha val="1902"/>
                  </a:srgbClr>
                </a:gs>
                <a:gs pos="100000">
                  <a:srgbClr val="DE64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6911902">
              <a:off x="492033" y="1422151"/>
              <a:ext cx="325003" cy="252000"/>
            </a:xfrm>
            <a:prstGeom prst="ellipse">
              <a:avLst/>
            </a:prstGeom>
            <a:gradFill>
              <a:gsLst>
                <a:gs pos="0">
                  <a:srgbClr val="E756A1">
                    <a:alpha val="12387"/>
                  </a:srgbClr>
                </a:gs>
                <a:gs pos="14286">
                  <a:srgbClr val="E756A1">
                    <a:alpha val="11445"/>
                  </a:srgbClr>
                </a:gs>
                <a:gs pos="28571">
                  <a:srgbClr val="E756A1">
                    <a:alpha val="9006"/>
                  </a:srgbClr>
                </a:gs>
                <a:gs pos="42857">
                  <a:srgbClr val="E756A1">
                    <a:alpha val="6002"/>
                  </a:srgbClr>
                </a:gs>
                <a:gs pos="57143">
                  <a:srgbClr val="E756A1">
                    <a:alpha val="3372"/>
                  </a:srgbClr>
                </a:gs>
                <a:gs pos="71429">
                  <a:srgbClr val="E756A1">
                    <a:alpha val="1593"/>
                  </a:srgbClr>
                </a:gs>
                <a:gs pos="85714">
                  <a:srgbClr val="E756A1">
                    <a:alpha val="633"/>
                  </a:srgbClr>
                </a:gs>
                <a:gs pos="100000">
                  <a:srgbClr val="E756A1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8214096">
              <a:off x="1497381" y="382985"/>
              <a:ext cx="233505" cy="62517"/>
            </a:xfrm>
            <a:prstGeom prst="ellipse">
              <a:avLst/>
            </a:prstGeom>
            <a:gradFill>
              <a:gsLst>
                <a:gs pos="0">
                  <a:srgbClr val="EA3D7D">
                    <a:alpha val="32968"/>
                  </a:srgbClr>
                </a:gs>
                <a:gs pos="14286">
                  <a:srgbClr val="EA3D7D">
                    <a:alpha val="30764"/>
                  </a:srgbClr>
                </a:gs>
                <a:gs pos="28571">
                  <a:srgbClr val="EA3D7D">
                    <a:alpha val="24833"/>
                  </a:srgbClr>
                </a:gs>
                <a:gs pos="42857">
                  <a:srgbClr val="EA3D7D">
                    <a:alpha val="17075"/>
                  </a:srgbClr>
                </a:gs>
                <a:gs pos="57143">
                  <a:srgbClr val="EA3D7D">
                    <a:alpha val="9855"/>
                  </a:srgbClr>
                </a:gs>
                <a:gs pos="71429">
                  <a:srgbClr val="EA3D7D">
                    <a:alpha val="4740"/>
                  </a:srgbClr>
                </a:gs>
                <a:gs pos="85714">
                  <a:srgbClr val="EA3D7D">
                    <a:alpha val="1902"/>
                  </a:srgbClr>
                </a:gs>
                <a:gs pos="100000">
                  <a:srgbClr val="EA3D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4375718">
              <a:off x="3112867" y="2322432"/>
              <a:ext cx="444797" cy="276872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8549684">
              <a:off x="1357823" y="2814390"/>
              <a:ext cx="482261" cy="206307"/>
            </a:xfrm>
            <a:prstGeom prst="ellipse">
              <a:avLst/>
            </a:prstGeom>
            <a:gradFill>
              <a:gsLst>
                <a:gs pos="0">
                  <a:srgbClr val="A46B71">
                    <a:alpha val="17201"/>
                  </a:srgbClr>
                </a:gs>
                <a:gs pos="14286">
                  <a:srgbClr val="A46B71">
                    <a:alpha val="15927"/>
                  </a:srgbClr>
                </a:gs>
                <a:gs pos="28571">
                  <a:srgbClr val="A46B71">
                    <a:alpha val="12603"/>
                  </a:srgbClr>
                </a:gs>
                <a:gs pos="42857">
                  <a:srgbClr val="A46B71">
                    <a:alpha val="8456"/>
                  </a:srgbClr>
                </a:gs>
                <a:gs pos="57143">
                  <a:srgbClr val="A46B71">
                    <a:alpha val="4778"/>
                  </a:srgbClr>
                </a:gs>
                <a:gs pos="71429">
                  <a:srgbClr val="A46B71">
                    <a:alpha val="2266"/>
                  </a:srgbClr>
                </a:gs>
                <a:gs pos="85714">
                  <a:srgbClr val="A46B71">
                    <a:alpha val="902"/>
                  </a:srgbClr>
                </a:gs>
                <a:gs pos="100000">
                  <a:srgbClr val="A46B71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10591021">
              <a:off x="2610562" y="2099180"/>
              <a:ext cx="540434" cy="189831"/>
            </a:xfrm>
            <a:prstGeom prst="ellipse">
              <a:avLst/>
            </a:prstGeom>
            <a:gradFill>
              <a:gsLst>
                <a:gs pos="0">
                  <a:srgbClr val="C46941">
                    <a:alpha val="30136"/>
                  </a:srgbClr>
                </a:gs>
                <a:gs pos="14286">
                  <a:srgbClr val="C46941">
                    <a:alpha val="28080"/>
                  </a:srgbClr>
                </a:gs>
                <a:gs pos="28571">
                  <a:srgbClr val="C46941">
                    <a:alpha val="22580"/>
                  </a:srgbClr>
                </a:gs>
                <a:gs pos="42857">
                  <a:srgbClr val="C46941">
                    <a:alpha val="15453"/>
                  </a:srgbClr>
                </a:gs>
                <a:gs pos="57143">
                  <a:srgbClr val="C46941">
                    <a:alpha val="8882"/>
                  </a:srgbClr>
                </a:gs>
                <a:gs pos="71429">
                  <a:srgbClr val="C46941">
                    <a:alpha val="4261"/>
                  </a:srgbClr>
                </a:gs>
                <a:gs pos="85714">
                  <a:srgbClr val="C46941">
                    <a:alpha val="1707"/>
                  </a:srgbClr>
                </a:gs>
                <a:gs pos="100000">
                  <a:srgbClr val="C46941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5182764">
              <a:off x="2718193" y="1012370"/>
              <a:ext cx="574667" cy="359271"/>
            </a:xfrm>
            <a:prstGeom prst="ellipse">
              <a:avLst/>
            </a:prstGeom>
            <a:gradFill>
              <a:gsLst>
                <a:gs pos="0">
                  <a:srgbClr val="E3D0EF">
                    <a:alpha val="32914"/>
                  </a:srgbClr>
                </a:gs>
                <a:gs pos="14286">
                  <a:srgbClr val="E3D0EF">
                    <a:alpha val="30713"/>
                  </a:srgbClr>
                </a:gs>
                <a:gs pos="28571">
                  <a:srgbClr val="E3D0EF">
                    <a:alpha val="24790"/>
                  </a:srgbClr>
                </a:gs>
                <a:gs pos="42857">
                  <a:srgbClr val="E3D0EF">
                    <a:alpha val="17044"/>
                  </a:srgbClr>
                </a:gs>
                <a:gs pos="57143">
                  <a:srgbClr val="E3D0EF">
                    <a:alpha val="9836"/>
                  </a:srgbClr>
                </a:gs>
                <a:gs pos="71429">
                  <a:srgbClr val="E3D0EF">
                    <a:alpha val="4731"/>
                  </a:srgbClr>
                </a:gs>
                <a:gs pos="85714">
                  <a:srgbClr val="E3D0EF">
                    <a:alpha val="1898"/>
                  </a:srgbClr>
                </a:gs>
                <a:gs pos="100000">
                  <a:srgbClr val="E3D0EF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8479503">
              <a:off x="602890" y="738016"/>
              <a:ext cx="400072" cy="31107"/>
            </a:xfrm>
            <a:prstGeom prst="ellipse">
              <a:avLst/>
            </a:prstGeom>
            <a:gradFill>
              <a:gsLst>
                <a:gs pos="0">
                  <a:srgbClr val="AD225C">
                    <a:alpha val="23534"/>
                  </a:srgbClr>
                </a:gs>
                <a:gs pos="14286">
                  <a:srgbClr val="AD225C">
                    <a:alpha val="21856"/>
                  </a:srgbClr>
                </a:gs>
                <a:gs pos="28571">
                  <a:srgbClr val="AD225C">
                    <a:alpha val="17427"/>
                  </a:srgbClr>
                </a:gs>
                <a:gs pos="42857">
                  <a:srgbClr val="AD225C">
                    <a:alpha val="11803"/>
                  </a:srgbClr>
                </a:gs>
                <a:gs pos="57143">
                  <a:srgbClr val="AD225C">
                    <a:alpha val="6723"/>
                  </a:srgbClr>
                </a:gs>
                <a:gs pos="71429">
                  <a:srgbClr val="AD225C">
                    <a:alpha val="3205"/>
                  </a:srgbClr>
                </a:gs>
                <a:gs pos="85714">
                  <a:srgbClr val="AD225C">
                    <a:alpha val="1280"/>
                  </a:srgbClr>
                </a:gs>
                <a:gs pos="100000">
                  <a:srgbClr val="AD225C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9451511">
              <a:off x="172044" y="2984114"/>
              <a:ext cx="607172" cy="221886"/>
            </a:xfrm>
            <a:prstGeom prst="ellipse">
              <a:avLst/>
            </a:prstGeom>
            <a:gradFill>
              <a:gsLst>
                <a:gs pos="0">
                  <a:srgbClr val="F7E100">
                    <a:alpha val="8077"/>
                  </a:srgbClr>
                </a:gs>
                <a:gs pos="14286">
                  <a:srgbClr val="F7E100">
                    <a:alpha val="7449"/>
                  </a:srgbClr>
                </a:gs>
                <a:gs pos="28571">
                  <a:srgbClr val="F7E100">
                    <a:alpha val="5833"/>
                  </a:srgbClr>
                </a:gs>
                <a:gs pos="42857">
                  <a:srgbClr val="F7E100">
                    <a:alpha val="3866"/>
                  </a:srgbClr>
                </a:gs>
                <a:gs pos="57143">
                  <a:srgbClr val="F7E100">
                    <a:alpha val="2161"/>
                  </a:srgbClr>
                </a:gs>
                <a:gs pos="71429">
                  <a:srgbClr val="F7E100">
                    <a:alpha val="1017"/>
                  </a:srgbClr>
                </a:gs>
                <a:gs pos="85714">
                  <a:srgbClr val="F7E100">
                    <a:alpha val="404"/>
                  </a:srgbClr>
                </a:gs>
                <a:gs pos="100000">
                  <a:srgbClr val="F7E10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-10663063">
              <a:off x="464554" y="2429746"/>
              <a:ext cx="627148" cy="164841"/>
            </a:xfrm>
            <a:prstGeom prst="ellipse">
              <a:avLst/>
            </a:prstGeom>
            <a:gradFill>
              <a:gsLst>
                <a:gs pos="0">
                  <a:srgbClr val="E0DD8E">
                    <a:alpha val="6068"/>
                  </a:srgbClr>
                </a:gs>
                <a:gs pos="14286">
                  <a:srgbClr val="E0DD8E">
                    <a:alpha val="5591"/>
                  </a:srgbClr>
                </a:gs>
                <a:gs pos="28571">
                  <a:srgbClr val="E0DD8E">
                    <a:alpha val="4369"/>
                  </a:srgbClr>
                </a:gs>
                <a:gs pos="42857">
                  <a:srgbClr val="E0DD8E">
                    <a:alpha val="2888"/>
                  </a:srgbClr>
                </a:gs>
                <a:gs pos="57143">
                  <a:srgbClr val="E0DD8E">
                    <a:alpha val="1611"/>
                  </a:srgbClr>
                </a:gs>
                <a:gs pos="71429">
                  <a:srgbClr val="E0DD8E">
                    <a:alpha val="757"/>
                  </a:srgbClr>
                </a:gs>
                <a:gs pos="85714">
                  <a:srgbClr val="E0DD8E">
                    <a:alpha val="300"/>
                  </a:srgbClr>
                </a:gs>
                <a:gs pos="100000">
                  <a:srgbClr val="E0DD8E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-8997379">
              <a:off x="3195720" y="1631515"/>
              <a:ext cx="280238" cy="100675"/>
            </a:xfrm>
            <a:prstGeom prst="ellipse">
              <a:avLst/>
            </a:prstGeom>
            <a:gradFill>
              <a:gsLst>
                <a:gs pos="0">
                  <a:srgbClr val="A93B3A">
                    <a:alpha val="32968"/>
                  </a:srgbClr>
                </a:gs>
                <a:gs pos="14286">
                  <a:srgbClr val="A93B3A">
                    <a:alpha val="30764"/>
                  </a:srgbClr>
                </a:gs>
                <a:gs pos="28571">
                  <a:srgbClr val="A93B3A">
                    <a:alpha val="24833"/>
                  </a:srgbClr>
                </a:gs>
                <a:gs pos="42857">
                  <a:srgbClr val="A93B3A">
                    <a:alpha val="17075"/>
                  </a:srgbClr>
                </a:gs>
                <a:gs pos="57143">
                  <a:srgbClr val="A93B3A">
                    <a:alpha val="9855"/>
                  </a:srgbClr>
                </a:gs>
                <a:gs pos="71429">
                  <a:srgbClr val="A93B3A">
                    <a:alpha val="4740"/>
                  </a:srgbClr>
                </a:gs>
                <a:gs pos="85714">
                  <a:srgbClr val="A93B3A">
                    <a:alpha val="1902"/>
                  </a:srgbClr>
                </a:gs>
                <a:gs pos="100000">
                  <a:srgbClr val="A93B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10660296">
              <a:off x="2699635" y="3543643"/>
              <a:ext cx="749726" cy="208863"/>
            </a:xfrm>
            <a:prstGeom prst="ellipse">
              <a:avLst/>
            </a:prstGeom>
            <a:gradFill>
              <a:gsLst>
                <a:gs pos="0">
                  <a:srgbClr val="7C5400">
                    <a:alpha val="32968"/>
                  </a:srgbClr>
                </a:gs>
                <a:gs pos="14286">
                  <a:srgbClr val="7C5400">
                    <a:alpha val="30764"/>
                  </a:srgbClr>
                </a:gs>
                <a:gs pos="28571">
                  <a:srgbClr val="7C5400">
                    <a:alpha val="24833"/>
                  </a:srgbClr>
                </a:gs>
                <a:gs pos="42857">
                  <a:srgbClr val="7C5400">
                    <a:alpha val="17075"/>
                  </a:srgbClr>
                </a:gs>
                <a:gs pos="57143">
                  <a:srgbClr val="7C5400">
                    <a:alpha val="9855"/>
                  </a:srgbClr>
                </a:gs>
                <a:gs pos="71429">
                  <a:srgbClr val="7C5400">
                    <a:alpha val="4740"/>
                  </a:srgbClr>
                </a:gs>
                <a:gs pos="85714">
                  <a:srgbClr val="7C5400">
                    <a:alpha val="1902"/>
                  </a:srgbClr>
                </a:gs>
                <a:gs pos="100000">
                  <a:srgbClr val="7C5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5538377">
              <a:off x="2838466" y="3277401"/>
              <a:ext cx="615308" cy="500006"/>
            </a:xfrm>
            <a:prstGeom prst="ellipse">
              <a:avLst/>
            </a:prstGeom>
            <a:gradFill>
              <a:gsLst>
                <a:gs pos="0">
                  <a:srgbClr val="8C570E">
                    <a:alpha val="32968"/>
                  </a:srgbClr>
                </a:gs>
                <a:gs pos="14286">
                  <a:srgbClr val="8C570E">
                    <a:alpha val="30764"/>
                  </a:srgbClr>
                </a:gs>
                <a:gs pos="28571">
                  <a:srgbClr val="8C570E">
                    <a:alpha val="24833"/>
                  </a:srgbClr>
                </a:gs>
                <a:gs pos="42857">
                  <a:srgbClr val="8C570E">
                    <a:alpha val="17075"/>
                  </a:srgbClr>
                </a:gs>
                <a:gs pos="57143">
                  <a:srgbClr val="8C570E">
                    <a:alpha val="9855"/>
                  </a:srgbClr>
                </a:gs>
                <a:gs pos="71429">
                  <a:srgbClr val="8C570E">
                    <a:alpha val="4740"/>
                  </a:srgbClr>
                </a:gs>
                <a:gs pos="85714">
                  <a:srgbClr val="8C570E">
                    <a:alpha val="1902"/>
                  </a:srgbClr>
                </a:gs>
                <a:gs pos="100000">
                  <a:srgbClr val="8C57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9426172">
              <a:off x="2624279" y="3301192"/>
              <a:ext cx="601229" cy="207231"/>
            </a:xfrm>
            <a:prstGeom prst="ellipse">
              <a:avLst/>
            </a:prstGeom>
            <a:gradFill>
              <a:gsLst>
                <a:gs pos="0">
                  <a:srgbClr val="F4A088">
                    <a:alpha val="29940"/>
                  </a:srgbClr>
                </a:gs>
                <a:gs pos="14286">
                  <a:srgbClr val="F4A088">
                    <a:alpha val="27894"/>
                  </a:srgbClr>
                </a:gs>
                <a:gs pos="28571">
                  <a:srgbClr val="F4A088">
                    <a:alpha val="22425"/>
                  </a:srgbClr>
                </a:gs>
                <a:gs pos="42857">
                  <a:srgbClr val="F4A088">
                    <a:alpha val="15342"/>
                  </a:srgbClr>
                </a:gs>
                <a:gs pos="57143">
                  <a:srgbClr val="F4A088">
                    <a:alpha val="8816"/>
                  </a:srgbClr>
                </a:gs>
                <a:gs pos="71429">
                  <a:srgbClr val="F4A088">
                    <a:alpha val="4228"/>
                  </a:srgbClr>
                </a:gs>
                <a:gs pos="85714">
                  <a:srgbClr val="F4A088">
                    <a:alpha val="1694"/>
                  </a:srgbClr>
                </a:gs>
                <a:gs pos="100000">
                  <a:srgbClr val="F4A088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5113102">
              <a:off x="-228663" y="2177323"/>
              <a:ext cx="603182" cy="239767"/>
            </a:xfrm>
            <a:prstGeom prst="ellipse">
              <a:avLst/>
            </a:prstGeom>
            <a:gradFill>
              <a:gsLst>
                <a:gs pos="0">
                  <a:srgbClr val="EFFF74">
                    <a:alpha val="32968"/>
                  </a:srgbClr>
                </a:gs>
                <a:gs pos="14286">
                  <a:srgbClr val="EFFF74">
                    <a:alpha val="30764"/>
                  </a:srgbClr>
                </a:gs>
                <a:gs pos="28571">
                  <a:srgbClr val="EFFF74">
                    <a:alpha val="24833"/>
                  </a:srgbClr>
                </a:gs>
                <a:gs pos="42857">
                  <a:srgbClr val="EFFF74">
                    <a:alpha val="17075"/>
                  </a:srgbClr>
                </a:gs>
                <a:gs pos="57143">
                  <a:srgbClr val="EFFF74">
                    <a:alpha val="9855"/>
                  </a:srgbClr>
                </a:gs>
                <a:gs pos="71429">
                  <a:srgbClr val="EFFF74">
                    <a:alpha val="4740"/>
                  </a:srgbClr>
                </a:gs>
                <a:gs pos="85714">
                  <a:srgbClr val="EFFF74">
                    <a:alpha val="1902"/>
                  </a:srgbClr>
                </a:gs>
                <a:gs pos="100000">
                  <a:srgbClr val="EFFF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-9526455">
              <a:off x="1674464" y="251743"/>
              <a:ext cx="365306" cy="165994"/>
            </a:xfrm>
            <a:prstGeom prst="ellipse">
              <a:avLst/>
            </a:prstGeom>
            <a:gradFill>
              <a:gsLst>
                <a:gs pos="0">
                  <a:srgbClr val="00FABF">
                    <a:alpha val="8604"/>
                  </a:srgbClr>
                </a:gs>
                <a:gs pos="14286">
                  <a:srgbClr val="00FABF">
                    <a:alpha val="7936"/>
                  </a:srgbClr>
                </a:gs>
                <a:gs pos="28571">
                  <a:srgbClr val="00FABF">
                    <a:alpha val="6218"/>
                  </a:srgbClr>
                </a:gs>
                <a:gs pos="42857">
                  <a:srgbClr val="00FABF">
                    <a:alpha val="4124"/>
                  </a:srgbClr>
                </a:gs>
                <a:gs pos="57143">
                  <a:srgbClr val="00FABF">
                    <a:alpha val="2306"/>
                  </a:srgbClr>
                </a:gs>
                <a:gs pos="71429">
                  <a:srgbClr val="00FABF">
                    <a:alpha val="1086"/>
                  </a:srgbClr>
                </a:gs>
                <a:gs pos="85714">
                  <a:srgbClr val="00FABF">
                    <a:alpha val="431"/>
                  </a:srgbClr>
                </a:gs>
                <a:gs pos="100000">
                  <a:srgbClr val="00FABF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7455753">
              <a:off x="2505947" y="2689856"/>
              <a:ext cx="399985" cy="260241"/>
            </a:xfrm>
            <a:prstGeom prst="ellipse">
              <a:avLst/>
            </a:prstGeom>
            <a:gradFill>
              <a:gsLst>
                <a:gs pos="0">
                  <a:srgbClr val="EFA5A2">
                    <a:alpha val="27486"/>
                  </a:srgbClr>
                </a:gs>
                <a:gs pos="14286">
                  <a:srgbClr val="EFA5A2">
                    <a:alpha val="25576"/>
                  </a:srgbClr>
                </a:gs>
                <a:gs pos="28571">
                  <a:srgbClr val="EFA5A2">
                    <a:alpha val="20496"/>
                  </a:srgbClr>
                </a:gs>
                <a:gs pos="42857">
                  <a:srgbClr val="EFA5A2">
                    <a:alpha val="13967"/>
                  </a:srgbClr>
                </a:gs>
                <a:gs pos="57143">
                  <a:srgbClr val="EFA5A2">
                    <a:alpha val="7998"/>
                  </a:srgbClr>
                </a:gs>
                <a:gs pos="71429">
                  <a:srgbClr val="EFA5A2">
                    <a:alpha val="3827"/>
                  </a:srgbClr>
                </a:gs>
                <a:gs pos="85714">
                  <a:srgbClr val="EFA5A2">
                    <a:alpha val="1531"/>
                  </a:srgbClr>
                </a:gs>
                <a:gs pos="100000">
                  <a:srgbClr val="EFA5A2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5017312">
              <a:off x="3158365" y="2362568"/>
              <a:ext cx="541808" cy="323660"/>
            </a:xfrm>
            <a:prstGeom prst="ellipse">
              <a:avLst/>
            </a:prstGeom>
            <a:gradFill>
              <a:gsLst>
                <a:gs pos="0">
                  <a:srgbClr val="B9EEF5">
                    <a:alpha val="17511"/>
                  </a:srgbClr>
                </a:gs>
                <a:gs pos="14286">
                  <a:srgbClr val="B9EEF5">
                    <a:alpha val="16216"/>
                  </a:srgbClr>
                </a:gs>
                <a:gs pos="28571">
                  <a:srgbClr val="B9EEF5">
                    <a:alpha val="12836"/>
                  </a:srgbClr>
                </a:gs>
                <a:gs pos="42857">
                  <a:srgbClr val="B9EEF5">
                    <a:alpha val="8617"/>
                  </a:srgbClr>
                </a:gs>
                <a:gs pos="57143">
                  <a:srgbClr val="B9EEF5">
                    <a:alpha val="4870"/>
                  </a:srgbClr>
                </a:gs>
                <a:gs pos="71429">
                  <a:srgbClr val="B9EEF5">
                    <a:alpha val="2310"/>
                  </a:srgbClr>
                </a:gs>
                <a:gs pos="85714">
                  <a:srgbClr val="B9EEF5">
                    <a:alpha val="920"/>
                  </a:srgbClr>
                </a:gs>
                <a:gs pos="100000">
                  <a:srgbClr val="B9EEF5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5925021">
              <a:off x="401378" y="1838643"/>
              <a:ext cx="493501" cy="239149"/>
            </a:xfrm>
            <a:prstGeom prst="ellipse">
              <a:avLst/>
            </a:prstGeom>
            <a:gradFill>
              <a:gsLst>
                <a:gs pos="0">
                  <a:srgbClr val="C73177">
                    <a:alpha val="32968"/>
                  </a:srgbClr>
                </a:gs>
                <a:gs pos="14286">
                  <a:srgbClr val="C73177">
                    <a:alpha val="30764"/>
                  </a:srgbClr>
                </a:gs>
                <a:gs pos="28571">
                  <a:srgbClr val="C73177">
                    <a:alpha val="24833"/>
                  </a:srgbClr>
                </a:gs>
                <a:gs pos="42857">
                  <a:srgbClr val="C73177">
                    <a:alpha val="17075"/>
                  </a:srgbClr>
                </a:gs>
                <a:gs pos="57143">
                  <a:srgbClr val="C73177">
                    <a:alpha val="9855"/>
                  </a:srgbClr>
                </a:gs>
                <a:gs pos="71429">
                  <a:srgbClr val="C73177">
                    <a:alpha val="4740"/>
                  </a:srgbClr>
                </a:gs>
                <a:gs pos="85714">
                  <a:srgbClr val="C73177">
                    <a:alpha val="1902"/>
                  </a:srgbClr>
                </a:gs>
                <a:gs pos="100000">
                  <a:srgbClr val="C731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9842396">
              <a:off x="-241862" y="3092602"/>
              <a:ext cx="578096" cy="315951"/>
            </a:xfrm>
            <a:prstGeom prst="ellipse">
              <a:avLst/>
            </a:prstGeom>
            <a:gradFill>
              <a:gsLst>
                <a:gs pos="0">
                  <a:srgbClr val="DEA402">
                    <a:alpha val="32968"/>
                  </a:srgbClr>
                </a:gs>
                <a:gs pos="14286">
                  <a:srgbClr val="DEA402">
                    <a:alpha val="30764"/>
                  </a:srgbClr>
                </a:gs>
                <a:gs pos="28571">
                  <a:srgbClr val="DEA402">
                    <a:alpha val="24833"/>
                  </a:srgbClr>
                </a:gs>
                <a:gs pos="42857">
                  <a:srgbClr val="DEA402">
                    <a:alpha val="17075"/>
                  </a:srgbClr>
                </a:gs>
                <a:gs pos="57143">
                  <a:srgbClr val="DEA402">
                    <a:alpha val="9855"/>
                  </a:srgbClr>
                </a:gs>
                <a:gs pos="71429">
                  <a:srgbClr val="DEA402">
                    <a:alpha val="4740"/>
                  </a:srgbClr>
                </a:gs>
                <a:gs pos="85714">
                  <a:srgbClr val="DEA402">
                    <a:alpha val="1902"/>
                  </a:srgbClr>
                </a:gs>
                <a:gs pos="100000">
                  <a:srgbClr val="DEA4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10462547">
              <a:off x="2614151" y="2280264"/>
              <a:ext cx="627152" cy="128194"/>
            </a:xfrm>
            <a:prstGeom prst="ellipse">
              <a:avLst/>
            </a:prstGeom>
            <a:gradFill>
              <a:gsLst>
                <a:gs pos="0">
                  <a:srgbClr val="B32C18">
                    <a:alpha val="32968"/>
                  </a:srgbClr>
                </a:gs>
                <a:gs pos="14286">
                  <a:srgbClr val="B32C18">
                    <a:alpha val="30764"/>
                  </a:srgbClr>
                </a:gs>
                <a:gs pos="28571">
                  <a:srgbClr val="B32C18">
                    <a:alpha val="24833"/>
                  </a:srgbClr>
                </a:gs>
                <a:gs pos="42857">
                  <a:srgbClr val="B32C18">
                    <a:alpha val="17075"/>
                  </a:srgbClr>
                </a:gs>
                <a:gs pos="57143">
                  <a:srgbClr val="B32C18">
                    <a:alpha val="9855"/>
                  </a:srgbClr>
                </a:gs>
                <a:gs pos="71429">
                  <a:srgbClr val="B32C18">
                    <a:alpha val="4740"/>
                  </a:srgbClr>
                </a:gs>
                <a:gs pos="85714">
                  <a:srgbClr val="B32C18">
                    <a:alpha val="1902"/>
                  </a:srgbClr>
                </a:gs>
                <a:gs pos="100000">
                  <a:srgbClr val="B32C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-8144757">
              <a:off x="2929418" y="3273273"/>
              <a:ext cx="783520" cy="527579"/>
            </a:xfrm>
            <a:prstGeom prst="ellipse">
              <a:avLst/>
            </a:prstGeom>
            <a:gradFill>
              <a:gsLst>
                <a:gs pos="0">
                  <a:srgbClr val="5E2B00">
                    <a:alpha val="32968"/>
                  </a:srgbClr>
                </a:gs>
                <a:gs pos="14286">
                  <a:srgbClr val="5E2B00">
                    <a:alpha val="30764"/>
                  </a:srgbClr>
                </a:gs>
                <a:gs pos="28571">
                  <a:srgbClr val="5E2B00">
                    <a:alpha val="24833"/>
                  </a:srgbClr>
                </a:gs>
                <a:gs pos="42857">
                  <a:srgbClr val="5E2B00">
                    <a:alpha val="17075"/>
                  </a:srgbClr>
                </a:gs>
                <a:gs pos="57143">
                  <a:srgbClr val="5E2B00">
                    <a:alpha val="9855"/>
                  </a:srgbClr>
                </a:gs>
                <a:gs pos="71429">
                  <a:srgbClr val="5E2B00">
                    <a:alpha val="4740"/>
                  </a:srgbClr>
                </a:gs>
                <a:gs pos="85714">
                  <a:srgbClr val="5E2B00">
                    <a:alpha val="1902"/>
                  </a:srgbClr>
                </a:gs>
                <a:gs pos="100000">
                  <a:srgbClr val="5E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4273472">
              <a:off x="2809032" y="2321101"/>
              <a:ext cx="715096" cy="327114"/>
            </a:xfrm>
            <a:prstGeom prst="ellipse">
              <a:avLst/>
            </a:prstGeom>
            <a:gradFill>
              <a:gsLst>
                <a:gs pos="0">
                  <a:srgbClr val="F1DEFF">
                    <a:alpha val="32968"/>
                  </a:srgbClr>
                </a:gs>
                <a:gs pos="14286">
                  <a:srgbClr val="F1DEFF">
                    <a:alpha val="30764"/>
                  </a:srgbClr>
                </a:gs>
                <a:gs pos="28571">
                  <a:srgbClr val="F1DEFF">
                    <a:alpha val="24833"/>
                  </a:srgbClr>
                </a:gs>
                <a:gs pos="42857">
                  <a:srgbClr val="F1DEFF">
                    <a:alpha val="17075"/>
                  </a:srgbClr>
                </a:gs>
                <a:gs pos="57143">
                  <a:srgbClr val="F1DEFF">
                    <a:alpha val="9855"/>
                  </a:srgbClr>
                </a:gs>
                <a:gs pos="71429">
                  <a:srgbClr val="F1DEFF">
                    <a:alpha val="4740"/>
                  </a:srgbClr>
                </a:gs>
                <a:gs pos="85714">
                  <a:srgbClr val="F1DEFF">
                    <a:alpha val="1902"/>
                  </a:srgbClr>
                </a:gs>
                <a:gs pos="100000">
                  <a:srgbClr val="F1D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4494191">
              <a:off x="2660846" y="2656046"/>
              <a:ext cx="414822" cy="307817"/>
            </a:xfrm>
            <a:prstGeom prst="ellipse">
              <a:avLst/>
            </a:prstGeom>
            <a:gradFill>
              <a:gsLst>
                <a:gs pos="0">
                  <a:srgbClr val="FFC1CA">
                    <a:alpha val="32968"/>
                  </a:srgbClr>
                </a:gs>
                <a:gs pos="14286">
                  <a:srgbClr val="FFC1CA">
                    <a:alpha val="30764"/>
                  </a:srgbClr>
                </a:gs>
                <a:gs pos="28571">
                  <a:srgbClr val="FFC1CA">
                    <a:alpha val="24833"/>
                  </a:srgbClr>
                </a:gs>
                <a:gs pos="42857">
                  <a:srgbClr val="FFC1CA">
                    <a:alpha val="17075"/>
                  </a:srgbClr>
                </a:gs>
                <a:gs pos="57143">
                  <a:srgbClr val="FFC1CA">
                    <a:alpha val="9855"/>
                  </a:srgbClr>
                </a:gs>
                <a:gs pos="71429">
                  <a:srgbClr val="FFC1CA">
                    <a:alpha val="4740"/>
                  </a:srgbClr>
                </a:gs>
                <a:gs pos="85714">
                  <a:srgbClr val="FFC1CA">
                    <a:alpha val="1902"/>
                  </a:srgbClr>
                </a:gs>
                <a:gs pos="100000">
                  <a:srgbClr val="FFC1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6473196">
              <a:off x="2692108" y="751317"/>
              <a:ext cx="691697" cy="235586"/>
            </a:xfrm>
            <a:prstGeom prst="ellipse">
              <a:avLst/>
            </a:prstGeom>
            <a:gradFill>
              <a:gsLst>
                <a:gs pos="0">
                  <a:srgbClr val="FFB4E7">
                    <a:alpha val="32968"/>
                  </a:srgbClr>
                </a:gs>
                <a:gs pos="14286">
                  <a:srgbClr val="FFB4E7">
                    <a:alpha val="30764"/>
                  </a:srgbClr>
                </a:gs>
                <a:gs pos="28571">
                  <a:srgbClr val="FFB4E7">
                    <a:alpha val="24833"/>
                  </a:srgbClr>
                </a:gs>
                <a:gs pos="42857">
                  <a:srgbClr val="FFB4E7">
                    <a:alpha val="17075"/>
                  </a:srgbClr>
                </a:gs>
                <a:gs pos="57143">
                  <a:srgbClr val="FFB4E7">
                    <a:alpha val="9855"/>
                  </a:srgbClr>
                </a:gs>
                <a:gs pos="71429">
                  <a:srgbClr val="FFB4E7">
                    <a:alpha val="4740"/>
                  </a:srgbClr>
                </a:gs>
                <a:gs pos="85714">
                  <a:srgbClr val="FFB4E7">
                    <a:alpha val="1902"/>
                  </a:srgbClr>
                </a:gs>
                <a:gs pos="100000">
                  <a:srgbClr val="FFB4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6150289">
              <a:off x="332808" y="2331071"/>
              <a:ext cx="509713" cy="232062"/>
            </a:xfrm>
            <a:prstGeom prst="ellipse">
              <a:avLst/>
            </a:prstGeom>
            <a:gradFill>
              <a:gsLst>
                <a:gs pos="0">
                  <a:srgbClr val="E0D800">
                    <a:alpha val="32941"/>
                  </a:srgbClr>
                </a:gs>
                <a:gs pos="14286">
                  <a:srgbClr val="E0D800">
                    <a:alpha val="30738"/>
                  </a:srgbClr>
                </a:gs>
                <a:gs pos="28571">
                  <a:srgbClr val="E0D800">
                    <a:alpha val="24811"/>
                  </a:srgbClr>
                </a:gs>
                <a:gs pos="42857">
                  <a:srgbClr val="E0D800">
                    <a:alpha val="17060"/>
                  </a:srgbClr>
                </a:gs>
                <a:gs pos="57143">
                  <a:srgbClr val="E0D800">
                    <a:alpha val="9845"/>
                  </a:srgbClr>
                </a:gs>
                <a:gs pos="71429">
                  <a:srgbClr val="E0D800">
                    <a:alpha val="4736"/>
                  </a:srgbClr>
                </a:gs>
                <a:gs pos="85714">
                  <a:srgbClr val="E0D800">
                    <a:alpha val="1900"/>
                  </a:srgbClr>
                </a:gs>
                <a:gs pos="100000">
                  <a:srgbClr val="E0D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6840228">
              <a:off x="2678618" y="2269730"/>
              <a:ext cx="431713" cy="289387"/>
            </a:xfrm>
            <a:prstGeom prst="ellipse">
              <a:avLst/>
            </a:prstGeom>
            <a:gradFill>
              <a:gsLst>
                <a:gs pos="0">
                  <a:srgbClr val="E9A69F">
                    <a:alpha val="12194"/>
                  </a:srgbClr>
                </a:gs>
                <a:gs pos="14286">
                  <a:srgbClr val="E9A69F">
                    <a:alpha val="11265"/>
                  </a:srgbClr>
                </a:gs>
                <a:gs pos="28571">
                  <a:srgbClr val="E9A69F">
                    <a:alpha val="8862"/>
                  </a:srgbClr>
                </a:gs>
                <a:gs pos="42857">
                  <a:srgbClr val="E9A69F">
                    <a:alpha val="5905"/>
                  </a:srgbClr>
                </a:gs>
                <a:gs pos="57143">
                  <a:srgbClr val="E9A69F">
                    <a:alpha val="3317"/>
                  </a:srgbClr>
                </a:gs>
                <a:gs pos="71429">
                  <a:srgbClr val="E9A69F">
                    <a:alpha val="1566"/>
                  </a:srgbClr>
                </a:gs>
                <a:gs pos="85714">
                  <a:srgbClr val="E9A69F">
                    <a:alpha val="622"/>
                  </a:srgbClr>
                </a:gs>
                <a:gs pos="100000">
                  <a:srgbClr val="E9A69F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5545429">
              <a:off x="300184" y="1907510"/>
              <a:ext cx="579961" cy="136479"/>
            </a:xfrm>
            <a:prstGeom prst="ellipse">
              <a:avLst/>
            </a:prstGeom>
            <a:gradFill>
              <a:gsLst>
                <a:gs pos="0">
                  <a:srgbClr val="FD4085">
                    <a:alpha val="16120"/>
                  </a:srgbClr>
                </a:gs>
                <a:gs pos="14286">
                  <a:srgbClr val="FD4085">
                    <a:alpha val="14918"/>
                  </a:srgbClr>
                </a:gs>
                <a:gs pos="28571">
                  <a:srgbClr val="FD4085">
                    <a:alpha val="11789"/>
                  </a:srgbClr>
                </a:gs>
                <a:gs pos="42857">
                  <a:srgbClr val="FD4085">
                    <a:alpha val="7899"/>
                  </a:srgbClr>
                </a:gs>
                <a:gs pos="57143">
                  <a:srgbClr val="FD4085">
                    <a:alpha val="4457"/>
                  </a:srgbClr>
                </a:gs>
                <a:gs pos="71429">
                  <a:srgbClr val="FD4085">
                    <a:alpha val="2112"/>
                  </a:srgbClr>
                </a:gs>
                <a:gs pos="85714">
                  <a:srgbClr val="FD4085">
                    <a:alpha val="840"/>
                  </a:srgbClr>
                </a:gs>
                <a:gs pos="100000">
                  <a:srgbClr val="FD4085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5816637">
              <a:off x="264595" y="2267967"/>
              <a:ext cx="603092" cy="235845"/>
            </a:xfrm>
            <a:prstGeom prst="ellipse">
              <a:avLst/>
            </a:prstGeom>
            <a:gradFill>
              <a:gsLst>
                <a:gs pos="0">
                  <a:srgbClr val="FF98B6">
                    <a:alpha val="10094"/>
                  </a:srgbClr>
                </a:gs>
                <a:gs pos="14286">
                  <a:srgbClr val="FF98B6">
                    <a:alpha val="9316"/>
                  </a:srgbClr>
                </a:gs>
                <a:gs pos="28571">
                  <a:srgbClr val="FF98B6">
                    <a:alpha val="7312"/>
                  </a:srgbClr>
                </a:gs>
                <a:gs pos="42857">
                  <a:srgbClr val="FF98B6">
                    <a:alpha val="4859"/>
                  </a:srgbClr>
                </a:gs>
                <a:gs pos="57143">
                  <a:srgbClr val="FF98B6">
                    <a:alpha val="2722"/>
                  </a:srgbClr>
                </a:gs>
                <a:gs pos="71429">
                  <a:srgbClr val="FF98B6">
                    <a:alpha val="1284"/>
                  </a:srgbClr>
                </a:gs>
                <a:gs pos="85714">
                  <a:srgbClr val="FF98B6">
                    <a:alpha val="510"/>
                  </a:srgbClr>
                </a:gs>
                <a:gs pos="100000">
                  <a:srgbClr val="FF98B6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-9022465">
              <a:off x="2623240" y="2583138"/>
              <a:ext cx="547323" cy="126509"/>
            </a:xfrm>
            <a:prstGeom prst="ellipse">
              <a:avLst/>
            </a:prstGeom>
            <a:gradFill>
              <a:gsLst>
                <a:gs pos="0">
                  <a:srgbClr val="C72A09">
                    <a:alpha val="16822"/>
                  </a:srgbClr>
                </a:gs>
                <a:gs pos="14286">
                  <a:srgbClr val="C72A09">
                    <a:alpha val="15574"/>
                  </a:srgbClr>
                </a:gs>
                <a:gs pos="28571">
                  <a:srgbClr val="C72A09">
                    <a:alpha val="12317"/>
                  </a:srgbClr>
                </a:gs>
                <a:gs pos="42857">
                  <a:srgbClr val="C72A09">
                    <a:alpha val="8261"/>
                  </a:srgbClr>
                </a:gs>
                <a:gs pos="57143">
                  <a:srgbClr val="C72A09">
                    <a:alpha val="4665"/>
                  </a:srgbClr>
                </a:gs>
                <a:gs pos="71429">
                  <a:srgbClr val="C72A09">
                    <a:alpha val="2211"/>
                  </a:srgbClr>
                </a:gs>
                <a:gs pos="85714">
                  <a:srgbClr val="C72A09">
                    <a:alpha val="880"/>
                  </a:srgbClr>
                </a:gs>
                <a:gs pos="100000">
                  <a:srgbClr val="C72A09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9212293">
              <a:off x="3110864" y="-16092"/>
              <a:ext cx="619482" cy="330387"/>
            </a:xfrm>
            <a:prstGeom prst="ellipse">
              <a:avLst/>
            </a:prstGeom>
            <a:gradFill>
              <a:gsLst>
                <a:gs pos="0">
                  <a:srgbClr val="E5BCFF">
                    <a:alpha val="32968"/>
                  </a:srgbClr>
                </a:gs>
                <a:gs pos="14286">
                  <a:srgbClr val="E5BCFF">
                    <a:alpha val="30764"/>
                  </a:srgbClr>
                </a:gs>
                <a:gs pos="28571">
                  <a:srgbClr val="E5BCFF">
                    <a:alpha val="24833"/>
                  </a:srgbClr>
                </a:gs>
                <a:gs pos="42857">
                  <a:srgbClr val="E5BCFF">
                    <a:alpha val="17075"/>
                  </a:srgbClr>
                </a:gs>
                <a:gs pos="57143">
                  <a:srgbClr val="E5BCFF">
                    <a:alpha val="9855"/>
                  </a:srgbClr>
                </a:gs>
                <a:gs pos="71429">
                  <a:srgbClr val="E5BCFF">
                    <a:alpha val="4740"/>
                  </a:srgbClr>
                </a:gs>
                <a:gs pos="85714">
                  <a:srgbClr val="E5BCFF">
                    <a:alpha val="1902"/>
                  </a:srgbClr>
                </a:gs>
                <a:gs pos="100000">
                  <a:srgbClr val="E5B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-9108074">
              <a:off x="2767751" y="2454576"/>
              <a:ext cx="515249" cy="394991"/>
            </a:xfrm>
            <a:prstGeom prst="ellipse">
              <a:avLst/>
            </a:prstGeom>
            <a:gradFill>
              <a:gsLst>
                <a:gs pos="0">
                  <a:srgbClr val="CC9C91">
                    <a:alpha val="32968"/>
                  </a:srgbClr>
                </a:gs>
                <a:gs pos="14286">
                  <a:srgbClr val="CC9C91">
                    <a:alpha val="30764"/>
                  </a:srgbClr>
                </a:gs>
                <a:gs pos="28571">
                  <a:srgbClr val="CC9C91">
                    <a:alpha val="24833"/>
                  </a:srgbClr>
                </a:gs>
                <a:gs pos="42857">
                  <a:srgbClr val="CC9C91">
                    <a:alpha val="17075"/>
                  </a:srgbClr>
                </a:gs>
                <a:gs pos="57143">
                  <a:srgbClr val="CC9C91">
                    <a:alpha val="9855"/>
                  </a:srgbClr>
                </a:gs>
                <a:gs pos="71429">
                  <a:srgbClr val="CC9C91">
                    <a:alpha val="4740"/>
                  </a:srgbClr>
                </a:gs>
                <a:gs pos="85714">
                  <a:srgbClr val="CC9C91">
                    <a:alpha val="1902"/>
                  </a:srgbClr>
                </a:gs>
                <a:gs pos="100000">
                  <a:srgbClr val="CC9C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5050933">
              <a:off x="340547" y="1858507"/>
              <a:ext cx="473098" cy="170701"/>
            </a:xfrm>
            <a:prstGeom prst="ellipse">
              <a:avLst/>
            </a:prstGeom>
            <a:gradFill>
              <a:gsLst>
                <a:gs pos="0">
                  <a:srgbClr val="B2004A">
                    <a:alpha val="32968"/>
                  </a:srgbClr>
                </a:gs>
                <a:gs pos="14286">
                  <a:srgbClr val="B2004A">
                    <a:alpha val="30764"/>
                  </a:srgbClr>
                </a:gs>
                <a:gs pos="28571">
                  <a:srgbClr val="B2004A">
                    <a:alpha val="24833"/>
                  </a:srgbClr>
                </a:gs>
                <a:gs pos="42857">
                  <a:srgbClr val="B2004A">
                    <a:alpha val="17075"/>
                  </a:srgbClr>
                </a:gs>
                <a:gs pos="57143">
                  <a:srgbClr val="B2004A">
                    <a:alpha val="9855"/>
                  </a:srgbClr>
                </a:gs>
                <a:gs pos="71429">
                  <a:srgbClr val="B2004A">
                    <a:alpha val="4740"/>
                  </a:srgbClr>
                </a:gs>
                <a:gs pos="85714">
                  <a:srgbClr val="B2004A">
                    <a:alpha val="1902"/>
                  </a:srgbClr>
                </a:gs>
                <a:gs pos="100000">
                  <a:srgbClr val="B200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5961666">
              <a:off x="149283" y="2501165"/>
              <a:ext cx="647184" cy="114384"/>
            </a:xfrm>
            <a:prstGeom prst="ellipse">
              <a:avLst/>
            </a:prstGeom>
            <a:gradFill>
              <a:gsLst>
                <a:gs pos="0">
                  <a:srgbClr val="AA505A">
                    <a:alpha val="30206"/>
                  </a:srgbClr>
                </a:gs>
                <a:gs pos="14286">
                  <a:srgbClr val="AA505A">
                    <a:alpha val="28146"/>
                  </a:srgbClr>
                </a:gs>
                <a:gs pos="28571">
                  <a:srgbClr val="AA505A">
                    <a:alpha val="22635"/>
                  </a:srgbClr>
                </a:gs>
                <a:gs pos="42857">
                  <a:srgbClr val="AA505A">
                    <a:alpha val="15493"/>
                  </a:srgbClr>
                </a:gs>
                <a:gs pos="57143">
                  <a:srgbClr val="AA505A">
                    <a:alpha val="8906"/>
                  </a:srgbClr>
                </a:gs>
                <a:gs pos="71429">
                  <a:srgbClr val="AA505A">
                    <a:alpha val="4272"/>
                  </a:srgbClr>
                </a:gs>
                <a:gs pos="85714">
                  <a:srgbClr val="AA505A">
                    <a:alpha val="1712"/>
                  </a:srgbClr>
                </a:gs>
                <a:gs pos="100000">
                  <a:srgbClr val="AA505A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5775032">
              <a:off x="222854" y="2081297"/>
              <a:ext cx="635119" cy="136249"/>
            </a:xfrm>
            <a:prstGeom prst="ellipse">
              <a:avLst/>
            </a:prstGeom>
            <a:gradFill>
              <a:gsLst>
                <a:gs pos="0">
                  <a:srgbClr val="BA004D">
                    <a:alpha val="32968"/>
                  </a:srgbClr>
                </a:gs>
                <a:gs pos="14286">
                  <a:srgbClr val="BA004D">
                    <a:alpha val="30764"/>
                  </a:srgbClr>
                </a:gs>
                <a:gs pos="28571">
                  <a:srgbClr val="BA004D">
                    <a:alpha val="24833"/>
                  </a:srgbClr>
                </a:gs>
                <a:gs pos="42857">
                  <a:srgbClr val="BA004D">
                    <a:alpha val="17075"/>
                  </a:srgbClr>
                </a:gs>
                <a:gs pos="57143">
                  <a:srgbClr val="BA004D">
                    <a:alpha val="9855"/>
                  </a:srgbClr>
                </a:gs>
                <a:gs pos="71429">
                  <a:srgbClr val="BA004D">
                    <a:alpha val="4740"/>
                  </a:srgbClr>
                </a:gs>
                <a:gs pos="85714">
                  <a:srgbClr val="BA004D">
                    <a:alpha val="1902"/>
                  </a:srgbClr>
                </a:gs>
                <a:gs pos="100000">
                  <a:srgbClr val="BA00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4841379">
              <a:off x="3184598" y="3010879"/>
              <a:ext cx="522863" cy="162110"/>
            </a:xfrm>
            <a:prstGeom prst="ellipse">
              <a:avLst/>
            </a:prstGeom>
            <a:gradFill>
              <a:gsLst>
                <a:gs pos="0">
                  <a:srgbClr val="9B5F57">
                    <a:alpha val="32968"/>
                  </a:srgbClr>
                </a:gs>
                <a:gs pos="14286">
                  <a:srgbClr val="9B5F57">
                    <a:alpha val="30764"/>
                  </a:srgbClr>
                </a:gs>
                <a:gs pos="28571">
                  <a:srgbClr val="9B5F57">
                    <a:alpha val="24833"/>
                  </a:srgbClr>
                </a:gs>
                <a:gs pos="42857">
                  <a:srgbClr val="9B5F57">
                    <a:alpha val="17075"/>
                  </a:srgbClr>
                </a:gs>
                <a:gs pos="57143">
                  <a:srgbClr val="9B5F57">
                    <a:alpha val="9855"/>
                  </a:srgbClr>
                </a:gs>
                <a:gs pos="71429">
                  <a:srgbClr val="9B5F57">
                    <a:alpha val="4740"/>
                  </a:srgbClr>
                </a:gs>
                <a:gs pos="85714">
                  <a:srgbClr val="9B5F57">
                    <a:alpha val="1902"/>
                  </a:srgbClr>
                </a:gs>
                <a:gs pos="100000">
                  <a:srgbClr val="9B5F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7510609">
              <a:off x="3029115" y="135389"/>
              <a:ext cx="468004" cy="302462"/>
            </a:xfrm>
            <a:prstGeom prst="ellipse">
              <a:avLst/>
            </a:prstGeom>
            <a:gradFill>
              <a:gsLst>
                <a:gs pos="0">
                  <a:srgbClr val="F8CDFF">
                    <a:alpha val="31900"/>
                  </a:srgbClr>
                </a:gs>
                <a:gs pos="14286">
                  <a:srgbClr val="F8CDFF">
                    <a:alpha val="29750"/>
                  </a:srgbClr>
                </a:gs>
                <a:gs pos="28571">
                  <a:srgbClr val="F8CDFF">
                    <a:alpha val="23980"/>
                  </a:srgbClr>
                </a:gs>
                <a:gs pos="42857">
                  <a:srgbClr val="F8CDFF">
                    <a:alpha val="16459"/>
                  </a:srgbClr>
                </a:gs>
                <a:gs pos="57143">
                  <a:srgbClr val="F8CDFF">
                    <a:alpha val="9484"/>
                  </a:srgbClr>
                </a:gs>
                <a:gs pos="71429">
                  <a:srgbClr val="F8CDFF">
                    <a:alpha val="4557"/>
                  </a:srgbClr>
                </a:gs>
                <a:gs pos="85714">
                  <a:srgbClr val="F8CDFF">
                    <a:alpha val="1828"/>
                  </a:srgbClr>
                </a:gs>
                <a:gs pos="100000">
                  <a:srgbClr val="F8CDFF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4965557">
              <a:off x="-220221" y="2934667"/>
              <a:ext cx="540919" cy="113732"/>
            </a:xfrm>
            <a:prstGeom prst="ellipse">
              <a:avLst/>
            </a:prstGeom>
            <a:gradFill>
              <a:gsLst>
                <a:gs pos="0">
                  <a:srgbClr val="B00063">
                    <a:alpha val="32968"/>
                  </a:srgbClr>
                </a:gs>
                <a:gs pos="14286">
                  <a:srgbClr val="B00063">
                    <a:alpha val="30764"/>
                  </a:srgbClr>
                </a:gs>
                <a:gs pos="28571">
                  <a:srgbClr val="B00063">
                    <a:alpha val="24833"/>
                  </a:srgbClr>
                </a:gs>
                <a:gs pos="42857">
                  <a:srgbClr val="B00063">
                    <a:alpha val="17075"/>
                  </a:srgbClr>
                </a:gs>
                <a:gs pos="57143">
                  <a:srgbClr val="B00063">
                    <a:alpha val="9855"/>
                  </a:srgbClr>
                </a:gs>
                <a:gs pos="71429">
                  <a:srgbClr val="B00063">
                    <a:alpha val="4740"/>
                  </a:srgbClr>
                </a:gs>
                <a:gs pos="85714">
                  <a:srgbClr val="B00063">
                    <a:alpha val="1902"/>
                  </a:srgbClr>
                </a:gs>
                <a:gs pos="100000">
                  <a:srgbClr val="B000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9868320">
              <a:off x="214214" y="3287453"/>
              <a:ext cx="515529" cy="232761"/>
            </a:xfrm>
            <a:prstGeom prst="ellipse">
              <a:avLst/>
            </a:prstGeom>
            <a:gradFill>
              <a:gsLst>
                <a:gs pos="0">
                  <a:srgbClr val="C26400">
                    <a:alpha val="32968"/>
                  </a:srgbClr>
                </a:gs>
                <a:gs pos="14286">
                  <a:srgbClr val="C26400">
                    <a:alpha val="30764"/>
                  </a:srgbClr>
                </a:gs>
                <a:gs pos="28571">
                  <a:srgbClr val="C26400">
                    <a:alpha val="24833"/>
                  </a:srgbClr>
                </a:gs>
                <a:gs pos="42857">
                  <a:srgbClr val="C26400">
                    <a:alpha val="17075"/>
                  </a:srgbClr>
                </a:gs>
                <a:gs pos="57143">
                  <a:srgbClr val="C26400">
                    <a:alpha val="9855"/>
                  </a:srgbClr>
                </a:gs>
                <a:gs pos="71429">
                  <a:srgbClr val="C26400">
                    <a:alpha val="4740"/>
                  </a:srgbClr>
                </a:gs>
                <a:gs pos="85714">
                  <a:srgbClr val="C26400">
                    <a:alpha val="1902"/>
                  </a:srgbClr>
                </a:gs>
                <a:gs pos="100000">
                  <a:srgbClr val="C26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4772623">
              <a:off x="257417" y="1023552"/>
              <a:ext cx="749402" cy="75514"/>
            </a:xfrm>
            <a:prstGeom prst="ellipse">
              <a:avLst/>
            </a:prstGeom>
            <a:gradFill>
              <a:gsLst>
                <a:gs pos="0">
                  <a:srgbClr val="F05663">
                    <a:alpha val="32968"/>
                  </a:srgbClr>
                </a:gs>
                <a:gs pos="14286">
                  <a:srgbClr val="F05663">
                    <a:alpha val="30764"/>
                  </a:srgbClr>
                </a:gs>
                <a:gs pos="28571">
                  <a:srgbClr val="F05663">
                    <a:alpha val="24833"/>
                  </a:srgbClr>
                </a:gs>
                <a:gs pos="42857">
                  <a:srgbClr val="F05663">
                    <a:alpha val="17075"/>
                  </a:srgbClr>
                </a:gs>
                <a:gs pos="57143">
                  <a:srgbClr val="F05663">
                    <a:alpha val="9855"/>
                  </a:srgbClr>
                </a:gs>
                <a:gs pos="71429">
                  <a:srgbClr val="F05663">
                    <a:alpha val="4740"/>
                  </a:srgbClr>
                </a:gs>
                <a:gs pos="85714">
                  <a:srgbClr val="F05663">
                    <a:alpha val="1902"/>
                  </a:srgbClr>
                </a:gs>
                <a:gs pos="100000">
                  <a:srgbClr val="F056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8654599">
              <a:off x="1325919" y="264497"/>
              <a:ext cx="520666" cy="172153"/>
            </a:xfrm>
            <a:prstGeom prst="ellipse">
              <a:avLst/>
            </a:prstGeom>
            <a:gradFill>
              <a:gsLst>
                <a:gs pos="0">
                  <a:srgbClr val="DB557E">
                    <a:alpha val="32968"/>
                  </a:srgbClr>
                </a:gs>
                <a:gs pos="14286">
                  <a:srgbClr val="DB557E">
                    <a:alpha val="30764"/>
                  </a:srgbClr>
                </a:gs>
                <a:gs pos="28571">
                  <a:srgbClr val="DB557E">
                    <a:alpha val="24833"/>
                  </a:srgbClr>
                </a:gs>
                <a:gs pos="42857">
                  <a:srgbClr val="DB557E">
                    <a:alpha val="17075"/>
                  </a:srgbClr>
                </a:gs>
                <a:gs pos="57143">
                  <a:srgbClr val="DB557E">
                    <a:alpha val="9855"/>
                  </a:srgbClr>
                </a:gs>
                <a:gs pos="71429">
                  <a:srgbClr val="DB557E">
                    <a:alpha val="4740"/>
                  </a:srgbClr>
                </a:gs>
                <a:gs pos="85714">
                  <a:srgbClr val="DB557E">
                    <a:alpha val="1902"/>
                  </a:srgbClr>
                </a:gs>
                <a:gs pos="100000">
                  <a:srgbClr val="DB55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Splat 1378"/>
            <p:cNvSpPr>
              <a:spLocks noGrp="1"/>
            </p:cNvSpPr>
            <p:nvPr/>
          </p:nvSpPr>
          <p:spPr>
            <a:xfrm rot="-10455430">
              <a:off x="2836865" y="-112124"/>
              <a:ext cx="600512" cy="235159"/>
            </a:xfrm>
            <a:prstGeom prst="ellipse">
              <a:avLst/>
            </a:prstGeom>
            <a:gradFill>
              <a:gsLst>
                <a:gs pos="0">
                  <a:srgbClr val="A31000">
                    <a:alpha val="32968"/>
                  </a:srgbClr>
                </a:gs>
                <a:gs pos="14286">
                  <a:srgbClr val="A31000">
                    <a:alpha val="30764"/>
                  </a:srgbClr>
                </a:gs>
                <a:gs pos="28571">
                  <a:srgbClr val="A31000">
                    <a:alpha val="24833"/>
                  </a:srgbClr>
                </a:gs>
                <a:gs pos="42857">
                  <a:srgbClr val="A31000">
                    <a:alpha val="17075"/>
                  </a:srgbClr>
                </a:gs>
                <a:gs pos="57143">
                  <a:srgbClr val="A31000">
                    <a:alpha val="9855"/>
                  </a:srgbClr>
                </a:gs>
                <a:gs pos="71429">
                  <a:srgbClr val="A31000">
                    <a:alpha val="4740"/>
                  </a:srgbClr>
                </a:gs>
                <a:gs pos="85714">
                  <a:srgbClr val="A31000">
                    <a:alpha val="1902"/>
                  </a:srgbClr>
                </a:gs>
                <a:gs pos="100000">
                  <a:srgbClr val="A3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Splat 1379"/>
            <p:cNvSpPr>
              <a:spLocks noGrp="1"/>
            </p:cNvSpPr>
            <p:nvPr/>
          </p:nvSpPr>
          <p:spPr>
            <a:xfrm rot="9338749">
              <a:off x="3129842" y="-19224"/>
              <a:ext cx="334692" cy="178762"/>
            </a:xfrm>
            <a:prstGeom prst="ellipse">
              <a:avLst/>
            </a:prstGeom>
            <a:gradFill>
              <a:gsLst>
                <a:gs pos="0">
                  <a:srgbClr val="BB6A00">
                    <a:alpha val="32968"/>
                  </a:srgbClr>
                </a:gs>
                <a:gs pos="14286">
                  <a:srgbClr val="BB6A00">
                    <a:alpha val="30764"/>
                  </a:srgbClr>
                </a:gs>
                <a:gs pos="28571">
                  <a:srgbClr val="BB6A00">
                    <a:alpha val="24833"/>
                  </a:srgbClr>
                </a:gs>
                <a:gs pos="42857">
                  <a:srgbClr val="BB6A00">
                    <a:alpha val="17075"/>
                  </a:srgbClr>
                </a:gs>
                <a:gs pos="57143">
                  <a:srgbClr val="BB6A00">
                    <a:alpha val="9855"/>
                  </a:srgbClr>
                </a:gs>
                <a:gs pos="71429">
                  <a:srgbClr val="BB6A00">
                    <a:alpha val="4740"/>
                  </a:srgbClr>
                </a:gs>
                <a:gs pos="85714">
                  <a:srgbClr val="BB6A00">
                    <a:alpha val="1902"/>
                  </a:srgbClr>
                </a:gs>
                <a:gs pos="100000">
                  <a:srgbClr val="BB6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Splat 1380"/>
            <p:cNvSpPr>
              <a:spLocks noGrp="1"/>
            </p:cNvSpPr>
            <p:nvPr/>
          </p:nvSpPr>
          <p:spPr>
            <a:xfrm rot="-9717297">
              <a:off x="1470647" y="173116"/>
              <a:ext cx="469084" cy="113164"/>
            </a:xfrm>
            <a:prstGeom prst="ellipse">
              <a:avLst/>
            </a:prstGeom>
            <a:gradFill>
              <a:gsLst>
                <a:gs pos="0">
                  <a:srgbClr val="CA6C64">
                    <a:alpha val="30280"/>
                  </a:srgbClr>
                </a:gs>
                <a:gs pos="14286">
                  <a:srgbClr val="CA6C64">
                    <a:alpha val="28216"/>
                  </a:srgbClr>
                </a:gs>
                <a:gs pos="28571">
                  <a:srgbClr val="CA6C64">
                    <a:alpha val="22694"/>
                  </a:srgbClr>
                </a:gs>
                <a:gs pos="42857">
                  <a:srgbClr val="CA6C64">
                    <a:alpha val="15535"/>
                  </a:srgbClr>
                </a:gs>
                <a:gs pos="57143">
                  <a:srgbClr val="CA6C64">
                    <a:alpha val="8931"/>
                  </a:srgbClr>
                </a:gs>
                <a:gs pos="71429">
                  <a:srgbClr val="CA6C64">
                    <a:alpha val="4285"/>
                  </a:srgbClr>
                </a:gs>
                <a:gs pos="85714">
                  <a:srgbClr val="CA6C64">
                    <a:alpha val="1717"/>
                  </a:srgbClr>
                </a:gs>
                <a:gs pos="100000">
                  <a:srgbClr val="CA6C64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Splat 1381"/>
            <p:cNvSpPr>
              <a:spLocks noGrp="1"/>
            </p:cNvSpPr>
            <p:nvPr/>
          </p:nvSpPr>
          <p:spPr>
            <a:xfrm rot="10026698">
              <a:off x="956765" y="-44179"/>
              <a:ext cx="538944" cy="375157"/>
            </a:xfrm>
            <a:prstGeom prst="ellipse">
              <a:avLst/>
            </a:prstGeom>
            <a:gradFill>
              <a:gsLst>
                <a:gs pos="0">
                  <a:srgbClr val="EDBCB7">
                    <a:alpha val="32952"/>
                  </a:srgbClr>
                </a:gs>
                <a:gs pos="14286">
                  <a:srgbClr val="EDBCB7">
                    <a:alpha val="30748"/>
                  </a:srgbClr>
                </a:gs>
                <a:gs pos="28571">
                  <a:srgbClr val="EDBCB7">
                    <a:alpha val="24820"/>
                  </a:srgbClr>
                </a:gs>
                <a:gs pos="42857">
                  <a:srgbClr val="EDBCB7">
                    <a:alpha val="17066"/>
                  </a:srgbClr>
                </a:gs>
                <a:gs pos="57143">
                  <a:srgbClr val="EDBCB7">
                    <a:alpha val="9849"/>
                  </a:srgbClr>
                </a:gs>
                <a:gs pos="71429">
                  <a:srgbClr val="EDBCB7">
                    <a:alpha val="4738"/>
                  </a:srgbClr>
                </a:gs>
                <a:gs pos="85714">
                  <a:srgbClr val="EDBCB7">
                    <a:alpha val="1901"/>
                  </a:srgbClr>
                </a:gs>
                <a:gs pos="100000">
                  <a:srgbClr val="EDBC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Splat 1382"/>
            <p:cNvSpPr>
              <a:spLocks noGrp="1"/>
            </p:cNvSpPr>
            <p:nvPr/>
          </p:nvSpPr>
          <p:spPr>
            <a:xfrm rot="5418033">
              <a:off x="364941" y="1504277"/>
              <a:ext cx="498605" cy="141916"/>
            </a:xfrm>
            <a:prstGeom prst="ellipse">
              <a:avLst/>
            </a:prstGeom>
            <a:gradFill>
              <a:gsLst>
                <a:gs pos="0">
                  <a:srgbClr val="C92162">
                    <a:alpha val="30721"/>
                  </a:srgbClr>
                </a:gs>
                <a:gs pos="14286">
                  <a:srgbClr val="C92162">
                    <a:alpha val="28634"/>
                  </a:srgbClr>
                </a:gs>
                <a:gs pos="28571">
                  <a:srgbClr val="C92162">
                    <a:alpha val="23043"/>
                  </a:srgbClr>
                </a:gs>
                <a:gs pos="42857">
                  <a:srgbClr val="C92162">
                    <a:alpha val="15786"/>
                  </a:srgbClr>
                </a:gs>
                <a:gs pos="57143">
                  <a:srgbClr val="C92162">
                    <a:alpha val="9081"/>
                  </a:srgbClr>
                </a:gs>
                <a:gs pos="71429">
                  <a:srgbClr val="C92162">
                    <a:alpha val="4358"/>
                  </a:srgbClr>
                </a:gs>
                <a:gs pos="85714">
                  <a:srgbClr val="C92162">
                    <a:alpha val="1747"/>
                  </a:srgbClr>
                </a:gs>
                <a:gs pos="100000">
                  <a:srgbClr val="C92162">
                    <a:alpha val="5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Splat 1383"/>
            <p:cNvSpPr>
              <a:spLocks noGrp="1"/>
            </p:cNvSpPr>
            <p:nvPr/>
          </p:nvSpPr>
          <p:spPr>
            <a:xfrm rot="9399015">
              <a:off x="2968289" y="1413738"/>
              <a:ext cx="647985" cy="228665"/>
            </a:xfrm>
            <a:prstGeom prst="ellipse">
              <a:avLst/>
            </a:prstGeom>
            <a:gradFill>
              <a:gsLst>
                <a:gs pos="0">
                  <a:srgbClr val="F79CA0">
                    <a:alpha val="32780"/>
                  </a:srgbClr>
                </a:gs>
                <a:gs pos="14286">
                  <a:srgbClr val="F79CA0">
                    <a:alpha val="30585"/>
                  </a:srgbClr>
                </a:gs>
                <a:gs pos="28571">
                  <a:srgbClr val="F79CA0">
                    <a:alpha val="24683"/>
                  </a:srgbClr>
                </a:gs>
                <a:gs pos="42857">
                  <a:srgbClr val="F79CA0">
                    <a:alpha val="16967"/>
                  </a:srgbClr>
                </a:gs>
                <a:gs pos="57143">
                  <a:srgbClr val="F79CA0">
                    <a:alpha val="9789"/>
                  </a:srgbClr>
                </a:gs>
                <a:gs pos="71429">
                  <a:srgbClr val="F79CA0">
                    <a:alpha val="4708"/>
                  </a:srgbClr>
                </a:gs>
                <a:gs pos="85714">
                  <a:srgbClr val="F79CA0">
                    <a:alpha val="1889"/>
                  </a:srgbClr>
                </a:gs>
                <a:gs pos="100000">
                  <a:srgbClr val="F79CA0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Splat 1384"/>
            <p:cNvSpPr>
              <a:spLocks noGrp="1"/>
            </p:cNvSpPr>
            <p:nvPr/>
          </p:nvSpPr>
          <p:spPr>
            <a:xfrm rot="-10663872">
              <a:off x="2392714" y="-180477"/>
              <a:ext cx="710594" cy="381277"/>
            </a:xfrm>
            <a:prstGeom prst="ellipse">
              <a:avLst/>
            </a:prstGeom>
            <a:gradFill>
              <a:gsLst>
                <a:gs pos="0">
                  <a:srgbClr val="D266BE">
                    <a:alpha val="32968"/>
                  </a:srgbClr>
                </a:gs>
                <a:gs pos="14286">
                  <a:srgbClr val="D266BE">
                    <a:alpha val="30764"/>
                  </a:srgbClr>
                </a:gs>
                <a:gs pos="28571">
                  <a:srgbClr val="D266BE">
                    <a:alpha val="24833"/>
                  </a:srgbClr>
                </a:gs>
                <a:gs pos="42857">
                  <a:srgbClr val="D266BE">
                    <a:alpha val="17075"/>
                  </a:srgbClr>
                </a:gs>
                <a:gs pos="57143">
                  <a:srgbClr val="D266BE">
                    <a:alpha val="9855"/>
                  </a:srgbClr>
                </a:gs>
                <a:gs pos="71429">
                  <a:srgbClr val="D266BE">
                    <a:alpha val="4740"/>
                  </a:srgbClr>
                </a:gs>
                <a:gs pos="85714">
                  <a:srgbClr val="D266BE">
                    <a:alpha val="1902"/>
                  </a:srgbClr>
                </a:gs>
                <a:gs pos="100000">
                  <a:srgbClr val="D266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Splat 1385"/>
            <p:cNvSpPr>
              <a:spLocks noGrp="1"/>
            </p:cNvSpPr>
            <p:nvPr/>
          </p:nvSpPr>
          <p:spPr>
            <a:xfrm rot="-10488014">
              <a:off x="1909569" y="-137332"/>
              <a:ext cx="564282" cy="317834"/>
            </a:xfrm>
            <a:prstGeom prst="ellipse">
              <a:avLst/>
            </a:prstGeom>
            <a:gradFill>
              <a:gsLst>
                <a:gs pos="0">
                  <a:srgbClr val="D487D2">
                    <a:alpha val="32968"/>
                  </a:srgbClr>
                </a:gs>
                <a:gs pos="14286">
                  <a:srgbClr val="D487D2">
                    <a:alpha val="30764"/>
                  </a:srgbClr>
                </a:gs>
                <a:gs pos="28571">
                  <a:srgbClr val="D487D2">
                    <a:alpha val="24833"/>
                  </a:srgbClr>
                </a:gs>
                <a:gs pos="42857">
                  <a:srgbClr val="D487D2">
                    <a:alpha val="17075"/>
                  </a:srgbClr>
                </a:gs>
                <a:gs pos="57143">
                  <a:srgbClr val="D487D2">
                    <a:alpha val="9855"/>
                  </a:srgbClr>
                </a:gs>
                <a:gs pos="71429">
                  <a:srgbClr val="D487D2">
                    <a:alpha val="4740"/>
                  </a:srgbClr>
                </a:gs>
                <a:gs pos="85714">
                  <a:srgbClr val="D487D2">
                    <a:alpha val="1902"/>
                  </a:srgbClr>
                </a:gs>
                <a:gs pos="100000">
                  <a:srgbClr val="D487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Splat 1386"/>
            <p:cNvSpPr>
              <a:spLocks noGrp="1"/>
            </p:cNvSpPr>
            <p:nvPr/>
          </p:nvSpPr>
          <p:spPr>
            <a:xfrm rot="2875416">
              <a:off x="2088103" y="617487"/>
              <a:ext cx="651764" cy="103452"/>
            </a:xfrm>
            <a:prstGeom prst="ellipse">
              <a:avLst/>
            </a:prstGeom>
            <a:gradFill>
              <a:gsLst>
                <a:gs pos="0">
                  <a:srgbClr val="D44576">
                    <a:alpha val="32968"/>
                  </a:srgbClr>
                </a:gs>
                <a:gs pos="14286">
                  <a:srgbClr val="D44576">
                    <a:alpha val="30764"/>
                  </a:srgbClr>
                </a:gs>
                <a:gs pos="28571">
                  <a:srgbClr val="D44576">
                    <a:alpha val="24833"/>
                  </a:srgbClr>
                </a:gs>
                <a:gs pos="42857">
                  <a:srgbClr val="D44576">
                    <a:alpha val="17075"/>
                  </a:srgbClr>
                </a:gs>
                <a:gs pos="57143">
                  <a:srgbClr val="D44576">
                    <a:alpha val="9855"/>
                  </a:srgbClr>
                </a:gs>
                <a:gs pos="71429">
                  <a:srgbClr val="D44576">
                    <a:alpha val="4740"/>
                  </a:srgbClr>
                </a:gs>
                <a:gs pos="85714">
                  <a:srgbClr val="D44576">
                    <a:alpha val="1902"/>
                  </a:srgbClr>
                </a:gs>
                <a:gs pos="100000">
                  <a:srgbClr val="D445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Splat 1387"/>
            <p:cNvSpPr>
              <a:spLocks noGrp="1"/>
            </p:cNvSpPr>
            <p:nvPr/>
          </p:nvSpPr>
          <p:spPr>
            <a:xfrm rot="8429237">
              <a:off x="1313627" y="2900"/>
              <a:ext cx="543931" cy="284698"/>
            </a:xfrm>
            <a:prstGeom prst="ellipse">
              <a:avLst/>
            </a:prstGeom>
            <a:gradFill>
              <a:gsLst>
                <a:gs pos="0">
                  <a:srgbClr val="C46000">
                    <a:alpha val="32968"/>
                  </a:srgbClr>
                </a:gs>
                <a:gs pos="14286">
                  <a:srgbClr val="C46000">
                    <a:alpha val="30764"/>
                  </a:srgbClr>
                </a:gs>
                <a:gs pos="28571">
                  <a:srgbClr val="C46000">
                    <a:alpha val="24833"/>
                  </a:srgbClr>
                </a:gs>
                <a:gs pos="42857">
                  <a:srgbClr val="C46000">
                    <a:alpha val="17075"/>
                  </a:srgbClr>
                </a:gs>
                <a:gs pos="57143">
                  <a:srgbClr val="C46000">
                    <a:alpha val="9855"/>
                  </a:srgbClr>
                </a:gs>
                <a:gs pos="71429">
                  <a:srgbClr val="C46000">
                    <a:alpha val="4740"/>
                  </a:srgbClr>
                </a:gs>
                <a:gs pos="85714">
                  <a:srgbClr val="C46000">
                    <a:alpha val="1902"/>
                  </a:srgbClr>
                </a:gs>
                <a:gs pos="100000">
                  <a:srgbClr val="C46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Splat 1388"/>
            <p:cNvSpPr>
              <a:spLocks noGrp="1"/>
            </p:cNvSpPr>
            <p:nvPr/>
          </p:nvSpPr>
          <p:spPr>
            <a:xfrm rot="10130560">
              <a:off x="944292" y="39728"/>
              <a:ext cx="636035" cy="420617"/>
            </a:xfrm>
            <a:prstGeom prst="ellipse">
              <a:avLst/>
            </a:prstGeom>
            <a:gradFill>
              <a:gsLst>
                <a:gs pos="0">
                  <a:srgbClr val="DF87A1">
                    <a:alpha val="19940"/>
                  </a:srgbClr>
                </a:gs>
                <a:gs pos="14286">
                  <a:srgbClr val="DF87A1">
                    <a:alpha val="18486"/>
                  </a:srgbClr>
                </a:gs>
                <a:gs pos="28571">
                  <a:srgbClr val="DF87A1">
                    <a:alpha val="14675"/>
                  </a:srgbClr>
                </a:gs>
                <a:gs pos="42857">
                  <a:srgbClr val="DF87A1">
                    <a:alpha val="9886"/>
                  </a:srgbClr>
                </a:gs>
                <a:gs pos="57143">
                  <a:srgbClr val="DF87A1">
                    <a:alpha val="5605"/>
                  </a:srgbClr>
                </a:gs>
                <a:gs pos="71429">
                  <a:srgbClr val="DF87A1">
                    <a:alpha val="2664"/>
                  </a:srgbClr>
                </a:gs>
                <a:gs pos="85714">
                  <a:srgbClr val="DF87A1">
                    <a:alpha val="1062"/>
                  </a:srgbClr>
                </a:gs>
                <a:gs pos="100000">
                  <a:srgbClr val="DF87A1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Splat 1389"/>
            <p:cNvSpPr>
              <a:spLocks noGrp="1"/>
            </p:cNvSpPr>
            <p:nvPr/>
          </p:nvSpPr>
          <p:spPr>
            <a:xfrm rot="3642622">
              <a:off x="3136178" y="1106989"/>
              <a:ext cx="596747" cy="295803"/>
            </a:xfrm>
            <a:prstGeom prst="ellipse">
              <a:avLst/>
            </a:prstGeom>
            <a:gradFill>
              <a:gsLst>
                <a:gs pos="0">
                  <a:srgbClr val="9A0037">
                    <a:alpha val="32968"/>
                  </a:srgbClr>
                </a:gs>
                <a:gs pos="14286">
                  <a:srgbClr val="9A0037">
                    <a:alpha val="30764"/>
                  </a:srgbClr>
                </a:gs>
                <a:gs pos="28571">
                  <a:srgbClr val="9A0037">
                    <a:alpha val="24833"/>
                  </a:srgbClr>
                </a:gs>
                <a:gs pos="42857">
                  <a:srgbClr val="9A0037">
                    <a:alpha val="17075"/>
                  </a:srgbClr>
                </a:gs>
                <a:gs pos="57143">
                  <a:srgbClr val="9A0037">
                    <a:alpha val="9855"/>
                  </a:srgbClr>
                </a:gs>
                <a:gs pos="71429">
                  <a:srgbClr val="9A0037">
                    <a:alpha val="4740"/>
                  </a:srgbClr>
                </a:gs>
                <a:gs pos="85714">
                  <a:srgbClr val="9A0037">
                    <a:alpha val="1902"/>
                  </a:srgbClr>
                </a:gs>
                <a:gs pos="100000">
                  <a:srgbClr val="9A00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Splat 1390"/>
            <p:cNvSpPr>
              <a:spLocks noGrp="1"/>
            </p:cNvSpPr>
            <p:nvPr/>
          </p:nvSpPr>
          <p:spPr>
            <a:xfrm rot="5824700">
              <a:off x="-130422" y="2063865"/>
              <a:ext cx="566936" cy="142905"/>
            </a:xfrm>
            <a:prstGeom prst="ellipse">
              <a:avLst/>
            </a:prstGeom>
            <a:gradFill>
              <a:gsLst>
                <a:gs pos="0">
                  <a:srgbClr val="B20069">
                    <a:alpha val="32968"/>
                  </a:srgbClr>
                </a:gs>
                <a:gs pos="14286">
                  <a:srgbClr val="B20069">
                    <a:alpha val="30764"/>
                  </a:srgbClr>
                </a:gs>
                <a:gs pos="28571">
                  <a:srgbClr val="B20069">
                    <a:alpha val="24833"/>
                  </a:srgbClr>
                </a:gs>
                <a:gs pos="42857">
                  <a:srgbClr val="B20069">
                    <a:alpha val="17075"/>
                  </a:srgbClr>
                </a:gs>
                <a:gs pos="57143">
                  <a:srgbClr val="B20069">
                    <a:alpha val="9855"/>
                  </a:srgbClr>
                </a:gs>
                <a:gs pos="71429">
                  <a:srgbClr val="B20069">
                    <a:alpha val="4740"/>
                  </a:srgbClr>
                </a:gs>
                <a:gs pos="85714">
                  <a:srgbClr val="B20069">
                    <a:alpha val="1902"/>
                  </a:srgbClr>
                </a:gs>
                <a:gs pos="100000">
                  <a:srgbClr val="B200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Splat 1391"/>
            <p:cNvSpPr>
              <a:spLocks noGrp="1"/>
            </p:cNvSpPr>
            <p:nvPr/>
          </p:nvSpPr>
          <p:spPr>
            <a:xfrm rot="3034299">
              <a:off x="2081305" y="427714"/>
              <a:ext cx="685746" cy="268890"/>
            </a:xfrm>
            <a:prstGeom prst="ellipse">
              <a:avLst/>
            </a:prstGeom>
            <a:gradFill>
              <a:gsLst>
                <a:gs pos="0">
                  <a:srgbClr val="D35587">
                    <a:alpha val="32968"/>
                  </a:srgbClr>
                </a:gs>
                <a:gs pos="14286">
                  <a:srgbClr val="D35587">
                    <a:alpha val="30764"/>
                  </a:srgbClr>
                </a:gs>
                <a:gs pos="28571">
                  <a:srgbClr val="D35587">
                    <a:alpha val="24833"/>
                  </a:srgbClr>
                </a:gs>
                <a:gs pos="42857">
                  <a:srgbClr val="D35587">
                    <a:alpha val="17075"/>
                  </a:srgbClr>
                </a:gs>
                <a:gs pos="57143">
                  <a:srgbClr val="D35587">
                    <a:alpha val="9855"/>
                  </a:srgbClr>
                </a:gs>
                <a:gs pos="71429">
                  <a:srgbClr val="D35587">
                    <a:alpha val="4740"/>
                  </a:srgbClr>
                </a:gs>
                <a:gs pos="85714">
                  <a:srgbClr val="D35587">
                    <a:alpha val="1902"/>
                  </a:srgbClr>
                </a:gs>
                <a:gs pos="100000">
                  <a:srgbClr val="D355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Splat 1392"/>
            <p:cNvSpPr>
              <a:spLocks noGrp="1"/>
            </p:cNvSpPr>
            <p:nvPr/>
          </p:nvSpPr>
          <p:spPr>
            <a:xfrm rot="-9299236">
              <a:off x="-15660" y="179797"/>
              <a:ext cx="341538" cy="216814"/>
            </a:xfrm>
            <a:prstGeom prst="ellipse">
              <a:avLst/>
            </a:prstGeom>
            <a:gradFill>
              <a:gsLst>
                <a:gs pos="0">
                  <a:srgbClr val="C7846F">
                    <a:alpha val="26267"/>
                  </a:srgbClr>
                </a:gs>
                <a:gs pos="14286">
                  <a:srgbClr val="C7846F">
                    <a:alpha val="24427"/>
                  </a:srgbClr>
                </a:gs>
                <a:gs pos="28571">
                  <a:srgbClr val="C7846F">
                    <a:alpha val="19544"/>
                  </a:srgbClr>
                </a:gs>
                <a:gs pos="42857">
                  <a:srgbClr val="C7846F">
                    <a:alpha val="13293"/>
                  </a:srgbClr>
                </a:gs>
                <a:gs pos="57143">
                  <a:srgbClr val="C7846F">
                    <a:alpha val="7599"/>
                  </a:srgbClr>
                </a:gs>
                <a:gs pos="71429">
                  <a:srgbClr val="C7846F">
                    <a:alpha val="3632"/>
                  </a:srgbClr>
                </a:gs>
                <a:gs pos="85714">
                  <a:srgbClr val="C7846F">
                    <a:alpha val="1452"/>
                  </a:srgbClr>
                </a:gs>
                <a:gs pos="100000">
                  <a:srgbClr val="C7846F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Splat 1393"/>
            <p:cNvSpPr>
              <a:spLocks noGrp="1"/>
            </p:cNvSpPr>
            <p:nvPr/>
          </p:nvSpPr>
          <p:spPr>
            <a:xfrm rot="-9328433">
              <a:off x="2028253" y="-52233"/>
              <a:ext cx="434777" cy="356074"/>
            </a:xfrm>
            <a:prstGeom prst="ellipse">
              <a:avLst/>
            </a:prstGeom>
            <a:gradFill>
              <a:gsLst>
                <a:gs pos="0">
                  <a:srgbClr val="FEB8F0">
                    <a:alpha val="19562"/>
                  </a:srgbClr>
                </a:gs>
                <a:gs pos="14286">
                  <a:srgbClr val="FEB8F0">
                    <a:alpha val="18133"/>
                  </a:srgbClr>
                </a:gs>
                <a:gs pos="28571">
                  <a:srgbClr val="FEB8F0">
                    <a:alpha val="14388"/>
                  </a:srgbClr>
                </a:gs>
                <a:gs pos="42857">
                  <a:srgbClr val="FEB8F0">
                    <a:alpha val="9687"/>
                  </a:srgbClr>
                </a:gs>
                <a:gs pos="57143">
                  <a:srgbClr val="FEB8F0">
                    <a:alpha val="5490"/>
                  </a:srgbClr>
                </a:gs>
                <a:gs pos="71429">
                  <a:srgbClr val="FEB8F0">
                    <a:alpha val="2608"/>
                  </a:srgbClr>
                </a:gs>
                <a:gs pos="85714">
                  <a:srgbClr val="FEB8F0">
                    <a:alpha val="1040"/>
                  </a:srgbClr>
                </a:gs>
                <a:gs pos="100000">
                  <a:srgbClr val="FEB8F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Splat 1394"/>
            <p:cNvSpPr>
              <a:spLocks noGrp="1"/>
            </p:cNvSpPr>
            <p:nvPr/>
          </p:nvSpPr>
          <p:spPr>
            <a:xfrm rot="6308932">
              <a:off x="3154961" y="1411084"/>
              <a:ext cx="605227" cy="186213"/>
            </a:xfrm>
            <a:prstGeom prst="ellipse">
              <a:avLst/>
            </a:prstGeom>
            <a:gradFill>
              <a:gsLst>
                <a:gs pos="0">
                  <a:srgbClr val="A4001C">
                    <a:alpha val="23086"/>
                  </a:srgbClr>
                </a:gs>
                <a:gs pos="14286">
                  <a:srgbClr val="A4001C">
                    <a:alpha val="21435"/>
                  </a:srgbClr>
                </a:gs>
                <a:gs pos="28571">
                  <a:srgbClr val="A4001C">
                    <a:alpha val="17082"/>
                  </a:srgbClr>
                </a:gs>
                <a:gs pos="42857">
                  <a:srgbClr val="A4001C">
                    <a:alpha val="11562"/>
                  </a:srgbClr>
                </a:gs>
                <a:gs pos="57143">
                  <a:srgbClr val="A4001C">
                    <a:alpha val="6581"/>
                  </a:srgbClr>
                </a:gs>
                <a:gs pos="71429">
                  <a:srgbClr val="A4001C">
                    <a:alpha val="3137"/>
                  </a:srgbClr>
                </a:gs>
                <a:gs pos="85714">
                  <a:srgbClr val="A4001C">
                    <a:alpha val="1252"/>
                  </a:srgbClr>
                </a:gs>
                <a:gs pos="100000">
                  <a:srgbClr val="A4001C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Splat 1395"/>
            <p:cNvSpPr>
              <a:spLocks noGrp="1"/>
            </p:cNvSpPr>
            <p:nvPr/>
          </p:nvSpPr>
          <p:spPr>
            <a:xfrm rot="5923175">
              <a:off x="2774056" y="153899"/>
              <a:ext cx="475756" cy="282720"/>
            </a:xfrm>
            <a:prstGeom prst="ellipse">
              <a:avLst/>
            </a:prstGeom>
            <a:gradFill>
              <a:gsLst>
                <a:gs pos="0">
                  <a:srgbClr val="E294C1">
                    <a:alpha val="32968"/>
                  </a:srgbClr>
                </a:gs>
                <a:gs pos="14286">
                  <a:srgbClr val="E294C1">
                    <a:alpha val="30764"/>
                  </a:srgbClr>
                </a:gs>
                <a:gs pos="28571">
                  <a:srgbClr val="E294C1">
                    <a:alpha val="24833"/>
                  </a:srgbClr>
                </a:gs>
                <a:gs pos="42857">
                  <a:srgbClr val="E294C1">
                    <a:alpha val="17075"/>
                  </a:srgbClr>
                </a:gs>
                <a:gs pos="57143">
                  <a:srgbClr val="E294C1">
                    <a:alpha val="9855"/>
                  </a:srgbClr>
                </a:gs>
                <a:gs pos="71429">
                  <a:srgbClr val="E294C1">
                    <a:alpha val="4740"/>
                  </a:srgbClr>
                </a:gs>
                <a:gs pos="85714">
                  <a:srgbClr val="E294C1">
                    <a:alpha val="1902"/>
                  </a:srgbClr>
                </a:gs>
                <a:gs pos="100000">
                  <a:srgbClr val="E294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Splat 1396"/>
            <p:cNvSpPr>
              <a:spLocks noGrp="1"/>
            </p:cNvSpPr>
            <p:nvPr/>
          </p:nvSpPr>
          <p:spPr>
            <a:xfrm rot="6826466">
              <a:off x="2571177" y="608165"/>
              <a:ext cx="534482" cy="336336"/>
            </a:xfrm>
            <a:prstGeom prst="ellipse">
              <a:avLst/>
            </a:prstGeom>
            <a:gradFill>
              <a:gsLst>
                <a:gs pos="0">
                  <a:srgbClr val="FF9195">
                    <a:alpha val="32968"/>
                  </a:srgbClr>
                </a:gs>
                <a:gs pos="14286">
                  <a:srgbClr val="FF9195">
                    <a:alpha val="30764"/>
                  </a:srgbClr>
                </a:gs>
                <a:gs pos="28571">
                  <a:srgbClr val="FF9195">
                    <a:alpha val="24833"/>
                  </a:srgbClr>
                </a:gs>
                <a:gs pos="42857">
                  <a:srgbClr val="FF9195">
                    <a:alpha val="17075"/>
                  </a:srgbClr>
                </a:gs>
                <a:gs pos="57143">
                  <a:srgbClr val="FF9195">
                    <a:alpha val="9855"/>
                  </a:srgbClr>
                </a:gs>
                <a:gs pos="71429">
                  <a:srgbClr val="FF9195">
                    <a:alpha val="4740"/>
                  </a:srgbClr>
                </a:gs>
                <a:gs pos="85714">
                  <a:srgbClr val="FF9195">
                    <a:alpha val="1902"/>
                  </a:srgbClr>
                </a:gs>
                <a:gs pos="100000">
                  <a:srgbClr val="FF91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Splat 1397"/>
            <p:cNvSpPr>
              <a:spLocks noGrp="1"/>
            </p:cNvSpPr>
            <p:nvPr/>
          </p:nvSpPr>
          <p:spPr>
            <a:xfrm rot="7386932">
              <a:off x="2925919" y="81958"/>
              <a:ext cx="418236" cy="199414"/>
            </a:xfrm>
            <a:prstGeom prst="ellipse">
              <a:avLst/>
            </a:prstGeom>
            <a:gradFill>
              <a:gsLst>
                <a:gs pos="0">
                  <a:srgbClr val="D290AA">
                    <a:alpha val="32968"/>
                  </a:srgbClr>
                </a:gs>
                <a:gs pos="14286">
                  <a:srgbClr val="D290AA">
                    <a:alpha val="30764"/>
                  </a:srgbClr>
                </a:gs>
                <a:gs pos="28571">
                  <a:srgbClr val="D290AA">
                    <a:alpha val="24833"/>
                  </a:srgbClr>
                </a:gs>
                <a:gs pos="42857">
                  <a:srgbClr val="D290AA">
                    <a:alpha val="17075"/>
                  </a:srgbClr>
                </a:gs>
                <a:gs pos="57143">
                  <a:srgbClr val="D290AA">
                    <a:alpha val="9855"/>
                  </a:srgbClr>
                </a:gs>
                <a:gs pos="71429">
                  <a:srgbClr val="D290AA">
                    <a:alpha val="4740"/>
                  </a:srgbClr>
                </a:gs>
                <a:gs pos="85714">
                  <a:srgbClr val="D290AA">
                    <a:alpha val="1902"/>
                  </a:srgbClr>
                </a:gs>
                <a:gs pos="100000">
                  <a:srgbClr val="D290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Splat 1398"/>
            <p:cNvSpPr>
              <a:spLocks noGrp="1"/>
            </p:cNvSpPr>
            <p:nvPr/>
          </p:nvSpPr>
          <p:spPr>
            <a:xfrm rot="5592149">
              <a:off x="-267155" y="29399"/>
              <a:ext cx="534309" cy="268607"/>
            </a:xfrm>
            <a:prstGeom prst="ellipse">
              <a:avLst/>
            </a:prstGeom>
            <a:gradFill>
              <a:gsLst>
                <a:gs pos="0">
                  <a:srgbClr val="C99559">
                    <a:alpha val="32968"/>
                  </a:srgbClr>
                </a:gs>
                <a:gs pos="14286">
                  <a:srgbClr val="C99559">
                    <a:alpha val="30764"/>
                  </a:srgbClr>
                </a:gs>
                <a:gs pos="28571">
                  <a:srgbClr val="C99559">
                    <a:alpha val="24833"/>
                  </a:srgbClr>
                </a:gs>
                <a:gs pos="42857">
                  <a:srgbClr val="C99559">
                    <a:alpha val="17075"/>
                  </a:srgbClr>
                </a:gs>
                <a:gs pos="57143">
                  <a:srgbClr val="C99559">
                    <a:alpha val="9855"/>
                  </a:srgbClr>
                </a:gs>
                <a:gs pos="71429">
                  <a:srgbClr val="C99559">
                    <a:alpha val="4740"/>
                  </a:srgbClr>
                </a:gs>
                <a:gs pos="85714">
                  <a:srgbClr val="C99559">
                    <a:alpha val="1902"/>
                  </a:srgbClr>
                </a:gs>
                <a:gs pos="100000">
                  <a:srgbClr val="C995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Splat 1399"/>
            <p:cNvSpPr>
              <a:spLocks noGrp="1"/>
            </p:cNvSpPr>
            <p:nvPr/>
          </p:nvSpPr>
          <p:spPr>
            <a:xfrm rot="5183073">
              <a:off x="2321156" y="263107"/>
              <a:ext cx="466255" cy="253677"/>
            </a:xfrm>
            <a:prstGeom prst="ellipse">
              <a:avLst/>
            </a:prstGeom>
            <a:gradFill>
              <a:gsLst>
                <a:gs pos="0">
                  <a:srgbClr val="B78500">
                    <a:alpha val="32968"/>
                  </a:srgbClr>
                </a:gs>
                <a:gs pos="14286">
                  <a:srgbClr val="B78500">
                    <a:alpha val="30764"/>
                  </a:srgbClr>
                </a:gs>
                <a:gs pos="28571">
                  <a:srgbClr val="B78500">
                    <a:alpha val="24833"/>
                  </a:srgbClr>
                </a:gs>
                <a:gs pos="42857">
                  <a:srgbClr val="B78500">
                    <a:alpha val="17075"/>
                  </a:srgbClr>
                </a:gs>
                <a:gs pos="57143">
                  <a:srgbClr val="B78500">
                    <a:alpha val="9855"/>
                  </a:srgbClr>
                </a:gs>
                <a:gs pos="71429">
                  <a:srgbClr val="B78500">
                    <a:alpha val="4740"/>
                  </a:srgbClr>
                </a:gs>
                <a:gs pos="85714">
                  <a:srgbClr val="B78500">
                    <a:alpha val="1902"/>
                  </a:srgbClr>
                </a:gs>
                <a:gs pos="100000">
                  <a:srgbClr val="B78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Splat 1400"/>
            <p:cNvSpPr>
              <a:spLocks noGrp="1"/>
            </p:cNvSpPr>
            <p:nvPr/>
          </p:nvSpPr>
          <p:spPr>
            <a:xfrm rot="9133289">
              <a:off x="457389" y="375184"/>
              <a:ext cx="455205" cy="303085"/>
            </a:xfrm>
            <a:prstGeom prst="ellipse">
              <a:avLst/>
            </a:prstGeom>
            <a:gradFill>
              <a:gsLst>
                <a:gs pos="0">
                  <a:srgbClr val="EC3A78">
                    <a:alpha val="32719"/>
                  </a:srgbClr>
                </a:gs>
                <a:gs pos="14286">
                  <a:srgbClr val="EC3A78">
                    <a:alpha val="30528"/>
                  </a:srgbClr>
                </a:gs>
                <a:gs pos="28571">
                  <a:srgbClr val="EC3A78">
                    <a:alpha val="24634"/>
                  </a:srgbClr>
                </a:gs>
                <a:gs pos="42857">
                  <a:srgbClr val="EC3A78">
                    <a:alpha val="16932"/>
                  </a:srgbClr>
                </a:gs>
                <a:gs pos="57143">
                  <a:srgbClr val="EC3A78">
                    <a:alpha val="9768"/>
                  </a:srgbClr>
                </a:gs>
                <a:gs pos="71429">
                  <a:srgbClr val="EC3A78">
                    <a:alpha val="4698"/>
                  </a:srgbClr>
                </a:gs>
                <a:gs pos="85714">
                  <a:srgbClr val="EC3A78">
                    <a:alpha val="1885"/>
                  </a:srgbClr>
                </a:gs>
                <a:gs pos="100000">
                  <a:srgbClr val="EC3A78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Splat 1401"/>
            <p:cNvSpPr>
              <a:spLocks noGrp="1"/>
            </p:cNvSpPr>
            <p:nvPr/>
          </p:nvSpPr>
          <p:spPr>
            <a:xfrm rot="-8638227">
              <a:off x="586152" y="592362"/>
              <a:ext cx="460360" cy="101584"/>
            </a:xfrm>
            <a:prstGeom prst="ellipse">
              <a:avLst/>
            </a:prstGeom>
            <a:gradFill>
              <a:gsLst>
                <a:gs pos="0">
                  <a:srgbClr val="CF706F">
                    <a:alpha val="21610"/>
                  </a:srgbClr>
                </a:gs>
                <a:gs pos="14286">
                  <a:srgbClr val="CF706F">
                    <a:alpha val="20051"/>
                  </a:srgbClr>
                </a:gs>
                <a:gs pos="28571">
                  <a:srgbClr val="CF706F">
                    <a:alpha val="15950"/>
                  </a:srgbClr>
                </a:gs>
                <a:gs pos="42857">
                  <a:srgbClr val="CF706F">
                    <a:alpha val="10772"/>
                  </a:srgbClr>
                </a:gs>
                <a:gs pos="57143">
                  <a:srgbClr val="CF706F">
                    <a:alpha val="6120"/>
                  </a:srgbClr>
                </a:gs>
                <a:gs pos="71429">
                  <a:srgbClr val="CF706F">
                    <a:alpha val="2913"/>
                  </a:srgbClr>
                </a:gs>
                <a:gs pos="85714">
                  <a:srgbClr val="CF706F">
                    <a:alpha val="1162"/>
                  </a:srgbClr>
                </a:gs>
                <a:gs pos="100000">
                  <a:srgbClr val="CF706F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Splat 1402"/>
            <p:cNvSpPr>
              <a:spLocks noGrp="1"/>
            </p:cNvSpPr>
            <p:nvPr/>
          </p:nvSpPr>
          <p:spPr>
            <a:xfrm rot="-8881952">
              <a:off x="-53198" y="49527"/>
              <a:ext cx="403362" cy="279769"/>
            </a:xfrm>
            <a:prstGeom prst="ellipse">
              <a:avLst/>
            </a:prstGeom>
            <a:gradFill>
              <a:gsLst>
                <a:gs pos="0">
                  <a:srgbClr val="CE866A">
                    <a:alpha val="32968"/>
                  </a:srgbClr>
                </a:gs>
                <a:gs pos="14286">
                  <a:srgbClr val="CE866A">
                    <a:alpha val="30764"/>
                  </a:srgbClr>
                </a:gs>
                <a:gs pos="28571">
                  <a:srgbClr val="CE866A">
                    <a:alpha val="24833"/>
                  </a:srgbClr>
                </a:gs>
                <a:gs pos="42857">
                  <a:srgbClr val="CE866A">
                    <a:alpha val="17075"/>
                  </a:srgbClr>
                </a:gs>
                <a:gs pos="57143">
                  <a:srgbClr val="CE866A">
                    <a:alpha val="9855"/>
                  </a:srgbClr>
                </a:gs>
                <a:gs pos="71429">
                  <a:srgbClr val="CE866A">
                    <a:alpha val="4740"/>
                  </a:srgbClr>
                </a:gs>
                <a:gs pos="85714">
                  <a:srgbClr val="CE866A">
                    <a:alpha val="1902"/>
                  </a:srgbClr>
                </a:gs>
                <a:gs pos="100000">
                  <a:srgbClr val="CE86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Splat 1403"/>
            <p:cNvSpPr>
              <a:spLocks noGrp="1"/>
            </p:cNvSpPr>
            <p:nvPr/>
          </p:nvSpPr>
          <p:spPr>
            <a:xfrm rot="5942635">
              <a:off x="206299" y="973241"/>
              <a:ext cx="668990" cy="276581"/>
            </a:xfrm>
            <a:prstGeom prst="ellipse">
              <a:avLst/>
            </a:prstGeom>
            <a:gradFill>
              <a:gsLst>
                <a:gs pos="0">
                  <a:srgbClr val="DF766C">
                    <a:alpha val="32968"/>
                  </a:srgbClr>
                </a:gs>
                <a:gs pos="14286">
                  <a:srgbClr val="DF766C">
                    <a:alpha val="30764"/>
                  </a:srgbClr>
                </a:gs>
                <a:gs pos="28571">
                  <a:srgbClr val="DF766C">
                    <a:alpha val="24833"/>
                  </a:srgbClr>
                </a:gs>
                <a:gs pos="42857">
                  <a:srgbClr val="DF766C">
                    <a:alpha val="17075"/>
                  </a:srgbClr>
                </a:gs>
                <a:gs pos="57143">
                  <a:srgbClr val="DF766C">
                    <a:alpha val="9855"/>
                  </a:srgbClr>
                </a:gs>
                <a:gs pos="71429">
                  <a:srgbClr val="DF766C">
                    <a:alpha val="4740"/>
                  </a:srgbClr>
                </a:gs>
                <a:gs pos="85714">
                  <a:srgbClr val="DF766C">
                    <a:alpha val="1902"/>
                  </a:srgbClr>
                </a:gs>
                <a:gs pos="100000">
                  <a:srgbClr val="DF76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Splat 1404"/>
            <p:cNvSpPr>
              <a:spLocks noGrp="1"/>
            </p:cNvSpPr>
            <p:nvPr/>
          </p:nvSpPr>
          <p:spPr>
            <a:xfrm rot="-8190203">
              <a:off x="594018" y="3294353"/>
              <a:ext cx="431244" cy="139527"/>
            </a:xfrm>
            <a:prstGeom prst="ellipse">
              <a:avLst/>
            </a:prstGeom>
            <a:gradFill>
              <a:gsLst>
                <a:gs pos="0">
                  <a:srgbClr val="FC725C">
                    <a:alpha val="17683"/>
                  </a:srgbClr>
                </a:gs>
                <a:gs pos="14286">
                  <a:srgbClr val="FC725C">
                    <a:alpha val="16377"/>
                  </a:srgbClr>
                </a:gs>
                <a:gs pos="28571">
                  <a:srgbClr val="FC725C">
                    <a:alpha val="12966"/>
                  </a:srgbClr>
                </a:gs>
                <a:gs pos="42857">
                  <a:srgbClr val="FC725C">
                    <a:alpha val="8706"/>
                  </a:srgbClr>
                </a:gs>
                <a:gs pos="57143">
                  <a:srgbClr val="FC725C">
                    <a:alpha val="4922"/>
                  </a:srgbClr>
                </a:gs>
                <a:gs pos="71429">
                  <a:srgbClr val="FC725C">
                    <a:alpha val="2335"/>
                  </a:srgbClr>
                </a:gs>
                <a:gs pos="85714">
                  <a:srgbClr val="FC725C">
                    <a:alpha val="930"/>
                  </a:srgbClr>
                </a:gs>
                <a:gs pos="100000">
                  <a:srgbClr val="FC725C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Splat 1405"/>
            <p:cNvSpPr>
              <a:spLocks noGrp="1"/>
            </p:cNvSpPr>
            <p:nvPr/>
          </p:nvSpPr>
          <p:spPr>
            <a:xfrm rot="3819664">
              <a:off x="124349" y="1512092"/>
              <a:ext cx="554616" cy="333937"/>
            </a:xfrm>
            <a:prstGeom prst="ellipse">
              <a:avLst/>
            </a:prstGeom>
            <a:gradFill>
              <a:gsLst>
                <a:gs pos="0">
                  <a:srgbClr val="D1ADA7">
                    <a:alpha val="32968"/>
                  </a:srgbClr>
                </a:gs>
                <a:gs pos="14286">
                  <a:srgbClr val="D1ADA7">
                    <a:alpha val="30764"/>
                  </a:srgbClr>
                </a:gs>
                <a:gs pos="28571">
                  <a:srgbClr val="D1ADA7">
                    <a:alpha val="24833"/>
                  </a:srgbClr>
                </a:gs>
                <a:gs pos="42857">
                  <a:srgbClr val="D1ADA7">
                    <a:alpha val="17075"/>
                  </a:srgbClr>
                </a:gs>
                <a:gs pos="57143">
                  <a:srgbClr val="D1ADA7">
                    <a:alpha val="9855"/>
                  </a:srgbClr>
                </a:gs>
                <a:gs pos="71429">
                  <a:srgbClr val="D1ADA7">
                    <a:alpha val="4740"/>
                  </a:srgbClr>
                </a:gs>
                <a:gs pos="85714">
                  <a:srgbClr val="D1ADA7">
                    <a:alpha val="1902"/>
                  </a:srgbClr>
                </a:gs>
                <a:gs pos="100000">
                  <a:srgbClr val="D1AD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Splat 1406"/>
            <p:cNvSpPr>
              <a:spLocks noGrp="1"/>
            </p:cNvSpPr>
            <p:nvPr/>
          </p:nvSpPr>
          <p:spPr>
            <a:xfrm rot="10795224">
              <a:off x="16526" y="3433010"/>
              <a:ext cx="456910" cy="258173"/>
            </a:xfrm>
            <a:prstGeom prst="ellipse">
              <a:avLst/>
            </a:prstGeom>
            <a:gradFill>
              <a:gsLst>
                <a:gs pos="0">
                  <a:srgbClr val="CE9C9E">
                    <a:alpha val="32968"/>
                  </a:srgbClr>
                </a:gs>
                <a:gs pos="14286">
                  <a:srgbClr val="CE9C9E">
                    <a:alpha val="30764"/>
                  </a:srgbClr>
                </a:gs>
                <a:gs pos="28571">
                  <a:srgbClr val="CE9C9E">
                    <a:alpha val="24833"/>
                  </a:srgbClr>
                </a:gs>
                <a:gs pos="42857">
                  <a:srgbClr val="CE9C9E">
                    <a:alpha val="17075"/>
                  </a:srgbClr>
                </a:gs>
                <a:gs pos="57143">
                  <a:srgbClr val="CE9C9E">
                    <a:alpha val="9855"/>
                  </a:srgbClr>
                </a:gs>
                <a:gs pos="71429">
                  <a:srgbClr val="CE9C9E">
                    <a:alpha val="4740"/>
                  </a:srgbClr>
                </a:gs>
                <a:gs pos="85714">
                  <a:srgbClr val="CE9C9E">
                    <a:alpha val="1902"/>
                  </a:srgbClr>
                </a:gs>
                <a:gs pos="100000">
                  <a:srgbClr val="CE9C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Splat 1407"/>
            <p:cNvSpPr>
              <a:spLocks noGrp="1"/>
            </p:cNvSpPr>
            <p:nvPr/>
          </p:nvSpPr>
          <p:spPr>
            <a:xfrm rot="6580319">
              <a:off x="328464" y="248616"/>
              <a:ext cx="422750" cy="182698"/>
            </a:xfrm>
            <a:prstGeom prst="ellipse">
              <a:avLst/>
            </a:prstGeom>
            <a:gradFill>
              <a:gsLst>
                <a:gs pos="0">
                  <a:srgbClr val="CA6E58">
                    <a:alpha val="27779"/>
                  </a:srgbClr>
                </a:gs>
                <a:gs pos="14286">
                  <a:srgbClr val="CA6E58">
                    <a:alpha val="25853"/>
                  </a:srgbClr>
                </a:gs>
                <a:gs pos="28571">
                  <a:srgbClr val="CA6E58">
                    <a:alpha val="20725"/>
                  </a:srgbClr>
                </a:gs>
                <a:gs pos="42857">
                  <a:srgbClr val="CA6E58">
                    <a:alpha val="14130"/>
                  </a:srgbClr>
                </a:gs>
                <a:gs pos="57143">
                  <a:srgbClr val="CA6E58">
                    <a:alpha val="8095"/>
                  </a:srgbClr>
                </a:gs>
                <a:gs pos="71429">
                  <a:srgbClr val="CA6E58">
                    <a:alpha val="3874"/>
                  </a:srgbClr>
                </a:gs>
                <a:gs pos="85714">
                  <a:srgbClr val="CA6E58">
                    <a:alpha val="1550"/>
                  </a:srgbClr>
                </a:gs>
                <a:gs pos="100000">
                  <a:srgbClr val="CA6E58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Splat 1408"/>
            <p:cNvSpPr>
              <a:spLocks noGrp="1"/>
            </p:cNvSpPr>
            <p:nvPr/>
          </p:nvSpPr>
          <p:spPr>
            <a:xfrm rot="5651611">
              <a:off x="-75276" y="2305366"/>
              <a:ext cx="574481" cy="245459"/>
            </a:xfrm>
            <a:prstGeom prst="ellipse">
              <a:avLst/>
            </a:prstGeom>
            <a:gradFill>
              <a:gsLst>
                <a:gs pos="0">
                  <a:srgbClr val="D26E00">
                    <a:alpha val="15304"/>
                  </a:srgbClr>
                </a:gs>
                <a:gs pos="14286">
                  <a:srgbClr val="D26E00">
                    <a:alpha val="14159"/>
                  </a:srgbClr>
                </a:gs>
                <a:gs pos="28571">
                  <a:srgbClr val="D26E00">
                    <a:alpha val="11178"/>
                  </a:srgbClr>
                </a:gs>
                <a:gs pos="42857">
                  <a:srgbClr val="D26E00">
                    <a:alpha val="7481"/>
                  </a:srgbClr>
                </a:gs>
                <a:gs pos="57143">
                  <a:srgbClr val="D26E00">
                    <a:alpha val="4217"/>
                  </a:srgbClr>
                </a:gs>
                <a:gs pos="71429">
                  <a:srgbClr val="D26E00">
                    <a:alpha val="1996"/>
                  </a:srgbClr>
                </a:gs>
                <a:gs pos="85714">
                  <a:srgbClr val="D26E00">
                    <a:alpha val="794"/>
                  </a:srgbClr>
                </a:gs>
                <a:gs pos="100000">
                  <a:srgbClr val="D26E00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Splat 1409"/>
            <p:cNvSpPr>
              <a:spLocks noGrp="1"/>
            </p:cNvSpPr>
            <p:nvPr/>
          </p:nvSpPr>
          <p:spPr>
            <a:xfrm rot="10614685">
              <a:off x="218893" y="-142003"/>
              <a:ext cx="585784" cy="289556"/>
            </a:xfrm>
            <a:prstGeom prst="ellipse">
              <a:avLst/>
            </a:prstGeom>
            <a:gradFill>
              <a:gsLst>
                <a:gs pos="0">
                  <a:srgbClr val="C38269">
                    <a:alpha val="32654"/>
                  </a:srgbClr>
                </a:gs>
                <a:gs pos="14286">
                  <a:srgbClr val="C38269">
                    <a:alpha val="30466"/>
                  </a:srgbClr>
                </a:gs>
                <a:gs pos="28571">
                  <a:srgbClr val="C38269">
                    <a:alpha val="24582"/>
                  </a:srgbClr>
                </a:gs>
                <a:gs pos="42857">
                  <a:srgbClr val="C38269">
                    <a:alpha val="16894"/>
                  </a:srgbClr>
                </a:gs>
                <a:gs pos="57143">
                  <a:srgbClr val="C38269">
                    <a:alpha val="9746"/>
                  </a:srgbClr>
                </a:gs>
                <a:gs pos="71429">
                  <a:srgbClr val="C38269">
                    <a:alpha val="4686"/>
                  </a:srgbClr>
                </a:gs>
                <a:gs pos="85714">
                  <a:srgbClr val="C38269">
                    <a:alpha val="1880"/>
                  </a:srgbClr>
                </a:gs>
                <a:gs pos="100000">
                  <a:srgbClr val="C38269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Splat 1410"/>
            <p:cNvSpPr>
              <a:spLocks noGrp="1"/>
            </p:cNvSpPr>
            <p:nvPr/>
          </p:nvSpPr>
          <p:spPr>
            <a:xfrm rot="5363632">
              <a:off x="2740649" y="1534949"/>
              <a:ext cx="469592" cy="169262"/>
            </a:xfrm>
            <a:prstGeom prst="ellipse">
              <a:avLst/>
            </a:prstGeom>
            <a:gradFill>
              <a:gsLst>
                <a:gs pos="0">
                  <a:srgbClr val="FF7582">
                    <a:alpha val="31857"/>
                  </a:srgbClr>
                </a:gs>
                <a:gs pos="14286">
                  <a:srgbClr val="FF7582">
                    <a:alpha val="29710"/>
                  </a:srgbClr>
                </a:gs>
                <a:gs pos="28571">
                  <a:srgbClr val="FF7582">
                    <a:alpha val="23946"/>
                  </a:srgbClr>
                </a:gs>
                <a:gs pos="42857">
                  <a:srgbClr val="FF7582">
                    <a:alpha val="16435"/>
                  </a:srgbClr>
                </a:gs>
                <a:gs pos="57143">
                  <a:srgbClr val="FF7582">
                    <a:alpha val="9470"/>
                  </a:srgbClr>
                </a:gs>
                <a:gs pos="71429">
                  <a:srgbClr val="FF7582">
                    <a:alpha val="4550"/>
                  </a:srgbClr>
                </a:gs>
                <a:gs pos="85714">
                  <a:srgbClr val="FF7582">
                    <a:alpha val="1825"/>
                  </a:srgbClr>
                </a:gs>
                <a:gs pos="100000">
                  <a:srgbClr val="FF7582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Splat 1411"/>
            <p:cNvSpPr>
              <a:spLocks noGrp="1"/>
            </p:cNvSpPr>
            <p:nvPr/>
          </p:nvSpPr>
          <p:spPr>
            <a:xfrm rot="5733431">
              <a:off x="252910" y="1330716"/>
              <a:ext cx="525891" cy="369366"/>
            </a:xfrm>
            <a:prstGeom prst="ellipse">
              <a:avLst/>
            </a:prstGeom>
            <a:gradFill>
              <a:gsLst>
                <a:gs pos="0">
                  <a:srgbClr val="D59D8C">
                    <a:alpha val="32967"/>
                  </a:srgbClr>
                </a:gs>
                <a:gs pos="14286">
                  <a:srgbClr val="D59D8C">
                    <a:alpha val="30763"/>
                  </a:srgbClr>
                </a:gs>
                <a:gs pos="28571">
                  <a:srgbClr val="D59D8C">
                    <a:alpha val="24832"/>
                  </a:srgbClr>
                </a:gs>
                <a:gs pos="42857">
                  <a:srgbClr val="D59D8C">
                    <a:alpha val="17075"/>
                  </a:srgbClr>
                </a:gs>
                <a:gs pos="57143">
                  <a:srgbClr val="D59D8C">
                    <a:alpha val="9855"/>
                  </a:srgbClr>
                </a:gs>
                <a:gs pos="71429">
                  <a:srgbClr val="D59D8C">
                    <a:alpha val="4740"/>
                  </a:srgbClr>
                </a:gs>
                <a:gs pos="85714">
                  <a:srgbClr val="D59D8C">
                    <a:alpha val="1902"/>
                  </a:srgbClr>
                </a:gs>
                <a:gs pos="100000">
                  <a:srgbClr val="D59D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Splat 1412"/>
            <p:cNvSpPr>
              <a:spLocks noGrp="1"/>
            </p:cNvSpPr>
            <p:nvPr/>
          </p:nvSpPr>
          <p:spPr>
            <a:xfrm rot="3196524">
              <a:off x="133774" y="1955306"/>
              <a:ext cx="489733" cy="435049"/>
            </a:xfrm>
            <a:prstGeom prst="ellipse">
              <a:avLst/>
            </a:prstGeom>
            <a:gradFill>
              <a:gsLst>
                <a:gs pos="0">
                  <a:srgbClr val="DEF97D">
                    <a:alpha val="23787"/>
                  </a:srgbClr>
                </a:gs>
                <a:gs pos="14286">
                  <a:srgbClr val="DEF97D">
                    <a:alpha val="22094"/>
                  </a:srgbClr>
                </a:gs>
                <a:gs pos="28571">
                  <a:srgbClr val="DEF97D">
                    <a:alpha val="17622"/>
                  </a:srgbClr>
                </a:gs>
                <a:gs pos="42857">
                  <a:srgbClr val="DEF97D">
                    <a:alpha val="11940"/>
                  </a:srgbClr>
                </a:gs>
                <a:gs pos="57143">
                  <a:srgbClr val="DEF97D">
                    <a:alpha val="6803"/>
                  </a:srgbClr>
                </a:gs>
                <a:gs pos="71429">
                  <a:srgbClr val="DEF97D">
                    <a:alpha val="3244"/>
                  </a:srgbClr>
                </a:gs>
                <a:gs pos="85714">
                  <a:srgbClr val="DEF97D">
                    <a:alpha val="1296"/>
                  </a:srgbClr>
                </a:gs>
                <a:gs pos="100000">
                  <a:srgbClr val="DEF97D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Splat 1413"/>
            <p:cNvSpPr>
              <a:spLocks noGrp="1"/>
            </p:cNvSpPr>
            <p:nvPr/>
          </p:nvSpPr>
          <p:spPr>
            <a:xfrm rot="10218758">
              <a:off x="305550" y="3487465"/>
              <a:ext cx="681936" cy="293373"/>
            </a:xfrm>
            <a:prstGeom prst="ellipse">
              <a:avLst/>
            </a:prstGeom>
            <a:gradFill>
              <a:gsLst>
                <a:gs pos="0">
                  <a:srgbClr val="EC773D">
                    <a:alpha val="32968"/>
                  </a:srgbClr>
                </a:gs>
                <a:gs pos="14286">
                  <a:srgbClr val="EC773D">
                    <a:alpha val="30764"/>
                  </a:srgbClr>
                </a:gs>
                <a:gs pos="28571">
                  <a:srgbClr val="EC773D">
                    <a:alpha val="24833"/>
                  </a:srgbClr>
                </a:gs>
                <a:gs pos="42857">
                  <a:srgbClr val="EC773D">
                    <a:alpha val="17075"/>
                  </a:srgbClr>
                </a:gs>
                <a:gs pos="57143">
                  <a:srgbClr val="EC773D">
                    <a:alpha val="9855"/>
                  </a:srgbClr>
                </a:gs>
                <a:gs pos="71429">
                  <a:srgbClr val="EC773D">
                    <a:alpha val="4740"/>
                  </a:srgbClr>
                </a:gs>
                <a:gs pos="85714">
                  <a:srgbClr val="EC773D">
                    <a:alpha val="1902"/>
                  </a:srgbClr>
                </a:gs>
                <a:gs pos="100000">
                  <a:srgbClr val="EC77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Splat 1414"/>
            <p:cNvSpPr>
              <a:spLocks noGrp="1"/>
            </p:cNvSpPr>
            <p:nvPr/>
          </p:nvSpPr>
          <p:spPr>
            <a:xfrm rot="8497311">
              <a:off x="517032" y="4999"/>
              <a:ext cx="386083" cy="256238"/>
            </a:xfrm>
            <a:prstGeom prst="ellipse">
              <a:avLst/>
            </a:prstGeom>
            <a:gradFill>
              <a:gsLst>
                <a:gs pos="0">
                  <a:srgbClr val="D21245">
                    <a:alpha val="32968"/>
                  </a:srgbClr>
                </a:gs>
                <a:gs pos="14286">
                  <a:srgbClr val="D21245">
                    <a:alpha val="30764"/>
                  </a:srgbClr>
                </a:gs>
                <a:gs pos="28571">
                  <a:srgbClr val="D21245">
                    <a:alpha val="24833"/>
                  </a:srgbClr>
                </a:gs>
                <a:gs pos="42857">
                  <a:srgbClr val="D21245">
                    <a:alpha val="17075"/>
                  </a:srgbClr>
                </a:gs>
                <a:gs pos="57143">
                  <a:srgbClr val="D21245">
                    <a:alpha val="9855"/>
                  </a:srgbClr>
                </a:gs>
                <a:gs pos="71429">
                  <a:srgbClr val="D21245">
                    <a:alpha val="4740"/>
                  </a:srgbClr>
                </a:gs>
                <a:gs pos="85714">
                  <a:srgbClr val="D21245">
                    <a:alpha val="1902"/>
                  </a:srgbClr>
                </a:gs>
                <a:gs pos="100000">
                  <a:srgbClr val="D212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Splat 1415"/>
            <p:cNvSpPr>
              <a:spLocks noGrp="1"/>
            </p:cNvSpPr>
            <p:nvPr/>
          </p:nvSpPr>
          <p:spPr>
            <a:xfrm rot="-10374618">
              <a:off x="131670" y="-2944"/>
              <a:ext cx="309459" cy="256339"/>
            </a:xfrm>
            <a:prstGeom prst="ellipse">
              <a:avLst/>
            </a:prstGeom>
            <a:gradFill>
              <a:gsLst>
                <a:gs pos="0">
                  <a:srgbClr val="CD9B71">
                    <a:alpha val="13678"/>
                  </a:srgbClr>
                </a:gs>
                <a:gs pos="14286">
                  <a:srgbClr val="CD9B71">
                    <a:alpha val="12645"/>
                  </a:srgbClr>
                </a:gs>
                <a:gs pos="28571">
                  <a:srgbClr val="CD9B71">
                    <a:alpha val="9964"/>
                  </a:srgbClr>
                </a:gs>
                <a:gs pos="42857">
                  <a:srgbClr val="CD9B71">
                    <a:alpha val="6653"/>
                  </a:srgbClr>
                </a:gs>
                <a:gs pos="57143">
                  <a:srgbClr val="CD9B71">
                    <a:alpha val="3743"/>
                  </a:srgbClr>
                </a:gs>
                <a:gs pos="71429">
                  <a:srgbClr val="CD9B71">
                    <a:alpha val="1770"/>
                  </a:srgbClr>
                </a:gs>
                <a:gs pos="85714">
                  <a:srgbClr val="CD9B71">
                    <a:alpha val="704"/>
                  </a:srgbClr>
                </a:gs>
                <a:gs pos="100000">
                  <a:srgbClr val="CD9B71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Splat 1416"/>
            <p:cNvSpPr>
              <a:spLocks noGrp="1"/>
            </p:cNvSpPr>
            <p:nvPr/>
          </p:nvSpPr>
          <p:spPr>
            <a:xfrm rot="5383636">
              <a:off x="103460" y="-52733"/>
              <a:ext cx="373603" cy="281471"/>
            </a:xfrm>
            <a:prstGeom prst="ellipse">
              <a:avLst/>
            </a:prstGeom>
            <a:gradFill>
              <a:gsLst>
                <a:gs pos="0">
                  <a:srgbClr val="C80053">
                    <a:alpha val="19898"/>
                  </a:srgbClr>
                </a:gs>
                <a:gs pos="14286">
                  <a:srgbClr val="C80053">
                    <a:alpha val="18448"/>
                  </a:srgbClr>
                </a:gs>
                <a:gs pos="28571">
                  <a:srgbClr val="C80053">
                    <a:alpha val="14644"/>
                  </a:srgbClr>
                </a:gs>
                <a:gs pos="42857">
                  <a:srgbClr val="C80053">
                    <a:alpha val="9865"/>
                  </a:srgbClr>
                </a:gs>
                <a:gs pos="57143">
                  <a:srgbClr val="C80053">
                    <a:alpha val="5592"/>
                  </a:srgbClr>
                </a:gs>
                <a:gs pos="71429">
                  <a:srgbClr val="C80053">
                    <a:alpha val="2658"/>
                  </a:srgbClr>
                </a:gs>
                <a:gs pos="85714">
                  <a:srgbClr val="C80053">
                    <a:alpha val="1060"/>
                  </a:srgbClr>
                </a:gs>
                <a:gs pos="100000">
                  <a:srgbClr val="C80053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Splat 1417"/>
            <p:cNvSpPr>
              <a:spLocks noGrp="1"/>
            </p:cNvSpPr>
            <p:nvPr/>
          </p:nvSpPr>
          <p:spPr>
            <a:xfrm rot="4170792">
              <a:off x="-99599" y="481293"/>
              <a:ext cx="399149" cy="275617"/>
            </a:xfrm>
            <a:prstGeom prst="ellipse">
              <a:avLst/>
            </a:prstGeom>
            <a:gradFill>
              <a:gsLst>
                <a:gs pos="0">
                  <a:srgbClr val="CC596C">
                    <a:alpha val="32968"/>
                  </a:srgbClr>
                </a:gs>
                <a:gs pos="14286">
                  <a:srgbClr val="CC596C">
                    <a:alpha val="30764"/>
                  </a:srgbClr>
                </a:gs>
                <a:gs pos="28571">
                  <a:srgbClr val="CC596C">
                    <a:alpha val="24833"/>
                  </a:srgbClr>
                </a:gs>
                <a:gs pos="42857">
                  <a:srgbClr val="CC596C">
                    <a:alpha val="17075"/>
                  </a:srgbClr>
                </a:gs>
                <a:gs pos="57143">
                  <a:srgbClr val="CC596C">
                    <a:alpha val="9855"/>
                  </a:srgbClr>
                </a:gs>
                <a:gs pos="71429">
                  <a:srgbClr val="CC596C">
                    <a:alpha val="4740"/>
                  </a:srgbClr>
                </a:gs>
                <a:gs pos="85714">
                  <a:srgbClr val="CC596C">
                    <a:alpha val="1902"/>
                  </a:srgbClr>
                </a:gs>
                <a:gs pos="100000">
                  <a:srgbClr val="CC59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Splat 1418"/>
            <p:cNvSpPr>
              <a:spLocks noGrp="1"/>
            </p:cNvSpPr>
            <p:nvPr/>
          </p:nvSpPr>
          <p:spPr>
            <a:xfrm rot="-10524960">
              <a:off x="208919" y="3377607"/>
              <a:ext cx="456182" cy="284097"/>
            </a:xfrm>
            <a:prstGeom prst="ellipse">
              <a:avLst/>
            </a:prstGeom>
            <a:gradFill>
              <a:gsLst>
                <a:gs pos="0">
                  <a:srgbClr val="DD999B">
                    <a:alpha val="32968"/>
                  </a:srgbClr>
                </a:gs>
                <a:gs pos="14286">
                  <a:srgbClr val="DD999B">
                    <a:alpha val="30764"/>
                  </a:srgbClr>
                </a:gs>
                <a:gs pos="28571">
                  <a:srgbClr val="DD999B">
                    <a:alpha val="24833"/>
                  </a:srgbClr>
                </a:gs>
                <a:gs pos="42857">
                  <a:srgbClr val="DD999B">
                    <a:alpha val="17075"/>
                  </a:srgbClr>
                </a:gs>
                <a:gs pos="57143">
                  <a:srgbClr val="DD999B">
                    <a:alpha val="9855"/>
                  </a:srgbClr>
                </a:gs>
                <a:gs pos="71429">
                  <a:srgbClr val="DD999B">
                    <a:alpha val="4740"/>
                  </a:srgbClr>
                </a:gs>
                <a:gs pos="85714">
                  <a:srgbClr val="DD999B">
                    <a:alpha val="1902"/>
                  </a:srgbClr>
                </a:gs>
                <a:gs pos="100000">
                  <a:srgbClr val="DD99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Splat 1419"/>
            <p:cNvSpPr>
              <a:spLocks noGrp="1"/>
            </p:cNvSpPr>
            <p:nvPr/>
          </p:nvSpPr>
          <p:spPr>
            <a:xfrm rot="-10560138">
              <a:off x="2222145" y="3290399"/>
              <a:ext cx="775569" cy="661893"/>
            </a:xfrm>
            <a:prstGeom prst="ellipse">
              <a:avLst/>
            </a:prstGeom>
            <a:gradFill>
              <a:gsLst>
                <a:gs pos="0">
                  <a:srgbClr val="672E00">
                    <a:alpha val="32968"/>
                  </a:srgbClr>
                </a:gs>
                <a:gs pos="14286">
                  <a:srgbClr val="672E00">
                    <a:alpha val="30764"/>
                  </a:srgbClr>
                </a:gs>
                <a:gs pos="28571">
                  <a:srgbClr val="672E00">
                    <a:alpha val="24833"/>
                  </a:srgbClr>
                </a:gs>
                <a:gs pos="42857">
                  <a:srgbClr val="672E00">
                    <a:alpha val="17075"/>
                  </a:srgbClr>
                </a:gs>
                <a:gs pos="57143">
                  <a:srgbClr val="672E00">
                    <a:alpha val="9855"/>
                  </a:srgbClr>
                </a:gs>
                <a:gs pos="71429">
                  <a:srgbClr val="672E00">
                    <a:alpha val="4740"/>
                  </a:srgbClr>
                </a:gs>
                <a:gs pos="85714">
                  <a:srgbClr val="672E00">
                    <a:alpha val="1902"/>
                  </a:srgbClr>
                </a:gs>
                <a:gs pos="100000">
                  <a:srgbClr val="67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Splat 1420"/>
            <p:cNvSpPr>
              <a:spLocks noGrp="1"/>
            </p:cNvSpPr>
            <p:nvPr/>
          </p:nvSpPr>
          <p:spPr>
            <a:xfrm rot="3101075">
              <a:off x="2036890" y="3286353"/>
              <a:ext cx="698665" cy="605948"/>
            </a:xfrm>
            <a:prstGeom prst="ellipse">
              <a:avLst/>
            </a:prstGeom>
            <a:gradFill>
              <a:gsLst>
                <a:gs pos="0">
                  <a:srgbClr val="6A1708">
                    <a:alpha val="32968"/>
                  </a:srgbClr>
                </a:gs>
                <a:gs pos="14286">
                  <a:srgbClr val="6A1708">
                    <a:alpha val="30764"/>
                  </a:srgbClr>
                </a:gs>
                <a:gs pos="28571">
                  <a:srgbClr val="6A1708">
                    <a:alpha val="24833"/>
                  </a:srgbClr>
                </a:gs>
                <a:gs pos="42857">
                  <a:srgbClr val="6A1708">
                    <a:alpha val="17075"/>
                  </a:srgbClr>
                </a:gs>
                <a:gs pos="57143">
                  <a:srgbClr val="6A1708">
                    <a:alpha val="9855"/>
                  </a:srgbClr>
                </a:gs>
                <a:gs pos="71429">
                  <a:srgbClr val="6A1708">
                    <a:alpha val="4740"/>
                  </a:srgbClr>
                </a:gs>
                <a:gs pos="85714">
                  <a:srgbClr val="6A1708">
                    <a:alpha val="1902"/>
                  </a:srgbClr>
                </a:gs>
                <a:gs pos="100000">
                  <a:srgbClr val="6A17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Splat 1421"/>
            <p:cNvSpPr>
              <a:spLocks noGrp="1"/>
            </p:cNvSpPr>
            <p:nvPr/>
          </p:nvSpPr>
          <p:spPr>
            <a:xfrm rot="8626835">
              <a:off x="1767786" y="3323395"/>
              <a:ext cx="765477" cy="629121"/>
            </a:xfrm>
            <a:prstGeom prst="ellipse">
              <a:avLst/>
            </a:prstGeom>
            <a:gradFill>
              <a:gsLst>
                <a:gs pos="0">
                  <a:srgbClr val="681514">
                    <a:alpha val="32968"/>
                  </a:srgbClr>
                </a:gs>
                <a:gs pos="14286">
                  <a:srgbClr val="681514">
                    <a:alpha val="30764"/>
                  </a:srgbClr>
                </a:gs>
                <a:gs pos="28571">
                  <a:srgbClr val="681514">
                    <a:alpha val="24833"/>
                  </a:srgbClr>
                </a:gs>
                <a:gs pos="42857">
                  <a:srgbClr val="681514">
                    <a:alpha val="17075"/>
                  </a:srgbClr>
                </a:gs>
                <a:gs pos="57143">
                  <a:srgbClr val="681514">
                    <a:alpha val="9855"/>
                  </a:srgbClr>
                </a:gs>
                <a:gs pos="71429">
                  <a:srgbClr val="681514">
                    <a:alpha val="4740"/>
                  </a:srgbClr>
                </a:gs>
                <a:gs pos="85714">
                  <a:srgbClr val="681514">
                    <a:alpha val="1902"/>
                  </a:srgbClr>
                </a:gs>
                <a:gs pos="100000">
                  <a:srgbClr val="6815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Splat 1422"/>
            <p:cNvSpPr>
              <a:spLocks noGrp="1"/>
            </p:cNvSpPr>
            <p:nvPr/>
          </p:nvSpPr>
          <p:spPr>
            <a:xfrm rot="4455872">
              <a:off x="1598429" y="3270316"/>
              <a:ext cx="783309" cy="566613"/>
            </a:xfrm>
            <a:prstGeom prst="ellipse">
              <a:avLst/>
            </a:prstGeom>
            <a:gradFill>
              <a:gsLst>
                <a:gs pos="0">
                  <a:srgbClr val="600022">
                    <a:alpha val="24537"/>
                  </a:srgbClr>
                </a:gs>
                <a:gs pos="14286">
                  <a:srgbClr val="600022">
                    <a:alpha val="22799"/>
                  </a:srgbClr>
                </a:gs>
                <a:gs pos="28571">
                  <a:srgbClr val="600022">
                    <a:alpha val="18201"/>
                  </a:srgbClr>
                </a:gs>
                <a:gs pos="42857">
                  <a:srgbClr val="600022">
                    <a:alpha val="12347"/>
                  </a:srgbClr>
                </a:gs>
                <a:gs pos="57143">
                  <a:srgbClr val="600022">
                    <a:alpha val="7042"/>
                  </a:srgbClr>
                </a:gs>
                <a:gs pos="71429">
                  <a:srgbClr val="600022">
                    <a:alpha val="3360"/>
                  </a:srgbClr>
                </a:gs>
                <a:gs pos="85714">
                  <a:srgbClr val="600022">
                    <a:alpha val="1343"/>
                  </a:srgbClr>
                </a:gs>
                <a:gs pos="100000">
                  <a:srgbClr val="600022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Splat 1423"/>
            <p:cNvSpPr>
              <a:spLocks noGrp="1"/>
            </p:cNvSpPr>
            <p:nvPr/>
          </p:nvSpPr>
          <p:spPr>
            <a:xfrm rot="-8612083">
              <a:off x="1463102" y="3365077"/>
              <a:ext cx="733666" cy="565909"/>
            </a:xfrm>
            <a:prstGeom prst="ellipse">
              <a:avLst/>
            </a:prstGeom>
            <a:gradFill>
              <a:gsLst>
                <a:gs pos="0">
                  <a:srgbClr val="62001E">
                    <a:alpha val="32968"/>
                  </a:srgbClr>
                </a:gs>
                <a:gs pos="14286">
                  <a:srgbClr val="62001E">
                    <a:alpha val="30764"/>
                  </a:srgbClr>
                </a:gs>
                <a:gs pos="28571">
                  <a:srgbClr val="62001E">
                    <a:alpha val="24833"/>
                  </a:srgbClr>
                </a:gs>
                <a:gs pos="42857">
                  <a:srgbClr val="62001E">
                    <a:alpha val="17075"/>
                  </a:srgbClr>
                </a:gs>
                <a:gs pos="57143">
                  <a:srgbClr val="62001E">
                    <a:alpha val="9855"/>
                  </a:srgbClr>
                </a:gs>
                <a:gs pos="71429">
                  <a:srgbClr val="62001E">
                    <a:alpha val="4740"/>
                  </a:srgbClr>
                </a:gs>
                <a:gs pos="85714">
                  <a:srgbClr val="62001E">
                    <a:alpha val="1902"/>
                  </a:srgbClr>
                </a:gs>
                <a:gs pos="100000">
                  <a:srgbClr val="62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Splat 1424"/>
            <p:cNvSpPr>
              <a:spLocks noGrp="1"/>
            </p:cNvSpPr>
            <p:nvPr/>
          </p:nvSpPr>
          <p:spPr>
            <a:xfrm rot="8266496">
              <a:off x="1264920" y="3296654"/>
              <a:ext cx="756361" cy="648660"/>
            </a:xfrm>
            <a:prstGeom prst="ellipse">
              <a:avLst/>
            </a:prstGeom>
            <a:gradFill>
              <a:gsLst>
                <a:gs pos="0">
                  <a:srgbClr val="681124">
                    <a:alpha val="32968"/>
                  </a:srgbClr>
                </a:gs>
                <a:gs pos="14286">
                  <a:srgbClr val="681124">
                    <a:alpha val="30764"/>
                  </a:srgbClr>
                </a:gs>
                <a:gs pos="28571">
                  <a:srgbClr val="681124">
                    <a:alpha val="24833"/>
                  </a:srgbClr>
                </a:gs>
                <a:gs pos="42857">
                  <a:srgbClr val="681124">
                    <a:alpha val="17075"/>
                  </a:srgbClr>
                </a:gs>
                <a:gs pos="57143">
                  <a:srgbClr val="681124">
                    <a:alpha val="9855"/>
                  </a:srgbClr>
                </a:gs>
                <a:gs pos="71429">
                  <a:srgbClr val="681124">
                    <a:alpha val="4740"/>
                  </a:srgbClr>
                </a:gs>
                <a:gs pos="85714">
                  <a:srgbClr val="681124">
                    <a:alpha val="1902"/>
                  </a:srgbClr>
                </a:gs>
                <a:gs pos="100000">
                  <a:srgbClr val="6811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Splat 1425"/>
            <p:cNvSpPr>
              <a:spLocks noGrp="1"/>
            </p:cNvSpPr>
            <p:nvPr/>
          </p:nvSpPr>
          <p:spPr>
            <a:xfrm rot="6246722">
              <a:off x="1065035" y="3252837"/>
              <a:ext cx="795075" cy="687502"/>
            </a:xfrm>
            <a:prstGeom prst="ellipse">
              <a:avLst/>
            </a:prstGeom>
            <a:gradFill>
              <a:gsLst>
                <a:gs pos="0">
                  <a:srgbClr val="5E0114">
                    <a:alpha val="32968"/>
                  </a:srgbClr>
                </a:gs>
                <a:gs pos="14286">
                  <a:srgbClr val="5E0114">
                    <a:alpha val="30764"/>
                  </a:srgbClr>
                </a:gs>
                <a:gs pos="28571">
                  <a:srgbClr val="5E0114">
                    <a:alpha val="24833"/>
                  </a:srgbClr>
                </a:gs>
                <a:gs pos="42857">
                  <a:srgbClr val="5E0114">
                    <a:alpha val="17075"/>
                  </a:srgbClr>
                </a:gs>
                <a:gs pos="57143">
                  <a:srgbClr val="5E0114">
                    <a:alpha val="9855"/>
                  </a:srgbClr>
                </a:gs>
                <a:gs pos="71429">
                  <a:srgbClr val="5E0114">
                    <a:alpha val="4740"/>
                  </a:srgbClr>
                </a:gs>
                <a:gs pos="85714">
                  <a:srgbClr val="5E0114">
                    <a:alpha val="1902"/>
                  </a:srgbClr>
                </a:gs>
                <a:gs pos="100000">
                  <a:srgbClr val="5E01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Splat 1426"/>
            <p:cNvSpPr>
              <a:spLocks noGrp="1"/>
            </p:cNvSpPr>
            <p:nvPr/>
          </p:nvSpPr>
          <p:spPr>
            <a:xfrm rot="6859907">
              <a:off x="889908" y="3236831"/>
              <a:ext cx="823885" cy="658114"/>
            </a:xfrm>
            <a:prstGeom prst="ellipse">
              <a:avLst/>
            </a:prstGeom>
            <a:gradFill>
              <a:gsLst>
                <a:gs pos="0">
                  <a:srgbClr val="7E0000">
                    <a:alpha val="29437"/>
                  </a:srgbClr>
                </a:gs>
                <a:gs pos="14286">
                  <a:srgbClr val="7E0000">
                    <a:alpha val="27419"/>
                  </a:srgbClr>
                </a:gs>
                <a:gs pos="28571">
                  <a:srgbClr val="7E0000">
                    <a:alpha val="22028"/>
                  </a:srgbClr>
                </a:gs>
                <a:gs pos="42857">
                  <a:srgbClr val="7E0000">
                    <a:alpha val="15059"/>
                  </a:srgbClr>
                </a:gs>
                <a:gs pos="57143">
                  <a:srgbClr val="7E0000">
                    <a:alpha val="8647"/>
                  </a:srgbClr>
                </a:gs>
                <a:gs pos="71429">
                  <a:srgbClr val="7E0000">
                    <a:alpha val="4145"/>
                  </a:srgbClr>
                </a:gs>
                <a:gs pos="85714">
                  <a:srgbClr val="7E0000">
                    <a:alpha val="1660"/>
                  </a:srgbClr>
                </a:gs>
                <a:gs pos="100000">
                  <a:srgbClr val="7E0000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Splat 1427"/>
            <p:cNvSpPr>
              <a:spLocks noGrp="1"/>
            </p:cNvSpPr>
            <p:nvPr/>
          </p:nvSpPr>
          <p:spPr>
            <a:xfrm rot="10083775">
              <a:off x="640429" y="3261683"/>
              <a:ext cx="813470" cy="715423"/>
            </a:xfrm>
            <a:prstGeom prst="ellipse">
              <a:avLst/>
            </a:prstGeom>
            <a:gradFill>
              <a:gsLst>
                <a:gs pos="0">
                  <a:srgbClr val="1D0000">
                    <a:alpha val="32968"/>
                  </a:srgbClr>
                </a:gs>
                <a:gs pos="14286">
                  <a:srgbClr val="1D0000">
                    <a:alpha val="30764"/>
                  </a:srgbClr>
                </a:gs>
                <a:gs pos="28571">
                  <a:srgbClr val="1D0000">
                    <a:alpha val="24833"/>
                  </a:srgbClr>
                </a:gs>
                <a:gs pos="42857">
                  <a:srgbClr val="1D0000">
                    <a:alpha val="17075"/>
                  </a:srgbClr>
                </a:gs>
                <a:gs pos="57143">
                  <a:srgbClr val="1D0000">
                    <a:alpha val="9855"/>
                  </a:srgbClr>
                </a:gs>
                <a:gs pos="71429">
                  <a:srgbClr val="1D0000">
                    <a:alpha val="4740"/>
                  </a:srgbClr>
                </a:gs>
                <a:gs pos="85714">
                  <a:srgbClr val="1D0000">
                    <a:alpha val="1902"/>
                  </a:srgbClr>
                </a:gs>
                <a:gs pos="100000">
                  <a:srgbClr val="1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Splat 1428"/>
            <p:cNvSpPr>
              <a:spLocks noGrp="1"/>
            </p:cNvSpPr>
            <p:nvPr/>
          </p:nvSpPr>
          <p:spPr>
            <a:xfrm rot="-9187321">
              <a:off x="517815" y="3349262"/>
              <a:ext cx="820928" cy="434348"/>
            </a:xfrm>
            <a:prstGeom prst="ellipse">
              <a:avLst/>
            </a:prstGeom>
            <a:gradFill>
              <a:gsLst>
                <a:gs pos="0">
                  <a:srgbClr val="DD4900">
                    <a:alpha val="14917"/>
                  </a:srgbClr>
                </a:gs>
                <a:gs pos="14286">
                  <a:srgbClr val="DD4900">
                    <a:alpha val="13798"/>
                  </a:srgbClr>
                </a:gs>
                <a:gs pos="28571">
                  <a:srgbClr val="DD4900">
                    <a:alpha val="10889"/>
                  </a:srgbClr>
                </a:gs>
                <a:gs pos="42857">
                  <a:srgbClr val="DD4900">
                    <a:alpha val="7283"/>
                  </a:srgbClr>
                </a:gs>
                <a:gs pos="57143">
                  <a:srgbClr val="DD4900">
                    <a:alpha val="4103"/>
                  </a:srgbClr>
                </a:gs>
                <a:gs pos="71429">
                  <a:srgbClr val="DD4900">
                    <a:alpha val="1942"/>
                  </a:srgbClr>
                </a:gs>
                <a:gs pos="85714">
                  <a:srgbClr val="DD4900">
                    <a:alpha val="773"/>
                  </a:srgbClr>
                </a:gs>
                <a:gs pos="100000">
                  <a:srgbClr val="DD490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Splat 1429"/>
            <p:cNvSpPr>
              <a:spLocks noGrp="1"/>
            </p:cNvSpPr>
            <p:nvPr/>
          </p:nvSpPr>
          <p:spPr>
            <a:xfrm rot="-10261225">
              <a:off x="248255" y="3387014"/>
              <a:ext cx="842457" cy="473352"/>
            </a:xfrm>
            <a:prstGeom prst="ellipse">
              <a:avLst/>
            </a:prstGeom>
            <a:gradFill>
              <a:gsLst>
                <a:gs pos="0">
                  <a:srgbClr val="9C3500">
                    <a:alpha val="32968"/>
                  </a:srgbClr>
                </a:gs>
                <a:gs pos="14286">
                  <a:srgbClr val="9C3500">
                    <a:alpha val="30764"/>
                  </a:srgbClr>
                </a:gs>
                <a:gs pos="28571">
                  <a:srgbClr val="9C3500">
                    <a:alpha val="24833"/>
                  </a:srgbClr>
                </a:gs>
                <a:gs pos="42857">
                  <a:srgbClr val="9C3500">
                    <a:alpha val="17075"/>
                  </a:srgbClr>
                </a:gs>
                <a:gs pos="57143">
                  <a:srgbClr val="9C3500">
                    <a:alpha val="9855"/>
                  </a:srgbClr>
                </a:gs>
                <a:gs pos="71429">
                  <a:srgbClr val="9C3500">
                    <a:alpha val="4740"/>
                  </a:srgbClr>
                </a:gs>
                <a:gs pos="85714">
                  <a:srgbClr val="9C3500">
                    <a:alpha val="1902"/>
                  </a:srgbClr>
                </a:gs>
                <a:gs pos="100000">
                  <a:srgbClr val="9C3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Splat 1430"/>
            <p:cNvSpPr>
              <a:spLocks noGrp="1"/>
            </p:cNvSpPr>
            <p:nvPr/>
          </p:nvSpPr>
          <p:spPr>
            <a:xfrm rot="-9504624">
              <a:off x="212332" y="3309308"/>
              <a:ext cx="670599" cy="483091"/>
            </a:xfrm>
            <a:prstGeom prst="ellipse">
              <a:avLst/>
            </a:prstGeom>
            <a:gradFill>
              <a:gsLst>
                <a:gs pos="0">
                  <a:srgbClr val="CF655D">
                    <a:alpha val="31339"/>
                  </a:srgbClr>
                </a:gs>
                <a:gs pos="14286">
                  <a:srgbClr val="CF655D">
                    <a:alpha val="29219"/>
                  </a:srgbClr>
                </a:gs>
                <a:gs pos="28571">
                  <a:srgbClr val="CF655D">
                    <a:alpha val="23534"/>
                  </a:srgbClr>
                </a:gs>
                <a:gs pos="42857">
                  <a:srgbClr val="CF655D">
                    <a:alpha val="16138"/>
                  </a:srgbClr>
                </a:gs>
                <a:gs pos="57143">
                  <a:srgbClr val="CF655D">
                    <a:alpha val="9292"/>
                  </a:srgbClr>
                </a:gs>
                <a:gs pos="71429">
                  <a:srgbClr val="CF655D">
                    <a:alpha val="4462"/>
                  </a:srgbClr>
                </a:gs>
                <a:gs pos="85714">
                  <a:srgbClr val="CF655D">
                    <a:alpha val="1789"/>
                  </a:srgbClr>
                </a:gs>
                <a:gs pos="100000">
                  <a:srgbClr val="CF655D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Splat 1431"/>
            <p:cNvSpPr>
              <a:spLocks noGrp="1"/>
            </p:cNvSpPr>
            <p:nvPr/>
          </p:nvSpPr>
          <p:spPr>
            <a:xfrm rot="10330629">
              <a:off x="-143664" y="3340562"/>
              <a:ext cx="796095" cy="490700"/>
            </a:xfrm>
            <a:prstGeom prst="ellipse">
              <a:avLst/>
            </a:prstGeom>
            <a:gradFill>
              <a:gsLst>
                <a:gs pos="0">
                  <a:srgbClr val="D92B00">
                    <a:alpha val="21203"/>
                  </a:srgbClr>
                </a:gs>
                <a:gs pos="14286">
                  <a:srgbClr val="D92B00">
                    <a:alpha val="19669"/>
                  </a:srgbClr>
                </a:gs>
                <a:gs pos="28571">
                  <a:srgbClr val="D92B00">
                    <a:alpha val="15638"/>
                  </a:srgbClr>
                </a:gs>
                <a:gs pos="42857">
                  <a:srgbClr val="D92B00">
                    <a:alpha val="10555"/>
                  </a:srgbClr>
                </a:gs>
                <a:gs pos="57143">
                  <a:srgbClr val="D92B00">
                    <a:alpha val="5993"/>
                  </a:srgbClr>
                </a:gs>
                <a:gs pos="71429">
                  <a:srgbClr val="D92B00">
                    <a:alpha val="2852"/>
                  </a:srgbClr>
                </a:gs>
                <a:gs pos="85714">
                  <a:srgbClr val="D92B00">
                    <a:alpha val="1138"/>
                  </a:srgbClr>
                </a:gs>
                <a:gs pos="100000">
                  <a:srgbClr val="D92B00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Splat 1432"/>
            <p:cNvSpPr>
              <a:spLocks noGrp="1"/>
            </p:cNvSpPr>
            <p:nvPr/>
          </p:nvSpPr>
          <p:spPr>
            <a:xfrm rot="8812003">
              <a:off x="-290401" y="3294132"/>
              <a:ext cx="694407" cy="476412"/>
            </a:xfrm>
            <a:prstGeom prst="ellipse">
              <a:avLst/>
            </a:prstGeom>
            <a:gradFill>
              <a:gsLst>
                <a:gs pos="0">
                  <a:srgbClr val="FF92B5">
                    <a:alpha val="10242"/>
                  </a:srgbClr>
                </a:gs>
                <a:gs pos="14286">
                  <a:srgbClr val="FF92B5">
                    <a:alpha val="9454"/>
                  </a:srgbClr>
                </a:gs>
                <a:gs pos="28571">
                  <a:srgbClr val="FF92B5">
                    <a:alpha val="7421"/>
                  </a:srgbClr>
                </a:gs>
                <a:gs pos="42857">
                  <a:srgbClr val="FF92B5">
                    <a:alpha val="4932"/>
                  </a:srgbClr>
                </a:gs>
                <a:gs pos="57143">
                  <a:srgbClr val="FF92B5">
                    <a:alpha val="2764"/>
                  </a:srgbClr>
                </a:gs>
                <a:gs pos="71429">
                  <a:srgbClr val="FF92B5">
                    <a:alpha val="1303"/>
                  </a:srgbClr>
                </a:gs>
                <a:gs pos="85714">
                  <a:srgbClr val="FF92B5">
                    <a:alpha val="517"/>
                  </a:srgbClr>
                </a:gs>
                <a:gs pos="100000">
                  <a:srgbClr val="FF92B5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Splat 1433"/>
            <p:cNvSpPr>
              <a:spLocks noGrp="1"/>
            </p:cNvSpPr>
            <p:nvPr/>
          </p:nvSpPr>
          <p:spPr>
            <a:xfrm rot="4406978">
              <a:off x="2866075" y="2999787"/>
              <a:ext cx="975326" cy="850478"/>
            </a:xfrm>
            <a:prstGeom prst="ellipse">
              <a:avLst/>
            </a:prstGeom>
            <a:gradFill>
              <a:gsLst>
                <a:gs pos="0">
                  <a:srgbClr val="9A8000">
                    <a:alpha val="32968"/>
                  </a:srgbClr>
                </a:gs>
                <a:gs pos="14286">
                  <a:srgbClr val="9A8000">
                    <a:alpha val="30764"/>
                  </a:srgbClr>
                </a:gs>
                <a:gs pos="28571">
                  <a:srgbClr val="9A8000">
                    <a:alpha val="24833"/>
                  </a:srgbClr>
                </a:gs>
                <a:gs pos="42857">
                  <a:srgbClr val="9A8000">
                    <a:alpha val="17075"/>
                  </a:srgbClr>
                </a:gs>
                <a:gs pos="57143">
                  <a:srgbClr val="9A8000">
                    <a:alpha val="9855"/>
                  </a:srgbClr>
                </a:gs>
                <a:gs pos="71429">
                  <a:srgbClr val="9A8000">
                    <a:alpha val="4740"/>
                  </a:srgbClr>
                </a:gs>
                <a:gs pos="85714">
                  <a:srgbClr val="9A8000">
                    <a:alpha val="1902"/>
                  </a:srgbClr>
                </a:gs>
                <a:gs pos="100000">
                  <a:srgbClr val="9A8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Splat 1434"/>
            <p:cNvSpPr>
              <a:spLocks noGrp="1"/>
            </p:cNvSpPr>
            <p:nvPr/>
          </p:nvSpPr>
          <p:spPr>
            <a:xfrm rot="-10057186">
              <a:off x="2729841" y="3073048"/>
              <a:ext cx="925113" cy="651285"/>
            </a:xfrm>
            <a:prstGeom prst="ellipse">
              <a:avLst/>
            </a:prstGeom>
            <a:gradFill>
              <a:gsLst>
                <a:gs pos="0">
                  <a:srgbClr val="A95C53">
                    <a:alpha val="32968"/>
                  </a:srgbClr>
                </a:gs>
                <a:gs pos="14286">
                  <a:srgbClr val="A95C53">
                    <a:alpha val="30764"/>
                  </a:srgbClr>
                </a:gs>
                <a:gs pos="28571">
                  <a:srgbClr val="A95C53">
                    <a:alpha val="24833"/>
                  </a:srgbClr>
                </a:gs>
                <a:gs pos="42857">
                  <a:srgbClr val="A95C53">
                    <a:alpha val="17075"/>
                  </a:srgbClr>
                </a:gs>
                <a:gs pos="57143">
                  <a:srgbClr val="A95C53">
                    <a:alpha val="9855"/>
                  </a:srgbClr>
                </a:gs>
                <a:gs pos="71429">
                  <a:srgbClr val="A95C53">
                    <a:alpha val="4740"/>
                  </a:srgbClr>
                </a:gs>
                <a:gs pos="85714">
                  <a:srgbClr val="A95C53">
                    <a:alpha val="1902"/>
                  </a:srgbClr>
                </a:gs>
                <a:gs pos="100000">
                  <a:srgbClr val="A95C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Splat 1435"/>
            <p:cNvSpPr>
              <a:spLocks noGrp="1"/>
            </p:cNvSpPr>
            <p:nvPr/>
          </p:nvSpPr>
          <p:spPr>
            <a:xfrm rot="-10678512">
              <a:off x="2584919" y="3086210"/>
              <a:ext cx="740432" cy="696429"/>
            </a:xfrm>
            <a:prstGeom prst="ellipse">
              <a:avLst/>
            </a:prstGeom>
            <a:gradFill>
              <a:gsLst>
                <a:gs pos="0">
                  <a:srgbClr val="865430">
                    <a:alpha val="32909"/>
                  </a:srgbClr>
                </a:gs>
                <a:gs pos="14286">
                  <a:srgbClr val="865430">
                    <a:alpha val="30707"/>
                  </a:srgbClr>
                </a:gs>
                <a:gs pos="28571">
                  <a:srgbClr val="865430">
                    <a:alpha val="24785"/>
                  </a:srgbClr>
                </a:gs>
                <a:gs pos="42857">
                  <a:srgbClr val="865430">
                    <a:alpha val="17041"/>
                  </a:srgbClr>
                </a:gs>
                <a:gs pos="57143">
                  <a:srgbClr val="865430">
                    <a:alpha val="9834"/>
                  </a:srgbClr>
                </a:gs>
                <a:gs pos="71429">
                  <a:srgbClr val="865430">
                    <a:alpha val="4730"/>
                  </a:srgbClr>
                </a:gs>
                <a:gs pos="85714">
                  <a:srgbClr val="865430">
                    <a:alpha val="1898"/>
                  </a:srgbClr>
                </a:gs>
                <a:gs pos="100000">
                  <a:srgbClr val="86543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Splat 1436"/>
            <p:cNvSpPr>
              <a:spLocks noGrp="1"/>
            </p:cNvSpPr>
            <p:nvPr/>
          </p:nvSpPr>
          <p:spPr>
            <a:xfrm rot="3657103">
              <a:off x="2471987" y="3126404"/>
              <a:ext cx="709458" cy="528133"/>
            </a:xfrm>
            <a:prstGeom prst="ellipse">
              <a:avLst/>
            </a:prstGeom>
            <a:gradFill>
              <a:gsLst>
                <a:gs pos="0">
                  <a:srgbClr val="76241E">
                    <a:alpha val="30392"/>
                  </a:srgbClr>
                </a:gs>
                <a:gs pos="14286">
                  <a:srgbClr val="76241E">
                    <a:alpha val="28322"/>
                  </a:srgbClr>
                </a:gs>
                <a:gs pos="28571">
                  <a:srgbClr val="76241E">
                    <a:alpha val="22782"/>
                  </a:srgbClr>
                </a:gs>
                <a:gs pos="42857">
                  <a:srgbClr val="76241E">
                    <a:alpha val="15598"/>
                  </a:srgbClr>
                </a:gs>
                <a:gs pos="57143">
                  <a:srgbClr val="76241E">
                    <a:alpha val="8969"/>
                  </a:srgbClr>
                </a:gs>
                <a:gs pos="71429">
                  <a:srgbClr val="76241E">
                    <a:alpha val="4303"/>
                  </a:srgbClr>
                </a:gs>
                <a:gs pos="85714">
                  <a:srgbClr val="76241E">
                    <a:alpha val="1724"/>
                  </a:srgbClr>
                </a:gs>
                <a:gs pos="100000">
                  <a:srgbClr val="76241E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Splat 1437"/>
            <p:cNvSpPr>
              <a:spLocks noGrp="1"/>
            </p:cNvSpPr>
            <p:nvPr/>
          </p:nvSpPr>
          <p:spPr>
            <a:xfrm rot="5169449">
              <a:off x="2231468" y="3095635"/>
              <a:ext cx="722324" cy="560469"/>
            </a:xfrm>
            <a:prstGeom prst="ellipse">
              <a:avLst/>
            </a:prstGeom>
            <a:gradFill>
              <a:gsLst>
                <a:gs pos="0">
                  <a:srgbClr val="691E23">
                    <a:alpha val="26953"/>
                  </a:srgbClr>
                </a:gs>
                <a:gs pos="14286">
                  <a:srgbClr val="691E23">
                    <a:alpha val="25074"/>
                  </a:srgbClr>
                </a:gs>
                <a:gs pos="28571">
                  <a:srgbClr val="691E23">
                    <a:alpha val="20079"/>
                  </a:srgbClr>
                </a:gs>
                <a:gs pos="42857">
                  <a:srgbClr val="691E23">
                    <a:alpha val="13672"/>
                  </a:srgbClr>
                </a:gs>
                <a:gs pos="57143">
                  <a:srgbClr val="691E23">
                    <a:alpha val="7823"/>
                  </a:srgbClr>
                </a:gs>
                <a:gs pos="71429">
                  <a:srgbClr val="691E23">
                    <a:alpha val="3741"/>
                  </a:srgbClr>
                </a:gs>
                <a:gs pos="85714">
                  <a:srgbClr val="691E23">
                    <a:alpha val="1497"/>
                  </a:srgbClr>
                </a:gs>
                <a:gs pos="100000">
                  <a:srgbClr val="691E23">
                    <a:alpha val="5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Splat 1438"/>
            <p:cNvSpPr>
              <a:spLocks noGrp="1"/>
            </p:cNvSpPr>
            <p:nvPr/>
          </p:nvSpPr>
          <p:spPr>
            <a:xfrm rot="8005387">
              <a:off x="1992468" y="3088078"/>
              <a:ext cx="737848" cy="523991"/>
            </a:xfrm>
            <a:prstGeom prst="ellipse">
              <a:avLst/>
            </a:prstGeom>
            <a:gradFill>
              <a:gsLst>
                <a:gs pos="0">
                  <a:srgbClr val="65171E">
                    <a:alpha val="31071"/>
                  </a:srgbClr>
                </a:gs>
                <a:gs pos="14286">
                  <a:srgbClr val="65171E">
                    <a:alpha val="28965"/>
                  </a:srgbClr>
                </a:gs>
                <a:gs pos="28571">
                  <a:srgbClr val="65171E">
                    <a:alpha val="23321"/>
                  </a:srgbClr>
                </a:gs>
                <a:gs pos="42857">
                  <a:srgbClr val="65171E">
                    <a:alpha val="15985"/>
                  </a:srgbClr>
                </a:gs>
                <a:gs pos="57143">
                  <a:srgbClr val="65171E">
                    <a:alpha val="9200"/>
                  </a:srgbClr>
                </a:gs>
                <a:gs pos="71429">
                  <a:srgbClr val="65171E">
                    <a:alpha val="4417"/>
                  </a:srgbClr>
                </a:gs>
                <a:gs pos="85714">
                  <a:srgbClr val="65171E">
                    <a:alpha val="1771"/>
                  </a:srgbClr>
                </a:gs>
                <a:gs pos="100000">
                  <a:srgbClr val="65171E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Splat 1439"/>
            <p:cNvSpPr>
              <a:spLocks noGrp="1"/>
            </p:cNvSpPr>
            <p:nvPr/>
          </p:nvSpPr>
          <p:spPr>
            <a:xfrm rot="5695332">
              <a:off x="1902601" y="3045608"/>
              <a:ext cx="700701" cy="603111"/>
            </a:xfrm>
            <a:prstGeom prst="ellipse">
              <a:avLst/>
            </a:prstGeom>
            <a:gradFill>
              <a:gsLst>
                <a:gs pos="0">
                  <a:srgbClr val="833335">
                    <a:alpha val="28866"/>
                  </a:srgbClr>
                </a:gs>
                <a:gs pos="14286">
                  <a:srgbClr val="833335">
                    <a:alpha val="26879"/>
                  </a:srgbClr>
                </a:gs>
                <a:gs pos="28571">
                  <a:srgbClr val="833335">
                    <a:alpha val="21578"/>
                  </a:srgbClr>
                </a:gs>
                <a:gs pos="42857">
                  <a:srgbClr val="833335">
                    <a:alpha val="14737"/>
                  </a:srgbClr>
                </a:gs>
                <a:gs pos="57143">
                  <a:srgbClr val="833335">
                    <a:alpha val="8455"/>
                  </a:srgbClr>
                </a:gs>
                <a:gs pos="71429">
                  <a:srgbClr val="833335">
                    <a:alpha val="4051"/>
                  </a:srgbClr>
                </a:gs>
                <a:gs pos="85714">
                  <a:srgbClr val="833335">
                    <a:alpha val="1622"/>
                  </a:srgbClr>
                </a:gs>
                <a:gs pos="100000">
                  <a:srgbClr val="833335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Splat 1440"/>
            <p:cNvSpPr>
              <a:spLocks noGrp="1"/>
            </p:cNvSpPr>
            <p:nvPr/>
          </p:nvSpPr>
          <p:spPr>
            <a:xfrm rot="-10336516">
              <a:off x="1771575" y="3051375"/>
              <a:ext cx="608365" cy="584884"/>
            </a:xfrm>
            <a:prstGeom prst="ellipse">
              <a:avLst/>
            </a:prstGeom>
            <a:gradFill>
              <a:gsLst>
                <a:gs pos="0">
                  <a:srgbClr val="5D0220">
                    <a:alpha val="32968"/>
                  </a:srgbClr>
                </a:gs>
                <a:gs pos="14286">
                  <a:srgbClr val="5D0220">
                    <a:alpha val="30764"/>
                  </a:srgbClr>
                </a:gs>
                <a:gs pos="28571">
                  <a:srgbClr val="5D0220">
                    <a:alpha val="24833"/>
                  </a:srgbClr>
                </a:gs>
                <a:gs pos="42857">
                  <a:srgbClr val="5D0220">
                    <a:alpha val="17075"/>
                  </a:srgbClr>
                </a:gs>
                <a:gs pos="57143">
                  <a:srgbClr val="5D0220">
                    <a:alpha val="9855"/>
                  </a:srgbClr>
                </a:gs>
                <a:gs pos="71429">
                  <a:srgbClr val="5D0220">
                    <a:alpha val="4740"/>
                  </a:srgbClr>
                </a:gs>
                <a:gs pos="85714">
                  <a:srgbClr val="5D0220">
                    <a:alpha val="1902"/>
                  </a:srgbClr>
                </a:gs>
                <a:gs pos="100000">
                  <a:srgbClr val="5D02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Splat 1441"/>
            <p:cNvSpPr>
              <a:spLocks noGrp="1"/>
            </p:cNvSpPr>
            <p:nvPr/>
          </p:nvSpPr>
          <p:spPr>
            <a:xfrm rot="3453317">
              <a:off x="1516319" y="3078150"/>
              <a:ext cx="629365" cy="547050"/>
            </a:xfrm>
            <a:prstGeom prst="ellipse">
              <a:avLst/>
            </a:prstGeom>
            <a:gradFill>
              <a:gsLst>
                <a:gs pos="0">
                  <a:srgbClr val="6B1532">
                    <a:alpha val="25169"/>
                  </a:srgbClr>
                </a:gs>
                <a:gs pos="14286">
                  <a:srgbClr val="6B1532">
                    <a:alpha val="23394"/>
                  </a:srgbClr>
                </a:gs>
                <a:gs pos="28571">
                  <a:srgbClr val="6B1532">
                    <a:alpha val="18691"/>
                  </a:srgbClr>
                </a:gs>
                <a:gs pos="42857">
                  <a:srgbClr val="6B1532">
                    <a:alpha val="12691"/>
                  </a:srgbClr>
                </a:gs>
                <a:gs pos="57143">
                  <a:srgbClr val="6B1532">
                    <a:alpha val="7244"/>
                  </a:srgbClr>
                </a:gs>
                <a:gs pos="71429">
                  <a:srgbClr val="6B1532">
                    <a:alpha val="3459"/>
                  </a:srgbClr>
                </a:gs>
                <a:gs pos="85714">
                  <a:srgbClr val="6B1532">
                    <a:alpha val="1382"/>
                  </a:srgbClr>
                </a:gs>
                <a:gs pos="100000">
                  <a:srgbClr val="6B1532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Splat 1442"/>
            <p:cNvSpPr>
              <a:spLocks noGrp="1"/>
            </p:cNvSpPr>
            <p:nvPr/>
          </p:nvSpPr>
          <p:spPr>
            <a:xfrm rot="5245178">
              <a:off x="1326928" y="3035927"/>
              <a:ext cx="684999" cy="628624"/>
            </a:xfrm>
            <a:prstGeom prst="ellipse">
              <a:avLst/>
            </a:prstGeom>
            <a:gradFill>
              <a:gsLst>
                <a:gs pos="0">
                  <a:srgbClr val="6D172E">
                    <a:alpha val="32968"/>
                  </a:srgbClr>
                </a:gs>
                <a:gs pos="14286">
                  <a:srgbClr val="6D172E">
                    <a:alpha val="30764"/>
                  </a:srgbClr>
                </a:gs>
                <a:gs pos="28571">
                  <a:srgbClr val="6D172E">
                    <a:alpha val="24833"/>
                  </a:srgbClr>
                </a:gs>
                <a:gs pos="42857">
                  <a:srgbClr val="6D172E">
                    <a:alpha val="17075"/>
                  </a:srgbClr>
                </a:gs>
                <a:gs pos="57143">
                  <a:srgbClr val="6D172E">
                    <a:alpha val="9855"/>
                  </a:srgbClr>
                </a:gs>
                <a:gs pos="71429">
                  <a:srgbClr val="6D172E">
                    <a:alpha val="4740"/>
                  </a:srgbClr>
                </a:gs>
                <a:gs pos="85714">
                  <a:srgbClr val="6D172E">
                    <a:alpha val="1902"/>
                  </a:srgbClr>
                </a:gs>
                <a:gs pos="100000">
                  <a:srgbClr val="6D17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Splat 1443"/>
            <p:cNvSpPr>
              <a:spLocks noGrp="1"/>
            </p:cNvSpPr>
            <p:nvPr/>
          </p:nvSpPr>
          <p:spPr>
            <a:xfrm rot="4899847">
              <a:off x="1138481" y="3045363"/>
              <a:ext cx="704789" cy="631727"/>
            </a:xfrm>
            <a:prstGeom prst="ellipse">
              <a:avLst/>
            </a:prstGeom>
            <a:gradFill>
              <a:gsLst>
                <a:gs pos="0">
                  <a:srgbClr val="7D2A35">
                    <a:alpha val="32968"/>
                  </a:srgbClr>
                </a:gs>
                <a:gs pos="14286">
                  <a:srgbClr val="7D2A35">
                    <a:alpha val="30764"/>
                  </a:srgbClr>
                </a:gs>
                <a:gs pos="28571">
                  <a:srgbClr val="7D2A35">
                    <a:alpha val="24833"/>
                  </a:srgbClr>
                </a:gs>
                <a:gs pos="42857">
                  <a:srgbClr val="7D2A35">
                    <a:alpha val="17075"/>
                  </a:srgbClr>
                </a:gs>
                <a:gs pos="57143">
                  <a:srgbClr val="7D2A35">
                    <a:alpha val="9855"/>
                  </a:srgbClr>
                </a:gs>
                <a:gs pos="71429">
                  <a:srgbClr val="7D2A35">
                    <a:alpha val="4740"/>
                  </a:srgbClr>
                </a:gs>
                <a:gs pos="85714">
                  <a:srgbClr val="7D2A35">
                    <a:alpha val="1902"/>
                  </a:srgbClr>
                </a:gs>
                <a:gs pos="100000">
                  <a:srgbClr val="7D2A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Splat 1444"/>
            <p:cNvSpPr>
              <a:spLocks noGrp="1"/>
            </p:cNvSpPr>
            <p:nvPr/>
          </p:nvSpPr>
          <p:spPr>
            <a:xfrm rot="7523572">
              <a:off x="854404" y="3026101"/>
              <a:ext cx="706523" cy="611354"/>
            </a:xfrm>
            <a:prstGeom prst="ellipse">
              <a:avLst/>
            </a:prstGeom>
            <a:gradFill>
              <a:gsLst>
                <a:gs pos="0">
                  <a:srgbClr val="000000">
                    <a:alpha val="19334"/>
                  </a:srgbClr>
                </a:gs>
                <a:gs pos="14286">
                  <a:srgbClr val="000000">
                    <a:alpha val="17920"/>
                  </a:srgbClr>
                </a:gs>
                <a:gs pos="28571">
                  <a:srgbClr val="000000">
                    <a:alpha val="14215"/>
                  </a:srgbClr>
                </a:gs>
                <a:gs pos="42857">
                  <a:srgbClr val="000000">
                    <a:alpha val="9568"/>
                  </a:srgbClr>
                </a:gs>
                <a:gs pos="57143">
                  <a:srgbClr val="000000">
                    <a:alpha val="5420"/>
                  </a:srgbClr>
                </a:gs>
                <a:gs pos="71429">
                  <a:srgbClr val="000000">
                    <a:alpha val="2575"/>
                  </a:srgbClr>
                </a:gs>
                <a:gs pos="85714">
                  <a:srgbClr val="000000">
                    <a:alpha val="1026"/>
                  </a:srgbClr>
                </a:gs>
                <a:gs pos="100000">
                  <a:srgbClr val="000000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Splat 1445"/>
            <p:cNvSpPr>
              <a:spLocks noGrp="1"/>
            </p:cNvSpPr>
            <p:nvPr/>
          </p:nvSpPr>
          <p:spPr>
            <a:xfrm rot="-10521261">
              <a:off x="783954" y="3076696"/>
              <a:ext cx="555547" cy="438793"/>
            </a:xfrm>
            <a:prstGeom prst="ellipse">
              <a:avLst/>
            </a:prstGeom>
            <a:gradFill>
              <a:gsLst>
                <a:gs pos="0">
                  <a:srgbClr val="0266A7">
                    <a:alpha val="7272"/>
                  </a:srgbClr>
                </a:gs>
                <a:gs pos="14286">
                  <a:srgbClr val="0266A7">
                    <a:alpha val="6704"/>
                  </a:srgbClr>
                </a:gs>
                <a:gs pos="28571">
                  <a:srgbClr val="0266A7">
                    <a:alpha val="5245"/>
                  </a:srgbClr>
                </a:gs>
                <a:gs pos="42857">
                  <a:srgbClr val="0266A7">
                    <a:alpha val="3472"/>
                  </a:srgbClr>
                </a:gs>
                <a:gs pos="57143">
                  <a:srgbClr val="0266A7">
                    <a:alpha val="1939"/>
                  </a:srgbClr>
                </a:gs>
                <a:gs pos="71429">
                  <a:srgbClr val="0266A7">
                    <a:alpha val="912"/>
                  </a:srgbClr>
                </a:gs>
                <a:gs pos="85714">
                  <a:srgbClr val="0266A7">
                    <a:alpha val="362"/>
                  </a:srgbClr>
                </a:gs>
                <a:gs pos="100000">
                  <a:srgbClr val="0266A7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Splat 1446"/>
            <p:cNvSpPr>
              <a:spLocks noGrp="1"/>
            </p:cNvSpPr>
            <p:nvPr/>
          </p:nvSpPr>
          <p:spPr>
            <a:xfrm rot="3035026">
              <a:off x="592010" y="3079330"/>
              <a:ext cx="645391" cy="600527"/>
            </a:xfrm>
            <a:prstGeom prst="ellipse">
              <a:avLst/>
            </a:prstGeom>
            <a:gradFill>
              <a:gsLst>
                <a:gs pos="0">
                  <a:srgbClr val="3A2100">
                    <a:alpha val="14394"/>
                  </a:srgbClr>
                </a:gs>
                <a:gs pos="14286">
                  <a:srgbClr val="3A2100">
                    <a:alpha val="13311"/>
                  </a:srgbClr>
                </a:gs>
                <a:gs pos="28571">
                  <a:srgbClr val="3A2100">
                    <a:alpha val="10498"/>
                  </a:srgbClr>
                </a:gs>
                <a:gs pos="42857">
                  <a:srgbClr val="3A2100">
                    <a:alpha val="7017"/>
                  </a:srgbClr>
                </a:gs>
                <a:gs pos="57143">
                  <a:srgbClr val="3A2100">
                    <a:alpha val="3951"/>
                  </a:srgbClr>
                </a:gs>
                <a:gs pos="71429">
                  <a:srgbClr val="3A2100">
                    <a:alpha val="1869"/>
                  </a:srgbClr>
                </a:gs>
                <a:gs pos="85714">
                  <a:srgbClr val="3A2100">
                    <a:alpha val="743"/>
                  </a:srgbClr>
                </a:gs>
                <a:gs pos="100000">
                  <a:srgbClr val="3A2100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Splat 1447"/>
            <p:cNvSpPr>
              <a:spLocks noGrp="1"/>
            </p:cNvSpPr>
            <p:nvPr/>
          </p:nvSpPr>
          <p:spPr>
            <a:xfrm rot="10714074">
              <a:off x="83708" y="3190065"/>
              <a:ext cx="763193" cy="342752"/>
            </a:xfrm>
            <a:prstGeom prst="ellipse">
              <a:avLst/>
            </a:prstGeom>
            <a:gradFill>
              <a:gsLst>
                <a:gs pos="0">
                  <a:srgbClr val="F89CFF">
                    <a:alpha val="8446"/>
                  </a:srgbClr>
                </a:gs>
                <a:gs pos="14286">
                  <a:srgbClr val="F89CFF">
                    <a:alpha val="7790"/>
                  </a:srgbClr>
                </a:gs>
                <a:gs pos="28571">
                  <a:srgbClr val="F89CFF">
                    <a:alpha val="6103"/>
                  </a:srgbClr>
                </a:gs>
                <a:gs pos="42857">
                  <a:srgbClr val="F89CFF">
                    <a:alpha val="4046"/>
                  </a:srgbClr>
                </a:gs>
                <a:gs pos="57143">
                  <a:srgbClr val="F89CFF">
                    <a:alpha val="2263"/>
                  </a:srgbClr>
                </a:gs>
                <a:gs pos="71429">
                  <a:srgbClr val="F89CFF">
                    <a:alpha val="1066"/>
                  </a:srgbClr>
                </a:gs>
                <a:gs pos="85714">
                  <a:srgbClr val="F89CFF">
                    <a:alpha val="423"/>
                  </a:srgbClr>
                </a:gs>
                <a:gs pos="100000">
                  <a:srgbClr val="F89CFF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Splat 1448"/>
            <p:cNvSpPr>
              <a:spLocks noGrp="1"/>
            </p:cNvSpPr>
            <p:nvPr/>
          </p:nvSpPr>
          <p:spPr>
            <a:xfrm rot="9744093">
              <a:off x="777" y="3223959"/>
              <a:ext cx="595945" cy="368758"/>
            </a:xfrm>
            <a:prstGeom prst="ellipse">
              <a:avLst/>
            </a:prstGeom>
            <a:gradFill>
              <a:gsLst>
                <a:gs pos="0">
                  <a:srgbClr val="FFACFF">
                    <a:alpha val="6511"/>
                  </a:srgbClr>
                </a:gs>
                <a:gs pos="14286">
                  <a:srgbClr val="FFACFF">
                    <a:alpha val="6000"/>
                  </a:srgbClr>
                </a:gs>
                <a:gs pos="28571">
                  <a:srgbClr val="FFACFF">
                    <a:alpha val="4691"/>
                  </a:srgbClr>
                </a:gs>
                <a:gs pos="42857">
                  <a:srgbClr val="FFACFF">
                    <a:alpha val="3102"/>
                  </a:srgbClr>
                </a:gs>
                <a:gs pos="57143">
                  <a:srgbClr val="FFACFF">
                    <a:alpha val="1731"/>
                  </a:srgbClr>
                </a:gs>
                <a:gs pos="71429">
                  <a:srgbClr val="FFACFF">
                    <a:alpha val="814"/>
                  </a:srgbClr>
                </a:gs>
                <a:gs pos="85714">
                  <a:srgbClr val="FFACFF">
                    <a:alpha val="323"/>
                  </a:srgbClr>
                </a:gs>
                <a:gs pos="100000">
                  <a:srgbClr val="FFACFF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Splat 1449"/>
            <p:cNvSpPr>
              <a:spLocks noGrp="1"/>
            </p:cNvSpPr>
            <p:nvPr/>
          </p:nvSpPr>
          <p:spPr>
            <a:xfrm rot="4283894">
              <a:off x="2888444" y="2910640"/>
              <a:ext cx="916399" cy="586813"/>
            </a:xfrm>
            <a:prstGeom prst="ellipse">
              <a:avLst/>
            </a:prstGeom>
            <a:gradFill>
              <a:gsLst>
                <a:gs pos="0">
                  <a:srgbClr val="90594E">
                    <a:alpha val="32968"/>
                  </a:srgbClr>
                </a:gs>
                <a:gs pos="14286">
                  <a:srgbClr val="90594E">
                    <a:alpha val="30764"/>
                  </a:srgbClr>
                </a:gs>
                <a:gs pos="28571">
                  <a:srgbClr val="90594E">
                    <a:alpha val="24833"/>
                  </a:srgbClr>
                </a:gs>
                <a:gs pos="42857">
                  <a:srgbClr val="90594E">
                    <a:alpha val="17075"/>
                  </a:srgbClr>
                </a:gs>
                <a:gs pos="57143">
                  <a:srgbClr val="90594E">
                    <a:alpha val="9855"/>
                  </a:srgbClr>
                </a:gs>
                <a:gs pos="71429">
                  <a:srgbClr val="90594E">
                    <a:alpha val="4740"/>
                  </a:srgbClr>
                </a:gs>
                <a:gs pos="85714">
                  <a:srgbClr val="90594E">
                    <a:alpha val="1902"/>
                  </a:srgbClr>
                </a:gs>
                <a:gs pos="100000">
                  <a:srgbClr val="9059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Splat 1450"/>
            <p:cNvSpPr>
              <a:spLocks noGrp="1"/>
            </p:cNvSpPr>
            <p:nvPr/>
          </p:nvSpPr>
          <p:spPr>
            <a:xfrm rot="5354384">
              <a:off x="2667807" y="2939403"/>
              <a:ext cx="871685" cy="516848"/>
            </a:xfrm>
            <a:prstGeom prst="ellipse">
              <a:avLst/>
            </a:prstGeom>
            <a:gradFill>
              <a:gsLst>
                <a:gs pos="0">
                  <a:srgbClr val="8A3F38">
                    <a:alpha val="17928"/>
                  </a:srgbClr>
                </a:gs>
                <a:gs pos="14286">
                  <a:srgbClr val="8A3F38">
                    <a:alpha val="16606"/>
                  </a:srgbClr>
                </a:gs>
                <a:gs pos="28571">
                  <a:srgbClr val="8A3F38">
                    <a:alpha val="13151"/>
                  </a:srgbClr>
                </a:gs>
                <a:gs pos="42857">
                  <a:srgbClr val="8A3F38">
                    <a:alpha val="8834"/>
                  </a:srgbClr>
                </a:gs>
                <a:gs pos="57143">
                  <a:srgbClr val="8A3F38">
                    <a:alpha val="4996"/>
                  </a:srgbClr>
                </a:gs>
                <a:gs pos="71429">
                  <a:srgbClr val="8A3F38">
                    <a:alpha val="2370"/>
                  </a:srgbClr>
                </a:gs>
                <a:gs pos="85714">
                  <a:srgbClr val="8A3F38">
                    <a:alpha val="944"/>
                  </a:srgbClr>
                </a:gs>
                <a:gs pos="100000">
                  <a:srgbClr val="8A3F38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Splat 1451"/>
            <p:cNvSpPr>
              <a:spLocks noGrp="1"/>
            </p:cNvSpPr>
            <p:nvPr/>
          </p:nvSpPr>
          <p:spPr>
            <a:xfrm rot="3043110">
              <a:off x="2671122" y="2937960"/>
              <a:ext cx="661774" cy="421539"/>
            </a:xfrm>
            <a:prstGeom prst="ellipse">
              <a:avLst/>
            </a:prstGeom>
            <a:gradFill>
              <a:gsLst>
                <a:gs pos="0">
                  <a:srgbClr val="572726">
                    <a:alpha val="19274"/>
                  </a:srgbClr>
                </a:gs>
                <a:gs pos="14286">
                  <a:srgbClr val="572726">
                    <a:alpha val="17864"/>
                  </a:srgbClr>
                </a:gs>
                <a:gs pos="28571">
                  <a:srgbClr val="572726">
                    <a:alpha val="14170"/>
                  </a:srgbClr>
                </a:gs>
                <a:gs pos="42857">
                  <a:srgbClr val="572726">
                    <a:alpha val="9537"/>
                  </a:srgbClr>
                </a:gs>
                <a:gs pos="57143">
                  <a:srgbClr val="572726">
                    <a:alpha val="5402"/>
                  </a:srgbClr>
                </a:gs>
                <a:gs pos="71429">
                  <a:srgbClr val="572726">
                    <a:alpha val="2566"/>
                  </a:srgbClr>
                </a:gs>
                <a:gs pos="85714">
                  <a:srgbClr val="572726">
                    <a:alpha val="1023"/>
                  </a:srgbClr>
                </a:gs>
                <a:gs pos="100000">
                  <a:srgbClr val="572726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Splat 1452"/>
            <p:cNvSpPr>
              <a:spLocks noGrp="1"/>
            </p:cNvSpPr>
            <p:nvPr/>
          </p:nvSpPr>
          <p:spPr>
            <a:xfrm rot="4812811">
              <a:off x="2445498" y="2848271"/>
              <a:ext cx="694516" cy="500440"/>
            </a:xfrm>
            <a:prstGeom prst="ellipse">
              <a:avLst/>
            </a:prstGeom>
            <a:gradFill>
              <a:gsLst>
                <a:gs pos="0">
                  <a:srgbClr val="693630">
                    <a:alpha val="30004"/>
                  </a:srgbClr>
                </a:gs>
                <a:gs pos="14286">
                  <a:srgbClr val="693630">
                    <a:alpha val="27955"/>
                  </a:srgbClr>
                </a:gs>
                <a:gs pos="28571">
                  <a:srgbClr val="693630">
                    <a:alpha val="22476"/>
                  </a:srgbClr>
                </a:gs>
                <a:gs pos="42857">
                  <a:srgbClr val="693630">
                    <a:alpha val="15379"/>
                  </a:srgbClr>
                </a:gs>
                <a:gs pos="57143">
                  <a:srgbClr val="693630">
                    <a:alpha val="8837"/>
                  </a:srgbClr>
                </a:gs>
                <a:gs pos="71429">
                  <a:srgbClr val="693630">
                    <a:alpha val="4239"/>
                  </a:srgbClr>
                </a:gs>
                <a:gs pos="85714">
                  <a:srgbClr val="693630">
                    <a:alpha val="1698"/>
                  </a:srgbClr>
                </a:gs>
                <a:gs pos="100000">
                  <a:srgbClr val="693630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Splat 1453"/>
            <p:cNvSpPr>
              <a:spLocks noGrp="1"/>
            </p:cNvSpPr>
            <p:nvPr/>
          </p:nvSpPr>
          <p:spPr>
            <a:xfrm rot="7975317">
              <a:off x="2247944" y="2844594"/>
              <a:ext cx="717128" cy="575007"/>
            </a:xfrm>
            <a:prstGeom prst="ellipse">
              <a:avLst/>
            </a:prstGeom>
            <a:gradFill>
              <a:gsLst>
                <a:gs pos="0">
                  <a:srgbClr val="5D0000">
                    <a:alpha val="32968"/>
                  </a:srgbClr>
                </a:gs>
                <a:gs pos="14286">
                  <a:srgbClr val="5D0000">
                    <a:alpha val="30764"/>
                  </a:srgbClr>
                </a:gs>
                <a:gs pos="28571">
                  <a:srgbClr val="5D0000">
                    <a:alpha val="24833"/>
                  </a:srgbClr>
                </a:gs>
                <a:gs pos="42857">
                  <a:srgbClr val="5D0000">
                    <a:alpha val="17075"/>
                  </a:srgbClr>
                </a:gs>
                <a:gs pos="57143">
                  <a:srgbClr val="5D0000">
                    <a:alpha val="9855"/>
                  </a:srgbClr>
                </a:gs>
                <a:gs pos="71429">
                  <a:srgbClr val="5D0000">
                    <a:alpha val="4740"/>
                  </a:srgbClr>
                </a:gs>
                <a:gs pos="85714">
                  <a:srgbClr val="5D0000">
                    <a:alpha val="1902"/>
                  </a:srgbClr>
                </a:gs>
                <a:gs pos="100000">
                  <a:srgbClr val="5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Splat 1454"/>
            <p:cNvSpPr>
              <a:spLocks noGrp="1"/>
            </p:cNvSpPr>
            <p:nvPr/>
          </p:nvSpPr>
          <p:spPr>
            <a:xfrm rot="-8448372">
              <a:off x="2024364" y="2827687"/>
              <a:ext cx="653772" cy="562107"/>
            </a:xfrm>
            <a:prstGeom prst="ellipse">
              <a:avLst/>
            </a:prstGeom>
            <a:gradFill>
              <a:gsLst>
                <a:gs pos="0">
                  <a:srgbClr val="671E3C">
                    <a:alpha val="23598"/>
                  </a:srgbClr>
                </a:gs>
                <a:gs pos="14286">
                  <a:srgbClr val="671E3C">
                    <a:alpha val="21916"/>
                  </a:srgbClr>
                </a:gs>
                <a:gs pos="28571">
                  <a:srgbClr val="671E3C">
                    <a:alpha val="17476"/>
                  </a:srgbClr>
                </a:gs>
                <a:gs pos="42857">
                  <a:srgbClr val="671E3C">
                    <a:alpha val="11838"/>
                  </a:srgbClr>
                </a:gs>
                <a:gs pos="57143">
                  <a:srgbClr val="671E3C">
                    <a:alpha val="6743"/>
                  </a:srgbClr>
                </a:gs>
                <a:gs pos="71429">
                  <a:srgbClr val="671E3C">
                    <a:alpha val="3215"/>
                  </a:srgbClr>
                </a:gs>
                <a:gs pos="85714">
                  <a:srgbClr val="671E3C">
                    <a:alpha val="1284"/>
                  </a:srgbClr>
                </a:gs>
                <a:gs pos="100000">
                  <a:srgbClr val="671E3C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Splat 1455"/>
            <p:cNvSpPr>
              <a:spLocks noGrp="1"/>
            </p:cNvSpPr>
            <p:nvPr/>
          </p:nvSpPr>
          <p:spPr>
            <a:xfrm rot="-10762599">
              <a:off x="1845885" y="2825251"/>
              <a:ext cx="651200" cy="572908"/>
            </a:xfrm>
            <a:prstGeom prst="ellipse">
              <a:avLst/>
            </a:prstGeom>
            <a:gradFill>
              <a:gsLst>
                <a:gs pos="0">
                  <a:srgbClr val="551439">
                    <a:alpha val="21485"/>
                  </a:srgbClr>
                </a:gs>
                <a:gs pos="14286">
                  <a:srgbClr val="551439">
                    <a:alpha val="19934"/>
                  </a:srgbClr>
                </a:gs>
                <a:gs pos="28571">
                  <a:srgbClr val="551439">
                    <a:alpha val="15854"/>
                  </a:srgbClr>
                </a:gs>
                <a:gs pos="42857">
                  <a:srgbClr val="551439">
                    <a:alpha val="10705"/>
                  </a:srgbClr>
                </a:gs>
                <a:gs pos="57143">
                  <a:srgbClr val="551439">
                    <a:alpha val="6081"/>
                  </a:srgbClr>
                </a:gs>
                <a:gs pos="71429">
                  <a:srgbClr val="551439">
                    <a:alpha val="2894"/>
                  </a:srgbClr>
                </a:gs>
                <a:gs pos="85714">
                  <a:srgbClr val="551439">
                    <a:alpha val="1155"/>
                  </a:srgbClr>
                </a:gs>
                <a:gs pos="100000">
                  <a:srgbClr val="551439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Splat 1456"/>
            <p:cNvSpPr>
              <a:spLocks noGrp="1"/>
            </p:cNvSpPr>
            <p:nvPr/>
          </p:nvSpPr>
          <p:spPr>
            <a:xfrm rot="5038774">
              <a:off x="1764646" y="2904022"/>
              <a:ext cx="587262" cy="567902"/>
            </a:xfrm>
            <a:prstGeom prst="ellipse">
              <a:avLst/>
            </a:prstGeom>
            <a:gradFill>
              <a:gsLst>
                <a:gs pos="0">
                  <a:srgbClr val="853C43">
                    <a:alpha val="32968"/>
                  </a:srgbClr>
                </a:gs>
                <a:gs pos="14286">
                  <a:srgbClr val="853C43">
                    <a:alpha val="30764"/>
                  </a:srgbClr>
                </a:gs>
                <a:gs pos="28571">
                  <a:srgbClr val="853C43">
                    <a:alpha val="24833"/>
                  </a:srgbClr>
                </a:gs>
                <a:gs pos="42857">
                  <a:srgbClr val="853C43">
                    <a:alpha val="17075"/>
                  </a:srgbClr>
                </a:gs>
                <a:gs pos="57143">
                  <a:srgbClr val="853C43">
                    <a:alpha val="9855"/>
                  </a:srgbClr>
                </a:gs>
                <a:gs pos="71429">
                  <a:srgbClr val="853C43">
                    <a:alpha val="4740"/>
                  </a:srgbClr>
                </a:gs>
                <a:gs pos="85714">
                  <a:srgbClr val="853C43">
                    <a:alpha val="1902"/>
                  </a:srgbClr>
                </a:gs>
                <a:gs pos="100000">
                  <a:srgbClr val="853C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Splat 1457"/>
            <p:cNvSpPr>
              <a:spLocks noGrp="1"/>
            </p:cNvSpPr>
            <p:nvPr/>
          </p:nvSpPr>
          <p:spPr>
            <a:xfrm rot="5245194">
              <a:off x="1527193" y="2852422"/>
              <a:ext cx="628082" cy="594268"/>
            </a:xfrm>
            <a:prstGeom prst="ellipse">
              <a:avLst/>
            </a:prstGeom>
            <a:gradFill>
              <a:gsLst>
                <a:gs pos="0">
                  <a:srgbClr val="61003A">
                    <a:alpha val="30057"/>
                  </a:srgbClr>
                </a:gs>
                <a:gs pos="14286">
                  <a:srgbClr val="61003A">
                    <a:alpha val="28005"/>
                  </a:srgbClr>
                </a:gs>
                <a:gs pos="28571">
                  <a:srgbClr val="61003A">
                    <a:alpha val="22517"/>
                  </a:srgbClr>
                </a:gs>
                <a:gs pos="42857">
                  <a:srgbClr val="61003A">
                    <a:alpha val="15409"/>
                  </a:srgbClr>
                </a:gs>
                <a:gs pos="57143">
                  <a:srgbClr val="61003A">
                    <a:alpha val="8855"/>
                  </a:srgbClr>
                </a:gs>
                <a:gs pos="71429">
                  <a:srgbClr val="61003A">
                    <a:alpha val="4247"/>
                  </a:srgbClr>
                </a:gs>
                <a:gs pos="85714">
                  <a:srgbClr val="61003A">
                    <a:alpha val="1702"/>
                  </a:srgbClr>
                </a:gs>
                <a:gs pos="100000">
                  <a:srgbClr val="61003A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Splat 1458"/>
            <p:cNvSpPr>
              <a:spLocks noGrp="1"/>
            </p:cNvSpPr>
            <p:nvPr/>
          </p:nvSpPr>
          <p:spPr>
            <a:xfrm rot="6527190">
              <a:off x="1341553" y="2820705"/>
              <a:ext cx="682415" cy="572793"/>
            </a:xfrm>
            <a:prstGeom prst="ellipse">
              <a:avLst/>
            </a:prstGeom>
            <a:gradFill>
              <a:gsLst>
                <a:gs pos="0">
                  <a:srgbClr val="8A3B4E">
                    <a:alpha val="32887"/>
                  </a:srgbClr>
                </a:gs>
                <a:gs pos="14286">
                  <a:srgbClr val="8A3B4E">
                    <a:alpha val="30687"/>
                  </a:srgbClr>
                </a:gs>
                <a:gs pos="28571">
                  <a:srgbClr val="8A3B4E">
                    <a:alpha val="24768"/>
                  </a:srgbClr>
                </a:gs>
                <a:gs pos="42857">
                  <a:srgbClr val="8A3B4E">
                    <a:alpha val="17028"/>
                  </a:srgbClr>
                </a:gs>
                <a:gs pos="57143">
                  <a:srgbClr val="8A3B4E">
                    <a:alpha val="9827"/>
                  </a:srgbClr>
                </a:gs>
                <a:gs pos="71429">
                  <a:srgbClr val="8A3B4E">
                    <a:alpha val="4726"/>
                  </a:srgbClr>
                </a:gs>
                <a:gs pos="85714">
                  <a:srgbClr val="8A3B4E">
                    <a:alpha val="1896"/>
                  </a:srgbClr>
                </a:gs>
                <a:gs pos="100000">
                  <a:srgbClr val="8A3B4E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Splat 1459"/>
            <p:cNvSpPr>
              <a:spLocks noGrp="1"/>
            </p:cNvSpPr>
            <p:nvPr/>
          </p:nvSpPr>
          <p:spPr>
            <a:xfrm rot="9361235">
              <a:off x="1133483" y="2827462"/>
              <a:ext cx="641326" cy="616813"/>
            </a:xfrm>
            <a:prstGeom prst="ellipse">
              <a:avLst/>
            </a:prstGeom>
            <a:gradFill>
              <a:gsLst>
                <a:gs pos="0">
                  <a:srgbClr val="420051">
                    <a:alpha val="25095"/>
                  </a:srgbClr>
                </a:gs>
                <a:gs pos="14286">
                  <a:srgbClr val="420051">
                    <a:alpha val="23324"/>
                  </a:srgbClr>
                </a:gs>
                <a:gs pos="28571">
                  <a:srgbClr val="420051">
                    <a:alpha val="18633"/>
                  </a:srgbClr>
                </a:gs>
                <a:gs pos="42857">
                  <a:srgbClr val="420051">
                    <a:alpha val="12651"/>
                  </a:srgbClr>
                </a:gs>
                <a:gs pos="57143">
                  <a:srgbClr val="420051">
                    <a:alpha val="7221"/>
                  </a:srgbClr>
                </a:gs>
                <a:gs pos="71429">
                  <a:srgbClr val="420051">
                    <a:alpha val="3447"/>
                  </a:srgbClr>
                </a:gs>
                <a:gs pos="85714">
                  <a:srgbClr val="420051">
                    <a:alpha val="1378"/>
                  </a:srgbClr>
                </a:gs>
                <a:gs pos="100000">
                  <a:srgbClr val="420051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Splat 1460"/>
            <p:cNvSpPr>
              <a:spLocks noGrp="1"/>
            </p:cNvSpPr>
            <p:nvPr/>
          </p:nvSpPr>
          <p:spPr>
            <a:xfrm rot="7681506">
              <a:off x="963175" y="2921507"/>
              <a:ext cx="571488" cy="411726"/>
            </a:xfrm>
            <a:prstGeom prst="ellipse">
              <a:avLst/>
            </a:prstGeom>
            <a:gradFill>
              <a:gsLst>
                <a:gs pos="0">
                  <a:srgbClr val="600036">
                    <a:alpha val="23335"/>
                  </a:srgbClr>
                </a:gs>
                <a:gs pos="14286">
                  <a:srgbClr val="600036">
                    <a:alpha val="21670"/>
                  </a:srgbClr>
                </a:gs>
                <a:gs pos="28571">
                  <a:srgbClr val="600036">
                    <a:alpha val="17274"/>
                  </a:srgbClr>
                </a:gs>
                <a:gs pos="42857">
                  <a:srgbClr val="600036">
                    <a:alpha val="11696"/>
                  </a:srgbClr>
                </a:gs>
                <a:gs pos="57143">
                  <a:srgbClr val="600036">
                    <a:alpha val="6660"/>
                  </a:srgbClr>
                </a:gs>
                <a:gs pos="71429">
                  <a:srgbClr val="600036">
                    <a:alpha val="3175"/>
                  </a:srgbClr>
                </a:gs>
                <a:gs pos="85714">
                  <a:srgbClr val="600036">
                    <a:alpha val="1268"/>
                  </a:srgbClr>
                </a:gs>
                <a:gs pos="100000">
                  <a:srgbClr val="600036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Splat 1461"/>
            <p:cNvSpPr>
              <a:spLocks noGrp="1"/>
            </p:cNvSpPr>
            <p:nvPr/>
          </p:nvSpPr>
          <p:spPr>
            <a:xfrm rot="3511770">
              <a:off x="681113" y="3042715"/>
              <a:ext cx="805022" cy="234590"/>
            </a:xfrm>
            <a:prstGeom prst="ellipse">
              <a:avLst/>
            </a:prstGeom>
            <a:gradFill>
              <a:gsLst>
                <a:gs pos="0">
                  <a:srgbClr val="0076AC">
                    <a:alpha val="32968"/>
                  </a:srgbClr>
                </a:gs>
                <a:gs pos="14286">
                  <a:srgbClr val="0076AC">
                    <a:alpha val="30764"/>
                  </a:srgbClr>
                </a:gs>
                <a:gs pos="28571">
                  <a:srgbClr val="0076AC">
                    <a:alpha val="24833"/>
                  </a:srgbClr>
                </a:gs>
                <a:gs pos="42857">
                  <a:srgbClr val="0076AC">
                    <a:alpha val="17075"/>
                  </a:srgbClr>
                </a:gs>
                <a:gs pos="57143">
                  <a:srgbClr val="0076AC">
                    <a:alpha val="9855"/>
                  </a:srgbClr>
                </a:gs>
                <a:gs pos="71429">
                  <a:srgbClr val="0076AC">
                    <a:alpha val="4740"/>
                  </a:srgbClr>
                </a:gs>
                <a:gs pos="85714">
                  <a:srgbClr val="0076AC">
                    <a:alpha val="1902"/>
                  </a:srgbClr>
                </a:gs>
                <a:gs pos="100000">
                  <a:srgbClr val="0076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Splat 1462"/>
            <p:cNvSpPr>
              <a:spLocks noGrp="1"/>
            </p:cNvSpPr>
            <p:nvPr/>
          </p:nvSpPr>
          <p:spPr>
            <a:xfrm rot="-8927482">
              <a:off x="618450" y="2912770"/>
              <a:ext cx="576256" cy="522046"/>
            </a:xfrm>
            <a:prstGeom prst="ellipse">
              <a:avLst/>
            </a:prstGeom>
            <a:gradFill>
              <a:gsLst>
                <a:gs pos="0">
                  <a:srgbClr val="2F2967">
                    <a:alpha val="32968"/>
                  </a:srgbClr>
                </a:gs>
                <a:gs pos="14286">
                  <a:srgbClr val="2F2967">
                    <a:alpha val="30764"/>
                  </a:srgbClr>
                </a:gs>
                <a:gs pos="28571">
                  <a:srgbClr val="2F2967">
                    <a:alpha val="24833"/>
                  </a:srgbClr>
                </a:gs>
                <a:gs pos="42857">
                  <a:srgbClr val="2F2967">
                    <a:alpha val="17075"/>
                  </a:srgbClr>
                </a:gs>
                <a:gs pos="57143">
                  <a:srgbClr val="2F2967">
                    <a:alpha val="9855"/>
                  </a:srgbClr>
                </a:gs>
                <a:gs pos="71429">
                  <a:srgbClr val="2F2967">
                    <a:alpha val="4740"/>
                  </a:srgbClr>
                </a:gs>
                <a:gs pos="85714">
                  <a:srgbClr val="2F2967">
                    <a:alpha val="1902"/>
                  </a:srgbClr>
                </a:gs>
                <a:gs pos="100000">
                  <a:srgbClr val="2F29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Splat 1463"/>
            <p:cNvSpPr>
              <a:spLocks noGrp="1"/>
            </p:cNvSpPr>
            <p:nvPr/>
          </p:nvSpPr>
          <p:spPr>
            <a:xfrm rot="10523397">
              <a:off x="-15567" y="2898965"/>
              <a:ext cx="532788" cy="439471"/>
            </a:xfrm>
            <a:prstGeom prst="ellipse">
              <a:avLst/>
            </a:prstGeom>
            <a:gradFill>
              <a:gsLst>
                <a:gs pos="0">
                  <a:srgbClr val="AA0000">
                    <a:alpha val="32968"/>
                  </a:srgbClr>
                </a:gs>
                <a:gs pos="14286">
                  <a:srgbClr val="AA0000">
                    <a:alpha val="30764"/>
                  </a:srgbClr>
                </a:gs>
                <a:gs pos="28571">
                  <a:srgbClr val="AA0000">
                    <a:alpha val="24833"/>
                  </a:srgbClr>
                </a:gs>
                <a:gs pos="42857">
                  <a:srgbClr val="AA0000">
                    <a:alpha val="17075"/>
                  </a:srgbClr>
                </a:gs>
                <a:gs pos="57143">
                  <a:srgbClr val="AA0000">
                    <a:alpha val="9855"/>
                  </a:srgbClr>
                </a:gs>
                <a:gs pos="71429">
                  <a:srgbClr val="AA0000">
                    <a:alpha val="4740"/>
                  </a:srgbClr>
                </a:gs>
                <a:gs pos="85714">
                  <a:srgbClr val="AA0000">
                    <a:alpha val="1902"/>
                  </a:srgbClr>
                </a:gs>
                <a:gs pos="100000">
                  <a:srgbClr val="A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Splat 1464"/>
            <p:cNvSpPr>
              <a:spLocks noGrp="1"/>
            </p:cNvSpPr>
            <p:nvPr/>
          </p:nvSpPr>
          <p:spPr>
            <a:xfrm rot="-10749377">
              <a:off x="-360625" y="2926216"/>
              <a:ext cx="876753" cy="408518"/>
            </a:xfrm>
            <a:prstGeom prst="ellipse">
              <a:avLst/>
            </a:prstGeom>
            <a:gradFill>
              <a:gsLst>
                <a:gs pos="0">
                  <a:srgbClr val="E7C300">
                    <a:alpha val="10930"/>
                  </a:srgbClr>
                </a:gs>
                <a:gs pos="14286">
                  <a:srgbClr val="E7C300">
                    <a:alpha val="10092"/>
                  </a:srgbClr>
                </a:gs>
                <a:gs pos="28571">
                  <a:srgbClr val="E7C300">
                    <a:alpha val="7928"/>
                  </a:srgbClr>
                </a:gs>
                <a:gs pos="42857">
                  <a:srgbClr val="E7C300">
                    <a:alpha val="5274"/>
                  </a:srgbClr>
                </a:gs>
                <a:gs pos="57143">
                  <a:srgbClr val="E7C300">
                    <a:alpha val="2958"/>
                  </a:srgbClr>
                </a:gs>
                <a:gs pos="71429">
                  <a:srgbClr val="E7C300">
                    <a:alpha val="1396"/>
                  </a:srgbClr>
                </a:gs>
                <a:gs pos="85714">
                  <a:srgbClr val="E7C300">
                    <a:alpha val="554"/>
                  </a:srgbClr>
                </a:gs>
                <a:gs pos="100000">
                  <a:srgbClr val="E7C300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Splat 1465"/>
            <p:cNvSpPr>
              <a:spLocks noGrp="1"/>
            </p:cNvSpPr>
            <p:nvPr/>
          </p:nvSpPr>
          <p:spPr>
            <a:xfrm rot="9458455">
              <a:off x="2877513" y="2709608"/>
              <a:ext cx="877254" cy="583377"/>
            </a:xfrm>
            <a:prstGeom prst="ellipse">
              <a:avLst/>
            </a:prstGeom>
            <a:gradFill>
              <a:gsLst>
                <a:gs pos="0">
                  <a:srgbClr val="AC8D7B">
                    <a:alpha val="32468"/>
                  </a:srgbClr>
                </a:gs>
                <a:gs pos="14286">
                  <a:srgbClr val="AC8D7B">
                    <a:alpha val="30290"/>
                  </a:srgbClr>
                </a:gs>
                <a:gs pos="28571">
                  <a:srgbClr val="AC8D7B">
                    <a:alpha val="24434"/>
                  </a:srgbClr>
                </a:gs>
                <a:gs pos="42857">
                  <a:srgbClr val="AC8D7B">
                    <a:alpha val="16787"/>
                  </a:srgbClr>
                </a:gs>
                <a:gs pos="57143">
                  <a:srgbClr val="AC8D7B">
                    <a:alpha val="9681"/>
                  </a:srgbClr>
                </a:gs>
                <a:gs pos="71429">
                  <a:srgbClr val="AC8D7B">
                    <a:alpha val="4654"/>
                  </a:srgbClr>
                </a:gs>
                <a:gs pos="85714">
                  <a:srgbClr val="AC8D7B">
                    <a:alpha val="1867"/>
                  </a:srgbClr>
                </a:gs>
                <a:gs pos="100000">
                  <a:srgbClr val="AC8D7B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Splat 1466"/>
            <p:cNvSpPr>
              <a:spLocks noGrp="1"/>
            </p:cNvSpPr>
            <p:nvPr/>
          </p:nvSpPr>
          <p:spPr>
            <a:xfrm rot="5197130">
              <a:off x="2825311" y="2645027"/>
              <a:ext cx="767467" cy="588613"/>
            </a:xfrm>
            <a:prstGeom prst="ellipse">
              <a:avLst/>
            </a:prstGeom>
            <a:gradFill>
              <a:gsLst>
                <a:gs pos="0">
                  <a:srgbClr val="9C5853">
                    <a:alpha val="32968"/>
                  </a:srgbClr>
                </a:gs>
                <a:gs pos="14286">
                  <a:srgbClr val="9C5853">
                    <a:alpha val="30764"/>
                  </a:srgbClr>
                </a:gs>
                <a:gs pos="28571">
                  <a:srgbClr val="9C5853">
                    <a:alpha val="24833"/>
                  </a:srgbClr>
                </a:gs>
                <a:gs pos="42857">
                  <a:srgbClr val="9C5853">
                    <a:alpha val="17075"/>
                  </a:srgbClr>
                </a:gs>
                <a:gs pos="57143">
                  <a:srgbClr val="9C5853">
                    <a:alpha val="9855"/>
                  </a:srgbClr>
                </a:gs>
                <a:gs pos="71429">
                  <a:srgbClr val="9C5853">
                    <a:alpha val="4740"/>
                  </a:srgbClr>
                </a:gs>
                <a:gs pos="85714">
                  <a:srgbClr val="9C5853">
                    <a:alpha val="1902"/>
                  </a:srgbClr>
                </a:gs>
                <a:gs pos="100000">
                  <a:srgbClr val="9C58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Splat 1467"/>
            <p:cNvSpPr>
              <a:spLocks noGrp="1"/>
            </p:cNvSpPr>
            <p:nvPr/>
          </p:nvSpPr>
          <p:spPr>
            <a:xfrm rot="-9269302">
              <a:off x="2650400" y="2666652"/>
              <a:ext cx="615725" cy="519010"/>
            </a:xfrm>
            <a:prstGeom prst="ellipse">
              <a:avLst/>
            </a:prstGeom>
            <a:gradFill>
              <a:gsLst>
                <a:gs pos="0">
                  <a:srgbClr val="3D1A00">
                    <a:alpha val="19070"/>
                  </a:srgbClr>
                </a:gs>
                <a:gs pos="14286">
                  <a:srgbClr val="3D1A00">
                    <a:alpha val="17673"/>
                  </a:srgbClr>
                </a:gs>
                <a:gs pos="28571">
                  <a:srgbClr val="3D1A00">
                    <a:alpha val="14015"/>
                  </a:srgbClr>
                </a:gs>
                <a:gs pos="42857">
                  <a:srgbClr val="3D1A00">
                    <a:alpha val="9430"/>
                  </a:srgbClr>
                </a:gs>
                <a:gs pos="57143">
                  <a:srgbClr val="3D1A00">
                    <a:alpha val="5340"/>
                  </a:srgbClr>
                </a:gs>
                <a:gs pos="71429">
                  <a:srgbClr val="3D1A00">
                    <a:alpha val="2536"/>
                  </a:srgbClr>
                </a:gs>
                <a:gs pos="85714">
                  <a:srgbClr val="3D1A00">
                    <a:alpha val="1011"/>
                  </a:srgbClr>
                </a:gs>
                <a:gs pos="100000">
                  <a:srgbClr val="3D1A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Splat 1468"/>
            <p:cNvSpPr>
              <a:spLocks noGrp="1"/>
            </p:cNvSpPr>
            <p:nvPr/>
          </p:nvSpPr>
          <p:spPr>
            <a:xfrm rot="10309094">
              <a:off x="2554786" y="2670609"/>
              <a:ext cx="580625" cy="431071"/>
            </a:xfrm>
            <a:prstGeom prst="ellipse">
              <a:avLst/>
            </a:prstGeom>
            <a:gradFill>
              <a:gsLst>
                <a:gs pos="0">
                  <a:srgbClr val="CA9595">
                    <a:alpha val="17709"/>
                  </a:srgbClr>
                </a:gs>
                <a:gs pos="14286">
                  <a:srgbClr val="CA9595">
                    <a:alpha val="16402"/>
                  </a:srgbClr>
                </a:gs>
                <a:gs pos="28571">
                  <a:srgbClr val="CA9595">
                    <a:alpha val="12986"/>
                  </a:srgbClr>
                </a:gs>
                <a:gs pos="42857">
                  <a:srgbClr val="CA9595">
                    <a:alpha val="8720"/>
                  </a:srgbClr>
                </a:gs>
                <a:gs pos="57143">
                  <a:srgbClr val="CA9595">
                    <a:alpha val="4930"/>
                  </a:srgbClr>
                </a:gs>
                <a:gs pos="71429">
                  <a:srgbClr val="CA9595">
                    <a:alpha val="2339"/>
                  </a:srgbClr>
                </a:gs>
                <a:gs pos="85714">
                  <a:srgbClr val="CA9595">
                    <a:alpha val="931"/>
                  </a:srgbClr>
                </a:gs>
                <a:gs pos="100000">
                  <a:srgbClr val="CA9595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Splat 1469"/>
            <p:cNvSpPr>
              <a:spLocks noGrp="1"/>
            </p:cNvSpPr>
            <p:nvPr/>
          </p:nvSpPr>
          <p:spPr>
            <a:xfrm rot="6029784">
              <a:off x="2308233" y="2709645"/>
              <a:ext cx="665922" cy="542167"/>
            </a:xfrm>
            <a:prstGeom prst="ellipse">
              <a:avLst/>
            </a:prstGeom>
            <a:gradFill>
              <a:gsLst>
                <a:gs pos="0">
                  <a:srgbClr val="9A5257">
                    <a:alpha val="31202"/>
                  </a:srgbClr>
                </a:gs>
                <a:gs pos="14286">
                  <a:srgbClr val="9A5257">
                    <a:alpha val="29089"/>
                  </a:srgbClr>
                </a:gs>
                <a:gs pos="28571">
                  <a:srgbClr val="9A5257">
                    <a:alpha val="23425"/>
                  </a:srgbClr>
                </a:gs>
                <a:gs pos="42857">
                  <a:srgbClr val="9A5257">
                    <a:alpha val="16060"/>
                  </a:srgbClr>
                </a:gs>
                <a:gs pos="57143">
                  <a:srgbClr val="9A5257">
                    <a:alpha val="9245"/>
                  </a:srgbClr>
                </a:gs>
                <a:gs pos="71429">
                  <a:srgbClr val="9A5257">
                    <a:alpha val="4439"/>
                  </a:srgbClr>
                </a:gs>
                <a:gs pos="85714">
                  <a:srgbClr val="9A5257">
                    <a:alpha val="1780"/>
                  </a:srgbClr>
                </a:gs>
                <a:gs pos="100000">
                  <a:srgbClr val="9A5257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Splat 1470"/>
            <p:cNvSpPr>
              <a:spLocks noGrp="1"/>
            </p:cNvSpPr>
            <p:nvPr/>
          </p:nvSpPr>
          <p:spPr>
            <a:xfrm rot="-9485370">
              <a:off x="2133942" y="2669176"/>
              <a:ext cx="614458" cy="545842"/>
            </a:xfrm>
            <a:prstGeom prst="ellipse">
              <a:avLst/>
            </a:prstGeom>
            <a:gradFill>
              <a:gsLst>
                <a:gs pos="0">
                  <a:srgbClr val="601E3B">
                    <a:alpha val="26168"/>
                  </a:srgbClr>
                </a:gs>
                <a:gs pos="14286">
                  <a:srgbClr val="601E3B">
                    <a:alpha val="24334"/>
                  </a:srgbClr>
                </a:gs>
                <a:gs pos="28571">
                  <a:srgbClr val="601E3B">
                    <a:alpha val="19467"/>
                  </a:srgbClr>
                </a:gs>
                <a:gs pos="42857">
                  <a:srgbClr val="601E3B">
                    <a:alpha val="13239"/>
                  </a:srgbClr>
                </a:gs>
                <a:gs pos="57143">
                  <a:srgbClr val="601E3B">
                    <a:alpha val="7567"/>
                  </a:srgbClr>
                </a:gs>
                <a:gs pos="71429">
                  <a:srgbClr val="601E3B">
                    <a:alpha val="3616"/>
                  </a:srgbClr>
                </a:gs>
                <a:gs pos="85714">
                  <a:srgbClr val="601E3B">
                    <a:alpha val="1446"/>
                  </a:srgbClr>
                </a:gs>
                <a:gs pos="100000">
                  <a:srgbClr val="601E3B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Splat 1471"/>
            <p:cNvSpPr>
              <a:spLocks noGrp="1"/>
            </p:cNvSpPr>
            <p:nvPr/>
          </p:nvSpPr>
          <p:spPr>
            <a:xfrm rot="9947559">
              <a:off x="1904447" y="2611346"/>
              <a:ext cx="619157" cy="550374"/>
            </a:xfrm>
            <a:prstGeom prst="ellipse">
              <a:avLst/>
            </a:prstGeom>
            <a:gradFill>
              <a:gsLst>
                <a:gs pos="0">
                  <a:srgbClr val="701F52">
                    <a:alpha val="28793"/>
                  </a:srgbClr>
                </a:gs>
                <a:gs pos="14286">
                  <a:srgbClr val="701F52">
                    <a:alpha val="26810"/>
                  </a:srgbClr>
                </a:gs>
                <a:gs pos="28571">
                  <a:srgbClr val="701F52">
                    <a:alpha val="21521"/>
                  </a:srgbClr>
                </a:gs>
                <a:gs pos="42857">
                  <a:srgbClr val="701F52">
                    <a:alpha val="14696"/>
                  </a:srgbClr>
                </a:gs>
                <a:gs pos="57143">
                  <a:srgbClr val="701F52">
                    <a:alpha val="8431"/>
                  </a:srgbClr>
                </a:gs>
                <a:gs pos="71429">
                  <a:srgbClr val="701F52">
                    <a:alpha val="4039"/>
                  </a:srgbClr>
                </a:gs>
                <a:gs pos="85714">
                  <a:srgbClr val="701F52">
                    <a:alpha val="1617"/>
                  </a:srgbClr>
                </a:gs>
                <a:gs pos="100000">
                  <a:srgbClr val="701F52">
                    <a:alpha val="5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Splat 1472"/>
            <p:cNvSpPr>
              <a:spLocks noGrp="1"/>
            </p:cNvSpPr>
            <p:nvPr/>
          </p:nvSpPr>
          <p:spPr>
            <a:xfrm rot="6139442">
              <a:off x="1684460" y="2659803"/>
              <a:ext cx="630014" cy="602991"/>
            </a:xfrm>
            <a:prstGeom prst="ellipse">
              <a:avLst/>
            </a:prstGeom>
            <a:gradFill>
              <a:gsLst>
                <a:gs pos="0">
                  <a:srgbClr val="690044">
                    <a:alpha val="28913"/>
                  </a:srgbClr>
                </a:gs>
                <a:gs pos="14286">
                  <a:srgbClr val="690044">
                    <a:alpha val="26924"/>
                  </a:srgbClr>
                </a:gs>
                <a:gs pos="28571">
                  <a:srgbClr val="690044">
                    <a:alpha val="21616"/>
                  </a:srgbClr>
                </a:gs>
                <a:gs pos="42857">
                  <a:srgbClr val="690044">
                    <a:alpha val="14764"/>
                  </a:srgbClr>
                </a:gs>
                <a:gs pos="57143">
                  <a:srgbClr val="690044">
                    <a:alpha val="8471"/>
                  </a:srgbClr>
                </a:gs>
                <a:gs pos="71429">
                  <a:srgbClr val="690044">
                    <a:alpha val="4059"/>
                  </a:srgbClr>
                </a:gs>
                <a:gs pos="85714">
                  <a:srgbClr val="690044">
                    <a:alpha val="1625"/>
                  </a:srgbClr>
                </a:gs>
                <a:gs pos="100000">
                  <a:srgbClr val="690044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Splat 1473"/>
            <p:cNvSpPr>
              <a:spLocks noGrp="1"/>
            </p:cNvSpPr>
            <p:nvPr/>
          </p:nvSpPr>
          <p:spPr>
            <a:xfrm rot="8925980">
              <a:off x="1447591" y="2611121"/>
              <a:ext cx="711028" cy="555057"/>
            </a:xfrm>
            <a:prstGeom prst="ellipse">
              <a:avLst/>
            </a:prstGeom>
            <a:gradFill>
              <a:gsLst>
                <a:gs pos="0">
                  <a:srgbClr val="002988">
                    <a:alpha val="12607"/>
                  </a:srgbClr>
                </a:gs>
                <a:gs pos="14286">
                  <a:srgbClr val="002988">
                    <a:alpha val="11649"/>
                  </a:srgbClr>
                </a:gs>
                <a:gs pos="28571">
                  <a:srgbClr val="002988">
                    <a:alpha val="9169"/>
                  </a:srgbClr>
                </a:gs>
                <a:gs pos="42857">
                  <a:srgbClr val="002988">
                    <a:alpha val="6113"/>
                  </a:srgbClr>
                </a:gs>
                <a:gs pos="57143">
                  <a:srgbClr val="002988">
                    <a:alpha val="3435"/>
                  </a:srgbClr>
                </a:gs>
                <a:gs pos="71429">
                  <a:srgbClr val="002988">
                    <a:alpha val="1623"/>
                  </a:srgbClr>
                </a:gs>
                <a:gs pos="85714">
                  <a:srgbClr val="002988">
                    <a:alpha val="645"/>
                  </a:srgbClr>
                </a:gs>
                <a:gs pos="100000">
                  <a:srgbClr val="002988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Splat 1474"/>
            <p:cNvSpPr>
              <a:spLocks noGrp="1"/>
            </p:cNvSpPr>
            <p:nvPr/>
          </p:nvSpPr>
          <p:spPr>
            <a:xfrm rot="8500405">
              <a:off x="1249150" y="2700606"/>
              <a:ext cx="666759" cy="528840"/>
            </a:xfrm>
            <a:prstGeom prst="ellipse">
              <a:avLst/>
            </a:prstGeom>
            <a:gradFill>
              <a:gsLst>
                <a:gs pos="0">
                  <a:srgbClr val="0036BB">
                    <a:alpha val="5235"/>
                  </a:srgbClr>
                </a:gs>
                <a:gs pos="14286">
                  <a:srgbClr val="0036BB">
                    <a:alpha val="4822"/>
                  </a:srgbClr>
                </a:gs>
                <a:gs pos="28571">
                  <a:srgbClr val="0036BB">
                    <a:alpha val="3764"/>
                  </a:srgbClr>
                </a:gs>
                <a:gs pos="42857">
                  <a:srgbClr val="0036BB">
                    <a:alpha val="2485"/>
                  </a:srgbClr>
                </a:gs>
                <a:gs pos="57143">
                  <a:srgbClr val="0036BB">
                    <a:alpha val="1385"/>
                  </a:srgbClr>
                </a:gs>
                <a:gs pos="71429">
                  <a:srgbClr val="0036BB">
                    <a:alpha val="651"/>
                  </a:srgbClr>
                </a:gs>
                <a:gs pos="85714">
                  <a:srgbClr val="0036BB">
                    <a:alpha val="258"/>
                  </a:srgbClr>
                </a:gs>
                <a:gs pos="100000">
                  <a:srgbClr val="0036BB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Splat 1475"/>
            <p:cNvSpPr>
              <a:spLocks noGrp="1"/>
            </p:cNvSpPr>
            <p:nvPr/>
          </p:nvSpPr>
          <p:spPr>
            <a:xfrm rot="8917001">
              <a:off x="1040977" y="2861892"/>
              <a:ext cx="526858" cy="302573"/>
            </a:xfrm>
            <a:prstGeom prst="ellipse">
              <a:avLst/>
            </a:prstGeom>
            <a:gradFill>
              <a:gsLst>
                <a:gs pos="0">
                  <a:srgbClr val="006FF9">
                    <a:alpha val="1658"/>
                  </a:srgbClr>
                </a:gs>
                <a:gs pos="14286">
                  <a:srgbClr val="006FF9">
                    <a:alpha val="1525"/>
                  </a:srgbClr>
                </a:gs>
                <a:gs pos="28571">
                  <a:srgbClr val="006FF9">
                    <a:alpha val="1186"/>
                  </a:srgbClr>
                </a:gs>
                <a:gs pos="42857">
                  <a:srgbClr val="006FF9">
                    <a:alpha val="780"/>
                  </a:srgbClr>
                </a:gs>
                <a:gs pos="57143">
                  <a:srgbClr val="006FF9">
                    <a:alpha val="433"/>
                  </a:srgbClr>
                </a:gs>
                <a:gs pos="71429">
                  <a:srgbClr val="006FF9">
                    <a:alpha val="203"/>
                  </a:srgbClr>
                </a:gs>
                <a:gs pos="85714">
                  <a:srgbClr val="006FF9">
                    <a:alpha val="80"/>
                  </a:srgbClr>
                </a:gs>
                <a:gs pos="100000">
                  <a:srgbClr val="006FF9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Splat 1476"/>
            <p:cNvSpPr>
              <a:spLocks noGrp="1"/>
            </p:cNvSpPr>
            <p:nvPr/>
          </p:nvSpPr>
          <p:spPr>
            <a:xfrm rot="10719952">
              <a:off x="741994" y="2881051"/>
              <a:ext cx="509157" cy="349696"/>
            </a:xfrm>
            <a:prstGeom prst="ellipse">
              <a:avLst/>
            </a:prstGeom>
            <a:gradFill>
              <a:gsLst>
                <a:gs pos="0">
                  <a:srgbClr val="77094E">
                    <a:alpha val="16139"/>
                  </a:srgbClr>
                </a:gs>
                <a:gs pos="14286">
                  <a:srgbClr val="77094E">
                    <a:alpha val="14937"/>
                  </a:srgbClr>
                </a:gs>
                <a:gs pos="28571">
                  <a:srgbClr val="77094E">
                    <a:alpha val="11804"/>
                  </a:srgbClr>
                </a:gs>
                <a:gs pos="42857">
                  <a:srgbClr val="77094E">
                    <a:alpha val="7909"/>
                  </a:srgbClr>
                </a:gs>
                <a:gs pos="57143">
                  <a:srgbClr val="77094E">
                    <a:alpha val="4463"/>
                  </a:srgbClr>
                </a:gs>
                <a:gs pos="71429">
                  <a:srgbClr val="77094E">
                    <a:alpha val="2114"/>
                  </a:srgbClr>
                </a:gs>
                <a:gs pos="85714">
                  <a:srgbClr val="77094E">
                    <a:alpha val="841"/>
                  </a:srgbClr>
                </a:gs>
                <a:gs pos="100000">
                  <a:srgbClr val="77094E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Splat 1477"/>
            <p:cNvSpPr>
              <a:spLocks noGrp="1"/>
            </p:cNvSpPr>
            <p:nvPr/>
          </p:nvSpPr>
          <p:spPr>
            <a:xfrm rot="4844783">
              <a:off x="506497" y="2723252"/>
              <a:ext cx="714209" cy="481077"/>
            </a:xfrm>
            <a:prstGeom prst="ellipse">
              <a:avLst/>
            </a:prstGeom>
            <a:gradFill>
              <a:gsLst>
                <a:gs pos="0">
                  <a:srgbClr val="0093D0">
                    <a:alpha val="32968"/>
                  </a:srgbClr>
                </a:gs>
                <a:gs pos="14286">
                  <a:srgbClr val="0093D0">
                    <a:alpha val="30764"/>
                  </a:srgbClr>
                </a:gs>
                <a:gs pos="28571">
                  <a:srgbClr val="0093D0">
                    <a:alpha val="24833"/>
                  </a:srgbClr>
                </a:gs>
                <a:gs pos="42857">
                  <a:srgbClr val="0093D0">
                    <a:alpha val="17075"/>
                  </a:srgbClr>
                </a:gs>
                <a:gs pos="57143">
                  <a:srgbClr val="0093D0">
                    <a:alpha val="9855"/>
                  </a:srgbClr>
                </a:gs>
                <a:gs pos="71429">
                  <a:srgbClr val="0093D0">
                    <a:alpha val="4740"/>
                  </a:srgbClr>
                </a:gs>
                <a:gs pos="85714">
                  <a:srgbClr val="0093D0">
                    <a:alpha val="1902"/>
                  </a:srgbClr>
                </a:gs>
                <a:gs pos="100000">
                  <a:srgbClr val="0093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Splat 1478"/>
            <p:cNvSpPr>
              <a:spLocks noGrp="1"/>
            </p:cNvSpPr>
            <p:nvPr/>
          </p:nvSpPr>
          <p:spPr>
            <a:xfrm rot="8032233">
              <a:off x="556240" y="2737829"/>
              <a:ext cx="411900" cy="284377"/>
            </a:xfrm>
            <a:prstGeom prst="ellipse">
              <a:avLst/>
            </a:prstGeom>
            <a:gradFill>
              <a:gsLst>
                <a:gs pos="0">
                  <a:srgbClr val="00759B">
                    <a:alpha val="32968"/>
                  </a:srgbClr>
                </a:gs>
                <a:gs pos="14286">
                  <a:srgbClr val="00759B">
                    <a:alpha val="30764"/>
                  </a:srgbClr>
                </a:gs>
                <a:gs pos="28571">
                  <a:srgbClr val="00759B">
                    <a:alpha val="24833"/>
                  </a:srgbClr>
                </a:gs>
                <a:gs pos="42857">
                  <a:srgbClr val="00759B">
                    <a:alpha val="17075"/>
                  </a:srgbClr>
                </a:gs>
                <a:gs pos="57143">
                  <a:srgbClr val="00759B">
                    <a:alpha val="9855"/>
                  </a:srgbClr>
                </a:gs>
                <a:gs pos="71429">
                  <a:srgbClr val="00759B">
                    <a:alpha val="4740"/>
                  </a:srgbClr>
                </a:gs>
                <a:gs pos="85714">
                  <a:srgbClr val="00759B">
                    <a:alpha val="1902"/>
                  </a:srgbClr>
                </a:gs>
                <a:gs pos="100000">
                  <a:srgbClr val="0075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Splat 1479"/>
            <p:cNvSpPr>
              <a:spLocks noGrp="1"/>
            </p:cNvSpPr>
            <p:nvPr/>
          </p:nvSpPr>
          <p:spPr>
            <a:xfrm rot="5842355">
              <a:off x="274565" y="2821150"/>
              <a:ext cx="500003" cy="353511"/>
            </a:xfrm>
            <a:prstGeom prst="ellipse">
              <a:avLst/>
            </a:prstGeom>
            <a:gradFill>
              <a:gsLst>
                <a:gs pos="0">
                  <a:srgbClr val="F3DE23">
                    <a:alpha val="20684"/>
                  </a:srgbClr>
                </a:gs>
                <a:gs pos="14286">
                  <a:srgbClr val="F3DE23">
                    <a:alpha val="19183"/>
                  </a:srgbClr>
                </a:gs>
                <a:gs pos="28571">
                  <a:srgbClr val="F3DE23">
                    <a:alpha val="15242"/>
                  </a:srgbClr>
                </a:gs>
                <a:gs pos="42857">
                  <a:srgbClr val="F3DE23">
                    <a:alpha val="10280"/>
                  </a:srgbClr>
                </a:gs>
                <a:gs pos="57143">
                  <a:srgbClr val="F3DE23">
                    <a:alpha val="5833"/>
                  </a:srgbClr>
                </a:gs>
                <a:gs pos="71429">
                  <a:srgbClr val="F3DE23">
                    <a:alpha val="2774"/>
                  </a:srgbClr>
                </a:gs>
                <a:gs pos="85714">
                  <a:srgbClr val="F3DE23">
                    <a:alpha val="1106"/>
                  </a:srgbClr>
                </a:gs>
                <a:gs pos="100000">
                  <a:srgbClr val="F3DE23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Splat 1480"/>
            <p:cNvSpPr>
              <a:spLocks noGrp="1"/>
            </p:cNvSpPr>
            <p:nvPr/>
          </p:nvSpPr>
          <p:spPr>
            <a:xfrm rot="3093111">
              <a:off x="-103613" y="2635193"/>
              <a:ext cx="767981" cy="660904"/>
            </a:xfrm>
            <a:prstGeom prst="ellipse">
              <a:avLst/>
            </a:prstGeom>
            <a:gradFill>
              <a:gsLst>
                <a:gs pos="0">
                  <a:srgbClr val="CA7100">
                    <a:alpha val="32968"/>
                  </a:srgbClr>
                </a:gs>
                <a:gs pos="14286">
                  <a:srgbClr val="CA7100">
                    <a:alpha val="30764"/>
                  </a:srgbClr>
                </a:gs>
                <a:gs pos="28571">
                  <a:srgbClr val="CA7100">
                    <a:alpha val="24833"/>
                  </a:srgbClr>
                </a:gs>
                <a:gs pos="42857">
                  <a:srgbClr val="CA7100">
                    <a:alpha val="17075"/>
                  </a:srgbClr>
                </a:gs>
                <a:gs pos="57143">
                  <a:srgbClr val="CA7100">
                    <a:alpha val="9855"/>
                  </a:srgbClr>
                </a:gs>
                <a:gs pos="71429">
                  <a:srgbClr val="CA7100">
                    <a:alpha val="4740"/>
                  </a:srgbClr>
                </a:gs>
                <a:gs pos="85714">
                  <a:srgbClr val="CA7100">
                    <a:alpha val="1902"/>
                  </a:srgbClr>
                </a:gs>
                <a:gs pos="100000">
                  <a:srgbClr val="CA7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Splat 1481"/>
            <p:cNvSpPr>
              <a:spLocks noGrp="1"/>
            </p:cNvSpPr>
            <p:nvPr/>
          </p:nvSpPr>
          <p:spPr>
            <a:xfrm rot="4739450">
              <a:off x="-414462" y="2759933"/>
              <a:ext cx="938194" cy="308958"/>
            </a:xfrm>
            <a:prstGeom prst="ellipse">
              <a:avLst/>
            </a:prstGeom>
            <a:gradFill>
              <a:gsLst>
                <a:gs pos="0">
                  <a:srgbClr val="F2CE14">
                    <a:alpha val="28209"/>
                  </a:srgbClr>
                </a:gs>
                <a:gs pos="14286">
                  <a:srgbClr val="F2CE14">
                    <a:alpha val="26259"/>
                  </a:srgbClr>
                </a:gs>
                <a:gs pos="28571">
                  <a:srgbClr val="F2CE14">
                    <a:alpha val="21062"/>
                  </a:srgbClr>
                </a:gs>
                <a:gs pos="42857">
                  <a:srgbClr val="F2CE14">
                    <a:alpha val="14370"/>
                  </a:srgbClr>
                </a:gs>
                <a:gs pos="57143">
                  <a:srgbClr val="F2CE14">
                    <a:alpha val="8237"/>
                  </a:srgbClr>
                </a:gs>
                <a:gs pos="71429">
                  <a:srgbClr val="F2CE14">
                    <a:alpha val="3944"/>
                  </a:srgbClr>
                </a:gs>
                <a:gs pos="85714">
                  <a:srgbClr val="F2CE14">
                    <a:alpha val="1579"/>
                  </a:srgbClr>
                </a:gs>
                <a:gs pos="100000">
                  <a:srgbClr val="F2CE14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Splat 1482"/>
            <p:cNvSpPr>
              <a:spLocks noGrp="1"/>
            </p:cNvSpPr>
            <p:nvPr/>
          </p:nvSpPr>
          <p:spPr>
            <a:xfrm rot="2722238">
              <a:off x="3013750" y="2489155"/>
              <a:ext cx="796740" cy="528185"/>
            </a:xfrm>
            <a:prstGeom prst="ellipse">
              <a:avLst/>
            </a:prstGeom>
            <a:gradFill>
              <a:gsLst>
                <a:gs pos="0">
                  <a:srgbClr val="008380">
                    <a:alpha val="9513"/>
                  </a:srgbClr>
                </a:gs>
                <a:gs pos="14286">
                  <a:srgbClr val="008380">
                    <a:alpha val="8779"/>
                  </a:srgbClr>
                </a:gs>
                <a:gs pos="28571">
                  <a:srgbClr val="008380">
                    <a:alpha val="6885"/>
                  </a:srgbClr>
                </a:gs>
                <a:gs pos="42857">
                  <a:srgbClr val="008380">
                    <a:alpha val="4572"/>
                  </a:srgbClr>
                </a:gs>
                <a:gs pos="57143">
                  <a:srgbClr val="008380">
                    <a:alpha val="2560"/>
                  </a:srgbClr>
                </a:gs>
                <a:gs pos="71429">
                  <a:srgbClr val="008380">
                    <a:alpha val="1206"/>
                  </a:srgbClr>
                </a:gs>
                <a:gs pos="85714">
                  <a:srgbClr val="008380">
                    <a:alpha val="479"/>
                  </a:srgbClr>
                </a:gs>
                <a:gs pos="100000">
                  <a:srgbClr val="008380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Splat 1483"/>
            <p:cNvSpPr>
              <a:spLocks noGrp="1"/>
            </p:cNvSpPr>
            <p:nvPr/>
          </p:nvSpPr>
          <p:spPr>
            <a:xfrm rot="9294865">
              <a:off x="2773161" y="2550358"/>
              <a:ext cx="752371" cy="422693"/>
            </a:xfrm>
            <a:prstGeom prst="ellipse">
              <a:avLst/>
            </a:prstGeom>
            <a:gradFill>
              <a:gsLst>
                <a:gs pos="0">
                  <a:srgbClr val="868FD2">
                    <a:alpha val="8161"/>
                  </a:srgbClr>
                </a:gs>
                <a:gs pos="14286">
                  <a:srgbClr val="868FD2">
                    <a:alpha val="7526"/>
                  </a:srgbClr>
                </a:gs>
                <a:gs pos="28571">
                  <a:srgbClr val="868FD2">
                    <a:alpha val="5895"/>
                  </a:srgbClr>
                </a:gs>
                <a:gs pos="42857">
                  <a:srgbClr val="868FD2">
                    <a:alpha val="3907"/>
                  </a:srgbClr>
                </a:gs>
                <a:gs pos="57143">
                  <a:srgbClr val="868FD2">
                    <a:alpha val="2184"/>
                  </a:srgbClr>
                </a:gs>
                <a:gs pos="71429">
                  <a:srgbClr val="868FD2">
                    <a:alpha val="1028"/>
                  </a:srgbClr>
                </a:gs>
                <a:gs pos="85714">
                  <a:srgbClr val="868FD2">
                    <a:alpha val="408"/>
                  </a:srgbClr>
                </a:gs>
                <a:gs pos="100000">
                  <a:srgbClr val="868FD2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Splat 1484"/>
            <p:cNvSpPr>
              <a:spLocks noGrp="1"/>
            </p:cNvSpPr>
            <p:nvPr/>
          </p:nvSpPr>
          <p:spPr>
            <a:xfrm rot="7428868">
              <a:off x="2610490" y="2539624"/>
              <a:ext cx="690965" cy="426152"/>
            </a:xfrm>
            <a:prstGeom prst="ellipse">
              <a:avLst/>
            </a:prstGeom>
            <a:gradFill>
              <a:gsLst>
                <a:gs pos="0">
                  <a:srgbClr val="8C3C52">
                    <a:alpha val="19020"/>
                  </a:srgbClr>
                </a:gs>
                <a:gs pos="14286">
                  <a:srgbClr val="8C3C52">
                    <a:alpha val="17627"/>
                  </a:srgbClr>
                </a:gs>
                <a:gs pos="28571">
                  <a:srgbClr val="8C3C52">
                    <a:alpha val="13977"/>
                  </a:srgbClr>
                </a:gs>
                <a:gs pos="42857">
                  <a:srgbClr val="8C3C52">
                    <a:alpha val="9404"/>
                  </a:srgbClr>
                </a:gs>
                <a:gs pos="57143">
                  <a:srgbClr val="8C3C52">
                    <a:alpha val="5325"/>
                  </a:srgbClr>
                </a:gs>
                <a:gs pos="71429">
                  <a:srgbClr val="8C3C52">
                    <a:alpha val="2529"/>
                  </a:srgbClr>
                </a:gs>
                <a:gs pos="85714">
                  <a:srgbClr val="8C3C52">
                    <a:alpha val="1008"/>
                  </a:srgbClr>
                </a:gs>
                <a:gs pos="100000">
                  <a:srgbClr val="8C3C52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Splat 1485"/>
            <p:cNvSpPr>
              <a:spLocks noGrp="1"/>
            </p:cNvSpPr>
            <p:nvPr/>
          </p:nvSpPr>
          <p:spPr>
            <a:xfrm rot="7246569">
              <a:off x="2434070" y="2471793"/>
              <a:ext cx="728490" cy="650488"/>
            </a:xfrm>
            <a:prstGeom prst="ellipse">
              <a:avLst/>
            </a:prstGeom>
            <a:gradFill>
              <a:gsLst>
                <a:gs pos="0">
                  <a:srgbClr val="730036">
                    <a:alpha val="27576"/>
                  </a:srgbClr>
                </a:gs>
                <a:gs pos="14286">
                  <a:srgbClr val="730036">
                    <a:alpha val="25661"/>
                  </a:srgbClr>
                </a:gs>
                <a:gs pos="28571">
                  <a:srgbClr val="730036">
                    <a:alpha val="20566"/>
                  </a:srgbClr>
                </a:gs>
                <a:gs pos="42857">
                  <a:srgbClr val="730036">
                    <a:alpha val="14017"/>
                  </a:srgbClr>
                </a:gs>
                <a:gs pos="57143">
                  <a:srgbClr val="730036">
                    <a:alpha val="8028"/>
                  </a:srgbClr>
                </a:gs>
                <a:gs pos="71429">
                  <a:srgbClr val="730036">
                    <a:alpha val="3841"/>
                  </a:srgbClr>
                </a:gs>
                <a:gs pos="85714">
                  <a:srgbClr val="730036">
                    <a:alpha val="1537"/>
                  </a:srgbClr>
                </a:gs>
                <a:gs pos="100000">
                  <a:srgbClr val="730036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Splat 1486"/>
            <p:cNvSpPr>
              <a:spLocks noGrp="1"/>
            </p:cNvSpPr>
            <p:nvPr/>
          </p:nvSpPr>
          <p:spPr>
            <a:xfrm rot="7042687">
              <a:off x="2259998" y="2481445"/>
              <a:ext cx="734830" cy="566512"/>
            </a:xfrm>
            <a:prstGeom prst="ellipse">
              <a:avLst/>
            </a:prstGeom>
            <a:gradFill>
              <a:gsLst>
                <a:gs pos="0">
                  <a:srgbClr val="6E3252">
                    <a:alpha val="22047"/>
                  </a:srgbClr>
                </a:gs>
                <a:gs pos="14286">
                  <a:srgbClr val="6E3252">
                    <a:alpha val="20461"/>
                  </a:srgbClr>
                </a:gs>
                <a:gs pos="28571">
                  <a:srgbClr val="6E3252">
                    <a:alpha val="16285"/>
                  </a:srgbClr>
                </a:gs>
                <a:gs pos="42857">
                  <a:srgbClr val="6E3252">
                    <a:alpha val="11005"/>
                  </a:srgbClr>
                </a:gs>
                <a:gs pos="57143">
                  <a:srgbClr val="6E3252">
                    <a:alpha val="6256"/>
                  </a:srgbClr>
                </a:gs>
                <a:gs pos="71429">
                  <a:srgbClr val="6E3252">
                    <a:alpha val="2979"/>
                  </a:srgbClr>
                </a:gs>
                <a:gs pos="85714">
                  <a:srgbClr val="6E3252">
                    <a:alpha val="1189"/>
                  </a:srgbClr>
                </a:gs>
                <a:gs pos="100000">
                  <a:srgbClr val="6E3252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Splat 1487"/>
            <p:cNvSpPr>
              <a:spLocks noGrp="1"/>
            </p:cNvSpPr>
            <p:nvPr/>
          </p:nvSpPr>
          <p:spPr>
            <a:xfrm rot="-9143615">
              <a:off x="2071328" y="2436652"/>
              <a:ext cx="687589" cy="565337"/>
            </a:xfrm>
            <a:prstGeom prst="ellipse">
              <a:avLst/>
            </a:prstGeom>
            <a:gradFill>
              <a:gsLst>
                <a:gs pos="0">
                  <a:srgbClr val="611C5A">
                    <a:alpha val="24936"/>
                  </a:srgbClr>
                </a:gs>
                <a:gs pos="14286">
                  <a:srgbClr val="611C5A">
                    <a:alpha val="23175"/>
                  </a:srgbClr>
                </a:gs>
                <a:gs pos="28571">
                  <a:srgbClr val="611C5A">
                    <a:alpha val="18511"/>
                  </a:srgbClr>
                </a:gs>
                <a:gs pos="42857">
                  <a:srgbClr val="611C5A">
                    <a:alpha val="12564"/>
                  </a:srgbClr>
                </a:gs>
                <a:gs pos="57143">
                  <a:srgbClr val="611C5A">
                    <a:alpha val="7170"/>
                  </a:srgbClr>
                </a:gs>
                <a:gs pos="71429">
                  <a:srgbClr val="611C5A">
                    <a:alpha val="3423"/>
                  </a:srgbClr>
                </a:gs>
                <a:gs pos="85714">
                  <a:srgbClr val="611C5A">
                    <a:alpha val="1368"/>
                  </a:srgbClr>
                </a:gs>
                <a:gs pos="100000">
                  <a:srgbClr val="611C5A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Splat 1488"/>
            <p:cNvSpPr>
              <a:spLocks noGrp="1"/>
            </p:cNvSpPr>
            <p:nvPr/>
          </p:nvSpPr>
          <p:spPr>
            <a:xfrm rot="10317060">
              <a:off x="1848010" y="2399265"/>
              <a:ext cx="673359" cy="622204"/>
            </a:xfrm>
            <a:prstGeom prst="ellipse">
              <a:avLst/>
            </a:prstGeom>
            <a:gradFill>
              <a:gsLst>
                <a:gs pos="0">
                  <a:srgbClr val="410C4B">
                    <a:alpha val="19351"/>
                  </a:srgbClr>
                </a:gs>
                <a:gs pos="14286">
                  <a:srgbClr val="410C4B">
                    <a:alpha val="17936"/>
                  </a:srgbClr>
                </a:gs>
                <a:gs pos="28571">
                  <a:srgbClr val="410C4B">
                    <a:alpha val="14228"/>
                  </a:srgbClr>
                </a:gs>
                <a:gs pos="42857">
                  <a:srgbClr val="410C4B">
                    <a:alpha val="9577"/>
                  </a:srgbClr>
                </a:gs>
                <a:gs pos="57143">
                  <a:srgbClr val="410C4B">
                    <a:alpha val="5426"/>
                  </a:srgbClr>
                </a:gs>
                <a:gs pos="71429">
                  <a:srgbClr val="410C4B">
                    <a:alpha val="2577"/>
                  </a:srgbClr>
                </a:gs>
                <a:gs pos="85714">
                  <a:srgbClr val="410C4B">
                    <a:alpha val="1027"/>
                  </a:srgbClr>
                </a:gs>
                <a:gs pos="100000">
                  <a:srgbClr val="410C4B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Splat 1489"/>
            <p:cNvSpPr>
              <a:spLocks noGrp="1"/>
            </p:cNvSpPr>
            <p:nvPr/>
          </p:nvSpPr>
          <p:spPr>
            <a:xfrm rot="8262699">
              <a:off x="1653840" y="2494242"/>
              <a:ext cx="720706" cy="466691"/>
            </a:xfrm>
            <a:prstGeom prst="ellipse">
              <a:avLst/>
            </a:prstGeom>
            <a:gradFill>
              <a:gsLst>
                <a:gs pos="0">
                  <a:srgbClr val="7B2D5D">
                    <a:alpha val="32874"/>
                  </a:srgbClr>
                </a:gs>
                <a:gs pos="14286">
                  <a:srgbClr val="7B2D5D">
                    <a:alpha val="30675"/>
                  </a:srgbClr>
                </a:gs>
                <a:gs pos="28571">
                  <a:srgbClr val="7B2D5D">
                    <a:alpha val="24758"/>
                  </a:srgbClr>
                </a:gs>
                <a:gs pos="42857">
                  <a:srgbClr val="7B2D5D">
                    <a:alpha val="17021"/>
                  </a:srgbClr>
                </a:gs>
                <a:gs pos="57143">
                  <a:srgbClr val="7B2D5D">
                    <a:alpha val="9822"/>
                  </a:srgbClr>
                </a:gs>
                <a:gs pos="71429">
                  <a:srgbClr val="7B2D5D">
                    <a:alpha val="4724"/>
                  </a:srgbClr>
                </a:gs>
                <a:gs pos="85714">
                  <a:srgbClr val="7B2D5D">
                    <a:alpha val="1895"/>
                  </a:srgbClr>
                </a:gs>
                <a:gs pos="100000">
                  <a:srgbClr val="7B2D5D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Splat 1490"/>
            <p:cNvSpPr>
              <a:spLocks noGrp="1"/>
            </p:cNvSpPr>
            <p:nvPr/>
          </p:nvSpPr>
          <p:spPr>
            <a:xfrm rot="6174333">
              <a:off x="1520896" y="2485601"/>
              <a:ext cx="595322" cy="435069"/>
            </a:xfrm>
            <a:prstGeom prst="ellipse">
              <a:avLst/>
            </a:prstGeom>
            <a:gradFill>
              <a:gsLst>
                <a:gs pos="0">
                  <a:srgbClr val="0000D8">
                    <a:alpha val="2320"/>
                  </a:srgbClr>
                </a:gs>
                <a:gs pos="14286">
                  <a:srgbClr val="0000D8">
                    <a:alpha val="2135"/>
                  </a:srgbClr>
                </a:gs>
                <a:gs pos="28571">
                  <a:srgbClr val="0000D8">
                    <a:alpha val="1661"/>
                  </a:srgbClr>
                </a:gs>
                <a:gs pos="42857">
                  <a:srgbClr val="0000D8">
                    <a:alpha val="1093"/>
                  </a:srgbClr>
                </a:gs>
                <a:gs pos="57143">
                  <a:srgbClr val="0000D8">
                    <a:alpha val="607"/>
                  </a:srgbClr>
                </a:gs>
                <a:gs pos="71429">
                  <a:srgbClr val="0000D8">
                    <a:alpha val="285"/>
                  </a:srgbClr>
                </a:gs>
                <a:gs pos="85714">
                  <a:srgbClr val="0000D8">
                    <a:alpha val="113"/>
                  </a:srgbClr>
                </a:gs>
                <a:gs pos="100000">
                  <a:srgbClr val="0000D8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Splat 1491"/>
            <p:cNvSpPr>
              <a:spLocks noGrp="1"/>
            </p:cNvSpPr>
            <p:nvPr/>
          </p:nvSpPr>
          <p:spPr>
            <a:xfrm rot="-10337061">
              <a:off x="1306906" y="2479999"/>
              <a:ext cx="673396" cy="537535"/>
            </a:xfrm>
            <a:prstGeom prst="ellipse">
              <a:avLst/>
            </a:prstGeom>
            <a:gradFill>
              <a:gsLst>
                <a:gs pos="0">
                  <a:srgbClr val="0001FF">
                    <a:alpha val="4495"/>
                  </a:srgbClr>
                </a:gs>
                <a:gs pos="14286">
                  <a:srgbClr val="0001FF">
                    <a:alpha val="4139"/>
                  </a:srgbClr>
                </a:gs>
                <a:gs pos="28571">
                  <a:srgbClr val="0001FF">
                    <a:alpha val="3229"/>
                  </a:srgbClr>
                </a:gs>
                <a:gs pos="42857">
                  <a:srgbClr val="0001FF">
                    <a:alpha val="2130"/>
                  </a:srgbClr>
                </a:gs>
                <a:gs pos="57143">
                  <a:srgbClr val="0001FF">
                    <a:alpha val="1186"/>
                  </a:srgbClr>
                </a:gs>
                <a:gs pos="71429">
                  <a:srgbClr val="0001FF">
                    <a:alpha val="557"/>
                  </a:srgbClr>
                </a:gs>
                <a:gs pos="85714">
                  <a:srgbClr val="0001FF">
                    <a:alpha val="221"/>
                  </a:srgbClr>
                </a:gs>
                <a:gs pos="100000">
                  <a:srgbClr val="0001FF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Splat 1492"/>
            <p:cNvSpPr>
              <a:spLocks noGrp="1"/>
            </p:cNvSpPr>
            <p:nvPr/>
          </p:nvSpPr>
          <p:spPr>
            <a:xfrm rot="9718847">
              <a:off x="1101688" y="2502841"/>
              <a:ext cx="740301" cy="395961"/>
            </a:xfrm>
            <a:prstGeom prst="ellipse">
              <a:avLst/>
            </a:prstGeom>
            <a:gradFill>
              <a:gsLst>
                <a:gs pos="0">
                  <a:srgbClr val="003300">
                    <a:alpha val="24505"/>
                  </a:srgbClr>
                </a:gs>
                <a:gs pos="14286">
                  <a:srgbClr val="003300">
                    <a:alpha val="22769"/>
                  </a:srgbClr>
                </a:gs>
                <a:gs pos="28571">
                  <a:srgbClr val="003300">
                    <a:alpha val="18177"/>
                  </a:srgbClr>
                </a:gs>
                <a:gs pos="42857">
                  <a:srgbClr val="003300">
                    <a:alpha val="12330"/>
                  </a:srgbClr>
                </a:gs>
                <a:gs pos="57143">
                  <a:srgbClr val="003300">
                    <a:alpha val="7032"/>
                  </a:srgbClr>
                </a:gs>
                <a:gs pos="71429">
                  <a:srgbClr val="003300">
                    <a:alpha val="3355"/>
                  </a:srgbClr>
                </a:gs>
                <a:gs pos="85714">
                  <a:srgbClr val="003300">
                    <a:alpha val="1341"/>
                  </a:srgbClr>
                </a:gs>
                <a:gs pos="100000">
                  <a:srgbClr val="003300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Splat 1493"/>
            <p:cNvSpPr>
              <a:spLocks noGrp="1"/>
            </p:cNvSpPr>
            <p:nvPr/>
          </p:nvSpPr>
          <p:spPr>
            <a:xfrm rot="8846501">
              <a:off x="980008" y="2591331"/>
              <a:ext cx="534232" cy="354385"/>
            </a:xfrm>
            <a:prstGeom prst="ellipse">
              <a:avLst/>
            </a:prstGeom>
            <a:gradFill>
              <a:gsLst>
                <a:gs pos="0">
                  <a:srgbClr val="8F4F00">
                    <a:alpha val="32968"/>
                  </a:srgbClr>
                </a:gs>
                <a:gs pos="14286">
                  <a:srgbClr val="8F4F00">
                    <a:alpha val="30764"/>
                  </a:srgbClr>
                </a:gs>
                <a:gs pos="28571">
                  <a:srgbClr val="8F4F00">
                    <a:alpha val="24833"/>
                  </a:srgbClr>
                </a:gs>
                <a:gs pos="42857">
                  <a:srgbClr val="8F4F00">
                    <a:alpha val="17075"/>
                  </a:srgbClr>
                </a:gs>
                <a:gs pos="57143">
                  <a:srgbClr val="8F4F00">
                    <a:alpha val="9855"/>
                  </a:srgbClr>
                </a:gs>
                <a:gs pos="71429">
                  <a:srgbClr val="8F4F00">
                    <a:alpha val="4740"/>
                  </a:srgbClr>
                </a:gs>
                <a:gs pos="85714">
                  <a:srgbClr val="8F4F00">
                    <a:alpha val="1902"/>
                  </a:srgbClr>
                </a:gs>
                <a:gs pos="100000">
                  <a:srgbClr val="8F4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Splat 1494"/>
            <p:cNvSpPr>
              <a:spLocks noGrp="1"/>
            </p:cNvSpPr>
            <p:nvPr/>
          </p:nvSpPr>
          <p:spPr>
            <a:xfrm rot="9060076">
              <a:off x="704946" y="2463628"/>
              <a:ext cx="694760" cy="459945"/>
            </a:xfrm>
            <a:prstGeom prst="ellipse">
              <a:avLst/>
            </a:prstGeom>
            <a:gradFill>
              <a:gsLst>
                <a:gs pos="0">
                  <a:srgbClr val="000000">
                    <a:alpha val="12517"/>
                  </a:srgbClr>
                </a:gs>
                <a:gs pos="14286">
                  <a:srgbClr val="000000">
                    <a:alpha val="11566"/>
                  </a:srgbClr>
                </a:gs>
                <a:gs pos="28571">
                  <a:srgbClr val="000000">
                    <a:alpha val="9102"/>
                  </a:srgbClr>
                </a:gs>
                <a:gs pos="42857">
                  <a:srgbClr val="000000">
                    <a:alpha val="6068"/>
                  </a:srgbClr>
                </a:gs>
                <a:gs pos="57143">
                  <a:srgbClr val="000000">
                    <a:alpha val="3409"/>
                  </a:srgbClr>
                </a:gs>
                <a:gs pos="71429">
                  <a:srgbClr val="000000">
                    <a:alpha val="1611"/>
                  </a:srgbClr>
                </a:gs>
                <a:gs pos="85714">
                  <a:srgbClr val="000000">
                    <a:alpha val="640"/>
                  </a:srgbClr>
                </a:gs>
                <a:gs pos="100000">
                  <a:srgbClr val="000000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Splat 1495"/>
            <p:cNvSpPr>
              <a:spLocks noGrp="1"/>
            </p:cNvSpPr>
            <p:nvPr/>
          </p:nvSpPr>
          <p:spPr>
            <a:xfrm rot="5750784">
              <a:off x="584268" y="2519498"/>
              <a:ext cx="647913" cy="378058"/>
            </a:xfrm>
            <a:prstGeom prst="ellipse">
              <a:avLst/>
            </a:prstGeom>
            <a:gradFill>
              <a:gsLst>
                <a:gs pos="0">
                  <a:srgbClr val="0084E4">
                    <a:alpha val="21713"/>
                  </a:srgbClr>
                </a:gs>
                <a:gs pos="14286">
                  <a:srgbClr val="0084E4">
                    <a:alpha val="20148"/>
                  </a:srgbClr>
                </a:gs>
                <a:gs pos="28571">
                  <a:srgbClr val="0084E4">
                    <a:alpha val="16029"/>
                  </a:srgbClr>
                </a:gs>
                <a:gs pos="42857">
                  <a:srgbClr val="0084E4">
                    <a:alpha val="10826"/>
                  </a:srgbClr>
                </a:gs>
                <a:gs pos="57143">
                  <a:srgbClr val="0084E4">
                    <a:alpha val="6152"/>
                  </a:srgbClr>
                </a:gs>
                <a:gs pos="71429">
                  <a:srgbClr val="0084E4">
                    <a:alpha val="2928"/>
                  </a:srgbClr>
                </a:gs>
                <a:gs pos="85714">
                  <a:srgbClr val="0084E4">
                    <a:alpha val="1168"/>
                  </a:srgbClr>
                </a:gs>
                <a:gs pos="100000">
                  <a:srgbClr val="0084E4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Splat 1496"/>
            <p:cNvSpPr>
              <a:spLocks noGrp="1"/>
            </p:cNvSpPr>
            <p:nvPr/>
          </p:nvSpPr>
          <p:spPr>
            <a:xfrm rot="6640178">
              <a:off x="268426" y="2563526"/>
              <a:ext cx="630638" cy="385008"/>
            </a:xfrm>
            <a:prstGeom prst="ellipse">
              <a:avLst/>
            </a:prstGeom>
            <a:gradFill>
              <a:gsLst>
                <a:gs pos="0">
                  <a:srgbClr val="F2F000">
                    <a:alpha val="11700"/>
                  </a:srgbClr>
                </a:gs>
                <a:gs pos="14286">
                  <a:srgbClr val="F2F000">
                    <a:alpha val="10807"/>
                  </a:srgbClr>
                </a:gs>
                <a:gs pos="28571">
                  <a:srgbClr val="F2F000">
                    <a:alpha val="8497"/>
                  </a:srgbClr>
                </a:gs>
                <a:gs pos="42857">
                  <a:srgbClr val="F2F000">
                    <a:alpha val="5658"/>
                  </a:srgbClr>
                </a:gs>
                <a:gs pos="57143">
                  <a:srgbClr val="F2F000">
                    <a:alpha val="3176"/>
                  </a:srgbClr>
                </a:gs>
                <a:gs pos="71429">
                  <a:srgbClr val="F2F000">
                    <a:alpha val="1499"/>
                  </a:srgbClr>
                </a:gs>
                <a:gs pos="85714">
                  <a:srgbClr val="F2F000">
                    <a:alpha val="596"/>
                  </a:srgbClr>
                </a:gs>
                <a:gs pos="100000">
                  <a:srgbClr val="F2F000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Splat 1497"/>
            <p:cNvSpPr>
              <a:spLocks noGrp="1"/>
            </p:cNvSpPr>
            <p:nvPr/>
          </p:nvSpPr>
          <p:spPr>
            <a:xfrm rot="6050158">
              <a:off x="11748" y="2600834"/>
              <a:ext cx="853576" cy="315077"/>
            </a:xfrm>
            <a:prstGeom prst="ellipse">
              <a:avLst/>
            </a:prstGeom>
            <a:gradFill>
              <a:gsLst>
                <a:gs pos="0">
                  <a:srgbClr val="C44B00">
                    <a:alpha val="32968"/>
                  </a:srgbClr>
                </a:gs>
                <a:gs pos="14286">
                  <a:srgbClr val="C44B00">
                    <a:alpha val="30764"/>
                  </a:srgbClr>
                </a:gs>
                <a:gs pos="28571">
                  <a:srgbClr val="C44B00">
                    <a:alpha val="24833"/>
                  </a:srgbClr>
                </a:gs>
                <a:gs pos="42857">
                  <a:srgbClr val="C44B00">
                    <a:alpha val="17075"/>
                  </a:srgbClr>
                </a:gs>
                <a:gs pos="57143">
                  <a:srgbClr val="C44B00">
                    <a:alpha val="9855"/>
                  </a:srgbClr>
                </a:gs>
                <a:gs pos="71429">
                  <a:srgbClr val="C44B00">
                    <a:alpha val="4740"/>
                  </a:srgbClr>
                </a:gs>
                <a:gs pos="85714">
                  <a:srgbClr val="C44B00">
                    <a:alpha val="1902"/>
                  </a:srgbClr>
                </a:gs>
                <a:gs pos="100000">
                  <a:srgbClr val="C4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Splat 1498"/>
            <p:cNvSpPr>
              <a:spLocks noGrp="1"/>
            </p:cNvSpPr>
            <p:nvPr/>
          </p:nvSpPr>
          <p:spPr>
            <a:xfrm rot="5721528">
              <a:off x="-244121" y="2421318"/>
              <a:ext cx="901659" cy="694342"/>
            </a:xfrm>
            <a:prstGeom prst="ellipse">
              <a:avLst/>
            </a:prstGeom>
            <a:gradFill>
              <a:gsLst>
                <a:gs pos="0">
                  <a:srgbClr val="BE5300">
                    <a:alpha val="32968"/>
                  </a:srgbClr>
                </a:gs>
                <a:gs pos="14286">
                  <a:srgbClr val="BE5300">
                    <a:alpha val="30764"/>
                  </a:srgbClr>
                </a:gs>
                <a:gs pos="28571">
                  <a:srgbClr val="BE5300">
                    <a:alpha val="24833"/>
                  </a:srgbClr>
                </a:gs>
                <a:gs pos="42857">
                  <a:srgbClr val="BE5300">
                    <a:alpha val="17075"/>
                  </a:srgbClr>
                </a:gs>
                <a:gs pos="57143">
                  <a:srgbClr val="BE5300">
                    <a:alpha val="9855"/>
                  </a:srgbClr>
                </a:gs>
                <a:gs pos="71429">
                  <a:srgbClr val="BE5300">
                    <a:alpha val="4740"/>
                  </a:srgbClr>
                </a:gs>
                <a:gs pos="85714">
                  <a:srgbClr val="BE5300">
                    <a:alpha val="1902"/>
                  </a:srgbClr>
                </a:gs>
                <a:gs pos="100000">
                  <a:srgbClr val="BE5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Splat 1499"/>
            <p:cNvSpPr>
              <a:spLocks noGrp="1"/>
            </p:cNvSpPr>
            <p:nvPr/>
          </p:nvSpPr>
          <p:spPr>
            <a:xfrm rot="2815794">
              <a:off x="2977064" y="2208264"/>
              <a:ext cx="744889" cy="574744"/>
            </a:xfrm>
            <a:prstGeom prst="ellipse">
              <a:avLst/>
            </a:prstGeom>
            <a:gradFill>
              <a:gsLst>
                <a:gs pos="0">
                  <a:srgbClr val="98007B">
                    <a:alpha val="28741"/>
                  </a:srgbClr>
                </a:gs>
                <a:gs pos="14286">
                  <a:srgbClr val="98007B">
                    <a:alpha val="26761"/>
                  </a:srgbClr>
                </a:gs>
                <a:gs pos="28571">
                  <a:srgbClr val="98007B">
                    <a:alpha val="21480"/>
                  </a:srgbClr>
                </a:gs>
                <a:gs pos="42857">
                  <a:srgbClr val="98007B">
                    <a:alpha val="14667"/>
                  </a:srgbClr>
                </a:gs>
                <a:gs pos="57143">
                  <a:srgbClr val="98007B">
                    <a:alpha val="8414"/>
                  </a:srgbClr>
                </a:gs>
                <a:gs pos="71429">
                  <a:srgbClr val="98007B">
                    <a:alpha val="4031"/>
                  </a:srgbClr>
                </a:gs>
                <a:gs pos="85714">
                  <a:srgbClr val="98007B">
                    <a:alpha val="1614"/>
                  </a:srgbClr>
                </a:gs>
                <a:gs pos="100000">
                  <a:srgbClr val="98007B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Splat 1500"/>
            <p:cNvSpPr>
              <a:spLocks noGrp="1"/>
            </p:cNvSpPr>
            <p:nvPr/>
          </p:nvSpPr>
          <p:spPr>
            <a:xfrm rot="7243556">
              <a:off x="2791699" y="2307740"/>
              <a:ext cx="761316" cy="556761"/>
            </a:xfrm>
            <a:prstGeom prst="ellipse">
              <a:avLst/>
            </a:prstGeom>
            <a:gradFill>
              <a:gsLst>
                <a:gs pos="0">
                  <a:srgbClr val="97767F">
                    <a:alpha val="27642"/>
                  </a:srgbClr>
                </a:gs>
                <a:gs pos="14286">
                  <a:srgbClr val="97767F">
                    <a:alpha val="25724"/>
                  </a:srgbClr>
                </a:gs>
                <a:gs pos="28571">
                  <a:srgbClr val="97767F">
                    <a:alpha val="20618"/>
                  </a:srgbClr>
                </a:gs>
                <a:gs pos="42857">
                  <a:srgbClr val="97767F">
                    <a:alpha val="14054"/>
                  </a:srgbClr>
                </a:gs>
                <a:gs pos="57143">
                  <a:srgbClr val="97767F">
                    <a:alpha val="8050"/>
                  </a:srgbClr>
                </a:gs>
                <a:gs pos="71429">
                  <a:srgbClr val="97767F">
                    <a:alpha val="3852"/>
                  </a:srgbClr>
                </a:gs>
                <a:gs pos="85714">
                  <a:srgbClr val="97767F">
                    <a:alpha val="1541"/>
                  </a:srgbClr>
                </a:gs>
                <a:gs pos="100000">
                  <a:srgbClr val="97767F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Splat 1501"/>
            <p:cNvSpPr>
              <a:spLocks noGrp="1"/>
            </p:cNvSpPr>
            <p:nvPr/>
          </p:nvSpPr>
          <p:spPr>
            <a:xfrm rot="-8171283">
              <a:off x="2611203" y="2293035"/>
              <a:ext cx="650607" cy="577997"/>
            </a:xfrm>
            <a:prstGeom prst="ellipse">
              <a:avLst/>
            </a:prstGeom>
            <a:gradFill>
              <a:gsLst>
                <a:gs pos="0">
                  <a:srgbClr val="8200BD">
                    <a:alpha val="4216"/>
                  </a:srgbClr>
                </a:gs>
                <a:gs pos="14286">
                  <a:srgbClr val="8200BD">
                    <a:alpha val="3881"/>
                  </a:srgbClr>
                </a:gs>
                <a:gs pos="28571">
                  <a:srgbClr val="8200BD">
                    <a:alpha val="3027"/>
                  </a:srgbClr>
                </a:gs>
                <a:gs pos="42857">
                  <a:srgbClr val="8200BD">
                    <a:alpha val="1996"/>
                  </a:srgbClr>
                </a:gs>
                <a:gs pos="57143">
                  <a:srgbClr val="8200BD">
                    <a:alpha val="1111"/>
                  </a:srgbClr>
                </a:gs>
                <a:gs pos="71429">
                  <a:srgbClr val="8200BD">
                    <a:alpha val="522"/>
                  </a:srgbClr>
                </a:gs>
                <a:gs pos="85714">
                  <a:srgbClr val="8200BD">
                    <a:alpha val="207"/>
                  </a:srgbClr>
                </a:gs>
                <a:gs pos="100000">
                  <a:srgbClr val="8200BD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Splat 1502"/>
            <p:cNvSpPr>
              <a:spLocks noGrp="1"/>
            </p:cNvSpPr>
            <p:nvPr/>
          </p:nvSpPr>
          <p:spPr>
            <a:xfrm rot="8314517">
              <a:off x="2417975" y="2120207"/>
              <a:ext cx="758864" cy="752544"/>
            </a:xfrm>
            <a:prstGeom prst="ellipse">
              <a:avLst/>
            </a:prstGeom>
            <a:gradFill>
              <a:gsLst>
                <a:gs pos="0">
                  <a:srgbClr val="005687">
                    <a:alpha val="17357"/>
                  </a:srgbClr>
                </a:gs>
                <a:gs pos="14286">
                  <a:srgbClr val="005687">
                    <a:alpha val="16073"/>
                  </a:srgbClr>
                </a:gs>
                <a:gs pos="28571">
                  <a:srgbClr val="005687">
                    <a:alpha val="12720"/>
                  </a:srgbClr>
                </a:gs>
                <a:gs pos="42857">
                  <a:srgbClr val="005687">
                    <a:alpha val="8537"/>
                  </a:srgbClr>
                </a:gs>
                <a:gs pos="57143">
                  <a:srgbClr val="005687">
                    <a:alpha val="4824"/>
                  </a:srgbClr>
                </a:gs>
                <a:gs pos="71429">
                  <a:srgbClr val="005687">
                    <a:alpha val="2288"/>
                  </a:srgbClr>
                </a:gs>
                <a:gs pos="85714">
                  <a:srgbClr val="005687">
                    <a:alpha val="911"/>
                  </a:srgbClr>
                </a:gs>
                <a:gs pos="100000">
                  <a:srgbClr val="005687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Splat 1503"/>
            <p:cNvSpPr>
              <a:spLocks noGrp="1"/>
            </p:cNvSpPr>
            <p:nvPr/>
          </p:nvSpPr>
          <p:spPr>
            <a:xfrm rot="7635542">
              <a:off x="2231263" y="2292781"/>
              <a:ext cx="660405" cy="494193"/>
            </a:xfrm>
            <a:prstGeom prst="ellipse">
              <a:avLst/>
            </a:prstGeom>
            <a:gradFill>
              <a:gsLst>
                <a:gs pos="0">
                  <a:srgbClr val="35008E">
                    <a:alpha val="10881"/>
                  </a:srgbClr>
                </a:gs>
                <a:gs pos="14286">
                  <a:srgbClr val="35008E">
                    <a:alpha val="10047"/>
                  </a:srgbClr>
                </a:gs>
                <a:gs pos="28571">
                  <a:srgbClr val="35008E">
                    <a:alpha val="7892"/>
                  </a:srgbClr>
                </a:gs>
                <a:gs pos="42857">
                  <a:srgbClr val="35008E">
                    <a:alpha val="5250"/>
                  </a:srgbClr>
                </a:gs>
                <a:gs pos="57143">
                  <a:srgbClr val="35008E">
                    <a:alpha val="2944"/>
                  </a:srgbClr>
                </a:gs>
                <a:gs pos="71429">
                  <a:srgbClr val="35008E">
                    <a:alpha val="1389"/>
                  </a:srgbClr>
                </a:gs>
                <a:gs pos="85714">
                  <a:srgbClr val="35008E">
                    <a:alpha val="552"/>
                  </a:srgbClr>
                </a:gs>
                <a:gs pos="100000">
                  <a:srgbClr val="35008E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Splat 1504"/>
            <p:cNvSpPr>
              <a:spLocks noGrp="1"/>
            </p:cNvSpPr>
            <p:nvPr/>
          </p:nvSpPr>
          <p:spPr>
            <a:xfrm rot="-10535463">
              <a:off x="2096141" y="2207510"/>
              <a:ext cx="681626" cy="585472"/>
            </a:xfrm>
            <a:prstGeom prst="ellipse">
              <a:avLst/>
            </a:prstGeom>
            <a:gradFill>
              <a:gsLst>
                <a:gs pos="0">
                  <a:srgbClr val="3B0000">
                    <a:alpha val="19450"/>
                  </a:srgbClr>
                </a:gs>
                <a:gs pos="14286">
                  <a:srgbClr val="3B0000">
                    <a:alpha val="18028"/>
                  </a:srgbClr>
                </a:gs>
                <a:gs pos="28571">
                  <a:srgbClr val="3B0000">
                    <a:alpha val="14303"/>
                  </a:srgbClr>
                </a:gs>
                <a:gs pos="42857">
                  <a:srgbClr val="3B0000">
                    <a:alpha val="9629"/>
                  </a:srgbClr>
                </a:gs>
                <a:gs pos="57143">
                  <a:srgbClr val="3B0000">
                    <a:alpha val="5455"/>
                  </a:srgbClr>
                </a:gs>
                <a:gs pos="71429">
                  <a:srgbClr val="3B0000">
                    <a:alpha val="2592"/>
                  </a:srgbClr>
                </a:gs>
                <a:gs pos="85714">
                  <a:srgbClr val="3B0000">
                    <a:alpha val="1033"/>
                  </a:srgbClr>
                </a:gs>
                <a:gs pos="100000">
                  <a:srgbClr val="3B000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Splat 1505"/>
            <p:cNvSpPr>
              <a:spLocks noGrp="1"/>
            </p:cNvSpPr>
            <p:nvPr/>
          </p:nvSpPr>
          <p:spPr>
            <a:xfrm rot="8808093">
              <a:off x="1927036" y="2318536"/>
              <a:ext cx="645057" cy="452352"/>
            </a:xfrm>
            <a:prstGeom prst="ellipse">
              <a:avLst/>
            </a:prstGeom>
            <a:gradFill>
              <a:gsLst>
                <a:gs pos="0">
                  <a:srgbClr val="5E004A">
                    <a:alpha val="22419"/>
                  </a:srgbClr>
                </a:gs>
                <a:gs pos="14286">
                  <a:srgbClr val="5E004A">
                    <a:alpha val="20809"/>
                  </a:srgbClr>
                </a:gs>
                <a:gs pos="28571">
                  <a:srgbClr val="5E004A">
                    <a:alpha val="16569"/>
                  </a:srgbClr>
                </a:gs>
                <a:gs pos="42857">
                  <a:srgbClr val="5E004A">
                    <a:alpha val="11204"/>
                  </a:srgbClr>
                </a:gs>
                <a:gs pos="57143">
                  <a:srgbClr val="5E004A">
                    <a:alpha val="6372"/>
                  </a:srgbClr>
                </a:gs>
                <a:gs pos="71429">
                  <a:srgbClr val="5E004A">
                    <a:alpha val="3035"/>
                  </a:srgbClr>
                </a:gs>
                <a:gs pos="85714">
                  <a:srgbClr val="5E004A">
                    <a:alpha val="1211"/>
                  </a:srgbClr>
                </a:gs>
                <a:gs pos="100000">
                  <a:srgbClr val="5E004A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Splat 1506"/>
            <p:cNvSpPr>
              <a:spLocks noGrp="1"/>
            </p:cNvSpPr>
            <p:nvPr/>
          </p:nvSpPr>
          <p:spPr>
            <a:xfrm rot="8955530">
              <a:off x="1726579" y="2320081"/>
              <a:ext cx="631941" cy="309381"/>
            </a:xfrm>
            <a:prstGeom prst="ellipse">
              <a:avLst/>
            </a:prstGeom>
            <a:gradFill>
              <a:gsLst>
                <a:gs pos="0">
                  <a:srgbClr val="37B1FF">
                    <a:alpha val="4643"/>
                  </a:srgbClr>
                </a:gs>
                <a:gs pos="14286">
                  <a:srgbClr val="37B1FF">
                    <a:alpha val="4276"/>
                  </a:srgbClr>
                </a:gs>
                <a:gs pos="28571">
                  <a:srgbClr val="37B1FF">
                    <a:alpha val="3336"/>
                  </a:srgbClr>
                </a:gs>
                <a:gs pos="42857">
                  <a:srgbClr val="37B1FF">
                    <a:alpha val="2201"/>
                  </a:srgbClr>
                </a:gs>
                <a:gs pos="57143">
                  <a:srgbClr val="37B1FF">
                    <a:alpha val="1226"/>
                  </a:srgbClr>
                </a:gs>
                <a:gs pos="71429">
                  <a:srgbClr val="37B1FF">
                    <a:alpha val="576"/>
                  </a:srgbClr>
                </a:gs>
                <a:gs pos="85714">
                  <a:srgbClr val="37B1FF">
                    <a:alpha val="228"/>
                  </a:srgbClr>
                </a:gs>
                <a:gs pos="100000">
                  <a:srgbClr val="37B1FF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Splat 1507"/>
            <p:cNvSpPr>
              <a:spLocks noGrp="1"/>
            </p:cNvSpPr>
            <p:nvPr/>
          </p:nvSpPr>
          <p:spPr>
            <a:xfrm rot="8120461">
              <a:off x="1627205" y="2446383"/>
              <a:ext cx="516629" cy="326817"/>
            </a:xfrm>
            <a:prstGeom prst="ellipse">
              <a:avLst/>
            </a:prstGeom>
            <a:gradFill>
              <a:gsLst>
                <a:gs pos="0">
                  <a:srgbClr val="0023FF">
                    <a:alpha val="2644"/>
                  </a:srgbClr>
                </a:gs>
                <a:gs pos="14286">
                  <a:srgbClr val="0023FF">
                    <a:alpha val="2433"/>
                  </a:srgbClr>
                </a:gs>
                <a:gs pos="28571">
                  <a:srgbClr val="0023FF">
                    <a:alpha val="1894"/>
                  </a:srgbClr>
                </a:gs>
                <a:gs pos="42857">
                  <a:srgbClr val="0023FF">
                    <a:alpha val="1247"/>
                  </a:srgbClr>
                </a:gs>
                <a:gs pos="57143">
                  <a:srgbClr val="0023FF">
                    <a:alpha val="693"/>
                  </a:srgbClr>
                </a:gs>
                <a:gs pos="71429">
                  <a:srgbClr val="0023FF">
                    <a:alpha val="325"/>
                  </a:srgbClr>
                </a:gs>
                <a:gs pos="85714">
                  <a:srgbClr val="0023FF">
                    <a:alpha val="129"/>
                  </a:srgbClr>
                </a:gs>
                <a:gs pos="100000">
                  <a:srgbClr val="0023FF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Splat 1508"/>
            <p:cNvSpPr>
              <a:spLocks noGrp="1"/>
            </p:cNvSpPr>
            <p:nvPr/>
          </p:nvSpPr>
          <p:spPr>
            <a:xfrm rot="9609359">
              <a:off x="1320644" y="2295434"/>
              <a:ext cx="637109" cy="471016"/>
            </a:xfrm>
            <a:prstGeom prst="ellipse">
              <a:avLst/>
            </a:prstGeom>
            <a:gradFill>
              <a:gsLst>
                <a:gs pos="0">
                  <a:srgbClr val="002846">
                    <a:alpha val="31376"/>
                  </a:srgbClr>
                </a:gs>
                <a:gs pos="14286">
                  <a:srgbClr val="002846">
                    <a:alpha val="29254"/>
                  </a:srgbClr>
                </a:gs>
                <a:gs pos="28571">
                  <a:srgbClr val="002846">
                    <a:alpha val="23564"/>
                  </a:srgbClr>
                </a:gs>
                <a:gs pos="42857">
                  <a:srgbClr val="002846">
                    <a:alpha val="16159"/>
                  </a:srgbClr>
                </a:gs>
                <a:gs pos="57143">
                  <a:srgbClr val="002846">
                    <a:alpha val="9305"/>
                  </a:srgbClr>
                </a:gs>
                <a:gs pos="71429">
                  <a:srgbClr val="002846">
                    <a:alpha val="4469"/>
                  </a:srgbClr>
                </a:gs>
                <a:gs pos="85714">
                  <a:srgbClr val="002846">
                    <a:alpha val="1791"/>
                  </a:srgbClr>
                </a:gs>
                <a:gs pos="100000">
                  <a:srgbClr val="002846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Splat 1509"/>
            <p:cNvSpPr>
              <a:spLocks noGrp="1"/>
            </p:cNvSpPr>
            <p:nvPr/>
          </p:nvSpPr>
          <p:spPr>
            <a:xfrm rot="-9968900">
              <a:off x="1091647" y="2234484"/>
              <a:ext cx="716758" cy="624735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Splat 1510"/>
            <p:cNvSpPr>
              <a:spLocks noGrp="1"/>
            </p:cNvSpPr>
            <p:nvPr/>
          </p:nvSpPr>
          <p:spPr>
            <a:xfrm rot="5656453">
              <a:off x="853015" y="2272010"/>
              <a:ext cx="779223" cy="597871"/>
            </a:xfrm>
            <a:prstGeom prst="ellipse">
              <a:avLst/>
            </a:prstGeom>
            <a:gradFill>
              <a:gsLst>
                <a:gs pos="0">
                  <a:srgbClr val="634500">
                    <a:alpha val="29201"/>
                  </a:srgbClr>
                </a:gs>
                <a:gs pos="14286">
                  <a:srgbClr val="634500">
                    <a:alpha val="27195"/>
                  </a:srgbClr>
                </a:gs>
                <a:gs pos="28571">
                  <a:srgbClr val="634500">
                    <a:alpha val="21842"/>
                  </a:srgbClr>
                </a:gs>
                <a:gs pos="42857">
                  <a:srgbClr val="634500">
                    <a:alpha val="14925"/>
                  </a:srgbClr>
                </a:gs>
                <a:gs pos="57143">
                  <a:srgbClr val="634500">
                    <a:alpha val="8567"/>
                  </a:srgbClr>
                </a:gs>
                <a:gs pos="71429">
                  <a:srgbClr val="634500">
                    <a:alpha val="4106"/>
                  </a:srgbClr>
                </a:gs>
                <a:gs pos="85714">
                  <a:srgbClr val="634500">
                    <a:alpha val="1644"/>
                  </a:srgbClr>
                </a:gs>
                <a:gs pos="100000">
                  <a:srgbClr val="634500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Splat 1511"/>
            <p:cNvSpPr>
              <a:spLocks noGrp="1"/>
            </p:cNvSpPr>
            <p:nvPr/>
          </p:nvSpPr>
          <p:spPr>
            <a:xfrm rot="6934489">
              <a:off x="752179" y="2295036"/>
              <a:ext cx="660964" cy="472621"/>
            </a:xfrm>
            <a:prstGeom prst="ellipse">
              <a:avLst/>
            </a:prstGeom>
            <a:gradFill>
              <a:gsLst>
                <a:gs pos="0">
                  <a:srgbClr val="1F186A">
                    <a:alpha val="31893"/>
                  </a:srgbClr>
                </a:gs>
                <a:gs pos="14286">
                  <a:srgbClr val="1F186A">
                    <a:alpha val="29744"/>
                  </a:srgbClr>
                </a:gs>
                <a:gs pos="28571">
                  <a:srgbClr val="1F186A">
                    <a:alpha val="23974"/>
                  </a:srgbClr>
                </a:gs>
                <a:gs pos="42857">
                  <a:srgbClr val="1F186A">
                    <a:alpha val="16455"/>
                  </a:srgbClr>
                </a:gs>
                <a:gs pos="57143">
                  <a:srgbClr val="1F186A">
                    <a:alpha val="9482"/>
                  </a:srgbClr>
                </a:gs>
                <a:gs pos="71429">
                  <a:srgbClr val="1F186A">
                    <a:alpha val="4556"/>
                  </a:srgbClr>
                </a:gs>
                <a:gs pos="85714">
                  <a:srgbClr val="1F186A">
                    <a:alpha val="1827"/>
                  </a:srgbClr>
                </a:gs>
                <a:gs pos="100000">
                  <a:srgbClr val="1F186A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Splat 1512"/>
            <p:cNvSpPr>
              <a:spLocks noGrp="1"/>
            </p:cNvSpPr>
            <p:nvPr/>
          </p:nvSpPr>
          <p:spPr>
            <a:xfrm rot="8290426">
              <a:off x="545327" y="2359673"/>
              <a:ext cx="756121" cy="316029"/>
            </a:xfrm>
            <a:prstGeom prst="ellipse">
              <a:avLst/>
            </a:prstGeom>
            <a:gradFill>
              <a:gsLst>
                <a:gs pos="0">
                  <a:srgbClr val="000059">
                    <a:alpha val="32968"/>
                  </a:srgbClr>
                </a:gs>
                <a:gs pos="14286">
                  <a:srgbClr val="000059">
                    <a:alpha val="30764"/>
                  </a:srgbClr>
                </a:gs>
                <a:gs pos="28571">
                  <a:srgbClr val="000059">
                    <a:alpha val="24833"/>
                  </a:srgbClr>
                </a:gs>
                <a:gs pos="42857">
                  <a:srgbClr val="000059">
                    <a:alpha val="17075"/>
                  </a:srgbClr>
                </a:gs>
                <a:gs pos="57143">
                  <a:srgbClr val="000059">
                    <a:alpha val="9855"/>
                  </a:srgbClr>
                </a:gs>
                <a:gs pos="71429">
                  <a:srgbClr val="000059">
                    <a:alpha val="4740"/>
                  </a:srgbClr>
                </a:gs>
                <a:gs pos="85714">
                  <a:srgbClr val="000059">
                    <a:alpha val="1902"/>
                  </a:srgbClr>
                </a:gs>
                <a:gs pos="100000">
                  <a:srgbClr val="00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Splat 1513"/>
            <p:cNvSpPr>
              <a:spLocks noGrp="1"/>
            </p:cNvSpPr>
            <p:nvPr/>
          </p:nvSpPr>
          <p:spPr>
            <a:xfrm rot="8324305">
              <a:off x="77270" y="2263319"/>
              <a:ext cx="792110" cy="513659"/>
            </a:xfrm>
            <a:prstGeom prst="ellipse">
              <a:avLst/>
            </a:prstGeom>
            <a:gradFill>
              <a:gsLst>
                <a:gs pos="0">
                  <a:srgbClr val="DD8348">
                    <a:alpha val="20799"/>
                  </a:srgbClr>
                </a:gs>
                <a:gs pos="14286">
                  <a:srgbClr val="DD8348">
                    <a:alpha val="19291"/>
                  </a:srgbClr>
                </a:gs>
                <a:gs pos="28571">
                  <a:srgbClr val="DD8348">
                    <a:alpha val="15330"/>
                  </a:srgbClr>
                </a:gs>
                <a:gs pos="42857">
                  <a:srgbClr val="DD8348">
                    <a:alpha val="10341"/>
                  </a:srgbClr>
                </a:gs>
                <a:gs pos="57143">
                  <a:srgbClr val="DD8348">
                    <a:alpha val="5869"/>
                  </a:srgbClr>
                </a:gs>
                <a:gs pos="71429">
                  <a:srgbClr val="DD8348">
                    <a:alpha val="2791"/>
                  </a:srgbClr>
                </a:gs>
                <a:gs pos="85714">
                  <a:srgbClr val="DD8348">
                    <a:alpha val="1113"/>
                  </a:srgbClr>
                </a:gs>
                <a:gs pos="100000">
                  <a:srgbClr val="DD8348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Splat 1514"/>
            <p:cNvSpPr>
              <a:spLocks noGrp="1"/>
            </p:cNvSpPr>
            <p:nvPr/>
          </p:nvSpPr>
          <p:spPr>
            <a:xfrm rot="7788270">
              <a:off x="-132046" y="2260891"/>
              <a:ext cx="845427" cy="669589"/>
            </a:xfrm>
            <a:prstGeom prst="ellipse">
              <a:avLst/>
            </a:prstGeom>
            <a:gradFill>
              <a:gsLst>
                <a:gs pos="0">
                  <a:srgbClr val="C65511">
                    <a:alpha val="32968"/>
                  </a:srgbClr>
                </a:gs>
                <a:gs pos="14286">
                  <a:srgbClr val="C65511">
                    <a:alpha val="30764"/>
                  </a:srgbClr>
                </a:gs>
                <a:gs pos="28571">
                  <a:srgbClr val="C65511">
                    <a:alpha val="24833"/>
                  </a:srgbClr>
                </a:gs>
                <a:gs pos="42857">
                  <a:srgbClr val="C65511">
                    <a:alpha val="17075"/>
                  </a:srgbClr>
                </a:gs>
                <a:gs pos="57143">
                  <a:srgbClr val="C65511">
                    <a:alpha val="9855"/>
                  </a:srgbClr>
                </a:gs>
                <a:gs pos="71429">
                  <a:srgbClr val="C65511">
                    <a:alpha val="4740"/>
                  </a:srgbClr>
                </a:gs>
                <a:gs pos="85714">
                  <a:srgbClr val="C65511">
                    <a:alpha val="1902"/>
                  </a:srgbClr>
                </a:gs>
                <a:gs pos="100000">
                  <a:srgbClr val="C655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Splat 1515"/>
            <p:cNvSpPr>
              <a:spLocks noGrp="1"/>
            </p:cNvSpPr>
            <p:nvPr/>
          </p:nvSpPr>
          <p:spPr>
            <a:xfrm rot="5329642">
              <a:off x="-338954" y="2333087"/>
              <a:ext cx="772768" cy="322161"/>
            </a:xfrm>
            <a:prstGeom prst="ellipse">
              <a:avLst/>
            </a:prstGeom>
            <a:gradFill>
              <a:gsLst>
                <a:gs pos="0">
                  <a:srgbClr val="E7B900">
                    <a:alpha val="27230"/>
                  </a:srgbClr>
                </a:gs>
                <a:gs pos="14286">
                  <a:srgbClr val="E7B900">
                    <a:alpha val="25334"/>
                  </a:srgbClr>
                </a:gs>
                <a:gs pos="28571">
                  <a:srgbClr val="E7B900">
                    <a:alpha val="20295"/>
                  </a:srgbClr>
                </a:gs>
                <a:gs pos="42857">
                  <a:srgbClr val="E7B900">
                    <a:alpha val="13825"/>
                  </a:srgbClr>
                </a:gs>
                <a:gs pos="57143">
                  <a:srgbClr val="E7B900">
                    <a:alpha val="7914"/>
                  </a:srgbClr>
                </a:gs>
                <a:gs pos="71429">
                  <a:srgbClr val="E7B900">
                    <a:alpha val="3786"/>
                  </a:srgbClr>
                </a:gs>
                <a:gs pos="85714">
                  <a:srgbClr val="E7B900">
                    <a:alpha val="1514"/>
                  </a:srgbClr>
                </a:gs>
                <a:gs pos="100000">
                  <a:srgbClr val="E7B900">
                    <a:alpha val="5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Splat 1516"/>
            <p:cNvSpPr>
              <a:spLocks noGrp="1"/>
            </p:cNvSpPr>
            <p:nvPr/>
          </p:nvSpPr>
          <p:spPr>
            <a:xfrm rot="8439833">
              <a:off x="3027181" y="2037422"/>
              <a:ext cx="752014" cy="535230"/>
            </a:xfrm>
            <a:prstGeom prst="ellipse">
              <a:avLst/>
            </a:prstGeom>
            <a:gradFill>
              <a:gsLst>
                <a:gs pos="0">
                  <a:srgbClr val="8E8BCB">
                    <a:alpha val="13320"/>
                  </a:srgbClr>
                </a:gs>
                <a:gs pos="14286">
                  <a:srgbClr val="8E8BCB">
                    <a:alpha val="12312"/>
                  </a:srgbClr>
                </a:gs>
                <a:gs pos="28571">
                  <a:srgbClr val="8E8BCB">
                    <a:alpha val="9699"/>
                  </a:srgbClr>
                </a:gs>
                <a:gs pos="42857">
                  <a:srgbClr val="8E8BCB">
                    <a:alpha val="6473"/>
                  </a:srgbClr>
                </a:gs>
                <a:gs pos="57143">
                  <a:srgbClr val="8E8BCB">
                    <a:alpha val="3640"/>
                  </a:srgbClr>
                </a:gs>
                <a:gs pos="71429">
                  <a:srgbClr val="8E8BCB">
                    <a:alpha val="1721"/>
                  </a:srgbClr>
                </a:gs>
                <a:gs pos="85714">
                  <a:srgbClr val="8E8BCB">
                    <a:alpha val="684"/>
                  </a:srgbClr>
                </a:gs>
                <a:gs pos="100000">
                  <a:srgbClr val="8E8BCB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Splat 1517"/>
            <p:cNvSpPr>
              <a:spLocks noGrp="1"/>
            </p:cNvSpPr>
            <p:nvPr/>
          </p:nvSpPr>
          <p:spPr>
            <a:xfrm rot="-8960478">
              <a:off x="2793490" y="2053276"/>
              <a:ext cx="740225" cy="673939"/>
            </a:xfrm>
            <a:prstGeom prst="ellipse">
              <a:avLst/>
            </a:prstGeom>
            <a:gradFill>
              <a:gsLst>
                <a:gs pos="0">
                  <a:srgbClr val="A11844">
                    <a:alpha val="26420"/>
                  </a:srgbClr>
                </a:gs>
                <a:gs pos="14286">
                  <a:srgbClr val="A11844">
                    <a:alpha val="24571"/>
                  </a:srgbClr>
                </a:gs>
                <a:gs pos="28571">
                  <a:srgbClr val="A11844">
                    <a:alpha val="19663"/>
                  </a:srgbClr>
                </a:gs>
                <a:gs pos="42857">
                  <a:srgbClr val="A11844">
                    <a:alpha val="13377"/>
                  </a:srgbClr>
                </a:gs>
                <a:gs pos="57143">
                  <a:srgbClr val="A11844">
                    <a:alpha val="7649"/>
                  </a:srgbClr>
                </a:gs>
                <a:gs pos="71429">
                  <a:srgbClr val="A11844">
                    <a:alpha val="3656"/>
                  </a:srgbClr>
                </a:gs>
                <a:gs pos="85714">
                  <a:srgbClr val="A11844">
                    <a:alpha val="1462"/>
                  </a:srgbClr>
                </a:gs>
                <a:gs pos="100000">
                  <a:srgbClr val="A11844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Splat 1518"/>
            <p:cNvSpPr>
              <a:spLocks noGrp="1"/>
            </p:cNvSpPr>
            <p:nvPr/>
          </p:nvSpPr>
          <p:spPr>
            <a:xfrm rot="7300925">
              <a:off x="2714327" y="2130979"/>
              <a:ext cx="654423" cy="548802"/>
            </a:xfrm>
            <a:prstGeom prst="ellipse">
              <a:avLst/>
            </a:prstGeom>
            <a:gradFill>
              <a:gsLst>
                <a:gs pos="0">
                  <a:srgbClr val="9C7DA3">
                    <a:alpha val="25568"/>
                  </a:srgbClr>
                </a:gs>
                <a:gs pos="14286">
                  <a:srgbClr val="9C7DA3">
                    <a:alpha val="23769"/>
                  </a:srgbClr>
                </a:gs>
                <a:gs pos="28571">
                  <a:srgbClr val="9C7DA3">
                    <a:alpha val="19001"/>
                  </a:srgbClr>
                </a:gs>
                <a:gs pos="42857">
                  <a:srgbClr val="9C7DA3">
                    <a:alpha val="12909"/>
                  </a:srgbClr>
                </a:gs>
                <a:gs pos="57143">
                  <a:srgbClr val="9C7DA3">
                    <a:alpha val="7373"/>
                  </a:srgbClr>
                </a:gs>
                <a:gs pos="71429">
                  <a:srgbClr val="9C7DA3">
                    <a:alpha val="3522"/>
                  </a:srgbClr>
                </a:gs>
                <a:gs pos="85714">
                  <a:srgbClr val="9C7DA3">
                    <a:alpha val="1408"/>
                  </a:srgbClr>
                </a:gs>
                <a:gs pos="100000">
                  <a:srgbClr val="9C7DA3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Splat 1519"/>
            <p:cNvSpPr>
              <a:spLocks noGrp="1"/>
            </p:cNvSpPr>
            <p:nvPr/>
          </p:nvSpPr>
          <p:spPr>
            <a:xfrm rot="-8534223">
              <a:off x="2479298" y="2096300"/>
              <a:ext cx="693750" cy="461303"/>
            </a:xfrm>
            <a:prstGeom prst="ellipse">
              <a:avLst/>
            </a:prstGeom>
            <a:gradFill>
              <a:gsLst>
                <a:gs pos="0">
                  <a:srgbClr val="976188">
                    <a:alpha val="32968"/>
                  </a:srgbClr>
                </a:gs>
                <a:gs pos="14286">
                  <a:srgbClr val="976188">
                    <a:alpha val="30764"/>
                  </a:srgbClr>
                </a:gs>
                <a:gs pos="28571">
                  <a:srgbClr val="976188">
                    <a:alpha val="24833"/>
                  </a:srgbClr>
                </a:gs>
                <a:gs pos="42857">
                  <a:srgbClr val="976188">
                    <a:alpha val="17075"/>
                  </a:srgbClr>
                </a:gs>
                <a:gs pos="57143">
                  <a:srgbClr val="976188">
                    <a:alpha val="9855"/>
                  </a:srgbClr>
                </a:gs>
                <a:gs pos="71429">
                  <a:srgbClr val="976188">
                    <a:alpha val="4740"/>
                  </a:srgbClr>
                </a:gs>
                <a:gs pos="85714">
                  <a:srgbClr val="976188">
                    <a:alpha val="1902"/>
                  </a:srgbClr>
                </a:gs>
                <a:gs pos="100000">
                  <a:srgbClr val="9761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Splat 1520"/>
            <p:cNvSpPr>
              <a:spLocks noGrp="1"/>
            </p:cNvSpPr>
            <p:nvPr/>
          </p:nvSpPr>
          <p:spPr>
            <a:xfrm rot="6597875">
              <a:off x="2306595" y="2049021"/>
              <a:ext cx="682556" cy="484798"/>
            </a:xfrm>
            <a:prstGeom prst="ellipse">
              <a:avLst/>
            </a:prstGeom>
            <a:gradFill>
              <a:gsLst>
                <a:gs pos="0">
                  <a:srgbClr val="810071">
                    <a:alpha val="21958"/>
                  </a:srgbClr>
                </a:gs>
                <a:gs pos="14286">
                  <a:srgbClr val="810071">
                    <a:alpha val="20377"/>
                  </a:srgbClr>
                </a:gs>
                <a:gs pos="28571">
                  <a:srgbClr val="810071">
                    <a:alpha val="16216"/>
                  </a:srgbClr>
                </a:gs>
                <a:gs pos="42857">
                  <a:srgbClr val="810071">
                    <a:alpha val="10957"/>
                  </a:srgbClr>
                </a:gs>
                <a:gs pos="57143">
                  <a:srgbClr val="810071">
                    <a:alpha val="6228"/>
                  </a:srgbClr>
                </a:gs>
                <a:gs pos="71429">
                  <a:srgbClr val="810071">
                    <a:alpha val="2965"/>
                  </a:srgbClr>
                </a:gs>
                <a:gs pos="85714">
                  <a:srgbClr val="810071">
                    <a:alpha val="1183"/>
                  </a:srgbClr>
                </a:gs>
                <a:gs pos="100000">
                  <a:srgbClr val="810071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Splat 1521"/>
            <p:cNvSpPr>
              <a:spLocks noGrp="1"/>
            </p:cNvSpPr>
            <p:nvPr/>
          </p:nvSpPr>
          <p:spPr>
            <a:xfrm rot="-9440386">
              <a:off x="2021984" y="2023588"/>
              <a:ext cx="751287" cy="502575"/>
            </a:xfrm>
            <a:prstGeom prst="ellipse">
              <a:avLst/>
            </a:prstGeom>
            <a:gradFill>
              <a:gsLst>
                <a:gs pos="0">
                  <a:srgbClr val="001D00">
                    <a:alpha val="24515"/>
                  </a:srgbClr>
                </a:gs>
                <a:gs pos="14286">
                  <a:srgbClr val="001D00">
                    <a:alpha val="22779"/>
                  </a:srgbClr>
                </a:gs>
                <a:gs pos="28571">
                  <a:srgbClr val="001D00">
                    <a:alpha val="18185"/>
                  </a:srgbClr>
                </a:gs>
                <a:gs pos="42857">
                  <a:srgbClr val="001D00">
                    <a:alpha val="12335"/>
                  </a:srgbClr>
                </a:gs>
                <a:gs pos="57143">
                  <a:srgbClr val="001D00">
                    <a:alpha val="7035"/>
                  </a:srgbClr>
                </a:gs>
                <a:gs pos="71429">
                  <a:srgbClr val="001D00">
                    <a:alpha val="3357"/>
                  </a:srgbClr>
                </a:gs>
                <a:gs pos="85714">
                  <a:srgbClr val="001D00">
                    <a:alpha val="1341"/>
                  </a:srgbClr>
                </a:gs>
                <a:gs pos="100000">
                  <a:srgbClr val="001D00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Splat 1522"/>
            <p:cNvSpPr>
              <a:spLocks noGrp="1"/>
            </p:cNvSpPr>
            <p:nvPr/>
          </p:nvSpPr>
          <p:spPr>
            <a:xfrm rot="8335365">
              <a:off x="1854601" y="1965909"/>
              <a:ext cx="656819" cy="604421"/>
            </a:xfrm>
            <a:prstGeom prst="ellipse">
              <a:avLst/>
            </a:prstGeom>
            <a:gradFill>
              <a:gsLst>
                <a:gs pos="0">
                  <a:srgbClr val="002E66">
                    <a:alpha val="27430"/>
                  </a:srgbClr>
                </a:gs>
                <a:gs pos="14286">
                  <a:srgbClr val="002E66">
                    <a:alpha val="25524"/>
                  </a:srgbClr>
                </a:gs>
                <a:gs pos="28571">
                  <a:srgbClr val="002E66">
                    <a:alpha val="20452"/>
                  </a:srgbClr>
                </a:gs>
                <a:gs pos="42857">
                  <a:srgbClr val="002E66">
                    <a:alpha val="13936"/>
                  </a:srgbClr>
                </a:gs>
                <a:gs pos="57143">
                  <a:srgbClr val="002E66">
                    <a:alpha val="7980"/>
                  </a:srgbClr>
                </a:gs>
                <a:gs pos="71429">
                  <a:srgbClr val="002E66">
                    <a:alpha val="3818"/>
                  </a:srgbClr>
                </a:gs>
                <a:gs pos="85714">
                  <a:srgbClr val="002E66">
                    <a:alpha val="1528"/>
                  </a:srgbClr>
                </a:gs>
                <a:gs pos="100000">
                  <a:srgbClr val="002E66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Splat 1523"/>
            <p:cNvSpPr>
              <a:spLocks noGrp="1"/>
            </p:cNvSpPr>
            <p:nvPr/>
          </p:nvSpPr>
          <p:spPr>
            <a:xfrm rot="7843941">
              <a:off x="1699449" y="2089585"/>
              <a:ext cx="692082" cy="534291"/>
            </a:xfrm>
            <a:prstGeom prst="ellipse">
              <a:avLst/>
            </a:prstGeom>
            <a:gradFill>
              <a:gsLst>
                <a:gs pos="0">
                  <a:srgbClr val="00002B">
                    <a:alpha val="15083"/>
                  </a:srgbClr>
                </a:gs>
                <a:gs pos="14286">
                  <a:srgbClr val="00002B">
                    <a:alpha val="13952"/>
                  </a:srgbClr>
                </a:gs>
                <a:gs pos="28571">
                  <a:srgbClr val="00002B">
                    <a:alpha val="11013"/>
                  </a:srgbClr>
                </a:gs>
                <a:gs pos="42857">
                  <a:srgbClr val="00002B">
                    <a:alpha val="7367"/>
                  </a:srgbClr>
                </a:gs>
                <a:gs pos="57143">
                  <a:srgbClr val="00002B">
                    <a:alpha val="4152"/>
                  </a:srgbClr>
                </a:gs>
                <a:gs pos="71429">
                  <a:srgbClr val="00002B">
                    <a:alpha val="1965"/>
                  </a:srgbClr>
                </a:gs>
                <a:gs pos="85714">
                  <a:srgbClr val="00002B">
                    <a:alpha val="782"/>
                  </a:srgbClr>
                </a:gs>
                <a:gs pos="100000">
                  <a:srgbClr val="00002B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Splat 1524"/>
            <p:cNvSpPr>
              <a:spLocks noGrp="1"/>
            </p:cNvSpPr>
            <p:nvPr/>
          </p:nvSpPr>
          <p:spPr>
            <a:xfrm rot="8323768">
              <a:off x="1485901" y="2169928"/>
              <a:ext cx="760723" cy="421852"/>
            </a:xfrm>
            <a:prstGeom prst="ellipse">
              <a:avLst/>
            </a:prstGeom>
            <a:gradFill>
              <a:gsLst>
                <a:gs pos="0">
                  <a:srgbClr val="00305F">
                    <a:alpha val="32968"/>
                  </a:srgbClr>
                </a:gs>
                <a:gs pos="14286">
                  <a:srgbClr val="00305F">
                    <a:alpha val="30764"/>
                  </a:srgbClr>
                </a:gs>
                <a:gs pos="28571">
                  <a:srgbClr val="00305F">
                    <a:alpha val="24833"/>
                  </a:srgbClr>
                </a:gs>
                <a:gs pos="42857">
                  <a:srgbClr val="00305F">
                    <a:alpha val="17075"/>
                  </a:srgbClr>
                </a:gs>
                <a:gs pos="57143">
                  <a:srgbClr val="00305F">
                    <a:alpha val="9855"/>
                  </a:srgbClr>
                </a:gs>
                <a:gs pos="71429">
                  <a:srgbClr val="00305F">
                    <a:alpha val="4740"/>
                  </a:srgbClr>
                </a:gs>
                <a:gs pos="85714">
                  <a:srgbClr val="00305F">
                    <a:alpha val="1902"/>
                  </a:srgbClr>
                </a:gs>
                <a:gs pos="100000">
                  <a:srgbClr val="003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Splat 1525"/>
            <p:cNvSpPr>
              <a:spLocks noGrp="1"/>
            </p:cNvSpPr>
            <p:nvPr/>
          </p:nvSpPr>
          <p:spPr>
            <a:xfrm rot="-8451127">
              <a:off x="1133040" y="2207877"/>
              <a:ext cx="699582" cy="400340"/>
            </a:xfrm>
            <a:prstGeom prst="ellipse">
              <a:avLst/>
            </a:prstGeom>
            <a:gradFill>
              <a:gsLst>
                <a:gs pos="0">
                  <a:srgbClr val="002447">
                    <a:alpha val="32493"/>
                  </a:srgbClr>
                </a:gs>
                <a:gs pos="14286">
                  <a:srgbClr val="002447">
                    <a:alpha val="30313"/>
                  </a:srgbClr>
                </a:gs>
                <a:gs pos="28571">
                  <a:srgbClr val="002447">
                    <a:alpha val="24453"/>
                  </a:srgbClr>
                </a:gs>
                <a:gs pos="42857">
                  <a:srgbClr val="002447">
                    <a:alpha val="16801"/>
                  </a:srgbClr>
                </a:gs>
                <a:gs pos="57143">
                  <a:srgbClr val="002447">
                    <a:alpha val="9690"/>
                  </a:srgbClr>
                </a:gs>
                <a:gs pos="71429">
                  <a:srgbClr val="002447">
                    <a:alpha val="4659"/>
                  </a:srgbClr>
                </a:gs>
                <a:gs pos="85714">
                  <a:srgbClr val="002447">
                    <a:alpha val="1869"/>
                  </a:srgbClr>
                </a:gs>
                <a:gs pos="100000">
                  <a:srgbClr val="002447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Splat 1526"/>
            <p:cNvSpPr>
              <a:spLocks noGrp="1"/>
            </p:cNvSpPr>
            <p:nvPr/>
          </p:nvSpPr>
          <p:spPr>
            <a:xfrm rot="-10676245">
              <a:off x="855065" y="2106420"/>
              <a:ext cx="722263" cy="467713"/>
            </a:xfrm>
            <a:prstGeom prst="ellipse">
              <a:avLst/>
            </a:prstGeom>
            <a:gradFill>
              <a:gsLst>
                <a:gs pos="0">
                  <a:srgbClr val="004598">
                    <a:alpha val="32968"/>
                  </a:srgbClr>
                </a:gs>
                <a:gs pos="14286">
                  <a:srgbClr val="004598">
                    <a:alpha val="30764"/>
                  </a:srgbClr>
                </a:gs>
                <a:gs pos="28571">
                  <a:srgbClr val="004598">
                    <a:alpha val="24833"/>
                  </a:srgbClr>
                </a:gs>
                <a:gs pos="42857">
                  <a:srgbClr val="004598">
                    <a:alpha val="17075"/>
                  </a:srgbClr>
                </a:gs>
                <a:gs pos="57143">
                  <a:srgbClr val="004598">
                    <a:alpha val="9855"/>
                  </a:srgbClr>
                </a:gs>
                <a:gs pos="71429">
                  <a:srgbClr val="004598">
                    <a:alpha val="4740"/>
                  </a:srgbClr>
                </a:gs>
                <a:gs pos="85714">
                  <a:srgbClr val="004598">
                    <a:alpha val="1902"/>
                  </a:srgbClr>
                </a:gs>
                <a:gs pos="100000">
                  <a:srgbClr val="0045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Splat 1527"/>
            <p:cNvSpPr>
              <a:spLocks noGrp="1"/>
            </p:cNvSpPr>
            <p:nvPr/>
          </p:nvSpPr>
          <p:spPr>
            <a:xfrm rot="8093827">
              <a:off x="687476" y="2178649"/>
              <a:ext cx="748985" cy="326380"/>
            </a:xfrm>
            <a:prstGeom prst="ellipse">
              <a:avLst/>
            </a:prstGeom>
            <a:gradFill>
              <a:gsLst>
                <a:gs pos="0">
                  <a:srgbClr val="008FCA">
                    <a:alpha val="30761"/>
                  </a:srgbClr>
                </a:gs>
                <a:gs pos="14286">
                  <a:srgbClr val="008FCA">
                    <a:alpha val="28672"/>
                  </a:srgbClr>
                </a:gs>
                <a:gs pos="28571">
                  <a:srgbClr val="008FCA">
                    <a:alpha val="23075"/>
                  </a:srgbClr>
                </a:gs>
                <a:gs pos="42857">
                  <a:srgbClr val="008FCA">
                    <a:alpha val="15808"/>
                  </a:srgbClr>
                </a:gs>
                <a:gs pos="57143">
                  <a:srgbClr val="008FCA">
                    <a:alpha val="9094"/>
                  </a:srgbClr>
                </a:gs>
                <a:gs pos="71429">
                  <a:srgbClr val="008FCA">
                    <a:alpha val="4365"/>
                  </a:srgbClr>
                </a:gs>
                <a:gs pos="85714">
                  <a:srgbClr val="008FCA">
                    <a:alpha val="1749"/>
                  </a:srgbClr>
                </a:gs>
                <a:gs pos="100000">
                  <a:srgbClr val="008FCA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Splat 1528"/>
            <p:cNvSpPr>
              <a:spLocks noGrp="1"/>
            </p:cNvSpPr>
            <p:nvPr/>
          </p:nvSpPr>
          <p:spPr>
            <a:xfrm rot="3765102">
              <a:off x="526713" y="2174730"/>
              <a:ext cx="640333" cy="451049"/>
            </a:xfrm>
            <a:prstGeom prst="ellipse">
              <a:avLst/>
            </a:prstGeom>
            <a:gradFill>
              <a:gsLst>
                <a:gs pos="0">
                  <a:srgbClr val="00FF00">
                    <a:alpha val="4137"/>
                  </a:srgbClr>
                </a:gs>
                <a:gs pos="14286">
                  <a:srgbClr val="00FF00">
                    <a:alpha val="3809"/>
                  </a:srgbClr>
                </a:gs>
                <a:gs pos="28571">
                  <a:srgbClr val="00FF00">
                    <a:alpha val="2970"/>
                  </a:srgbClr>
                </a:gs>
                <a:gs pos="42857">
                  <a:srgbClr val="00FF00">
                    <a:alpha val="1958"/>
                  </a:srgbClr>
                </a:gs>
                <a:gs pos="57143">
                  <a:srgbClr val="00FF00">
                    <a:alpha val="1090"/>
                  </a:srgbClr>
                </a:gs>
                <a:gs pos="71429">
                  <a:srgbClr val="00FF00">
                    <a:alpha val="512"/>
                  </a:srgbClr>
                </a:gs>
                <a:gs pos="85714">
                  <a:srgbClr val="00FF00">
                    <a:alpha val="203"/>
                  </a:srgbClr>
                </a:gs>
                <a:gs pos="100000">
                  <a:srgbClr val="00FF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Splat 1529"/>
            <p:cNvSpPr>
              <a:spLocks noGrp="1"/>
            </p:cNvSpPr>
            <p:nvPr/>
          </p:nvSpPr>
          <p:spPr>
            <a:xfrm rot="8085562">
              <a:off x="335636" y="2006751"/>
              <a:ext cx="668298" cy="582907"/>
            </a:xfrm>
            <a:prstGeom prst="ellipse">
              <a:avLst/>
            </a:prstGeom>
            <a:gradFill>
              <a:gsLst>
                <a:gs pos="0">
                  <a:srgbClr val="FFEE00">
                    <a:alpha val="21367"/>
                  </a:srgbClr>
                </a:gs>
                <a:gs pos="14286">
                  <a:srgbClr val="FFEE00">
                    <a:alpha val="19823"/>
                  </a:srgbClr>
                </a:gs>
                <a:gs pos="28571">
                  <a:srgbClr val="FFEE00">
                    <a:alpha val="15763"/>
                  </a:srgbClr>
                </a:gs>
                <a:gs pos="42857">
                  <a:srgbClr val="FFEE00">
                    <a:alpha val="10642"/>
                  </a:srgbClr>
                </a:gs>
                <a:gs pos="57143">
                  <a:srgbClr val="FFEE00">
                    <a:alpha val="6044"/>
                  </a:srgbClr>
                </a:gs>
                <a:gs pos="71429">
                  <a:srgbClr val="FFEE00">
                    <a:alpha val="2876"/>
                  </a:srgbClr>
                </a:gs>
                <a:gs pos="85714">
                  <a:srgbClr val="FFEE00">
                    <a:alpha val="1147"/>
                  </a:srgbClr>
                </a:gs>
                <a:gs pos="100000">
                  <a:srgbClr val="FFEE00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Splat 1530"/>
            <p:cNvSpPr>
              <a:spLocks noGrp="1"/>
            </p:cNvSpPr>
            <p:nvPr/>
          </p:nvSpPr>
          <p:spPr>
            <a:xfrm rot="6009665">
              <a:off x="122122" y="2117231"/>
              <a:ext cx="726612" cy="480032"/>
            </a:xfrm>
            <a:prstGeom prst="ellipse">
              <a:avLst/>
            </a:prstGeom>
            <a:gradFill>
              <a:gsLst>
                <a:gs pos="0">
                  <a:srgbClr val="C42C3C">
                    <a:alpha val="31869"/>
                  </a:srgbClr>
                </a:gs>
                <a:gs pos="14286">
                  <a:srgbClr val="C42C3C">
                    <a:alpha val="29721"/>
                  </a:srgbClr>
                </a:gs>
                <a:gs pos="28571">
                  <a:srgbClr val="C42C3C">
                    <a:alpha val="23956"/>
                  </a:srgbClr>
                </a:gs>
                <a:gs pos="42857">
                  <a:srgbClr val="C42C3C">
                    <a:alpha val="16442"/>
                  </a:srgbClr>
                </a:gs>
                <a:gs pos="57143">
                  <a:srgbClr val="C42C3C">
                    <a:alpha val="9474"/>
                  </a:srgbClr>
                </a:gs>
                <a:gs pos="71429">
                  <a:srgbClr val="C42C3C">
                    <a:alpha val="4552"/>
                  </a:srgbClr>
                </a:gs>
                <a:gs pos="85714">
                  <a:srgbClr val="C42C3C">
                    <a:alpha val="1825"/>
                  </a:srgbClr>
                </a:gs>
                <a:gs pos="100000">
                  <a:srgbClr val="C42C3C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Splat 1531"/>
            <p:cNvSpPr>
              <a:spLocks noGrp="1"/>
            </p:cNvSpPr>
            <p:nvPr/>
          </p:nvSpPr>
          <p:spPr>
            <a:xfrm rot="4252079">
              <a:off x="-9421" y="2046791"/>
              <a:ext cx="696583" cy="604599"/>
            </a:xfrm>
            <a:prstGeom prst="ellipse">
              <a:avLst/>
            </a:prstGeom>
            <a:gradFill>
              <a:gsLst>
                <a:gs pos="0">
                  <a:srgbClr val="D0682E">
                    <a:alpha val="32968"/>
                  </a:srgbClr>
                </a:gs>
                <a:gs pos="14286">
                  <a:srgbClr val="D0682E">
                    <a:alpha val="30764"/>
                  </a:srgbClr>
                </a:gs>
                <a:gs pos="28571">
                  <a:srgbClr val="D0682E">
                    <a:alpha val="24833"/>
                  </a:srgbClr>
                </a:gs>
                <a:gs pos="42857">
                  <a:srgbClr val="D0682E">
                    <a:alpha val="17075"/>
                  </a:srgbClr>
                </a:gs>
                <a:gs pos="57143">
                  <a:srgbClr val="D0682E">
                    <a:alpha val="9855"/>
                  </a:srgbClr>
                </a:gs>
                <a:gs pos="71429">
                  <a:srgbClr val="D0682E">
                    <a:alpha val="4740"/>
                  </a:srgbClr>
                </a:gs>
                <a:gs pos="85714">
                  <a:srgbClr val="D0682E">
                    <a:alpha val="1902"/>
                  </a:srgbClr>
                </a:gs>
                <a:gs pos="100000">
                  <a:srgbClr val="D068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Splat 1532"/>
            <p:cNvSpPr>
              <a:spLocks noGrp="1"/>
            </p:cNvSpPr>
            <p:nvPr/>
          </p:nvSpPr>
          <p:spPr>
            <a:xfrm rot="5393230">
              <a:off x="-269642" y="1974660"/>
              <a:ext cx="708983" cy="602971"/>
            </a:xfrm>
            <a:prstGeom prst="ellipse">
              <a:avLst/>
            </a:prstGeom>
            <a:gradFill>
              <a:gsLst>
                <a:gs pos="0">
                  <a:srgbClr val="D34900">
                    <a:alpha val="24323"/>
                  </a:srgbClr>
                </a:gs>
                <a:gs pos="14286">
                  <a:srgbClr val="D34900">
                    <a:alpha val="22597"/>
                  </a:srgbClr>
                </a:gs>
                <a:gs pos="28571">
                  <a:srgbClr val="D34900">
                    <a:alpha val="18036"/>
                  </a:srgbClr>
                </a:gs>
                <a:gs pos="42857">
                  <a:srgbClr val="D34900">
                    <a:alpha val="12230"/>
                  </a:srgbClr>
                </a:gs>
                <a:gs pos="57143">
                  <a:srgbClr val="D34900">
                    <a:alpha val="6973"/>
                  </a:srgbClr>
                </a:gs>
                <a:gs pos="71429">
                  <a:srgbClr val="D34900">
                    <a:alpha val="3327"/>
                  </a:srgbClr>
                </a:gs>
                <a:gs pos="85714">
                  <a:srgbClr val="D34900">
                    <a:alpha val="1329"/>
                  </a:srgbClr>
                </a:gs>
                <a:gs pos="100000">
                  <a:srgbClr val="D34900">
                    <a:alpha val="4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Splat 1533"/>
            <p:cNvSpPr>
              <a:spLocks noGrp="1"/>
            </p:cNvSpPr>
            <p:nvPr/>
          </p:nvSpPr>
          <p:spPr>
            <a:xfrm rot="7486964">
              <a:off x="3043029" y="1733848"/>
              <a:ext cx="793907" cy="651076"/>
            </a:xfrm>
            <a:prstGeom prst="ellipse">
              <a:avLst/>
            </a:prstGeom>
            <a:gradFill>
              <a:gsLst>
                <a:gs pos="0">
                  <a:srgbClr val="369BFF">
                    <a:alpha val="9917"/>
                  </a:srgbClr>
                </a:gs>
                <a:gs pos="14286">
                  <a:srgbClr val="369BFF">
                    <a:alpha val="9153"/>
                  </a:srgbClr>
                </a:gs>
                <a:gs pos="28571">
                  <a:srgbClr val="369BFF">
                    <a:alpha val="7182"/>
                  </a:srgbClr>
                </a:gs>
                <a:gs pos="42857">
                  <a:srgbClr val="369BFF">
                    <a:alpha val="4771"/>
                  </a:srgbClr>
                </a:gs>
                <a:gs pos="57143">
                  <a:srgbClr val="369BFF">
                    <a:alpha val="2673"/>
                  </a:srgbClr>
                </a:gs>
                <a:gs pos="71429">
                  <a:srgbClr val="369BFF">
                    <a:alpha val="1260"/>
                  </a:srgbClr>
                </a:gs>
                <a:gs pos="85714">
                  <a:srgbClr val="369BFF">
                    <a:alpha val="500"/>
                  </a:srgbClr>
                </a:gs>
                <a:gs pos="100000">
                  <a:srgbClr val="369BFF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Splat 1534"/>
            <p:cNvSpPr>
              <a:spLocks noGrp="1"/>
            </p:cNvSpPr>
            <p:nvPr/>
          </p:nvSpPr>
          <p:spPr>
            <a:xfrm rot="-10458629">
              <a:off x="2859131" y="1899138"/>
              <a:ext cx="697251" cy="561549"/>
            </a:xfrm>
            <a:prstGeom prst="ellipse">
              <a:avLst/>
            </a:prstGeom>
            <a:gradFill>
              <a:gsLst>
                <a:gs pos="0">
                  <a:srgbClr val="57A3FF">
                    <a:alpha val="9275"/>
                  </a:srgbClr>
                </a:gs>
                <a:gs pos="14286">
                  <a:srgbClr val="57A3FF">
                    <a:alpha val="8557"/>
                  </a:srgbClr>
                </a:gs>
                <a:gs pos="28571">
                  <a:srgbClr val="57A3FF">
                    <a:alpha val="6710"/>
                  </a:srgbClr>
                </a:gs>
                <a:gs pos="42857">
                  <a:srgbClr val="57A3FF">
                    <a:alpha val="4454"/>
                  </a:srgbClr>
                </a:gs>
                <a:gs pos="57143">
                  <a:srgbClr val="57A3FF">
                    <a:alpha val="2493"/>
                  </a:srgbClr>
                </a:gs>
                <a:gs pos="71429">
                  <a:srgbClr val="57A3FF">
                    <a:alpha val="1175"/>
                  </a:srgbClr>
                </a:gs>
                <a:gs pos="85714">
                  <a:srgbClr val="57A3FF">
                    <a:alpha val="466"/>
                  </a:srgbClr>
                </a:gs>
                <a:gs pos="100000">
                  <a:srgbClr val="57A3FF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Splat 1535"/>
            <p:cNvSpPr>
              <a:spLocks noGrp="1"/>
            </p:cNvSpPr>
            <p:nvPr/>
          </p:nvSpPr>
          <p:spPr>
            <a:xfrm rot="8536884">
              <a:off x="2678201" y="1910297"/>
              <a:ext cx="663872" cy="467169"/>
            </a:xfrm>
            <a:prstGeom prst="ellipse">
              <a:avLst/>
            </a:prstGeom>
            <a:gradFill>
              <a:gsLst>
                <a:gs pos="0">
                  <a:srgbClr val="0096F4">
                    <a:alpha val="6576"/>
                  </a:srgbClr>
                </a:gs>
                <a:gs pos="14286">
                  <a:srgbClr val="0096F4">
                    <a:alpha val="6061"/>
                  </a:srgbClr>
                </a:gs>
                <a:gs pos="28571">
                  <a:srgbClr val="0096F4">
                    <a:alpha val="4739"/>
                  </a:srgbClr>
                </a:gs>
                <a:gs pos="42857">
                  <a:srgbClr val="0096F4">
                    <a:alpha val="3134"/>
                  </a:srgbClr>
                </a:gs>
                <a:gs pos="57143">
                  <a:srgbClr val="0096F4">
                    <a:alpha val="1749"/>
                  </a:srgbClr>
                </a:gs>
                <a:gs pos="71429">
                  <a:srgbClr val="0096F4">
                    <a:alpha val="823"/>
                  </a:srgbClr>
                </a:gs>
                <a:gs pos="85714">
                  <a:srgbClr val="0096F4">
                    <a:alpha val="326"/>
                  </a:srgbClr>
                </a:gs>
                <a:gs pos="100000">
                  <a:srgbClr val="0096F4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Splat 1536"/>
            <p:cNvSpPr>
              <a:spLocks noGrp="1"/>
            </p:cNvSpPr>
            <p:nvPr/>
          </p:nvSpPr>
          <p:spPr>
            <a:xfrm rot="-10365725">
              <a:off x="2565283" y="1905160"/>
              <a:ext cx="571735" cy="469031"/>
            </a:xfrm>
            <a:prstGeom prst="ellipse">
              <a:avLst/>
            </a:prstGeom>
            <a:gradFill>
              <a:gsLst>
                <a:gs pos="0">
                  <a:srgbClr val="887FFF">
                    <a:alpha val="12551"/>
                  </a:srgbClr>
                </a:gs>
                <a:gs pos="14286">
                  <a:srgbClr val="887FFF">
                    <a:alpha val="11597"/>
                  </a:srgbClr>
                </a:gs>
                <a:gs pos="28571">
                  <a:srgbClr val="887FFF">
                    <a:alpha val="9127"/>
                  </a:srgbClr>
                </a:gs>
                <a:gs pos="42857">
                  <a:srgbClr val="887FFF">
                    <a:alpha val="6085"/>
                  </a:srgbClr>
                </a:gs>
                <a:gs pos="57143">
                  <a:srgbClr val="887FFF">
                    <a:alpha val="3419"/>
                  </a:srgbClr>
                </a:gs>
                <a:gs pos="71429">
                  <a:srgbClr val="887FFF">
                    <a:alpha val="1615"/>
                  </a:srgbClr>
                </a:gs>
                <a:gs pos="85714">
                  <a:srgbClr val="887FFF">
                    <a:alpha val="642"/>
                  </a:srgbClr>
                </a:gs>
                <a:gs pos="100000">
                  <a:srgbClr val="887FFF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Splat 1537"/>
            <p:cNvSpPr>
              <a:spLocks noGrp="1"/>
            </p:cNvSpPr>
            <p:nvPr/>
          </p:nvSpPr>
          <p:spPr>
            <a:xfrm rot="5799072">
              <a:off x="2200960" y="1932651"/>
              <a:ext cx="719420" cy="356983"/>
            </a:xfrm>
            <a:prstGeom prst="ellipse">
              <a:avLst/>
            </a:prstGeom>
            <a:gradFill>
              <a:gsLst>
                <a:gs pos="0">
                  <a:srgbClr val="005694">
                    <a:alpha val="32968"/>
                  </a:srgbClr>
                </a:gs>
                <a:gs pos="14286">
                  <a:srgbClr val="005694">
                    <a:alpha val="30764"/>
                  </a:srgbClr>
                </a:gs>
                <a:gs pos="28571">
                  <a:srgbClr val="005694">
                    <a:alpha val="24833"/>
                  </a:srgbClr>
                </a:gs>
                <a:gs pos="42857">
                  <a:srgbClr val="005694">
                    <a:alpha val="17075"/>
                  </a:srgbClr>
                </a:gs>
                <a:gs pos="57143">
                  <a:srgbClr val="005694">
                    <a:alpha val="9855"/>
                  </a:srgbClr>
                </a:gs>
                <a:gs pos="71429">
                  <a:srgbClr val="005694">
                    <a:alpha val="4740"/>
                  </a:srgbClr>
                </a:gs>
                <a:gs pos="85714">
                  <a:srgbClr val="005694">
                    <a:alpha val="1902"/>
                  </a:srgbClr>
                </a:gs>
                <a:gs pos="100000">
                  <a:srgbClr val="0056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Splat 1538"/>
            <p:cNvSpPr>
              <a:spLocks noGrp="1"/>
            </p:cNvSpPr>
            <p:nvPr/>
          </p:nvSpPr>
          <p:spPr>
            <a:xfrm rot="2904618">
              <a:off x="2187400" y="1978984"/>
              <a:ext cx="556672" cy="409142"/>
            </a:xfrm>
            <a:prstGeom prst="ellipse">
              <a:avLst/>
            </a:prstGeom>
            <a:gradFill>
              <a:gsLst>
                <a:gs pos="0">
                  <a:srgbClr val="00588E">
                    <a:alpha val="17887"/>
                  </a:srgbClr>
                </a:gs>
                <a:gs pos="14286">
                  <a:srgbClr val="00588E">
                    <a:alpha val="16568"/>
                  </a:srgbClr>
                </a:gs>
                <a:gs pos="28571">
                  <a:srgbClr val="00588E">
                    <a:alpha val="13120"/>
                  </a:srgbClr>
                </a:gs>
                <a:gs pos="42857">
                  <a:srgbClr val="00588E">
                    <a:alpha val="8812"/>
                  </a:srgbClr>
                </a:gs>
                <a:gs pos="57143">
                  <a:srgbClr val="00588E">
                    <a:alpha val="4983"/>
                  </a:srgbClr>
                </a:gs>
                <a:gs pos="71429">
                  <a:srgbClr val="00588E">
                    <a:alpha val="2364"/>
                  </a:srgbClr>
                </a:gs>
                <a:gs pos="85714">
                  <a:srgbClr val="00588E">
                    <a:alpha val="942"/>
                  </a:srgbClr>
                </a:gs>
                <a:gs pos="100000">
                  <a:srgbClr val="00588E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Splat 1539"/>
            <p:cNvSpPr>
              <a:spLocks noGrp="1"/>
            </p:cNvSpPr>
            <p:nvPr/>
          </p:nvSpPr>
          <p:spPr>
            <a:xfrm rot="9921679">
              <a:off x="1889172" y="1914739"/>
              <a:ext cx="683120" cy="468012"/>
            </a:xfrm>
            <a:prstGeom prst="ellipse">
              <a:avLst/>
            </a:prstGeom>
            <a:gradFill>
              <a:gsLst>
                <a:gs pos="0">
                  <a:srgbClr val="00325E">
                    <a:alpha val="29773"/>
                  </a:srgbClr>
                </a:gs>
                <a:gs pos="14286">
                  <a:srgbClr val="00325E">
                    <a:alpha val="27737"/>
                  </a:srgbClr>
                </a:gs>
                <a:gs pos="28571">
                  <a:srgbClr val="00325E">
                    <a:alpha val="22293"/>
                  </a:srgbClr>
                </a:gs>
                <a:gs pos="42857">
                  <a:srgbClr val="00325E">
                    <a:alpha val="15248"/>
                  </a:srgbClr>
                </a:gs>
                <a:gs pos="57143">
                  <a:srgbClr val="00325E">
                    <a:alpha val="8760"/>
                  </a:srgbClr>
                </a:gs>
                <a:gs pos="71429">
                  <a:srgbClr val="00325E">
                    <a:alpha val="4200"/>
                  </a:srgbClr>
                </a:gs>
                <a:gs pos="85714">
                  <a:srgbClr val="00325E">
                    <a:alpha val="1683"/>
                  </a:srgbClr>
                </a:gs>
                <a:gs pos="100000">
                  <a:srgbClr val="00325E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Splat 1540"/>
            <p:cNvSpPr>
              <a:spLocks noGrp="1"/>
            </p:cNvSpPr>
            <p:nvPr/>
          </p:nvSpPr>
          <p:spPr>
            <a:xfrm rot="4135304">
              <a:off x="1638049" y="1825872"/>
              <a:ext cx="722896" cy="597755"/>
            </a:xfrm>
            <a:prstGeom prst="ellipse">
              <a:avLst/>
            </a:prstGeom>
            <a:gradFill>
              <a:gsLst>
                <a:gs pos="0">
                  <a:srgbClr val="190000">
                    <a:alpha val="26553"/>
                  </a:srgbClr>
                </a:gs>
                <a:gs pos="14286">
                  <a:srgbClr val="190000">
                    <a:alpha val="24696"/>
                  </a:srgbClr>
                </a:gs>
                <a:gs pos="28571">
                  <a:srgbClr val="190000">
                    <a:alpha val="19767"/>
                  </a:srgbClr>
                </a:gs>
                <a:gs pos="42857">
                  <a:srgbClr val="190000">
                    <a:alpha val="13451"/>
                  </a:srgbClr>
                </a:gs>
                <a:gs pos="57143">
                  <a:srgbClr val="190000">
                    <a:alpha val="7692"/>
                  </a:srgbClr>
                </a:gs>
                <a:gs pos="71429">
                  <a:srgbClr val="190000">
                    <a:alpha val="3677"/>
                  </a:srgbClr>
                </a:gs>
                <a:gs pos="85714">
                  <a:srgbClr val="190000">
                    <a:alpha val="1471"/>
                  </a:srgbClr>
                </a:gs>
                <a:gs pos="100000">
                  <a:srgbClr val="190000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Splat 1541"/>
            <p:cNvSpPr>
              <a:spLocks noGrp="1"/>
            </p:cNvSpPr>
            <p:nvPr/>
          </p:nvSpPr>
          <p:spPr>
            <a:xfrm rot="5893830">
              <a:off x="1517801" y="1901881"/>
              <a:ext cx="655863" cy="462167"/>
            </a:xfrm>
            <a:prstGeom prst="ellipse">
              <a:avLst/>
            </a:prstGeom>
            <a:gradFill>
              <a:gsLst>
                <a:gs pos="0">
                  <a:srgbClr val="000000">
                    <a:alpha val="12158"/>
                  </a:srgbClr>
                </a:gs>
                <a:gs pos="14286">
                  <a:srgbClr val="000000">
                    <a:alpha val="11232"/>
                  </a:srgbClr>
                </a:gs>
                <a:gs pos="28571">
                  <a:srgbClr val="000000">
                    <a:alpha val="8836"/>
                  </a:srgbClr>
                </a:gs>
                <a:gs pos="42857">
                  <a:srgbClr val="000000">
                    <a:alpha val="5887"/>
                  </a:srgbClr>
                </a:gs>
                <a:gs pos="57143">
                  <a:srgbClr val="000000">
                    <a:alpha val="3306"/>
                  </a:srgbClr>
                </a:gs>
                <a:gs pos="71429">
                  <a:srgbClr val="000000">
                    <a:alpha val="1561"/>
                  </a:srgbClr>
                </a:gs>
                <a:gs pos="85714">
                  <a:srgbClr val="000000">
                    <a:alpha val="620"/>
                  </a:srgbClr>
                </a:gs>
                <a:gs pos="100000">
                  <a:srgbClr val="000000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Splat 1542"/>
            <p:cNvSpPr>
              <a:spLocks noGrp="1"/>
            </p:cNvSpPr>
            <p:nvPr/>
          </p:nvSpPr>
          <p:spPr>
            <a:xfrm rot="5124978">
              <a:off x="1231285" y="2038673"/>
              <a:ext cx="428251" cy="317282"/>
            </a:xfrm>
            <a:prstGeom prst="ellipse">
              <a:avLst/>
            </a:prstGeom>
            <a:gradFill>
              <a:gsLst>
                <a:gs pos="0">
                  <a:srgbClr val="430000">
                    <a:alpha val="28258"/>
                  </a:srgbClr>
                </a:gs>
                <a:gs pos="14286">
                  <a:srgbClr val="430000">
                    <a:alpha val="26305"/>
                  </a:srgbClr>
                </a:gs>
                <a:gs pos="28571">
                  <a:srgbClr val="430000">
                    <a:alpha val="21100"/>
                  </a:srgbClr>
                </a:gs>
                <a:gs pos="42857">
                  <a:srgbClr val="430000">
                    <a:alpha val="14397"/>
                  </a:srgbClr>
                </a:gs>
                <a:gs pos="57143">
                  <a:srgbClr val="430000">
                    <a:alpha val="8253"/>
                  </a:srgbClr>
                </a:gs>
                <a:gs pos="71429">
                  <a:srgbClr val="430000">
                    <a:alpha val="3952"/>
                  </a:srgbClr>
                </a:gs>
                <a:gs pos="85714">
                  <a:srgbClr val="430000">
                    <a:alpha val="1582"/>
                  </a:srgbClr>
                </a:gs>
                <a:gs pos="100000">
                  <a:srgbClr val="430000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Splat 1543"/>
            <p:cNvSpPr>
              <a:spLocks noGrp="1"/>
            </p:cNvSpPr>
            <p:nvPr/>
          </p:nvSpPr>
          <p:spPr>
            <a:xfrm rot="-8526109">
              <a:off x="1055763" y="2051737"/>
              <a:ext cx="448597" cy="338445"/>
            </a:xfrm>
            <a:prstGeom prst="ellipse">
              <a:avLst/>
            </a:prstGeom>
            <a:gradFill>
              <a:gsLst>
                <a:gs pos="0">
                  <a:srgbClr val="0072BB">
                    <a:alpha val="32968"/>
                  </a:srgbClr>
                </a:gs>
                <a:gs pos="14286">
                  <a:srgbClr val="0072BB">
                    <a:alpha val="30764"/>
                  </a:srgbClr>
                </a:gs>
                <a:gs pos="28571">
                  <a:srgbClr val="0072BB">
                    <a:alpha val="24833"/>
                  </a:srgbClr>
                </a:gs>
                <a:gs pos="42857">
                  <a:srgbClr val="0072BB">
                    <a:alpha val="17075"/>
                  </a:srgbClr>
                </a:gs>
                <a:gs pos="57143">
                  <a:srgbClr val="0072BB">
                    <a:alpha val="9855"/>
                  </a:srgbClr>
                </a:gs>
                <a:gs pos="71429">
                  <a:srgbClr val="0072BB">
                    <a:alpha val="4740"/>
                  </a:srgbClr>
                </a:gs>
                <a:gs pos="85714">
                  <a:srgbClr val="0072BB">
                    <a:alpha val="1902"/>
                  </a:srgbClr>
                </a:gs>
                <a:gs pos="100000">
                  <a:srgbClr val="0072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Splat 1544"/>
            <p:cNvSpPr>
              <a:spLocks noGrp="1"/>
            </p:cNvSpPr>
            <p:nvPr/>
          </p:nvSpPr>
          <p:spPr>
            <a:xfrm rot="10312813">
              <a:off x="827630" y="1927038"/>
              <a:ext cx="431827" cy="316003"/>
            </a:xfrm>
            <a:prstGeom prst="ellipse">
              <a:avLst/>
            </a:prstGeom>
            <a:gradFill>
              <a:gsLst>
                <a:gs pos="0">
                  <a:srgbClr val="C5AC00">
                    <a:alpha val="30559"/>
                  </a:srgbClr>
                </a:gs>
                <a:gs pos="14286">
                  <a:srgbClr val="C5AC00">
                    <a:alpha val="28480"/>
                  </a:srgbClr>
                </a:gs>
                <a:gs pos="28571">
                  <a:srgbClr val="C5AC00">
                    <a:alpha val="22915"/>
                  </a:srgbClr>
                </a:gs>
                <a:gs pos="42857">
                  <a:srgbClr val="C5AC00">
                    <a:alpha val="15694"/>
                  </a:srgbClr>
                </a:gs>
                <a:gs pos="57143">
                  <a:srgbClr val="C5AC00">
                    <a:alpha val="9026"/>
                  </a:srgbClr>
                </a:gs>
                <a:gs pos="71429">
                  <a:srgbClr val="C5AC00">
                    <a:alpha val="4331"/>
                  </a:srgbClr>
                </a:gs>
                <a:gs pos="85714">
                  <a:srgbClr val="C5AC00">
                    <a:alpha val="1736"/>
                  </a:srgbClr>
                </a:gs>
                <a:gs pos="100000">
                  <a:srgbClr val="C5AC00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Splat 1545"/>
            <p:cNvSpPr>
              <a:spLocks noGrp="1"/>
            </p:cNvSpPr>
            <p:nvPr/>
          </p:nvSpPr>
          <p:spPr>
            <a:xfrm rot="10290017">
              <a:off x="646159" y="1885214"/>
              <a:ext cx="524422" cy="454359"/>
            </a:xfrm>
            <a:prstGeom prst="ellipse">
              <a:avLst/>
            </a:prstGeom>
            <a:gradFill>
              <a:gsLst>
                <a:gs pos="0">
                  <a:srgbClr val="E5B800">
                    <a:alpha val="30577"/>
                  </a:srgbClr>
                </a:gs>
                <a:gs pos="14286">
                  <a:srgbClr val="E5B800">
                    <a:alpha val="28498"/>
                  </a:srgbClr>
                </a:gs>
                <a:gs pos="28571">
                  <a:srgbClr val="E5B800">
                    <a:alpha val="22930"/>
                  </a:srgbClr>
                </a:gs>
                <a:gs pos="42857">
                  <a:srgbClr val="E5B800">
                    <a:alpha val="15704"/>
                  </a:srgbClr>
                </a:gs>
                <a:gs pos="57143">
                  <a:srgbClr val="E5B800">
                    <a:alpha val="9032"/>
                  </a:srgbClr>
                </a:gs>
                <a:gs pos="71429">
                  <a:srgbClr val="E5B800">
                    <a:alpha val="4334"/>
                  </a:srgbClr>
                </a:gs>
                <a:gs pos="85714">
                  <a:srgbClr val="E5B800">
                    <a:alpha val="1737"/>
                  </a:srgbClr>
                </a:gs>
                <a:gs pos="100000">
                  <a:srgbClr val="E5B800">
                    <a:alpha val="5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Splat 1546"/>
            <p:cNvSpPr>
              <a:spLocks noGrp="1"/>
            </p:cNvSpPr>
            <p:nvPr/>
          </p:nvSpPr>
          <p:spPr>
            <a:xfrm rot="5135730">
              <a:off x="374319" y="1885152"/>
              <a:ext cx="654947" cy="425212"/>
            </a:xfrm>
            <a:prstGeom prst="ellipse">
              <a:avLst/>
            </a:prstGeom>
            <a:gradFill>
              <a:gsLst>
                <a:gs pos="0">
                  <a:srgbClr val="FCE627">
                    <a:alpha val="24364"/>
                  </a:srgbClr>
                </a:gs>
                <a:gs pos="14286">
                  <a:srgbClr val="FCE627">
                    <a:alpha val="22636"/>
                  </a:srgbClr>
                </a:gs>
                <a:gs pos="28571">
                  <a:srgbClr val="FCE627">
                    <a:alpha val="18068"/>
                  </a:srgbClr>
                </a:gs>
                <a:gs pos="42857">
                  <a:srgbClr val="FCE627">
                    <a:alpha val="12253"/>
                  </a:srgbClr>
                </a:gs>
                <a:gs pos="57143">
                  <a:srgbClr val="FCE627">
                    <a:alpha val="6987"/>
                  </a:srgbClr>
                </a:gs>
                <a:gs pos="71429">
                  <a:srgbClr val="FCE627">
                    <a:alpha val="3333"/>
                  </a:srgbClr>
                </a:gs>
                <a:gs pos="85714">
                  <a:srgbClr val="FCE627">
                    <a:alpha val="1332"/>
                  </a:srgbClr>
                </a:gs>
                <a:gs pos="100000">
                  <a:srgbClr val="FCE627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Splat 1547"/>
            <p:cNvSpPr>
              <a:spLocks noGrp="1"/>
            </p:cNvSpPr>
            <p:nvPr/>
          </p:nvSpPr>
          <p:spPr>
            <a:xfrm rot="5017420">
              <a:off x="89500" y="1797205"/>
              <a:ext cx="728195" cy="607087"/>
            </a:xfrm>
            <a:prstGeom prst="ellipse">
              <a:avLst/>
            </a:prstGeom>
            <a:gradFill>
              <a:gsLst>
                <a:gs pos="0">
                  <a:srgbClr val="CE3144">
                    <a:alpha val="30305"/>
                  </a:srgbClr>
                </a:gs>
                <a:gs pos="14286">
                  <a:srgbClr val="CE3144">
                    <a:alpha val="28240"/>
                  </a:srgbClr>
                </a:gs>
                <a:gs pos="28571">
                  <a:srgbClr val="CE3144">
                    <a:alpha val="22714"/>
                  </a:srgbClr>
                </a:gs>
                <a:gs pos="42857">
                  <a:srgbClr val="CE3144">
                    <a:alpha val="15549"/>
                  </a:srgbClr>
                </a:gs>
                <a:gs pos="57143">
                  <a:srgbClr val="CE3144">
                    <a:alpha val="8939"/>
                  </a:srgbClr>
                </a:gs>
                <a:gs pos="71429">
                  <a:srgbClr val="CE3144">
                    <a:alpha val="4289"/>
                  </a:srgbClr>
                </a:gs>
                <a:gs pos="85714">
                  <a:srgbClr val="CE3144">
                    <a:alpha val="1718"/>
                  </a:srgbClr>
                </a:gs>
                <a:gs pos="100000">
                  <a:srgbClr val="CE3144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Splat 1548"/>
            <p:cNvSpPr>
              <a:spLocks noGrp="1"/>
            </p:cNvSpPr>
            <p:nvPr/>
          </p:nvSpPr>
          <p:spPr>
            <a:xfrm rot="-9659967">
              <a:off x="-70736" y="1880767"/>
              <a:ext cx="747322" cy="510781"/>
            </a:xfrm>
            <a:prstGeom prst="ellipse">
              <a:avLst/>
            </a:prstGeom>
            <a:gradFill>
              <a:gsLst>
                <a:gs pos="0">
                  <a:srgbClr val="CB0C25">
                    <a:alpha val="29558"/>
                  </a:srgbClr>
                </a:gs>
                <a:gs pos="14286">
                  <a:srgbClr val="CB0C25">
                    <a:alpha val="27533"/>
                  </a:srgbClr>
                </a:gs>
                <a:gs pos="28571">
                  <a:srgbClr val="CB0C25">
                    <a:alpha val="22124"/>
                  </a:srgbClr>
                </a:gs>
                <a:gs pos="42857">
                  <a:srgbClr val="CB0C25">
                    <a:alpha val="15127"/>
                  </a:srgbClr>
                </a:gs>
                <a:gs pos="57143">
                  <a:srgbClr val="CB0C25">
                    <a:alpha val="8687"/>
                  </a:srgbClr>
                </a:gs>
                <a:gs pos="71429">
                  <a:srgbClr val="CB0C25">
                    <a:alpha val="4165"/>
                  </a:srgbClr>
                </a:gs>
                <a:gs pos="85714">
                  <a:srgbClr val="CB0C25">
                    <a:alpha val="1668"/>
                  </a:srgbClr>
                </a:gs>
                <a:gs pos="100000">
                  <a:srgbClr val="CB0C25">
                    <a:alpha val="5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Splat 1549"/>
            <p:cNvSpPr>
              <a:spLocks noGrp="1"/>
            </p:cNvSpPr>
            <p:nvPr/>
          </p:nvSpPr>
          <p:spPr>
            <a:xfrm rot="4714037">
              <a:off x="-317872" y="1765657"/>
              <a:ext cx="715308" cy="582706"/>
            </a:xfrm>
            <a:prstGeom prst="ellipse">
              <a:avLst/>
            </a:prstGeom>
            <a:gradFill>
              <a:gsLst>
                <a:gs pos="0">
                  <a:srgbClr val="FAF100">
                    <a:alpha val="9544"/>
                  </a:srgbClr>
                </a:gs>
                <a:gs pos="14286">
                  <a:srgbClr val="FAF100">
                    <a:alpha val="8807"/>
                  </a:srgbClr>
                </a:gs>
                <a:gs pos="28571">
                  <a:srgbClr val="FAF100">
                    <a:alpha val="6908"/>
                  </a:srgbClr>
                </a:gs>
                <a:gs pos="42857">
                  <a:srgbClr val="FAF100">
                    <a:alpha val="4587"/>
                  </a:srgbClr>
                </a:gs>
                <a:gs pos="57143">
                  <a:srgbClr val="FAF100">
                    <a:alpha val="2568"/>
                  </a:srgbClr>
                </a:gs>
                <a:gs pos="71429">
                  <a:srgbClr val="FAF100">
                    <a:alpha val="1210"/>
                  </a:srgbClr>
                </a:gs>
                <a:gs pos="85714">
                  <a:srgbClr val="FAF100">
                    <a:alpha val="480"/>
                  </a:srgbClr>
                </a:gs>
                <a:gs pos="100000">
                  <a:srgbClr val="FAF100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Splat 1550"/>
            <p:cNvSpPr>
              <a:spLocks noGrp="1"/>
            </p:cNvSpPr>
            <p:nvPr/>
          </p:nvSpPr>
          <p:spPr>
            <a:xfrm rot="10535777">
              <a:off x="3061244" y="1725502"/>
              <a:ext cx="550711" cy="329668"/>
            </a:xfrm>
            <a:prstGeom prst="ellipse">
              <a:avLst/>
            </a:prstGeom>
            <a:gradFill>
              <a:gsLst>
                <a:gs pos="0">
                  <a:srgbClr val="C1D2D6">
                    <a:alpha val="16114"/>
                  </a:srgbClr>
                </a:gs>
                <a:gs pos="14286">
                  <a:srgbClr val="C1D2D6">
                    <a:alpha val="14914"/>
                  </a:srgbClr>
                </a:gs>
                <a:gs pos="28571">
                  <a:srgbClr val="C1D2D6">
                    <a:alpha val="11786"/>
                  </a:srgbClr>
                </a:gs>
                <a:gs pos="42857">
                  <a:srgbClr val="C1D2D6">
                    <a:alpha val="7896"/>
                  </a:srgbClr>
                </a:gs>
                <a:gs pos="57143">
                  <a:srgbClr val="C1D2D6">
                    <a:alpha val="4455"/>
                  </a:srgbClr>
                </a:gs>
                <a:gs pos="71429">
                  <a:srgbClr val="C1D2D6">
                    <a:alpha val="2111"/>
                  </a:srgbClr>
                </a:gs>
                <a:gs pos="85714">
                  <a:srgbClr val="C1D2D6">
                    <a:alpha val="840"/>
                  </a:srgbClr>
                </a:gs>
                <a:gs pos="100000">
                  <a:srgbClr val="C1D2D6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Splat 1551"/>
            <p:cNvSpPr>
              <a:spLocks noGrp="1"/>
            </p:cNvSpPr>
            <p:nvPr/>
          </p:nvSpPr>
          <p:spPr>
            <a:xfrm rot="10582364">
              <a:off x="2867915" y="1781619"/>
              <a:ext cx="710594" cy="441126"/>
            </a:xfrm>
            <a:prstGeom prst="ellipse">
              <a:avLst/>
            </a:prstGeom>
            <a:gradFill>
              <a:gsLst>
                <a:gs pos="0">
                  <a:srgbClr val="002DFF">
                    <a:alpha val="6264"/>
                  </a:srgbClr>
                </a:gs>
                <a:gs pos="14286">
                  <a:srgbClr val="002DFF">
                    <a:alpha val="5772"/>
                  </a:srgbClr>
                </a:gs>
                <a:gs pos="28571">
                  <a:srgbClr val="002DFF">
                    <a:alpha val="4511"/>
                  </a:srgbClr>
                </a:gs>
                <a:gs pos="42857">
                  <a:srgbClr val="002DFF">
                    <a:alpha val="2983"/>
                  </a:srgbClr>
                </a:gs>
                <a:gs pos="57143">
                  <a:srgbClr val="002DFF">
                    <a:alpha val="1664"/>
                  </a:srgbClr>
                </a:gs>
                <a:gs pos="71429">
                  <a:srgbClr val="002DFF">
                    <a:alpha val="782"/>
                  </a:srgbClr>
                </a:gs>
                <a:gs pos="85714">
                  <a:srgbClr val="002DFF">
                    <a:alpha val="310"/>
                  </a:srgbClr>
                </a:gs>
                <a:gs pos="100000">
                  <a:srgbClr val="002DFF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Splat 1552"/>
            <p:cNvSpPr>
              <a:spLocks noGrp="1"/>
            </p:cNvSpPr>
            <p:nvPr/>
          </p:nvSpPr>
          <p:spPr>
            <a:xfrm rot="6412453">
              <a:off x="2237176" y="1740054"/>
              <a:ext cx="712464" cy="337373"/>
            </a:xfrm>
            <a:prstGeom prst="ellipse">
              <a:avLst/>
            </a:prstGeom>
            <a:gradFill>
              <a:gsLst>
                <a:gs pos="0">
                  <a:srgbClr val="00B6F6">
                    <a:alpha val="19666"/>
                  </a:srgbClr>
                </a:gs>
                <a:gs pos="14286">
                  <a:srgbClr val="00B6F6">
                    <a:alpha val="18230"/>
                  </a:srgbClr>
                </a:gs>
                <a:gs pos="28571">
                  <a:srgbClr val="00B6F6">
                    <a:alpha val="14467"/>
                  </a:srgbClr>
                </a:gs>
                <a:gs pos="42857">
                  <a:srgbClr val="00B6F6">
                    <a:alpha val="9742"/>
                  </a:srgbClr>
                </a:gs>
                <a:gs pos="57143">
                  <a:srgbClr val="00B6F6">
                    <a:alpha val="5521"/>
                  </a:srgbClr>
                </a:gs>
                <a:gs pos="71429">
                  <a:srgbClr val="00B6F6">
                    <a:alpha val="2624"/>
                  </a:srgbClr>
                </a:gs>
                <a:gs pos="85714">
                  <a:srgbClr val="00B6F6">
                    <a:alpha val="1046"/>
                  </a:srgbClr>
                </a:gs>
                <a:gs pos="100000">
                  <a:srgbClr val="00B6F6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Splat 1553"/>
            <p:cNvSpPr>
              <a:spLocks noGrp="1"/>
            </p:cNvSpPr>
            <p:nvPr/>
          </p:nvSpPr>
          <p:spPr>
            <a:xfrm rot="7008143">
              <a:off x="2045833" y="1773741"/>
              <a:ext cx="691250" cy="431315"/>
            </a:xfrm>
            <a:prstGeom prst="ellipse">
              <a:avLst/>
            </a:prstGeom>
            <a:gradFill>
              <a:gsLst>
                <a:gs pos="0">
                  <a:srgbClr val="000056">
                    <a:alpha val="29927"/>
                  </a:srgbClr>
                </a:gs>
                <a:gs pos="14286">
                  <a:srgbClr val="000056">
                    <a:alpha val="27882"/>
                  </a:srgbClr>
                </a:gs>
                <a:gs pos="28571">
                  <a:srgbClr val="000056">
                    <a:alpha val="22415"/>
                  </a:srgbClr>
                </a:gs>
                <a:gs pos="42857">
                  <a:srgbClr val="000056">
                    <a:alpha val="15335"/>
                  </a:srgbClr>
                </a:gs>
                <a:gs pos="57143">
                  <a:srgbClr val="000056">
                    <a:alpha val="8812"/>
                  </a:srgbClr>
                </a:gs>
                <a:gs pos="71429">
                  <a:srgbClr val="000056">
                    <a:alpha val="4226"/>
                  </a:srgbClr>
                </a:gs>
                <a:gs pos="85714">
                  <a:srgbClr val="000056">
                    <a:alpha val="1693"/>
                  </a:srgbClr>
                </a:gs>
                <a:gs pos="100000">
                  <a:srgbClr val="000056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Splat 1554"/>
            <p:cNvSpPr>
              <a:spLocks noGrp="1"/>
            </p:cNvSpPr>
            <p:nvPr/>
          </p:nvSpPr>
          <p:spPr>
            <a:xfrm rot="2933877">
              <a:off x="1907497" y="1732942"/>
              <a:ext cx="673899" cy="503358"/>
            </a:xfrm>
            <a:prstGeom prst="ellipse">
              <a:avLst/>
            </a:prstGeom>
            <a:gradFill>
              <a:gsLst>
                <a:gs pos="0">
                  <a:srgbClr val="000000">
                    <a:alpha val="32070"/>
                  </a:srgbClr>
                </a:gs>
                <a:gs pos="14286">
                  <a:srgbClr val="000000">
                    <a:alpha val="29911"/>
                  </a:srgbClr>
                </a:gs>
                <a:gs pos="28571">
                  <a:srgbClr val="000000">
                    <a:alpha val="24115"/>
                  </a:srgbClr>
                </a:gs>
                <a:gs pos="42857">
                  <a:srgbClr val="000000">
                    <a:alpha val="16557"/>
                  </a:srgbClr>
                </a:gs>
                <a:gs pos="57143">
                  <a:srgbClr val="000000">
                    <a:alpha val="9543"/>
                  </a:srgbClr>
                </a:gs>
                <a:gs pos="71429">
                  <a:srgbClr val="000000">
                    <a:alpha val="4586"/>
                  </a:srgbClr>
                </a:gs>
                <a:gs pos="85714">
                  <a:srgbClr val="000000">
                    <a:alpha val="1839"/>
                  </a:srgbClr>
                </a:gs>
                <a:gs pos="100000">
                  <a:srgbClr val="000000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Splat 1555"/>
            <p:cNvSpPr>
              <a:spLocks noGrp="1"/>
            </p:cNvSpPr>
            <p:nvPr/>
          </p:nvSpPr>
          <p:spPr>
            <a:xfrm rot="6210205">
              <a:off x="1712966" y="1699058"/>
              <a:ext cx="745180" cy="450761"/>
            </a:xfrm>
            <a:prstGeom prst="ellipse">
              <a:avLst/>
            </a:prstGeom>
            <a:gradFill>
              <a:gsLst>
                <a:gs pos="0">
                  <a:srgbClr val="0000CA">
                    <a:alpha val="8381"/>
                  </a:srgbClr>
                </a:gs>
                <a:gs pos="14286">
                  <a:srgbClr val="0000CA">
                    <a:alpha val="7730"/>
                  </a:srgbClr>
                </a:gs>
                <a:gs pos="28571">
                  <a:srgbClr val="0000CA">
                    <a:alpha val="6055"/>
                  </a:srgbClr>
                </a:gs>
                <a:gs pos="42857">
                  <a:srgbClr val="0000CA">
                    <a:alpha val="4014"/>
                  </a:srgbClr>
                </a:gs>
                <a:gs pos="57143">
                  <a:srgbClr val="0000CA">
                    <a:alpha val="2245"/>
                  </a:srgbClr>
                </a:gs>
                <a:gs pos="71429">
                  <a:srgbClr val="0000CA">
                    <a:alpha val="1057"/>
                  </a:srgbClr>
                </a:gs>
                <a:gs pos="85714">
                  <a:srgbClr val="0000CA">
                    <a:alpha val="419"/>
                  </a:srgbClr>
                </a:gs>
                <a:gs pos="100000">
                  <a:srgbClr val="0000CA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Splat 1556"/>
            <p:cNvSpPr>
              <a:spLocks noGrp="1"/>
            </p:cNvSpPr>
            <p:nvPr/>
          </p:nvSpPr>
          <p:spPr>
            <a:xfrm rot="5749586">
              <a:off x="1520910" y="1734988"/>
              <a:ext cx="636346" cy="449399"/>
            </a:xfrm>
            <a:prstGeom prst="ellipse">
              <a:avLst/>
            </a:prstGeom>
            <a:gradFill>
              <a:gsLst>
                <a:gs pos="0">
                  <a:srgbClr val="000000">
                    <a:alpha val="16347"/>
                  </a:srgbClr>
                </a:gs>
                <a:gs pos="14286">
                  <a:srgbClr val="000000">
                    <a:alpha val="15131"/>
                  </a:srgbClr>
                </a:gs>
                <a:gs pos="28571">
                  <a:srgbClr val="000000">
                    <a:alpha val="11960"/>
                  </a:srgbClr>
                </a:gs>
                <a:gs pos="42857">
                  <a:srgbClr val="000000">
                    <a:alpha val="8016"/>
                  </a:srgbClr>
                </a:gs>
                <a:gs pos="57143">
                  <a:srgbClr val="000000">
                    <a:alpha val="4524"/>
                  </a:srgbClr>
                </a:gs>
                <a:gs pos="71429">
                  <a:srgbClr val="000000">
                    <a:alpha val="2144"/>
                  </a:srgbClr>
                </a:gs>
                <a:gs pos="85714">
                  <a:srgbClr val="000000">
                    <a:alpha val="853"/>
                  </a:srgbClr>
                </a:gs>
                <a:gs pos="100000">
                  <a:srgbClr val="00000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Splat 1557"/>
            <p:cNvSpPr>
              <a:spLocks noGrp="1"/>
            </p:cNvSpPr>
            <p:nvPr/>
          </p:nvSpPr>
          <p:spPr>
            <a:xfrm rot="6915899">
              <a:off x="994698" y="1787086"/>
              <a:ext cx="787965" cy="383862"/>
            </a:xfrm>
            <a:prstGeom prst="ellipse">
              <a:avLst/>
            </a:prstGeom>
            <a:gradFill>
              <a:gsLst>
                <a:gs pos="0">
                  <a:srgbClr val="000000">
                    <a:alpha val="20418"/>
                  </a:srgbClr>
                </a:gs>
                <a:gs pos="14286">
                  <a:srgbClr val="000000">
                    <a:alpha val="18935"/>
                  </a:srgbClr>
                </a:gs>
                <a:gs pos="28571">
                  <a:srgbClr val="000000">
                    <a:alpha val="15040"/>
                  </a:srgbClr>
                </a:gs>
                <a:gs pos="42857">
                  <a:srgbClr val="000000">
                    <a:alpha val="10139"/>
                  </a:srgbClr>
                </a:gs>
                <a:gs pos="57143">
                  <a:srgbClr val="000000">
                    <a:alpha val="5752"/>
                  </a:srgbClr>
                </a:gs>
                <a:gs pos="71429">
                  <a:srgbClr val="000000">
                    <a:alpha val="2735"/>
                  </a:srgbClr>
                </a:gs>
                <a:gs pos="85714">
                  <a:srgbClr val="000000">
                    <a:alpha val="1090"/>
                  </a:srgbClr>
                </a:gs>
                <a:gs pos="100000">
                  <a:srgbClr val="000000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Splat 1558"/>
            <p:cNvSpPr>
              <a:spLocks noGrp="1"/>
            </p:cNvSpPr>
            <p:nvPr/>
          </p:nvSpPr>
          <p:spPr>
            <a:xfrm rot="5358483">
              <a:off x="919893" y="1710878"/>
              <a:ext cx="720215" cy="436026"/>
            </a:xfrm>
            <a:prstGeom prst="ellipse">
              <a:avLst/>
            </a:prstGeom>
            <a:gradFill>
              <a:gsLst>
                <a:gs pos="0">
                  <a:srgbClr val="000000">
                    <a:alpha val="16850"/>
                  </a:srgbClr>
                </a:gs>
                <a:gs pos="14286">
                  <a:srgbClr val="000000">
                    <a:alpha val="15599"/>
                  </a:srgbClr>
                </a:gs>
                <a:gs pos="28571">
                  <a:srgbClr val="000000">
                    <a:alpha val="12338"/>
                  </a:srgbClr>
                </a:gs>
                <a:gs pos="42857">
                  <a:srgbClr val="000000">
                    <a:alpha val="8275"/>
                  </a:srgbClr>
                </a:gs>
                <a:gs pos="57143">
                  <a:srgbClr val="000000">
                    <a:alpha val="4673"/>
                  </a:srgbClr>
                </a:gs>
                <a:gs pos="71429">
                  <a:srgbClr val="000000">
                    <a:alpha val="2215"/>
                  </a:srgbClr>
                </a:gs>
                <a:gs pos="85714">
                  <a:srgbClr val="000000">
                    <a:alpha val="882"/>
                  </a:srgbClr>
                </a:gs>
                <a:gs pos="100000">
                  <a:srgbClr val="000000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Splat 1559"/>
            <p:cNvSpPr>
              <a:spLocks noGrp="1"/>
            </p:cNvSpPr>
            <p:nvPr/>
          </p:nvSpPr>
          <p:spPr>
            <a:xfrm rot="4672838">
              <a:off x="437889" y="1693762"/>
              <a:ext cx="617314" cy="422559"/>
            </a:xfrm>
            <a:prstGeom prst="ellipse">
              <a:avLst/>
            </a:prstGeom>
            <a:gradFill>
              <a:gsLst>
                <a:gs pos="0">
                  <a:srgbClr val="F3D517">
                    <a:alpha val="31651"/>
                  </a:srgbClr>
                </a:gs>
                <a:gs pos="14286">
                  <a:srgbClr val="F3D517">
                    <a:alpha val="29514"/>
                  </a:srgbClr>
                </a:gs>
                <a:gs pos="28571">
                  <a:srgbClr val="F3D517">
                    <a:alpha val="23782"/>
                  </a:srgbClr>
                </a:gs>
                <a:gs pos="42857">
                  <a:srgbClr val="F3D517">
                    <a:alpha val="16316"/>
                  </a:srgbClr>
                </a:gs>
                <a:gs pos="57143">
                  <a:srgbClr val="F3D517">
                    <a:alpha val="9399"/>
                  </a:srgbClr>
                </a:gs>
                <a:gs pos="71429">
                  <a:srgbClr val="F3D517">
                    <a:alpha val="4515"/>
                  </a:srgbClr>
                </a:gs>
                <a:gs pos="85714">
                  <a:srgbClr val="F3D517">
                    <a:alpha val="1810"/>
                  </a:srgbClr>
                </a:gs>
                <a:gs pos="100000">
                  <a:srgbClr val="F3D517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Splat 1560"/>
            <p:cNvSpPr>
              <a:spLocks noGrp="1"/>
            </p:cNvSpPr>
            <p:nvPr/>
          </p:nvSpPr>
          <p:spPr>
            <a:xfrm rot="4469944">
              <a:off x="63912" y="1674580"/>
              <a:ext cx="764171" cy="562586"/>
            </a:xfrm>
            <a:prstGeom prst="ellipse">
              <a:avLst/>
            </a:prstGeom>
            <a:gradFill>
              <a:gsLst>
                <a:gs pos="0">
                  <a:srgbClr val="D3613E">
                    <a:alpha val="32968"/>
                  </a:srgbClr>
                </a:gs>
                <a:gs pos="14286">
                  <a:srgbClr val="D3613E">
                    <a:alpha val="30764"/>
                  </a:srgbClr>
                </a:gs>
                <a:gs pos="28571">
                  <a:srgbClr val="D3613E">
                    <a:alpha val="24833"/>
                  </a:srgbClr>
                </a:gs>
                <a:gs pos="42857">
                  <a:srgbClr val="D3613E">
                    <a:alpha val="17075"/>
                  </a:srgbClr>
                </a:gs>
                <a:gs pos="57143">
                  <a:srgbClr val="D3613E">
                    <a:alpha val="9855"/>
                  </a:srgbClr>
                </a:gs>
                <a:gs pos="71429">
                  <a:srgbClr val="D3613E">
                    <a:alpha val="4740"/>
                  </a:srgbClr>
                </a:gs>
                <a:gs pos="85714">
                  <a:srgbClr val="D3613E">
                    <a:alpha val="1902"/>
                  </a:srgbClr>
                </a:gs>
                <a:gs pos="100000">
                  <a:srgbClr val="D361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Splat 1561"/>
            <p:cNvSpPr>
              <a:spLocks noGrp="1"/>
            </p:cNvSpPr>
            <p:nvPr/>
          </p:nvSpPr>
          <p:spPr>
            <a:xfrm rot="7028517">
              <a:off x="-215962" y="1908576"/>
              <a:ext cx="810874" cy="218220"/>
            </a:xfrm>
            <a:prstGeom prst="ellipse">
              <a:avLst/>
            </a:prstGeom>
            <a:gradFill>
              <a:gsLst>
                <a:gs pos="0">
                  <a:srgbClr val="CD573D">
                    <a:alpha val="32968"/>
                  </a:srgbClr>
                </a:gs>
                <a:gs pos="14286">
                  <a:srgbClr val="CD573D">
                    <a:alpha val="30764"/>
                  </a:srgbClr>
                </a:gs>
                <a:gs pos="28571">
                  <a:srgbClr val="CD573D">
                    <a:alpha val="24833"/>
                  </a:srgbClr>
                </a:gs>
                <a:gs pos="42857">
                  <a:srgbClr val="CD573D">
                    <a:alpha val="17075"/>
                  </a:srgbClr>
                </a:gs>
                <a:gs pos="57143">
                  <a:srgbClr val="CD573D">
                    <a:alpha val="9855"/>
                  </a:srgbClr>
                </a:gs>
                <a:gs pos="71429">
                  <a:srgbClr val="CD573D">
                    <a:alpha val="4740"/>
                  </a:srgbClr>
                </a:gs>
                <a:gs pos="85714">
                  <a:srgbClr val="CD573D">
                    <a:alpha val="1902"/>
                  </a:srgbClr>
                </a:gs>
                <a:gs pos="100000">
                  <a:srgbClr val="CD57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Splat 1562"/>
            <p:cNvSpPr>
              <a:spLocks noGrp="1"/>
            </p:cNvSpPr>
            <p:nvPr/>
          </p:nvSpPr>
          <p:spPr>
            <a:xfrm rot="-10205971">
              <a:off x="2661939" y="1533457"/>
              <a:ext cx="579578" cy="426173"/>
            </a:xfrm>
            <a:prstGeom prst="ellipse">
              <a:avLst/>
            </a:prstGeom>
            <a:gradFill>
              <a:gsLst>
                <a:gs pos="0">
                  <a:srgbClr val="800022">
                    <a:alpha val="28206"/>
                  </a:srgbClr>
                </a:gs>
                <a:gs pos="14286">
                  <a:srgbClr val="800022">
                    <a:alpha val="26256"/>
                  </a:srgbClr>
                </a:gs>
                <a:gs pos="28571">
                  <a:srgbClr val="800022">
                    <a:alpha val="21060"/>
                  </a:srgbClr>
                </a:gs>
                <a:gs pos="42857">
                  <a:srgbClr val="800022">
                    <a:alpha val="14368"/>
                  </a:srgbClr>
                </a:gs>
                <a:gs pos="57143">
                  <a:srgbClr val="800022">
                    <a:alpha val="8236"/>
                  </a:srgbClr>
                </a:gs>
                <a:gs pos="71429">
                  <a:srgbClr val="800022">
                    <a:alpha val="3943"/>
                  </a:srgbClr>
                </a:gs>
                <a:gs pos="85714">
                  <a:srgbClr val="800022">
                    <a:alpha val="1578"/>
                  </a:srgbClr>
                </a:gs>
                <a:gs pos="100000">
                  <a:srgbClr val="800022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Splat 1563"/>
            <p:cNvSpPr>
              <a:spLocks noGrp="1"/>
            </p:cNvSpPr>
            <p:nvPr/>
          </p:nvSpPr>
          <p:spPr>
            <a:xfrm rot="6507610">
              <a:off x="2449747" y="1429331"/>
              <a:ext cx="691507" cy="418443"/>
            </a:xfrm>
            <a:prstGeom prst="ellipse">
              <a:avLst/>
            </a:prstGeom>
            <a:gradFill>
              <a:gsLst>
                <a:gs pos="0">
                  <a:srgbClr val="28F3D5">
                    <a:alpha val="20016"/>
                  </a:srgbClr>
                </a:gs>
                <a:gs pos="14286">
                  <a:srgbClr val="28F3D5">
                    <a:alpha val="18558"/>
                  </a:srgbClr>
                </a:gs>
                <a:gs pos="28571">
                  <a:srgbClr val="28F3D5">
                    <a:alpha val="14733"/>
                  </a:srgbClr>
                </a:gs>
                <a:gs pos="42857">
                  <a:srgbClr val="28F3D5">
                    <a:alpha val="9927"/>
                  </a:srgbClr>
                </a:gs>
                <a:gs pos="57143">
                  <a:srgbClr val="28F3D5">
                    <a:alpha val="5628"/>
                  </a:srgbClr>
                </a:gs>
                <a:gs pos="71429">
                  <a:srgbClr val="28F3D5">
                    <a:alpha val="2675"/>
                  </a:srgbClr>
                </a:gs>
                <a:gs pos="85714">
                  <a:srgbClr val="28F3D5">
                    <a:alpha val="1067"/>
                  </a:srgbClr>
                </a:gs>
                <a:gs pos="100000">
                  <a:srgbClr val="28F3D5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Splat 1564"/>
            <p:cNvSpPr>
              <a:spLocks noGrp="1"/>
            </p:cNvSpPr>
            <p:nvPr/>
          </p:nvSpPr>
          <p:spPr>
            <a:xfrm rot="4110028">
              <a:off x="2358921" y="1541881"/>
              <a:ext cx="535160" cy="440370"/>
            </a:xfrm>
            <a:prstGeom prst="ellipse">
              <a:avLst/>
            </a:prstGeom>
            <a:gradFill>
              <a:gsLst>
                <a:gs pos="0">
                  <a:srgbClr val="006B00">
                    <a:alpha val="16027"/>
                  </a:srgbClr>
                </a:gs>
                <a:gs pos="14286">
                  <a:srgbClr val="006B00">
                    <a:alpha val="14832"/>
                  </a:srgbClr>
                </a:gs>
                <a:gs pos="28571">
                  <a:srgbClr val="006B00">
                    <a:alpha val="11720"/>
                  </a:srgbClr>
                </a:gs>
                <a:gs pos="42857">
                  <a:srgbClr val="006B00">
                    <a:alpha val="7851"/>
                  </a:srgbClr>
                </a:gs>
                <a:gs pos="57143">
                  <a:srgbClr val="006B00">
                    <a:alpha val="4429"/>
                  </a:srgbClr>
                </a:gs>
                <a:gs pos="71429">
                  <a:srgbClr val="006B00">
                    <a:alpha val="2098"/>
                  </a:srgbClr>
                </a:gs>
                <a:gs pos="85714">
                  <a:srgbClr val="006B00">
                    <a:alpha val="835"/>
                  </a:srgbClr>
                </a:gs>
                <a:gs pos="100000">
                  <a:srgbClr val="006B00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Splat 1565"/>
            <p:cNvSpPr>
              <a:spLocks noGrp="1"/>
            </p:cNvSpPr>
            <p:nvPr/>
          </p:nvSpPr>
          <p:spPr>
            <a:xfrm rot="8953838">
              <a:off x="2118194" y="1597093"/>
              <a:ext cx="718673" cy="318181"/>
            </a:xfrm>
            <a:prstGeom prst="ellipse">
              <a:avLst/>
            </a:prstGeom>
            <a:gradFill>
              <a:gsLst>
                <a:gs pos="0">
                  <a:srgbClr val="00009F">
                    <a:alpha val="15374"/>
                  </a:srgbClr>
                </a:gs>
                <a:gs pos="14286">
                  <a:srgbClr val="00009F">
                    <a:alpha val="14224"/>
                  </a:srgbClr>
                </a:gs>
                <a:gs pos="28571">
                  <a:srgbClr val="00009F">
                    <a:alpha val="11231"/>
                  </a:srgbClr>
                </a:gs>
                <a:gs pos="42857">
                  <a:srgbClr val="00009F">
                    <a:alpha val="7517"/>
                  </a:srgbClr>
                </a:gs>
                <a:gs pos="57143">
                  <a:srgbClr val="00009F">
                    <a:alpha val="4237"/>
                  </a:srgbClr>
                </a:gs>
                <a:gs pos="71429">
                  <a:srgbClr val="00009F">
                    <a:alpha val="2006"/>
                  </a:srgbClr>
                </a:gs>
                <a:gs pos="85714">
                  <a:srgbClr val="00009F">
                    <a:alpha val="798"/>
                  </a:srgbClr>
                </a:gs>
                <a:gs pos="100000">
                  <a:srgbClr val="00009F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Splat 1566"/>
            <p:cNvSpPr>
              <a:spLocks noGrp="1"/>
            </p:cNvSpPr>
            <p:nvPr/>
          </p:nvSpPr>
          <p:spPr>
            <a:xfrm rot="-9781023">
              <a:off x="1856964" y="1567893"/>
              <a:ext cx="740270" cy="398528"/>
            </a:xfrm>
            <a:prstGeom prst="ellipse">
              <a:avLst/>
            </a:prstGeom>
            <a:gradFill>
              <a:gsLst>
                <a:gs pos="0">
                  <a:srgbClr val="003EFF">
                    <a:alpha val="9221"/>
                  </a:srgbClr>
                </a:gs>
                <a:gs pos="14286">
                  <a:srgbClr val="003EFF">
                    <a:alpha val="8508"/>
                  </a:srgbClr>
                </a:gs>
                <a:gs pos="28571">
                  <a:srgbClr val="003EFF">
                    <a:alpha val="6671"/>
                  </a:srgbClr>
                </a:gs>
                <a:gs pos="42857">
                  <a:srgbClr val="003EFF">
                    <a:alpha val="4427"/>
                  </a:srgbClr>
                </a:gs>
                <a:gs pos="57143">
                  <a:srgbClr val="003EFF">
                    <a:alpha val="2478"/>
                  </a:srgbClr>
                </a:gs>
                <a:gs pos="71429">
                  <a:srgbClr val="003EFF">
                    <a:alpha val="1168"/>
                  </a:srgbClr>
                </a:gs>
                <a:gs pos="85714">
                  <a:srgbClr val="003EFF">
                    <a:alpha val="463"/>
                  </a:srgbClr>
                </a:gs>
                <a:gs pos="100000">
                  <a:srgbClr val="003EFF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Splat 1567"/>
            <p:cNvSpPr>
              <a:spLocks noGrp="1"/>
            </p:cNvSpPr>
            <p:nvPr/>
          </p:nvSpPr>
          <p:spPr>
            <a:xfrm rot="5705188">
              <a:off x="1673397" y="1580197"/>
              <a:ext cx="740154" cy="336774"/>
            </a:xfrm>
            <a:prstGeom prst="ellipse">
              <a:avLst/>
            </a:prstGeom>
            <a:gradFill>
              <a:gsLst>
                <a:gs pos="0">
                  <a:srgbClr val="000099">
                    <a:alpha val="15994"/>
                  </a:srgbClr>
                </a:gs>
                <a:gs pos="14286">
                  <a:srgbClr val="000099">
                    <a:alpha val="14801"/>
                  </a:srgbClr>
                </a:gs>
                <a:gs pos="28571">
                  <a:srgbClr val="000099">
                    <a:alpha val="11695"/>
                  </a:srgbClr>
                </a:gs>
                <a:gs pos="42857">
                  <a:srgbClr val="000099">
                    <a:alpha val="7834"/>
                  </a:srgbClr>
                </a:gs>
                <a:gs pos="57143">
                  <a:srgbClr val="000099">
                    <a:alpha val="4420"/>
                  </a:srgbClr>
                </a:gs>
                <a:gs pos="71429">
                  <a:srgbClr val="000099">
                    <a:alpha val="2094"/>
                  </a:srgbClr>
                </a:gs>
                <a:gs pos="85714">
                  <a:srgbClr val="000099">
                    <a:alpha val="833"/>
                  </a:srgbClr>
                </a:gs>
                <a:gs pos="100000">
                  <a:srgbClr val="000099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Splat 1568"/>
            <p:cNvSpPr>
              <a:spLocks noGrp="1"/>
            </p:cNvSpPr>
            <p:nvPr/>
          </p:nvSpPr>
          <p:spPr>
            <a:xfrm rot="10397304">
              <a:off x="1500669" y="1580941"/>
              <a:ext cx="624028" cy="425380"/>
            </a:xfrm>
            <a:prstGeom prst="ellipse">
              <a:avLst/>
            </a:prstGeom>
            <a:gradFill>
              <a:gsLst>
                <a:gs pos="0">
                  <a:srgbClr val="0000BB">
                    <a:alpha val="10234"/>
                  </a:srgbClr>
                </a:gs>
                <a:gs pos="14286">
                  <a:srgbClr val="0000BB">
                    <a:alpha val="9446"/>
                  </a:srgbClr>
                </a:gs>
                <a:gs pos="28571">
                  <a:srgbClr val="0000BB">
                    <a:alpha val="7415"/>
                  </a:srgbClr>
                </a:gs>
                <a:gs pos="42857">
                  <a:srgbClr val="0000BB">
                    <a:alpha val="4928"/>
                  </a:srgbClr>
                </a:gs>
                <a:gs pos="57143">
                  <a:srgbClr val="0000BB">
                    <a:alpha val="2761"/>
                  </a:srgbClr>
                </a:gs>
                <a:gs pos="71429">
                  <a:srgbClr val="0000BB">
                    <a:alpha val="1302"/>
                  </a:srgbClr>
                </a:gs>
                <a:gs pos="85714">
                  <a:srgbClr val="0000BB">
                    <a:alpha val="517"/>
                  </a:srgbClr>
                </a:gs>
                <a:gs pos="100000">
                  <a:srgbClr val="0000BB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Splat 1569"/>
            <p:cNvSpPr>
              <a:spLocks noGrp="1"/>
            </p:cNvSpPr>
            <p:nvPr/>
          </p:nvSpPr>
          <p:spPr>
            <a:xfrm rot="-10043859">
              <a:off x="1373258" y="1615620"/>
              <a:ext cx="517045" cy="320949"/>
            </a:xfrm>
            <a:prstGeom prst="ellipse">
              <a:avLst/>
            </a:prstGeom>
            <a:gradFill>
              <a:gsLst>
                <a:gs pos="0">
                  <a:srgbClr val="000075">
                    <a:alpha val="1833"/>
                  </a:srgbClr>
                </a:gs>
                <a:gs pos="14286">
                  <a:srgbClr val="000075">
                    <a:alpha val="1686"/>
                  </a:srgbClr>
                </a:gs>
                <a:gs pos="28571">
                  <a:srgbClr val="000075">
                    <a:alpha val="1312"/>
                  </a:srgbClr>
                </a:gs>
                <a:gs pos="42857">
                  <a:srgbClr val="000075">
                    <a:alpha val="862"/>
                  </a:srgbClr>
                </a:gs>
                <a:gs pos="57143">
                  <a:srgbClr val="000075">
                    <a:alpha val="479"/>
                  </a:srgbClr>
                </a:gs>
                <a:gs pos="71429">
                  <a:srgbClr val="000075">
                    <a:alpha val="224"/>
                  </a:srgbClr>
                </a:gs>
                <a:gs pos="85714">
                  <a:srgbClr val="000075">
                    <a:alpha val="89"/>
                  </a:srgbClr>
                </a:gs>
                <a:gs pos="100000">
                  <a:srgbClr val="000075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Splat 1570"/>
            <p:cNvSpPr>
              <a:spLocks noGrp="1"/>
            </p:cNvSpPr>
            <p:nvPr/>
          </p:nvSpPr>
          <p:spPr>
            <a:xfrm rot="10739186">
              <a:off x="1020839" y="1573773"/>
              <a:ext cx="554835" cy="360775"/>
            </a:xfrm>
            <a:prstGeom prst="ellipse">
              <a:avLst/>
            </a:prstGeom>
            <a:gradFill>
              <a:gsLst>
                <a:gs pos="0">
                  <a:srgbClr val="0057A4">
                    <a:alpha val="21611"/>
                  </a:srgbClr>
                </a:gs>
                <a:gs pos="14286">
                  <a:srgbClr val="0057A4">
                    <a:alpha val="20052"/>
                  </a:srgbClr>
                </a:gs>
                <a:gs pos="28571">
                  <a:srgbClr val="0057A4">
                    <a:alpha val="15950"/>
                  </a:srgbClr>
                </a:gs>
                <a:gs pos="42857">
                  <a:srgbClr val="0057A4">
                    <a:alpha val="10772"/>
                  </a:srgbClr>
                </a:gs>
                <a:gs pos="57143">
                  <a:srgbClr val="0057A4">
                    <a:alpha val="6120"/>
                  </a:srgbClr>
                </a:gs>
                <a:gs pos="71429">
                  <a:srgbClr val="0057A4">
                    <a:alpha val="2913"/>
                  </a:srgbClr>
                </a:gs>
                <a:gs pos="85714">
                  <a:srgbClr val="0057A4">
                    <a:alpha val="1162"/>
                  </a:srgbClr>
                </a:gs>
                <a:gs pos="100000">
                  <a:srgbClr val="0057A4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Splat 1571"/>
            <p:cNvSpPr>
              <a:spLocks noGrp="1"/>
            </p:cNvSpPr>
            <p:nvPr/>
          </p:nvSpPr>
          <p:spPr>
            <a:xfrm rot="-9158635">
              <a:off x="841942" y="1605332"/>
              <a:ext cx="561003" cy="364391"/>
            </a:xfrm>
            <a:prstGeom prst="ellipse">
              <a:avLst/>
            </a:prstGeom>
            <a:gradFill>
              <a:gsLst>
                <a:gs pos="0">
                  <a:srgbClr val="00008F">
                    <a:alpha val="14158"/>
                  </a:srgbClr>
                </a:gs>
                <a:gs pos="14286">
                  <a:srgbClr val="00008F">
                    <a:alpha val="13092"/>
                  </a:srgbClr>
                </a:gs>
                <a:gs pos="28571">
                  <a:srgbClr val="00008F">
                    <a:alpha val="10322"/>
                  </a:srgbClr>
                </a:gs>
                <a:gs pos="42857">
                  <a:srgbClr val="00008F">
                    <a:alpha val="6897"/>
                  </a:srgbClr>
                </a:gs>
                <a:gs pos="57143">
                  <a:srgbClr val="00008F">
                    <a:alpha val="3882"/>
                  </a:srgbClr>
                </a:gs>
                <a:gs pos="71429">
                  <a:srgbClr val="00008F">
                    <a:alpha val="1836"/>
                  </a:srgbClr>
                </a:gs>
                <a:gs pos="85714">
                  <a:srgbClr val="00008F">
                    <a:alpha val="730"/>
                  </a:srgbClr>
                </a:gs>
                <a:gs pos="100000">
                  <a:srgbClr val="00008F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Splat 1572"/>
            <p:cNvSpPr>
              <a:spLocks noGrp="1"/>
            </p:cNvSpPr>
            <p:nvPr/>
          </p:nvSpPr>
          <p:spPr>
            <a:xfrm rot="-8918833">
              <a:off x="107962" y="1430036"/>
              <a:ext cx="787781" cy="616244"/>
            </a:xfrm>
            <a:prstGeom prst="ellipse">
              <a:avLst/>
            </a:prstGeom>
            <a:gradFill>
              <a:gsLst>
                <a:gs pos="0">
                  <a:srgbClr val="D8423B">
                    <a:alpha val="32968"/>
                  </a:srgbClr>
                </a:gs>
                <a:gs pos="14286">
                  <a:srgbClr val="D8423B">
                    <a:alpha val="30764"/>
                  </a:srgbClr>
                </a:gs>
                <a:gs pos="28571">
                  <a:srgbClr val="D8423B">
                    <a:alpha val="24833"/>
                  </a:srgbClr>
                </a:gs>
                <a:gs pos="42857">
                  <a:srgbClr val="D8423B">
                    <a:alpha val="17075"/>
                  </a:srgbClr>
                </a:gs>
                <a:gs pos="57143">
                  <a:srgbClr val="D8423B">
                    <a:alpha val="9855"/>
                  </a:srgbClr>
                </a:gs>
                <a:gs pos="71429">
                  <a:srgbClr val="D8423B">
                    <a:alpha val="4740"/>
                  </a:srgbClr>
                </a:gs>
                <a:gs pos="85714">
                  <a:srgbClr val="D8423B">
                    <a:alpha val="1902"/>
                  </a:srgbClr>
                </a:gs>
                <a:gs pos="100000">
                  <a:srgbClr val="D842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Splat 1573"/>
            <p:cNvSpPr>
              <a:spLocks noGrp="1"/>
            </p:cNvSpPr>
            <p:nvPr/>
          </p:nvSpPr>
          <p:spPr>
            <a:xfrm rot="4794342">
              <a:off x="-87204" y="1464978"/>
              <a:ext cx="832404" cy="542828"/>
            </a:xfrm>
            <a:prstGeom prst="ellipse">
              <a:avLst/>
            </a:prstGeom>
            <a:gradFill>
              <a:gsLst>
                <a:gs pos="0">
                  <a:srgbClr val="D56B45">
                    <a:alpha val="32968"/>
                  </a:srgbClr>
                </a:gs>
                <a:gs pos="14286">
                  <a:srgbClr val="D56B45">
                    <a:alpha val="30764"/>
                  </a:srgbClr>
                </a:gs>
                <a:gs pos="28571">
                  <a:srgbClr val="D56B45">
                    <a:alpha val="24833"/>
                  </a:srgbClr>
                </a:gs>
                <a:gs pos="42857">
                  <a:srgbClr val="D56B45">
                    <a:alpha val="17075"/>
                  </a:srgbClr>
                </a:gs>
                <a:gs pos="57143">
                  <a:srgbClr val="D56B45">
                    <a:alpha val="9855"/>
                  </a:srgbClr>
                </a:gs>
                <a:gs pos="71429">
                  <a:srgbClr val="D56B45">
                    <a:alpha val="4740"/>
                  </a:srgbClr>
                </a:gs>
                <a:gs pos="85714">
                  <a:srgbClr val="D56B45">
                    <a:alpha val="1902"/>
                  </a:srgbClr>
                </a:gs>
                <a:gs pos="100000">
                  <a:srgbClr val="D56B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Splat 1574"/>
            <p:cNvSpPr>
              <a:spLocks noGrp="1"/>
            </p:cNvSpPr>
            <p:nvPr/>
          </p:nvSpPr>
          <p:spPr>
            <a:xfrm rot="3780892">
              <a:off x="-265808" y="1579211"/>
              <a:ext cx="775695" cy="292797"/>
            </a:xfrm>
            <a:prstGeom prst="ellipse">
              <a:avLst/>
            </a:prstGeom>
            <a:gradFill>
              <a:gsLst>
                <a:gs pos="0">
                  <a:srgbClr val="DD551B">
                    <a:alpha val="32968"/>
                  </a:srgbClr>
                </a:gs>
                <a:gs pos="14286">
                  <a:srgbClr val="DD551B">
                    <a:alpha val="30764"/>
                  </a:srgbClr>
                </a:gs>
                <a:gs pos="28571">
                  <a:srgbClr val="DD551B">
                    <a:alpha val="24833"/>
                  </a:srgbClr>
                </a:gs>
                <a:gs pos="42857">
                  <a:srgbClr val="DD551B">
                    <a:alpha val="17075"/>
                  </a:srgbClr>
                </a:gs>
                <a:gs pos="57143">
                  <a:srgbClr val="DD551B">
                    <a:alpha val="9855"/>
                  </a:srgbClr>
                </a:gs>
                <a:gs pos="71429">
                  <a:srgbClr val="DD551B">
                    <a:alpha val="4740"/>
                  </a:srgbClr>
                </a:gs>
                <a:gs pos="85714">
                  <a:srgbClr val="DD551B">
                    <a:alpha val="1902"/>
                  </a:srgbClr>
                </a:gs>
                <a:gs pos="100000">
                  <a:srgbClr val="DD55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Splat 1575"/>
            <p:cNvSpPr>
              <a:spLocks noGrp="1"/>
            </p:cNvSpPr>
            <p:nvPr/>
          </p:nvSpPr>
          <p:spPr>
            <a:xfrm rot="8980985">
              <a:off x="2904484" y="1354173"/>
              <a:ext cx="809901" cy="403485"/>
            </a:xfrm>
            <a:prstGeom prst="ellipse">
              <a:avLst/>
            </a:prstGeom>
            <a:gradFill>
              <a:gsLst>
                <a:gs pos="0">
                  <a:srgbClr val="8C0025">
                    <a:alpha val="32968"/>
                  </a:srgbClr>
                </a:gs>
                <a:gs pos="14286">
                  <a:srgbClr val="8C0025">
                    <a:alpha val="30764"/>
                  </a:srgbClr>
                </a:gs>
                <a:gs pos="28571">
                  <a:srgbClr val="8C0025">
                    <a:alpha val="24833"/>
                  </a:srgbClr>
                </a:gs>
                <a:gs pos="42857">
                  <a:srgbClr val="8C0025">
                    <a:alpha val="17075"/>
                  </a:srgbClr>
                </a:gs>
                <a:gs pos="57143">
                  <a:srgbClr val="8C0025">
                    <a:alpha val="9855"/>
                  </a:srgbClr>
                </a:gs>
                <a:gs pos="71429">
                  <a:srgbClr val="8C0025">
                    <a:alpha val="4740"/>
                  </a:srgbClr>
                </a:gs>
                <a:gs pos="85714">
                  <a:srgbClr val="8C0025">
                    <a:alpha val="1902"/>
                  </a:srgbClr>
                </a:gs>
                <a:gs pos="100000">
                  <a:srgbClr val="8C00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Splat 1576"/>
            <p:cNvSpPr>
              <a:spLocks noGrp="1"/>
            </p:cNvSpPr>
            <p:nvPr/>
          </p:nvSpPr>
          <p:spPr>
            <a:xfrm rot="7652691">
              <a:off x="2753347" y="1389726"/>
              <a:ext cx="870206" cy="374571"/>
            </a:xfrm>
            <a:prstGeom prst="ellipse">
              <a:avLst/>
            </a:prstGeom>
            <a:gradFill>
              <a:gsLst>
                <a:gs pos="0">
                  <a:srgbClr val="9A001C">
                    <a:alpha val="32968"/>
                  </a:srgbClr>
                </a:gs>
                <a:gs pos="14286">
                  <a:srgbClr val="9A001C">
                    <a:alpha val="30764"/>
                  </a:srgbClr>
                </a:gs>
                <a:gs pos="28571">
                  <a:srgbClr val="9A001C">
                    <a:alpha val="24833"/>
                  </a:srgbClr>
                </a:gs>
                <a:gs pos="42857">
                  <a:srgbClr val="9A001C">
                    <a:alpha val="17075"/>
                  </a:srgbClr>
                </a:gs>
                <a:gs pos="57143">
                  <a:srgbClr val="9A001C">
                    <a:alpha val="9855"/>
                  </a:srgbClr>
                </a:gs>
                <a:gs pos="71429">
                  <a:srgbClr val="9A001C">
                    <a:alpha val="4740"/>
                  </a:srgbClr>
                </a:gs>
                <a:gs pos="85714">
                  <a:srgbClr val="9A001C">
                    <a:alpha val="1902"/>
                  </a:srgbClr>
                </a:gs>
                <a:gs pos="100000">
                  <a:srgbClr val="9A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Splat 1577"/>
            <p:cNvSpPr>
              <a:spLocks noGrp="1"/>
            </p:cNvSpPr>
            <p:nvPr/>
          </p:nvSpPr>
          <p:spPr>
            <a:xfrm rot="6170276">
              <a:off x="2633283" y="1384266"/>
              <a:ext cx="767232" cy="355367"/>
            </a:xfrm>
            <a:prstGeom prst="ellipse">
              <a:avLst/>
            </a:prstGeom>
            <a:gradFill>
              <a:gsLst>
                <a:gs pos="0">
                  <a:srgbClr val="DA0061">
                    <a:alpha val="16029"/>
                  </a:srgbClr>
                </a:gs>
                <a:gs pos="14286">
                  <a:srgbClr val="DA0061">
                    <a:alpha val="14834"/>
                  </a:srgbClr>
                </a:gs>
                <a:gs pos="28571">
                  <a:srgbClr val="DA0061">
                    <a:alpha val="11721"/>
                  </a:srgbClr>
                </a:gs>
                <a:gs pos="42857">
                  <a:srgbClr val="DA0061">
                    <a:alpha val="7852"/>
                  </a:srgbClr>
                </a:gs>
                <a:gs pos="57143">
                  <a:srgbClr val="DA0061">
                    <a:alpha val="4430"/>
                  </a:srgbClr>
                </a:gs>
                <a:gs pos="71429">
                  <a:srgbClr val="DA0061">
                    <a:alpha val="2099"/>
                  </a:srgbClr>
                </a:gs>
                <a:gs pos="85714">
                  <a:srgbClr val="DA0061">
                    <a:alpha val="835"/>
                  </a:srgbClr>
                </a:gs>
                <a:gs pos="100000">
                  <a:srgbClr val="DA0061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Splat 1578"/>
            <p:cNvSpPr>
              <a:spLocks noGrp="1"/>
            </p:cNvSpPr>
            <p:nvPr/>
          </p:nvSpPr>
          <p:spPr>
            <a:xfrm rot="-9521337">
              <a:off x="2459195" y="1346305"/>
              <a:ext cx="696269" cy="354822"/>
            </a:xfrm>
            <a:prstGeom prst="ellipse">
              <a:avLst/>
            </a:prstGeom>
            <a:gradFill>
              <a:gsLst>
                <a:gs pos="0">
                  <a:srgbClr val="001D00">
                    <a:alpha val="25302"/>
                  </a:srgbClr>
                </a:gs>
                <a:gs pos="14286">
                  <a:srgbClr val="001D00">
                    <a:alpha val="23519"/>
                  </a:srgbClr>
                </a:gs>
                <a:gs pos="28571">
                  <a:srgbClr val="001D00">
                    <a:alpha val="18794"/>
                  </a:srgbClr>
                </a:gs>
                <a:gs pos="42857">
                  <a:srgbClr val="001D00">
                    <a:alpha val="12764"/>
                  </a:srgbClr>
                </a:gs>
                <a:gs pos="57143">
                  <a:srgbClr val="001D00">
                    <a:alpha val="7287"/>
                  </a:srgbClr>
                </a:gs>
                <a:gs pos="71429">
                  <a:srgbClr val="001D00">
                    <a:alpha val="3480"/>
                  </a:srgbClr>
                </a:gs>
                <a:gs pos="85714">
                  <a:srgbClr val="001D00">
                    <a:alpha val="1391"/>
                  </a:srgbClr>
                </a:gs>
                <a:gs pos="100000">
                  <a:srgbClr val="001D00">
                    <a:alpha val="4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Splat 1579"/>
            <p:cNvSpPr>
              <a:spLocks noGrp="1"/>
            </p:cNvSpPr>
            <p:nvPr/>
          </p:nvSpPr>
          <p:spPr>
            <a:xfrm rot="4373553">
              <a:off x="2290988" y="1379352"/>
              <a:ext cx="711148" cy="422562"/>
            </a:xfrm>
            <a:prstGeom prst="ellipse">
              <a:avLst/>
            </a:prstGeom>
            <a:gradFill>
              <a:gsLst>
                <a:gs pos="0">
                  <a:srgbClr val="08AEEB">
                    <a:alpha val="15921"/>
                  </a:srgbClr>
                </a:gs>
                <a:gs pos="14286">
                  <a:srgbClr val="08AEEB">
                    <a:alpha val="14734"/>
                  </a:srgbClr>
                </a:gs>
                <a:gs pos="28571">
                  <a:srgbClr val="08AEEB">
                    <a:alpha val="11641"/>
                  </a:srgbClr>
                </a:gs>
                <a:gs pos="42857">
                  <a:srgbClr val="08AEEB">
                    <a:alpha val="7797"/>
                  </a:srgbClr>
                </a:gs>
                <a:gs pos="57143">
                  <a:srgbClr val="08AEEB">
                    <a:alpha val="4398"/>
                  </a:srgbClr>
                </a:gs>
                <a:gs pos="71429">
                  <a:srgbClr val="08AEEB">
                    <a:alpha val="2083"/>
                  </a:srgbClr>
                </a:gs>
                <a:gs pos="85714">
                  <a:srgbClr val="08AEEB">
                    <a:alpha val="829"/>
                  </a:srgbClr>
                </a:gs>
                <a:gs pos="100000">
                  <a:srgbClr val="08AEEB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Splat 1580"/>
            <p:cNvSpPr>
              <a:spLocks noGrp="1"/>
            </p:cNvSpPr>
            <p:nvPr/>
          </p:nvSpPr>
          <p:spPr>
            <a:xfrm rot="-9390952">
              <a:off x="893744" y="1375152"/>
              <a:ext cx="773203" cy="219816"/>
            </a:xfrm>
            <a:prstGeom prst="ellipse">
              <a:avLst/>
            </a:prstGeom>
            <a:gradFill>
              <a:gsLst>
                <a:gs pos="0">
                  <a:srgbClr val="00001D">
                    <a:alpha val="18006"/>
                  </a:srgbClr>
                </a:gs>
                <a:gs pos="14286">
                  <a:srgbClr val="00001D">
                    <a:alpha val="16679"/>
                  </a:srgbClr>
                </a:gs>
                <a:gs pos="28571">
                  <a:srgbClr val="00001D">
                    <a:alpha val="13210"/>
                  </a:srgbClr>
                </a:gs>
                <a:gs pos="42857">
                  <a:srgbClr val="00001D">
                    <a:alpha val="8874"/>
                  </a:srgbClr>
                </a:gs>
                <a:gs pos="57143">
                  <a:srgbClr val="00001D">
                    <a:alpha val="5019"/>
                  </a:srgbClr>
                </a:gs>
                <a:gs pos="71429">
                  <a:srgbClr val="00001D">
                    <a:alpha val="2381"/>
                  </a:srgbClr>
                </a:gs>
                <a:gs pos="85714">
                  <a:srgbClr val="00001D">
                    <a:alpha val="949"/>
                  </a:srgbClr>
                </a:gs>
                <a:gs pos="100000">
                  <a:srgbClr val="00001D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Splat 1581"/>
            <p:cNvSpPr>
              <a:spLocks noGrp="1"/>
            </p:cNvSpPr>
            <p:nvPr/>
          </p:nvSpPr>
          <p:spPr>
            <a:xfrm rot="8670362">
              <a:off x="841084" y="1328226"/>
              <a:ext cx="537653" cy="251674"/>
            </a:xfrm>
            <a:prstGeom prst="ellipse">
              <a:avLst/>
            </a:prstGeom>
            <a:gradFill>
              <a:gsLst>
                <a:gs pos="0">
                  <a:srgbClr val="00A4E9">
                    <a:alpha val="17747"/>
                  </a:srgbClr>
                </a:gs>
                <a:gs pos="14286">
                  <a:srgbClr val="00A4E9">
                    <a:alpha val="16437"/>
                  </a:srgbClr>
                </a:gs>
                <a:gs pos="28571">
                  <a:srgbClr val="00A4E9">
                    <a:alpha val="13014"/>
                  </a:srgbClr>
                </a:gs>
                <a:gs pos="42857">
                  <a:srgbClr val="00A4E9">
                    <a:alpha val="8740"/>
                  </a:srgbClr>
                </a:gs>
                <a:gs pos="57143">
                  <a:srgbClr val="00A4E9">
                    <a:alpha val="4941"/>
                  </a:srgbClr>
                </a:gs>
                <a:gs pos="71429">
                  <a:srgbClr val="00A4E9">
                    <a:alpha val="2344"/>
                  </a:srgbClr>
                </a:gs>
                <a:gs pos="85714">
                  <a:srgbClr val="00A4E9">
                    <a:alpha val="934"/>
                  </a:srgbClr>
                </a:gs>
                <a:gs pos="100000">
                  <a:srgbClr val="00A4E9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Splat 1582"/>
            <p:cNvSpPr>
              <a:spLocks noGrp="1"/>
            </p:cNvSpPr>
            <p:nvPr/>
          </p:nvSpPr>
          <p:spPr>
            <a:xfrm rot="5336645">
              <a:off x="538337" y="1362676"/>
              <a:ext cx="400960" cy="318103"/>
            </a:xfrm>
            <a:prstGeom prst="ellipse">
              <a:avLst/>
            </a:prstGeom>
            <a:gradFill>
              <a:gsLst>
                <a:gs pos="0">
                  <a:srgbClr val="FFFF20">
                    <a:alpha val="21972"/>
                  </a:srgbClr>
                </a:gs>
                <a:gs pos="14286">
                  <a:srgbClr val="FFFF20">
                    <a:alpha val="20390"/>
                  </a:srgbClr>
                </a:gs>
                <a:gs pos="28571">
                  <a:srgbClr val="FFFF20">
                    <a:alpha val="16227"/>
                  </a:srgbClr>
                </a:gs>
                <a:gs pos="42857">
                  <a:srgbClr val="FFFF20">
                    <a:alpha val="10964"/>
                  </a:srgbClr>
                </a:gs>
                <a:gs pos="57143">
                  <a:srgbClr val="FFFF20">
                    <a:alpha val="6232"/>
                  </a:srgbClr>
                </a:gs>
                <a:gs pos="71429">
                  <a:srgbClr val="FFFF20">
                    <a:alpha val="2967"/>
                  </a:srgbClr>
                </a:gs>
                <a:gs pos="85714">
                  <a:srgbClr val="FFFF20">
                    <a:alpha val="1184"/>
                  </a:srgbClr>
                </a:gs>
                <a:gs pos="100000">
                  <a:srgbClr val="FFFF20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Splat 1583"/>
            <p:cNvSpPr>
              <a:spLocks noGrp="1"/>
            </p:cNvSpPr>
            <p:nvPr/>
          </p:nvSpPr>
          <p:spPr>
            <a:xfrm rot="2700223">
              <a:off x="162578" y="1303283"/>
              <a:ext cx="793024" cy="411361"/>
            </a:xfrm>
            <a:prstGeom prst="ellipse">
              <a:avLst/>
            </a:prstGeom>
            <a:gradFill>
              <a:gsLst>
                <a:gs pos="0">
                  <a:srgbClr val="D43F3F">
                    <a:alpha val="32968"/>
                  </a:srgbClr>
                </a:gs>
                <a:gs pos="14286">
                  <a:srgbClr val="D43F3F">
                    <a:alpha val="30764"/>
                  </a:srgbClr>
                </a:gs>
                <a:gs pos="28571">
                  <a:srgbClr val="D43F3F">
                    <a:alpha val="24833"/>
                  </a:srgbClr>
                </a:gs>
                <a:gs pos="42857">
                  <a:srgbClr val="D43F3F">
                    <a:alpha val="17075"/>
                  </a:srgbClr>
                </a:gs>
                <a:gs pos="57143">
                  <a:srgbClr val="D43F3F">
                    <a:alpha val="9855"/>
                  </a:srgbClr>
                </a:gs>
                <a:gs pos="71429">
                  <a:srgbClr val="D43F3F">
                    <a:alpha val="4740"/>
                  </a:srgbClr>
                </a:gs>
                <a:gs pos="85714">
                  <a:srgbClr val="D43F3F">
                    <a:alpha val="1902"/>
                  </a:srgbClr>
                </a:gs>
                <a:gs pos="100000">
                  <a:srgbClr val="D43F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Splat 1584"/>
            <p:cNvSpPr>
              <a:spLocks noGrp="1"/>
            </p:cNvSpPr>
            <p:nvPr/>
          </p:nvSpPr>
          <p:spPr>
            <a:xfrm rot="-9703393">
              <a:off x="-176376" y="1240751"/>
              <a:ext cx="938032" cy="659610"/>
            </a:xfrm>
            <a:prstGeom prst="ellipse">
              <a:avLst/>
            </a:prstGeom>
            <a:gradFill>
              <a:gsLst>
                <a:gs pos="0">
                  <a:srgbClr val="D76049">
                    <a:alpha val="32968"/>
                  </a:srgbClr>
                </a:gs>
                <a:gs pos="14286">
                  <a:srgbClr val="D76049">
                    <a:alpha val="30764"/>
                  </a:srgbClr>
                </a:gs>
                <a:gs pos="28571">
                  <a:srgbClr val="D76049">
                    <a:alpha val="24833"/>
                  </a:srgbClr>
                </a:gs>
                <a:gs pos="42857">
                  <a:srgbClr val="D76049">
                    <a:alpha val="17075"/>
                  </a:srgbClr>
                </a:gs>
                <a:gs pos="57143">
                  <a:srgbClr val="D76049">
                    <a:alpha val="9855"/>
                  </a:srgbClr>
                </a:gs>
                <a:gs pos="71429">
                  <a:srgbClr val="D76049">
                    <a:alpha val="4740"/>
                  </a:srgbClr>
                </a:gs>
                <a:gs pos="85714">
                  <a:srgbClr val="D76049">
                    <a:alpha val="1902"/>
                  </a:srgbClr>
                </a:gs>
                <a:gs pos="100000">
                  <a:srgbClr val="D76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Splat 1585"/>
            <p:cNvSpPr>
              <a:spLocks noGrp="1"/>
            </p:cNvSpPr>
            <p:nvPr/>
          </p:nvSpPr>
          <p:spPr>
            <a:xfrm rot="3786977">
              <a:off x="-369515" y="1526127"/>
              <a:ext cx="924766" cy="274004"/>
            </a:xfrm>
            <a:prstGeom prst="ellipse">
              <a:avLst/>
            </a:prstGeom>
            <a:gradFill>
              <a:gsLst>
                <a:gs pos="0">
                  <a:srgbClr val="CE694F">
                    <a:alpha val="32968"/>
                  </a:srgbClr>
                </a:gs>
                <a:gs pos="14286">
                  <a:srgbClr val="CE694F">
                    <a:alpha val="30764"/>
                  </a:srgbClr>
                </a:gs>
                <a:gs pos="28571">
                  <a:srgbClr val="CE694F">
                    <a:alpha val="24833"/>
                  </a:srgbClr>
                </a:gs>
                <a:gs pos="42857">
                  <a:srgbClr val="CE694F">
                    <a:alpha val="17075"/>
                  </a:srgbClr>
                </a:gs>
                <a:gs pos="57143">
                  <a:srgbClr val="CE694F">
                    <a:alpha val="9855"/>
                  </a:srgbClr>
                </a:gs>
                <a:gs pos="71429">
                  <a:srgbClr val="CE694F">
                    <a:alpha val="4740"/>
                  </a:srgbClr>
                </a:gs>
                <a:gs pos="85714">
                  <a:srgbClr val="CE694F">
                    <a:alpha val="1902"/>
                  </a:srgbClr>
                </a:gs>
                <a:gs pos="100000">
                  <a:srgbClr val="CE69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Splat 1586"/>
            <p:cNvSpPr>
              <a:spLocks noGrp="1"/>
            </p:cNvSpPr>
            <p:nvPr/>
          </p:nvSpPr>
          <p:spPr>
            <a:xfrm rot="3182556">
              <a:off x="2966356" y="1088094"/>
              <a:ext cx="735480" cy="456815"/>
            </a:xfrm>
            <a:prstGeom prst="ellipse">
              <a:avLst/>
            </a:prstGeom>
            <a:gradFill>
              <a:gsLst>
                <a:gs pos="0">
                  <a:srgbClr val="E7BCFF">
                    <a:alpha val="5743"/>
                  </a:srgbClr>
                </a:gs>
                <a:gs pos="14286">
                  <a:srgbClr val="E7BCFF">
                    <a:alpha val="5291"/>
                  </a:srgbClr>
                </a:gs>
                <a:gs pos="28571">
                  <a:srgbClr val="E7BCFF">
                    <a:alpha val="4133"/>
                  </a:srgbClr>
                </a:gs>
                <a:gs pos="42857">
                  <a:srgbClr val="E7BCFF">
                    <a:alpha val="2731"/>
                  </a:srgbClr>
                </a:gs>
                <a:gs pos="57143">
                  <a:srgbClr val="E7BCFF">
                    <a:alpha val="1522"/>
                  </a:srgbClr>
                </a:gs>
                <a:gs pos="71429">
                  <a:srgbClr val="E7BCFF">
                    <a:alpha val="716"/>
                  </a:srgbClr>
                </a:gs>
                <a:gs pos="85714">
                  <a:srgbClr val="E7BCFF">
                    <a:alpha val="284"/>
                  </a:srgbClr>
                </a:gs>
                <a:gs pos="100000">
                  <a:srgbClr val="E7BCFF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Splat 1587"/>
            <p:cNvSpPr>
              <a:spLocks noGrp="1"/>
            </p:cNvSpPr>
            <p:nvPr/>
          </p:nvSpPr>
          <p:spPr>
            <a:xfrm rot="-8691127">
              <a:off x="2740459" y="1124777"/>
              <a:ext cx="781095" cy="546404"/>
            </a:xfrm>
            <a:prstGeom prst="ellipse">
              <a:avLst/>
            </a:prstGeom>
            <a:gradFill>
              <a:gsLst>
                <a:gs pos="0">
                  <a:srgbClr val="CF2B8C">
                    <a:alpha val="7876"/>
                  </a:srgbClr>
                </a:gs>
                <a:gs pos="14286">
                  <a:srgbClr val="CF2B8C">
                    <a:alpha val="7263"/>
                  </a:srgbClr>
                </a:gs>
                <a:gs pos="28571">
                  <a:srgbClr val="CF2B8C">
                    <a:alpha val="5686"/>
                  </a:srgbClr>
                </a:gs>
                <a:gs pos="42857">
                  <a:srgbClr val="CF2B8C">
                    <a:alpha val="3767"/>
                  </a:srgbClr>
                </a:gs>
                <a:gs pos="57143">
                  <a:srgbClr val="CF2B8C">
                    <a:alpha val="2105"/>
                  </a:srgbClr>
                </a:gs>
                <a:gs pos="71429">
                  <a:srgbClr val="CF2B8C">
                    <a:alpha val="991"/>
                  </a:srgbClr>
                </a:gs>
                <a:gs pos="85714">
                  <a:srgbClr val="CF2B8C">
                    <a:alpha val="393"/>
                  </a:srgbClr>
                </a:gs>
                <a:gs pos="100000">
                  <a:srgbClr val="CF2B8C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Splat 1588"/>
            <p:cNvSpPr>
              <a:spLocks noGrp="1"/>
            </p:cNvSpPr>
            <p:nvPr/>
          </p:nvSpPr>
          <p:spPr>
            <a:xfrm rot="4644102">
              <a:off x="2660314" y="1210166"/>
              <a:ext cx="575639" cy="311218"/>
            </a:xfrm>
            <a:prstGeom prst="ellipse">
              <a:avLst/>
            </a:prstGeom>
            <a:gradFill>
              <a:gsLst>
                <a:gs pos="0">
                  <a:srgbClr val="FDB1F0">
                    <a:alpha val="14917"/>
                  </a:srgbClr>
                </a:gs>
                <a:gs pos="14286">
                  <a:srgbClr val="FDB1F0">
                    <a:alpha val="13798"/>
                  </a:srgbClr>
                </a:gs>
                <a:gs pos="28571">
                  <a:srgbClr val="FDB1F0">
                    <a:alpha val="10889"/>
                  </a:srgbClr>
                </a:gs>
                <a:gs pos="42857">
                  <a:srgbClr val="FDB1F0">
                    <a:alpha val="7283"/>
                  </a:srgbClr>
                </a:gs>
                <a:gs pos="57143">
                  <a:srgbClr val="FDB1F0">
                    <a:alpha val="4104"/>
                  </a:srgbClr>
                </a:gs>
                <a:gs pos="71429">
                  <a:srgbClr val="FDB1F0">
                    <a:alpha val="1942"/>
                  </a:srgbClr>
                </a:gs>
                <a:gs pos="85714">
                  <a:srgbClr val="FDB1F0">
                    <a:alpha val="773"/>
                  </a:srgbClr>
                </a:gs>
                <a:gs pos="100000">
                  <a:srgbClr val="FDB1F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Splat 1589"/>
            <p:cNvSpPr>
              <a:spLocks noGrp="1"/>
            </p:cNvSpPr>
            <p:nvPr/>
          </p:nvSpPr>
          <p:spPr>
            <a:xfrm rot="7368351">
              <a:off x="2452542" y="1221187"/>
              <a:ext cx="645107" cy="343376"/>
            </a:xfrm>
            <a:prstGeom prst="ellipse">
              <a:avLst/>
            </a:prstGeom>
            <a:gradFill>
              <a:gsLst>
                <a:gs pos="0">
                  <a:srgbClr val="4678F4">
                    <a:alpha val="8571"/>
                  </a:srgbClr>
                </a:gs>
                <a:gs pos="14286">
                  <a:srgbClr val="4678F4">
                    <a:alpha val="7906"/>
                  </a:srgbClr>
                </a:gs>
                <a:gs pos="28571">
                  <a:srgbClr val="4678F4">
                    <a:alpha val="6195"/>
                  </a:srgbClr>
                </a:gs>
                <a:gs pos="42857">
                  <a:srgbClr val="4678F4">
                    <a:alpha val="4108"/>
                  </a:srgbClr>
                </a:gs>
                <a:gs pos="57143">
                  <a:srgbClr val="4678F4">
                    <a:alpha val="2298"/>
                  </a:srgbClr>
                </a:gs>
                <a:gs pos="71429">
                  <a:srgbClr val="4678F4">
                    <a:alpha val="1082"/>
                  </a:srgbClr>
                </a:gs>
                <a:gs pos="85714">
                  <a:srgbClr val="4678F4">
                    <a:alpha val="429"/>
                  </a:srgbClr>
                </a:gs>
                <a:gs pos="100000">
                  <a:srgbClr val="4678F4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Splat 1590"/>
            <p:cNvSpPr>
              <a:spLocks noGrp="1"/>
            </p:cNvSpPr>
            <p:nvPr/>
          </p:nvSpPr>
          <p:spPr>
            <a:xfrm rot="7102556">
              <a:off x="2058984" y="1185865"/>
              <a:ext cx="534962" cy="334683"/>
            </a:xfrm>
            <a:prstGeom prst="ellipse">
              <a:avLst/>
            </a:prstGeom>
            <a:gradFill>
              <a:gsLst>
                <a:gs pos="0">
                  <a:srgbClr val="000000">
                    <a:alpha val="21730"/>
                  </a:srgbClr>
                </a:gs>
                <a:gs pos="14286">
                  <a:srgbClr val="000000">
                    <a:alpha val="20163"/>
                  </a:srgbClr>
                </a:gs>
                <a:gs pos="28571">
                  <a:srgbClr val="000000">
                    <a:alpha val="16041"/>
                  </a:srgbClr>
                </a:gs>
                <a:gs pos="42857">
                  <a:srgbClr val="000000">
                    <a:alpha val="10835"/>
                  </a:srgbClr>
                </a:gs>
                <a:gs pos="57143">
                  <a:srgbClr val="000000">
                    <a:alpha val="6157"/>
                  </a:srgbClr>
                </a:gs>
                <a:gs pos="71429">
                  <a:srgbClr val="000000">
                    <a:alpha val="2931"/>
                  </a:srgbClr>
                </a:gs>
                <a:gs pos="85714">
                  <a:srgbClr val="000000">
                    <a:alpha val="1169"/>
                  </a:srgbClr>
                </a:gs>
                <a:gs pos="100000">
                  <a:srgbClr val="000000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Splat 1591"/>
            <p:cNvSpPr>
              <a:spLocks noGrp="1"/>
            </p:cNvSpPr>
            <p:nvPr/>
          </p:nvSpPr>
          <p:spPr>
            <a:xfrm rot="10323690">
              <a:off x="1872702" y="1082890"/>
              <a:ext cx="622170" cy="529533"/>
            </a:xfrm>
            <a:prstGeom prst="ellipse">
              <a:avLst/>
            </a:prstGeom>
            <a:gradFill>
              <a:gsLst>
                <a:gs pos="0">
                  <a:srgbClr val="000000">
                    <a:alpha val="5437"/>
                  </a:srgbClr>
                </a:gs>
                <a:gs pos="14286">
                  <a:srgbClr val="000000">
                    <a:alpha val="5008"/>
                  </a:srgbClr>
                </a:gs>
                <a:gs pos="28571">
                  <a:srgbClr val="000000">
                    <a:alpha val="3911"/>
                  </a:srgbClr>
                </a:gs>
                <a:gs pos="42857">
                  <a:srgbClr val="000000">
                    <a:alpha val="2583"/>
                  </a:srgbClr>
                </a:gs>
                <a:gs pos="57143">
                  <a:srgbClr val="000000">
                    <a:alpha val="1439"/>
                  </a:srgbClr>
                </a:gs>
                <a:gs pos="71429">
                  <a:srgbClr val="000000">
                    <a:alpha val="676"/>
                  </a:srgbClr>
                </a:gs>
                <a:gs pos="85714">
                  <a:srgbClr val="000000">
                    <a:alpha val="268"/>
                  </a:srgbClr>
                </a:gs>
                <a:gs pos="100000">
                  <a:srgbClr val="000000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Splat 1592"/>
            <p:cNvSpPr>
              <a:spLocks noGrp="1"/>
            </p:cNvSpPr>
            <p:nvPr/>
          </p:nvSpPr>
          <p:spPr>
            <a:xfrm rot="4400619">
              <a:off x="1707163" y="1055846"/>
              <a:ext cx="646435" cy="562250"/>
            </a:xfrm>
            <a:prstGeom prst="ellipse">
              <a:avLst/>
            </a:prstGeom>
            <a:gradFill>
              <a:gsLst>
                <a:gs pos="0">
                  <a:srgbClr val="000000">
                    <a:alpha val="14263"/>
                  </a:srgbClr>
                </a:gs>
                <a:gs pos="14286">
                  <a:srgbClr val="000000">
                    <a:alpha val="13189"/>
                  </a:srgbClr>
                </a:gs>
                <a:gs pos="28571">
                  <a:srgbClr val="000000">
                    <a:alpha val="10400"/>
                  </a:srgbClr>
                </a:gs>
                <a:gs pos="42857">
                  <a:srgbClr val="000000">
                    <a:alpha val="6950"/>
                  </a:srgbClr>
                </a:gs>
                <a:gs pos="57143">
                  <a:srgbClr val="000000">
                    <a:alpha val="3913"/>
                  </a:srgbClr>
                </a:gs>
                <a:gs pos="71429">
                  <a:srgbClr val="000000">
                    <a:alpha val="1851"/>
                  </a:srgbClr>
                </a:gs>
                <a:gs pos="85714">
                  <a:srgbClr val="000000">
                    <a:alpha val="736"/>
                  </a:srgbClr>
                </a:gs>
                <a:gs pos="100000">
                  <a:srgbClr val="000000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Splat 1593"/>
            <p:cNvSpPr>
              <a:spLocks noGrp="1"/>
            </p:cNvSpPr>
            <p:nvPr/>
          </p:nvSpPr>
          <p:spPr>
            <a:xfrm rot="-10001914">
              <a:off x="1351962" y="1229028"/>
              <a:ext cx="567144" cy="320796"/>
            </a:xfrm>
            <a:prstGeom prst="ellipse">
              <a:avLst/>
            </a:prstGeom>
            <a:gradFill>
              <a:gsLst>
                <a:gs pos="0">
                  <a:srgbClr val="0000FF">
                    <a:alpha val="3289"/>
                  </a:srgbClr>
                </a:gs>
                <a:gs pos="14286">
                  <a:srgbClr val="0000FF">
                    <a:alpha val="3027"/>
                  </a:srgbClr>
                </a:gs>
                <a:gs pos="28571">
                  <a:srgbClr val="0000FF">
                    <a:alpha val="2358"/>
                  </a:srgbClr>
                </a:gs>
                <a:gs pos="42857">
                  <a:srgbClr val="0000FF">
                    <a:alpha val="1553"/>
                  </a:srgbClr>
                </a:gs>
                <a:gs pos="57143">
                  <a:srgbClr val="0000FF">
                    <a:alpha val="864"/>
                  </a:srgbClr>
                </a:gs>
                <a:gs pos="71429">
                  <a:srgbClr val="0000FF">
                    <a:alpha val="405"/>
                  </a:srgbClr>
                </a:gs>
                <a:gs pos="85714">
                  <a:srgbClr val="0000FF">
                    <a:alpha val="160"/>
                  </a:srgbClr>
                </a:gs>
                <a:gs pos="100000">
                  <a:srgbClr val="0000FF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Splat 1594"/>
            <p:cNvSpPr>
              <a:spLocks noGrp="1"/>
            </p:cNvSpPr>
            <p:nvPr/>
          </p:nvSpPr>
          <p:spPr>
            <a:xfrm rot="8757635">
              <a:off x="927297" y="1084234"/>
              <a:ext cx="610751" cy="469215"/>
            </a:xfrm>
            <a:prstGeom prst="ellipse">
              <a:avLst/>
            </a:prstGeom>
            <a:gradFill>
              <a:gsLst>
                <a:gs pos="0">
                  <a:srgbClr val="0000FF">
                    <a:alpha val="3355"/>
                  </a:srgbClr>
                </a:gs>
                <a:gs pos="14286">
                  <a:srgbClr val="0000FF">
                    <a:alpha val="3088"/>
                  </a:srgbClr>
                </a:gs>
                <a:gs pos="28571">
                  <a:srgbClr val="0000FF">
                    <a:alpha val="2406"/>
                  </a:srgbClr>
                </a:gs>
                <a:gs pos="42857">
                  <a:srgbClr val="0000FF">
                    <a:alpha val="1585"/>
                  </a:srgbClr>
                </a:gs>
                <a:gs pos="57143">
                  <a:srgbClr val="0000FF">
                    <a:alpha val="881"/>
                  </a:srgbClr>
                </a:gs>
                <a:gs pos="71429">
                  <a:srgbClr val="0000FF">
                    <a:alpha val="413"/>
                  </a:srgbClr>
                </a:gs>
                <a:gs pos="85714">
                  <a:srgbClr val="0000FF">
                    <a:alpha val="164"/>
                  </a:srgbClr>
                </a:gs>
                <a:gs pos="100000">
                  <a:srgbClr val="0000FF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Splat 1595"/>
            <p:cNvSpPr>
              <a:spLocks noGrp="1"/>
            </p:cNvSpPr>
            <p:nvPr/>
          </p:nvSpPr>
          <p:spPr>
            <a:xfrm rot="6667090">
              <a:off x="747927" y="1143274"/>
              <a:ext cx="559491" cy="280006"/>
            </a:xfrm>
            <a:prstGeom prst="ellipse">
              <a:avLst/>
            </a:prstGeom>
            <a:gradFill>
              <a:gsLst>
                <a:gs pos="0">
                  <a:srgbClr val="000024">
                    <a:alpha val="32749"/>
                  </a:srgbClr>
                </a:gs>
                <a:gs pos="14286">
                  <a:srgbClr val="000024">
                    <a:alpha val="30556"/>
                  </a:srgbClr>
                </a:gs>
                <a:gs pos="28571">
                  <a:srgbClr val="000024">
                    <a:alpha val="24658"/>
                  </a:srgbClr>
                </a:gs>
                <a:gs pos="42857">
                  <a:srgbClr val="000024">
                    <a:alpha val="16948"/>
                  </a:srgbClr>
                </a:gs>
                <a:gs pos="57143">
                  <a:srgbClr val="000024">
                    <a:alpha val="9778"/>
                  </a:srgbClr>
                </a:gs>
                <a:gs pos="71429">
                  <a:srgbClr val="000024">
                    <a:alpha val="4703"/>
                  </a:srgbClr>
                </a:gs>
                <a:gs pos="85714">
                  <a:srgbClr val="000024">
                    <a:alpha val="1887"/>
                  </a:srgbClr>
                </a:gs>
                <a:gs pos="100000">
                  <a:srgbClr val="000024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Splat 1596"/>
            <p:cNvSpPr>
              <a:spLocks noGrp="1"/>
            </p:cNvSpPr>
            <p:nvPr/>
          </p:nvSpPr>
          <p:spPr>
            <a:xfrm rot="4850006">
              <a:off x="315574" y="1113727"/>
              <a:ext cx="513002" cy="379983"/>
            </a:xfrm>
            <a:prstGeom prst="ellipse">
              <a:avLst/>
            </a:prstGeom>
            <a:gradFill>
              <a:gsLst>
                <a:gs pos="0">
                  <a:srgbClr val="DB2D3F">
                    <a:alpha val="18449"/>
                  </a:srgbClr>
                </a:gs>
                <a:gs pos="14286">
                  <a:srgbClr val="DB2D3F">
                    <a:alpha val="17092"/>
                  </a:srgbClr>
                </a:gs>
                <a:gs pos="28571">
                  <a:srgbClr val="DB2D3F">
                    <a:alpha val="13544"/>
                  </a:srgbClr>
                </a:gs>
                <a:gs pos="42857">
                  <a:srgbClr val="DB2D3F">
                    <a:alpha val="9105"/>
                  </a:srgbClr>
                </a:gs>
                <a:gs pos="57143">
                  <a:srgbClr val="DB2D3F">
                    <a:alpha val="5152"/>
                  </a:srgbClr>
                </a:gs>
                <a:gs pos="71429">
                  <a:srgbClr val="DB2D3F">
                    <a:alpha val="2446"/>
                  </a:srgbClr>
                </a:gs>
                <a:gs pos="85714">
                  <a:srgbClr val="DB2D3F">
                    <a:alpha val="974"/>
                  </a:srgbClr>
                </a:gs>
                <a:gs pos="100000">
                  <a:srgbClr val="DB2D3F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Splat 1597"/>
            <p:cNvSpPr>
              <a:spLocks noGrp="1"/>
            </p:cNvSpPr>
            <p:nvPr/>
          </p:nvSpPr>
          <p:spPr>
            <a:xfrm rot="4584681">
              <a:off x="-51913" y="1011293"/>
              <a:ext cx="913683" cy="551803"/>
            </a:xfrm>
            <a:prstGeom prst="ellipse">
              <a:avLst/>
            </a:prstGeom>
            <a:gradFill>
              <a:gsLst>
                <a:gs pos="0">
                  <a:srgbClr val="DC6F5F">
                    <a:alpha val="32968"/>
                  </a:srgbClr>
                </a:gs>
                <a:gs pos="14286">
                  <a:srgbClr val="DC6F5F">
                    <a:alpha val="30764"/>
                  </a:srgbClr>
                </a:gs>
                <a:gs pos="28571">
                  <a:srgbClr val="DC6F5F">
                    <a:alpha val="24833"/>
                  </a:srgbClr>
                </a:gs>
                <a:gs pos="42857">
                  <a:srgbClr val="DC6F5F">
                    <a:alpha val="17075"/>
                  </a:srgbClr>
                </a:gs>
                <a:gs pos="57143">
                  <a:srgbClr val="DC6F5F">
                    <a:alpha val="9855"/>
                  </a:srgbClr>
                </a:gs>
                <a:gs pos="71429">
                  <a:srgbClr val="DC6F5F">
                    <a:alpha val="4740"/>
                  </a:srgbClr>
                </a:gs>
                <a:gs pos="85714">
                  <a:srgbClr val="DC6F5F">
                    <a:alpha val="1902"/>
                  </a:srgbClr>
                </a:gs>
                <a:gs pos="100000">
                  <a:srgbClr val="DC6F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Splat 1598"/>
            <p:cNvSpPr>
              <a:spLocks noGrp="1"/>
            </p:cNvSpPr>
            <p:nvPr/>
          </p:nvSpPr>
          <p:spPr>
            <a:xfrm rot="7948240">
              <a:off x="-317821" y="978853"/>
              <a:ext cx="873803" cy="653626"/>
            </a:xfrm>
            <a:prstGeom prst="ellipse">
              <a:avLst/>
            </a:prstGeom>
            <a:gradFill>
              <a:gsLst>
                <a:gs pos="0">
                  <a:srgbClr val="F26D00">
                    <a:alpha val="10702"/>
                  </a:srgbClr>
                </a:gs>
                <a:gs pos="14286">
                  <a:srgbClr val="F26D00">
                    <a:alpha val="9881"/>
                  </a:srgbClr>
                </a:gs>
                <a:gs pos="28571">
                  <a:srgbClr val="F26D00">
                    <a:alpha val="7760"/>
                  </a:srgbClr>
                </a:gs>
                <a:gs pos="42857">
                  <a:srgbClr val="F26D00">
                    <a:alpha val="5160"/>
                  </a:srgbClr>
                </a:gs>
                <a:gs pos="57143">
                  <a:srgbClr val="F26D00">
                    <a:alpha val="2893"/>
                  </a:srgbClr>
                </a:gs>
                <a:gs pos="71429">
                  <a:srgbClr val="F26D00">
                    <a:alpha val="1365"/>
                  </a:srgbClr>
                </a:gs>
                <a:gs pos="85714">
                  <a:srgbClr val="F26D00">
                    <a:alpha val="542"/>
                  </a:srgbClr>
                </a:gs>
                <a:gs pos="100000">
                  <a:srgbClr val="F26D0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Splat 1599"/>
            <p:cNvSpPr>
              <a:spLocks noGrp="1"/>
            </p:cNvSpPr>
            <p:nvPr/>
          </p:nvSpPr>
          <p:spPr>
            <a:xfrm rot="3538569">
              <a:off x="2977253" y="895055"/>
              <a:ext cx="725059" cy="460540"/>
            </a:xfrm>
            <a:prstGeom prst="ellipse">
              <a:avLst/>
            </a:prstGeom>
            <a:gradFill>
              <a:gsLst>
                <a:gs pos="0">
                  <a:srgbClr val="C90031">
                    <a:alpha val="30394"/>
                  </a:srgbClr>
                </a:gs>
                <a:gs pos="14286">
                  <a:srgbClr val="C90031">
                    <a:alpha val="28324"/>
                  </a:srgbClr>
                </a:gs>
                <a:gs pos="28571">
                  <a:srgbClr val="C90031">
                    <a:alpha val="22784"/>
                  </a:srgbClr>
                </a:gs>
                <a:gs pos="42857">
                  <a:srgbClr val="C90031">
                    <a:alpha val="15600"/>
                  </a:srgbClr>
                </a:gs>
                <a:gs pos="57143">
                  <a:srgbClr val="C90031">
                    <a:alpha val="8969"/>
                  </a:srgbClr>
                </a:gs>
                <a:gs pos="71429">
                  <a:srgbClr val="C90031">
                    <a:alpha val="4304"/>
                  </a:srgbClr>
                </a:gs>
                <a:gs pos="85714">
                  <a:srgbClr val="C90031">
                    <a:alpha val="1724"/>
                  </a:srgbClr>
                </a:gs>
                <a:gs pos="100000">
                  <a:srgbClr val="C90031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Splat 1600"/>
            <p:cNvSpPr>
              <a:spLocks noGrp="1"/>
            </p:cNvSpPr>
            <p:nvPr/>
          </p:nvSpPr>
          <p:spPr>
            <a:xfrm rot="5009991">
              <a:off x="2742807" y="847260"/>
              <a:ext cx="727093" cy="661665"/>
            </a:xfrm>
            <a:prstGeom prst="ellipse">
              <a:avLst/>
            </a:prstGeom>
            <a:gradFill>
              <a:gsLst>
                <a:gs pos="0">
                  <a:srgbClr val="E680BE">
                    <a:alpha val="21295"/>
                  </a:srgbClr>
                </a:gs>
                <a:gs pos="14286">
                  <a:srgbClr val="E680BE">
                    <a:alpha val="19755"/>
                  </a:srgbClr>
                </a:gs>
                <a:gs pos="28571">
                  <a:srgbClr val="E680BE">
                    <a:alpha val="15708"/>
                  </a:srgbClr>
                </a:gs>
                <a:gs pos="42857">
                  <a:srgbClr val="E680BE">
                    <a:alpha val="10604"/>
                  </a:srgbClr>
                </a:gs>
                <a:gs pos="57143">
                  <a:srgbClr val="E680BE">
                    <a:alpha val="6022"/>
                  </a:srgbClr>
                </a:gs>
                <a:gs pos="71429">
                  <a:srgbClr val="E680BE">
                    <a:alpha val="2865"/>
                  </a:srgbClr>
                </a:gs>
                <a:gs pos="85714">
                  <a:srgbClr val="E680BE">
                    <a:alpha val="1143"/>
                  </a:srgbClr>
                </a:gs>
                <a:gs pos="100000">
                  <a:srgbClr val="E680BE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Splat 1601"/>
            <p:cNvSpPr>
              <a:spLocks noGrp="1"/>
            </p:cNvSpPr>
            <p:nvPr/>
          </p:nvSpPr>
          <p:spPr>
            <a:xfrm rot="3035888">
              <a:off x="2520926" y="827489"/>
              <a:ext cx="776552" cy="613359"/>
            </a:xfrm>
            <a:prstGeom prst="ellipse">
              <a:avLst/>
            </a:prstGeom>
            <a:gradFill>
              <a:gsLst>
                <a:gs pos="0">
                  <a:srgbClr val="CF2B6E">
                    <a:alpha val="25526"/>
                  </a:srgbClr>
                </a:gs>
                <a:gs pos="14286">
                  <a:srgbClr val="CF2B6E">
                    <a:alpha val="23729"/>
                  </a:srgbClr>
                </a:gs>
                <a:gs pos="28571">
                  <a:srgbClr val="CF2B6E">
                    <a:alpha val="18968"/>
                  </a:srgbClr>
                </a:gs>
                <a:gs pos="42857">
                  <a:srgbClr val="CF2B6E">
                    <a:alpha val="12886"/>
                  </a:srgbClr>
                </a:gs>
                <a:gs pos="57143">
                  <a:srgbClr val="CF2B6E">
                    <a:alpha val="7359"/>
                  </a:srgbClr>
                </a:gs>
                <a:gs pos="71429">
                  <a:srgbClr val="CF2B6E">
                    <a:alpha val="3515"/>
                  </a:srgbClr>
                </a:gs>
                <a:gs pos="85714">
                  <a:srgbClr val="CF2B6E">
                    <a:alpha val="1405"/>
                  </a:srgbClr>
                </a:gs>
                <a:gs pos="100000">
                  <a:srgbClr val="CF2B6E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Splat 1602"/>
            <p:cNvSpPr>
              <a:spLocks noGrp="1"/>
            </p:cNvSpPr>
            <p:nvPr/>
          </p:nvSpPr>
          <p:spPr>
            <a:xfrm rot="7268615">
              <a:off x="2461976" y="965604"/>
              <a:ext cx="623092" cy="356989"/>
            </a:xfrm>
            <a:prstGeom prst="ellipse">
              <a:avLst/>
            </a:prstGeom>
            <a:gradFill>
              <a:gsLst>
                <a:gs pos="0">
                  <a:srgbClr val="B41455">
                    <a:alpha val="32968"/>
                  </a:srgbClr>
                </a:gs>
                <a:gs pos="14286">
                  <a:srgbClr val="B41455">
                    <a:alpha val="30764"/>
                  </a:srgbClr>
                </a:gs>
                <a:gs pos="28571">
                  <a:srgbClr val="B41455">
                    <a:alpha val="24833"/>
                  </a:srgbClr>
                </a:gs>
                <a:gs pos="42857">
                  <a:srgbClr val="B41455">
                    <a:alpha val="17075"/>
                  </a:srgbClr>
                </a:gs>
                <a:gs pos="57143">
                  <a:srgbClr val="B41455">
                    <a:alpha val="9855"/>
                  </a:srgbClr>
                </a:gs>
                <a:gs pos="71429">
                  <a:srgbClr val="B41455">
                    <a:alpha val="4740"/>
                  </a:srgbClr>
                </a:gs>
                <a:gs pos="85714">
                  <a:srgbClr val="B41455">
                    <a:alpha val="1902"/>
                  </a:srgbClr>
                </a:gs>
                <a:gs pos="100000">
                  <a:srgbClr val="B414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Splat 1603"/>
            <p:cNvSpPr>
              <a:spLocks noGrp="1"/>
            </p:cNvSpPr>
            <p:nvPr/>
          </p:nvSpPr>
          <p:spPr>
            <a:xfrm rot="4716824">
              <a:off x="2305045" y="988164"/>
              <a:ext cx="713356" cy="165198"/>
            </a:xfrm>
            <a:prstGeom prst="ellipse">
              <a:avLst/>
            </a:prstGeom>
            <a:gradFill>
              <a:gsLst>
                <a:gs pos="0">
                  <a:srgbClr val="C61252">
                    <a:alpha val="32968"/>
                  </a:srgbClr>
                </a:gs>
                <a:gs pos="14286">
                  <a:srgbClr val="C61252">
                    <a:alpha val="30764"/>
                  </a:srgbClr>
                </a:gs>
                <a:gs pos="28571">
                  <a:srgbClr val="C61252">
                    <a:alpha val="24833"/>
                  </a:srgbClr>
                </a:gs>
                <a:gs pos="42857">
                  <a:srgbClr val="C61252">
                    <a:alpha val="17075"/>
                  </a:srgbClr>
                </a:gs>
                <a:gs pos="57143">
                  <a:srgbClr val="C61252">
                    <a:alpha val="9855"/>
                  </a:srgbClr>
                </a:gs>
                <a:gs pos="71429">
                  <a:srgbClr val="C61252">
                    <a:alpha val="4740"/>
                  </a:srgbClr>
                </a:gs>
                <a:gs pos="85714">
                  <a:srgbClr val="C61252">
                    <a:alpha val="1902"/>
                  </a:srgbClr>
                </a:gs>
                <a:gs pos="100000">
                  <a:srgbClr val="C612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Splat 1604"/>
            <p:cNvSpPr>
              <a:spLocks noGrp="1"/>
            </p:cNvSpPr>
            <p:nvPr/>
          </p:nvSpPr>
          <p:spPr>
            <a:xfrm rot="9639039">
              <a:off x="2086183" y="970895"/>
              <a:ext cx="524539" cy="2882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Splat 1605"/>
            <p:cNvSpPr>
              <a:spLocks noGrp="1"/>
            </p:cNvSpPr>
            <p:nvPr/>
          </p:nvSpPr>
          <p:spPr>
            <a:xfrm rot="5812039">
              <a:off x="1686018" y="911778"/>
              <a:ext cx="669223" cy="358671"/>
            </a:xfrm>
            <a:prstGeom prst="ellipse">
              <a:avLst/>
            </a:prstGeom>
            <a:gradFill>
              <a:gsLst>
                <a:gs pos="0">
                  <a:srgbClr val="000000">
                    <a:alpha val="24623"/>
                  </a:srgbClr>
                </a:gs>
                <a:gs pos="14286">
                  <a:srgbClr val="000000">
                    <a:alpha val="22880"/>
                  </a:srgbClr>
                </a:gs>
                <a:gs pos="28571">
                  <a:srgbClr val="000000">
                    <a:alpha val="18268"/>
                  </a:srgbClr>
                </a:gs>
                <a:gs pos="42857">
                  <a:srgbClr val="000000">
                    <a:alpha val="12394"/>
                  </a:srgbClr>
                </a:gs>
                <a:gs pos="57143">
                  <a:srgbClr val="000000">
                    <a:alpha val="7069"/>
                  </a:srgbClr>
                </a:gs>
                <a:gs pos="71429">
                  <a:srgbClr val="000000">
                    <a:alpha val="3374"/>
                  </a:srgbClr>
                </a:gs>
                <a:gs pos="85714">
                  <a:srgbClr val="000000">
                    <a:alpha val="1348"/>
                  </a:srgbClr>
                </a:gs>
                <a:gs pos="100000">
                  <a:srgbClr val="000000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Splat 1606"/>
            <p:cNvSpPr>
              <a:spLocks noGrp="1"/>
            </p:cNvSpPr>
            <p:nvPr/>
          </p:nvSpPr>
          <p:spPr>
            <a:xfrm rot="3002753">
              <a:off x="1281710" y="908439"/>
              <a:ext cx="616916" cy="484480"/>
            </a:xfrm>
            <a:prstGeom prst="ellipse">
              <a:avLst/>
            </a:prstGeom>
            <a:gradFill>
              <a:gsLst>
                <a:gs pos="0">
                  <a:srgbClr val="00FFFF">
                    <a:alpha val="5805"/>
                  </a:srgbClr>
                </a:gs>
                <a:gs pos="14286">
                  <a:srgbClr val="00FFFF">
                    <a:alpha val="5348"/>
                  </a:srgbClr>
                </a:gs>
                <a:gs pos="28571">
                  <a:srgbClr val="00FFFF">
                    <a:alpha val="4178"/>
                  </a:srgbClr>
                </a:gs>
                <a:gs pos="42857">
                  <a:srgbClr val="00FFFF">
                    <a:alpha val="2761"/>
                  </a:srgbClr>
                </a:gs>
                <a:gs pos="57143">
                  <a:srgbClr val="00FFFF">
                    <a:alpha val="1539"/>
                  </a:srgbClr>
                </a:gs>
                <a:gs pos="71429">
                  <a:srgbClr val="00FFFF">
                    <a:alpha val="723"/>
                  </a:srgbClr>
                </a:gs>
                <a:gs pos="85714">
                  <a:srgbClr val="00FFFF">
                    <a:alpha val="287"/>
                  </a:srgbClr>
                </a:gs>
                <a:gs pos="100000">
                  <a:srgbClr val="00FFFF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Splat 1607"/>
            <p:cNvSpPr>
              <a:spLocks noGrp="1"/>
            </p:cNvSpPr>
            <p:nvPr/>
          </p:nvSpPr>
          <p:spPr>
            <a:xfrm rot="3711568">
              <a:off x="834140" y="910126"/>
              <a:ext cx="466565" cy="395208"/>
            </a:xfrm>
            <a:prstGeom prst="ellipse">
              <a:avLst/>
            </a:prstGeom>
            <a:gradFill>
              <a:gsLst>
                <a:gs pos="0">
                  <a:srgbClr val="000000">
                    <a:alpha val="17460"/>
                  </a:srgbClr>
                </a:gs>
                <a:gs pos="14286">
                  <a:srgbClr val="000000">
                    <a:alpha val="16169"/>
                  </a:srgbClr>
                </a:gs>
                <a:gs pos="28571">
                  <a:srgbClr val="000000">
                    <a:alpha val="12797"/>
                  </a:srgbClr>
                </a:gs>
                <a:gs pos="42857">
                  <a:srgbClr val="000000">
                    <a:alpha val="8590"/>
                  </a:srgbClr>
                </a:gs>
                <a:gs pos="57143">
                  <a:srgbClr val="000000">
                    <a:alpha val="4855"/>
                  </a:srgbClr>
                </a:gs>
                <a:gs pos="71429">
                  <a:srgbClr val="000000">
                    <a:alpha val="2303"/>
                  </a:srgbClr>
                </a:gs>
                <a:gs pos="85714">
                  <a:srgbClr val="000000">
                    <a:alpha val="917"/>
                  </a:srgbClr>
                </a:gs>
                <a:gs pos="100000">
                  <a:srgbClr val="0000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Splat 1608"/>
            <p:cNvSpPr>
              <a:spLocks noGrp="1"/>
            </p:cNvSpPr>
            <p:nvPr/>
          </p:nvSpPr>
          <p:spPr>
            <a:xfrm rot="-10602924">
              <a:off x="711615" y="969569"/>
              <a:ext cx="352203" cy="254723"/>
            </a:xfrm>
            <a:prstGeom prst="ellipse">
              <a:avLst/>
            </a:prstGeom>
            <a:gradFill>
              <a:gsLst>
                <a:gs pos="0">
                  <a:srgbClr val="040904">
                    <a:alpha val="32968"/>
                  </a:srgbClr>
                </a:gs>
                <a:gs pos="14286">
                  <a:srgbClr val="040904">
                    <a:alpha val="30764"/>
                  </a:srgbClr>
                </a:gs>
                <a:gs pos="28571">
                  <a:srgbClr val="040904">
                    <a:alpha val="24833"/>
                  </a:srgbClr>
                </a:gs>
                <a:gs pos="42857">
                  <a:srgbClr val="040904">
                    <a:alpha val="17075"/>
                  </a:srgbClr>
                </a:gs>
                <a:gs pos="57143">
                  <a:srgbClr val="040904">
                    <a:alpha val="9855"/>
                  </a:srgbClr>
                </a:gs>
                <a:gs pos="71429">
                  <a:srgbClr val="040904">
                    <a:alpha val="4740"/>
                  </a:srgbClr>
                </a:gs>
                <a:gs pos="85714">
                  <a:srgbClr val="040904">
                    <a:alpha val="1902"/>
                  </a:srgbClr>
                </a:gs>
                <a:gs pos="100000">
                  <a:srgbClr val="0409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Splat 1609"/>
            <p:cNvSpPr>
              <a:spLocks noGrp="1"/>
            </p:cNvSpPr>
            <p:nvPr/>
          </p:nvSpPr>
          <p:spPr>
            <a:xfrm rot="4306639">
              <a:off x="-193092" y="824857"/>
              <a:ext cx="708760" cy="534927"/>
            </a:xfrm>
            <a:prstGeom prst="ellipse">
              <a:avLst/>
            </a:prstGeom>
            <a:gradFill>
              <a:gsLst>
                <a:gs pos="0">
                  <a:srgbClr val="C80464">
                    <a:alpha val="32407"/>
                  </a:srgbClr>
                </a:gs>
                <a:gs pos="14286">
                  <a:srgbClr val="C80464">
                    <a:alpha val="30231"/>
                  </a:srgbClr>
                </a:gs>
                <a:gs pos="28571">
                  <a:srgbClr val="C80464">
                    <a:alpha val="24384"/>
                  </a:srgbClr>
                </a:gs>
                <a:gs pos="42857">
                  <a:srgbClr val="C80464">
                    <a:alpha val="16751"/>
                  </a:srgbClr>
                </a:gs>
                <a:gs pos="57143">
                  <a:srgbClr val="C80464">
                    <a:alpha val="9660"/>
                  </a:srgbClr>
                </a:gs>
                <a:gs pos="71429">
                  <a:srgbClr val="C80464">
                    <a:alpha val="4644"/>
                  </a:srgbClr>
                </a:gs>
                <a:gs pos="85714">
                  <a:srgbClr val="C80464">
                    <a:alpha val="1863"/>
                  </a:srgbClr>
                </a:gs>
                <a:gs pos="100000">
                  <a:srgbClr val="C80464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Splat 1610"/>
            <p:cNvSpPr>
              <a:spLocks noGrp="1"/>
            </p:cNvSpPr>
            <p:nvPr/>
          </p:nvSpPr>
          <p:spPr>
            <a:xfrm rot="10634853">
              <a:off x="-323272" y="814712"/>
              <a:ext cx="865767" cy="665169"/>
            </a:xfrm>
            <a:prstGeom prst="ellipse">
              <a:avLst/>
            </a:prstGeom>
            <a:gradFill>
              <a:gsLst>
                <a:gs pos="0">
                  <a:srgbClr val="E39D43">
                    <a:alpha val="15396"/>
                  </a:srgbClr>
                </a:gs>
                <a:gs pos="14286">
                  <a:srgbClr val="E39D43">
                    <a:alpha val="14244"/>
                  </a:srgbClr>
                </a:gs>
                <a:gs pos="28571">
                  <a:srgbClr val="E39D43">
                    <a:alpha val="11247"/>
                  </a:srgbClr>
                </a:gs>
                <a:gs pos="42857">
                  <a:srgbClr val="E39D43">
                    <a:alpha val="7528"/>
                  </a:srgbClr>
                </a:gs>
                <a:gs pos="57143">
                  <a:srgbClr val="E39D43">
                    <a:alpha val="4244"/>
                  </a:srgbClr>
                </a:gs>
                <a:gs pos="71429">
                  <a:srgbClr val="E39D43">
                    <a:alpha val="2009"/>
                  </a:srgbClr>
                </a:gs>
                <a:gs pos="85714">
                  <a:srgbClr val="E39D43">
                    <a:alpha val="799"/>
                  </a:srgbClr>
                </a:gs>
                <a:gs pos="100000">
                  <a:srgbClr val="E39D43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Splat 1611"/>
            <p:cNvSpPr>
              <a:spLocks noGrp="1"/>
            </p:cNvSpPr>
            <p:nvPr/>
          </p:nvSpPr>
          <p:spPr>
            <a:xfrm rot="3962679">
              <a:off x="3037635" y="668811"/>
              <a:ext cx="759922" cy="603086"/>
            </a:xfrm>
            <a:prstGeom prst="ellipse">
              <a:avLst/>
            </a:prstGeom>
            <a:gradFill>
              <a:gsLst>
                <a:gs pos="0">
                  <a:srgbClr val="D67FC2">
                    <a:alpha val="32968"/>
                  </a:srgbClr>
                </a:gs>
                <a:gs pos="14286">
                  <a:srgbClr val="D67FC2">
                    <a:alpha val="30764"/>
                  </a:srgbClr>
                </a:gs>
                <a:gs pos="28571">
                  <a:srgbClr val="D67FC2">
                    <a:alpha val="24833"/>
                  </a:srgbClr>
                </a:gs>
                <a:gs pos="42857">
                  <a:srgbClr val="D67FC2">
                    <a:alpha val="17075"/>
                  </a:srgbClr>
                </a:gs>
                <a:gs pos="57143">
                  <a:srgbClr val="D67FC2">
                    <a:alpha val="9855"/>
                  </a:srgbClr>
                </a:gs>
                <a:gs pos="71429">
                  <a:srgbClr val="D67FC2">
                    <a:alpha val="4740"/>
                  </a:srgbClr>
                </a:gs>
                <a:gs pos="85714">
                  <a:srgbClr val="D67FC2">
                    <a:alpha val="1902"/>
                  </a:srgbClr>
                </a:gs>
                <a:gs pos="100000">
                  <a:srgbClr val="D67F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Splat 1612"/>
            <p:cNvSpPr>
              <a:spLocks noGrp="1"/>
            </p:cNvSpPr>
            <p:nvPr/>
          </p:nvSpPr>
          <p:spPr>
            <a:xfrm rot="6619323">
              <a:off x="2862620" y="680968"/>
              <a:ext cx="676778" cy="599212"/>
            </a:xfrm>
            <a:prstGeom prst="ellipse">
              <a:avLst/>
            </a:prstGeom>
            <a:gradFill>
              <a:gsLst>
                <a:gs pos="0">
                  <a:srgbClr val="E2ADEB">
                    <a:alpha val="23312"/>
                  </a:srgbClr>
                </a:gs>
                <a:gs pos="14286">
                  <a:srgbClr val="E2ADEB">
                    <a:alpha val="21648"/>
                  </a:srgbClr>
                </a:gs>
                <a:gs pos="28571">
                  <a:srgbClr val="E2ADEB">
                    <a:alpha val="17256"/>
                  </a:srgbClr>
                </a:gs>
                <a:gs pos="42857">
                  <a:srgbClr val="E2ADEB">
                    <a:alpha val="11684"/>
                  </a:srgbClr>
                </a:gs>
                <a:gs pos="57143">
                  <a:srgbClr val="E2ADEB">
                    <a:alpha val="6653"/>
                  </a:srgbClr>
                </a:gs>
                <a:gs pos="71429">
                  <a:srgbClr val="E2ADEB">
                    <a:alpha val="3171"/>
                  </a:srgbClr>
                </a:gs>
                <a:gs pos="85714">
                  <a:srgbClr val="E2ADEB">
                    <a:alpha val="1266"/>
                  </a:srgbClr>
                </a:gs>
                <a:gs pos="100000">
                  <a:srgbClr val="E2ADEB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Splat 1613"/>
            <p:cNvSpPr>
              <a:spLocks noGrp="1"/>
            </p:cNvSpPr>
            <p:nvPr/>
          </p:nvSpPr>
          <p:spPr>
            <a:xfrm rot="6864581">
              <a:off x="2603063" y="696591"/>
              <a:ext cx="753324" cy="424336"/>
            </a:xfrm>
            <a:prstGeom prst="ellipse">
              <a:avLst/>
            </a:prstGeom>
            <a:gradFill>
              <a:gsLst>
                <a:gs pos="0">
                  <a:srgbClr val="B80053">
                    <a:alpha val="26597"/>
                  </a:srgbClr>
                </a:gs>
                <a:gs pos="14286">
                  <a:srgbClr val="B80053">
                    <a:alpha val="24738"/>
                  </a:srgbClr>
                </a:gs>
                <a:gs pos="28571">
                  <a:srgbClr val="B80053">
                    <a:alpha val="19801"/>
                  </a:srgbClr>
                </a:gs>
                <a:gs pos="42857">
                  <a:srgbClr val="B80053">
                    <a:alpha val="13475"/>
                  </a:srgbClr>
                </a:gs>
                <a:gs pos="57143">
                  <a:srgbClr val="B80053">
                    <a:alpha val="7707"/>
                  </a:srgbClr>
                </a:gs>
                <a:gs pos="71429">
                  <a:srgbClr val="B80053">
                    <a:alpha val="3684"/>
                  </a:srgbClr>
                </a:gs>
                <a:gs pos="85714">
                  <a:srgbClr val="B80053">
                    <a:alpha val="1473"/>
                  </a:srgbClr>
                </a:gs>
                <a:gs pos="100000">
                  <a:srgbClr val="B80053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Splat 1614"/>
            <p:cNvSpPr>
              <a:spLocks noGrp="1"/>
            </p:cNvSpPr>
            <p:nvPr/>
          </p:nvSpPr>
          <p:spPr>
            <a:xfrm rot="5444746">
              <a:off x="2396095" y="629122"/>
              <a:ext cx="763872" cy="558910"/>
            </a:xfrm>
            <a:prstGeom prst="ellipse">
              <a:avLst/>
            </a:prstGeom>
            <a:gradFill>
              <a:gsLst>
                <a:gs pos="0">
                  <a:srgbClr val="BA0063">
                    <a:alpha val="32968"/>
                  </a:srgbClr>
                </a:gs>
                <a:gs pos="14286">
                  <a:srgbClr val="BA0063">
                    <a:alpha val="30764"/>
                  </a:srgbClr>
                </a:gs>
                <a:gs pos="28571">
                  <a:srgbClr val="BA0063">
                    <a:alpha val="24833"/>
                  </a:srgbClr>
                </a:gs>
                <a:gs pos="42857">
                  <a:srgbClr val="BA0063">
                    <a:alpha val="17075"/>
                  </a:srgbClr>
                </a:gs>
                <a:gs pos="57143">
                  <a:srgbClr val="BA0063">
                    <a:alpha val="9855"/>
                  </a:srgbClr>
                </a:gs>
                <a:gs pos="71429">
                  <a:srgbClr val="BA0063">
                    <a:alpha val="4740"/>
                  </a:srgbClr>
                </a:gs>
                <a:gs pos="85714">
                  <a:srgbClr val="BA0063">
                    <a:alpha val="1902"/>
                  </a:srgbClr>
                </a:gs>
                <a:gs pos="100000">
                  <a:srgbClr val="BA00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Splat 1615"/>
            <p:cNvSpPr>
              <a:spLocks noGrp="1"/>
            </p:cNvSpPr>
            <p:nvPr/>
          </p:nvSpPr>
          <p:spPr>
            <a:xfrm rot="-10014945">
              <a:off x="1208440" y="646257"/>
              <a:ext cx="502158" cy="331356"/>
            </a:xfrm>
            <a:prstGeom prst="ellipse">
              <a:avLst/>
            </a:prstGeom>
            <a:gradFill>
              <a:gsLst>
                <a:gs pos="0">
                  <a:srgbClr val="00FFFF">
                    <a:alpha val="11218"/>
                  </a:srgbClr>
                </a:gs>
                <a:gs pos="14286">
                  <a:srgbClr val="00FFFF">
                    <a:alpha val="10359"/>
                  </a:srgbClr>
                </a:gs>
                <a:gs pos="28571">
                  <a:srgbClr val="00FFFF">
                    <a:alpha val="8141"/>
                  </a:srgbClr>
                </a:gs>
                <a:gs pos="42857">
                  <a:srgbClr val="00FFFF">
                    <a:alpha val="5417"/>
                  </a:srgbClr>
                </a:gs>
                <a:gs pos="57143">
                  <a:srgbClr val="00FFFF">
                    <a:alpha val="3039"/>
                  </a:srgbClr>
                </a:gs>
                <a:gs pos="71429">
                  <a:srgbClr val="00FFFF">
                    <a:alpha val="1434"/>
                  </a:srgbClr>
                </a:gs>
                <a:gs pos="85714">
                  <a:srgbClr val="00FFFF">
                    <a:alpha val="570"/>
                  </a:srgbClr>
                </a:gs>
                <a:gs pos="100000">
                  <a:srgbClr val="00FFFF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Splat 1616"/>
            <p:cNvSpPr>
              <a:spLocks noGrp="1"/>
            </p:cNvSpPr>
            <p:nvPr/>
          </p:nvSpPr>
          <p:spPr>
            <a:xfrm rot="6119156">
              <a:off x="76143" y="686026"/>
              <a:ext cx="760814" cy="492528"/>
            </a:xfrm>
            <a:prstGeom prst="ellipse">
              <a:avLst/>
            </a:prstGeom>
            <a:gradFill>
              <a:gsLst>
                <a:gs pos="0">
                  <a:srgbClr val="FBA086">
                    <a:alpha val="10240"/>
                  </a:srgbClr>
                </a:gs>
                <a:gs pos="14286">
                  <a:srgbClr val="FBA086">
                    <a:alpha val="9452"/>
                  </a:srgbClr>
                </a:gs>
                <a:gs pos="28571">
                  <a:srgbClr val="FBA086">
                    <a:alpha val="7420"/>
                  </a:srgbClr>
                </a:gs>
                <a:gs pos="42857">
                  <a:srgbClr val="FBA086">
                    <a:alpha val="4931"/>
                  </a:srgbClr>
                </a:gs>
                <a:gs pos="57143">
                  <a:srgbClr val="FBA086">
                    <a:alpha val="2763"/>
                  </a:srgbClr>
                </a:gs>
                <a:gs pos="71429">
                  <a:srgbClr val="FBA086">
                    <a:alpha val="1303"/>
                  </a:srgbClr>
                </a:gs>
                <a:gs pos="85714">
                  <a:srgbClr val="FBA086">
                    <a:alpha val="517"/>
                  </a:srgbClr>
                </a:gs>
                <a:gs pos="100000">
                  <a:srgbClr val="FBA086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Splat 1617"/>
            <p:cNvSpPr>
              <a:spLocks noGrp="1"/>
            </p:cNvSpPr>
            <p:nvPr/>
          </p:nvSpPr>
          <p:spPr>
            <a:xfrm rot="5258344">
              <a:off x="-97815" y="619850"/>
              <a:ext cx="764531" cy="654599"/>
            </a:xfrm>
            <a:prstGeom prst="ellipse">
              <a:avLst/>
            </a:prstGeom>
            <a:gradFill>
              <a:gsLst>
                <a:gs pos="0">
                  <a:srgbClr val="D97162">
                    <a:alpha val="30510"/>
                  </a:srgbClr>
                </a:gs>
                <a:gs pos="14286">
                  <a:srgbClr val="D97162">
                    <a:alpha val="28433"/>
                  </a:srgbClr>
                </a:gs>
                <a:gs pos="28571">
                  <a:srgbClr val="D97162">
                    <a:alpha val="22876"/>
                  </a:srgbClr>
                </a:gs>
                <a:gs pos="42857">
                  <a:srgbClr val="D97162">
                    <a:alpha val="15665"/>
                  </a:srgbClr>
                </a:gs>
                <a:gs pos="57143">
                  <a:srgbClr val="D97162">
                    <a:alpha val="9009"/>
                  </a:srgbClr>
                </a:gs>
                <a:gs pos="71429">
                  <a:srgbClr val="D97162">
                    <a:alpha val="4323"/>
                  </a:srgbClr>
                </a:gs>
                <a:gs pos="85714">
                  <a:srgbClr val="D97162">
                    <a:alpha val="1732"/>
                  </a:srgbClr>
                </a:gs>
                <a:gs pos="100000">
                  <a:srgbClr val="D97162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Splat 1618"/>
            <p:cNvSpPr>
              <a:spLocks noGrp="1"/>
            </p:cNvSpPr>
            <p:nvPr/>
          </p:nvSpPr>
          <p:spPr>
            <a:xfrm rot="8368553">
              <a:off x="-316938" y="686473"/>
              <a:ext cx="728363" cy="564594"/>
            </a:xfrm>
            <a:prstGeom prst="ellipse">
              <a:avLst/>
            </a:prstGeom>
            <a:gradFill>
              <a:gsLst>
                <a:gs pos="0">
                  <a:srgbClr val="D89049">
                    <a:alpha val="16925"/>
                  </a:srgbClr>
                </a:gs>
                <a:gs pos="14286">
                  <a:srgbClr val="D89049">
                    <a:alpha val="15670"/>
                  </a:srgbClr>
                </a:gs>
                <a:gs pos="28571">
                  <a:srgbClr val="D89049">
                    <a:alpha val="12395"/>
                  </a:srgbClr>
                </a:gs>
                <a:gs pos="42857">
                  <a:srgbClr val="D89049">
                    <a:alpha val="8314"/>
                  </a:srgbClr>
                </a:gs>
                <a:gs pos="57143">
                  <a:srgbClr val="D89049">
                    <a:alpha val="4696"/>
                  </a:srgbClr>
                </a:gs>
                <a:gs pos="71429">
                  <a:srgbClr val="D89049">
                    <a:alpha val="2226"/>
                  </a:srgbClr>
                </a:gs>
                <a:gs pos="85714">
                  <a:srgbClr val="D89049">
                    <a:alpha val="886"/>
                  </a:srgbClr>
                </a:gs>
                <a:gs pos="100000">
                  <a:srgbClr val="D89049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Splat 1619"/>
            <p:cNvSpPr>
              <a:spLocks noGrp="1"/>
            </p:cNvSpPr>
            <p:nvPr/>
          </p:nvSpPr>
          <p:spPr>
            <a:xfrm rot="-10709916">
              <a:off x="3091452" y="395382"/>
              <a:ext cx="689095" cy="606379"/>
            </a:xfrm>
            <a:prstGeom prst="ellipse">
              <a:avLst/>
            </a:prstGeom>
            <a:gradFill>
              <a:gsLst>
                <a:gs pos="0">
                  <a:srgbClr val="E8ACF8">
                    <a:alpha val="24334"/>
                  </a:srgbClr>
                </a:gs>
                <a:gs pos="14286">
                  <a:srgbClr val="E8ACF8">
                    <a:alpha val="22608"/>
                  </a:srgbClr>
                </a:gs>
                <a:gs pos="28571">
                  <a:srgbClr val="E8ACF8">
                    <a:alpha val="18044"/>
                  </a:srgbClr>
                </a:gs>
                <a:gs pos="42857">
                  <a:srgbClr val="E8ACF8">
                    <a:alpha val="12236"/>
                  </a:srgbClr>
                </a:gs>
                <a:gs pos="57143">
                  <a:srgbClr val="E8ACF8">
                    <a:alpha val="6977"/>
                  </a:srgbClr>
                </a:gs>
                <a:gs pos="71429">
                  <a:srgbClr val="E8ACF8">
                    <a:alpha val="3329"/>
                  </a:srgbClr>
                </a:gs>
                <a:gs pos="85714">
                  <a:srgbClr val="E8ACF8">
                    <a:alpha val="1330"/>
                  </a:srgbClr>
                </a:gs>
                <a:gs pos="100000">
                  <a:srgbClr val="E8ACF8">
                    <a:alpha val="4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Splat 1620"/>
            <p:cNvSpPr>
              <a:spLocks noGrp="1"/>
            </p:cNvSpPr>
            <p:nvPr/>
          </p:nvSpPr>
          <p:spPr>
            <a:xfrm rot="6480648">
              <a:off x="2897735" y="462220"/>
              <a:ext cx="615149" cy="523196"/>
            </a:xfrm>
            <a:prstGeom prst="ellipse">
              <a:avLst/>
            </a:prstGeom>
            <a:gradFill>
              <a:gsLst>
                <a:gs pos="0">
                  <a:srgbClr val="EEB8FF">
                    <a:alpha val="25134"/>
                  </a:srgbClr>
                </a:gs>
                <a:gs pos="14286">
                  <a:srgbClr val="EEB8FF">
                    <a:alpha val="23361"/>
                  </a:srgbClr>
                </a:gs>
                <a:gs pos="28571">
                  <a:srgbClr val="EEB8FF">
                    <a:alpha val="18664"/>
                  </a:srgbClr>
                </a:gs>
                <a:gs pos="42857">
                  <a:srgbClr val="EEB8FF">
                    <a:alpha val="12672"/>
                  </a:srgbClr>
                </a:gs>
                <a:gs pos="57143">
                  <a:srgbClr val="EEB8FF">
                    <a:alpha val="7233"/>
                  </a:srgbClr>
                </a:gs>
                <a:gs pos="71429">
                  <a:srgbClr val="EEB8FF">
                    <a:alpha val="3453"/>
                  </a:srgbClr>
                </a:gs>
                <a:gs pos="85714">
                  <a:srgbClr val="EEB8FF">
                    <a:alpha val="1380"/>
                  </a:srgbClr>
                </a:gs>
                <a:gs pos="100000">
                  <a:srgbClr val="EEB8FF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Splat 1621"/>
            <p:cNvSpPr>
              <a:spLocks noGrp="1"/>
            </p:cNvSpPr>
            <p:nvPr/>
          </p:nvSpPr>
          <p:spPr>
            <a:xfrm rot="8361442">
              <a:off x="2662230" y="412573"/>
              <a:ext cx="730123" cy="603076"/>
            </a:xfrm>
            <a:prstGeom prst="ellipse">
              <a:avLst/>
            </a:prstGeom>
            <a:gradFill>
              <a:gsLst>
                <a:gs pos="0">
                  <a:srgbClr val="BC0056">
                    <a:alpha val="23838"/>
                  </a:srgbClr>
                </a:gs>
                <a:gs pos="14286">
                  <a:srgbClr val="BC0056">
                    <a:alpha val="22142"/>
                  </a:srgbClr>
                </a:gs>
                <a:gs pos="28571">
                  <a:srgbClr val="BC0056">
                    <a:alpha val="17661"/>
                  </a:srgbClr>
                </a:gs>
                <a:gs pos="42857">
                  <a:srgbClr val="BC0056">
                    <a:alpha val="11968"/>
                  </a:srgbClr>
                </a:gs>
                <a:gs pos="57143">
                  <a:srgbClr val="BC0056">
                    <a:alpha val="6819"/>
                  </a:srgbClr>
                </a:gs>
                <a:gs pos="71429">
                  <a:srgbClr val="BC0056">
                    <a:alpha val="3252"/>
                  </a:srgbClr>
                </a:gs>
                <a:gs pos="85714">
                  <a:srgbClr val="BC0056">
                    <a:alpha val="1299"/>
                  </a:srgbClr>
                </a:gs>
                <a:gs pos="100000">
                  <a:srgbClr val="BC0056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Splat 1622"/>
            <p:cNvSpPr>
              <a:spLocks noGrp="1"/>
            </p:cNvSpPr>
            <p:nvPr/>
          </p:nvSpPr>
          <p:spPr>
            <a:xfrm rot="3566690">
              <a:off x="2476783" y="419696"/>
              <a:ext cx="739016" cy="629472"/>
            </a:xfrm>
            <a:prstGeom prst="ellipse">
              <a:avLst/>
            </a:prstGeom>
            <a:gradFill>
              <a:gsLst>
                <a:gs pos="0">
                  <a:srgbClr val="AE0068">
                    <a:alpha val="32963"/>
                  </a:srgbClr>
                </a:gs>
                <a:gs pos="14286">
                  <a:srgbClr val="AE0068">
                    <a:alpha val="30759"/>
                  </a:srgbClr>
                </a:gs>
                <a:gs pos="28571">
                  <a:srgbClr val="AE0068">
                    <a:alpha val="24829"/>
                  </a:srgbClr>
                </a:gs>
                <a:gs pos="42857">
                  <a:srgbClr val="AE0068">
                    <a:alpha val="17072"/>
                  </a:srgbClr>
                </a:gs>
                <a:gs pos="57143">
                  <a:srgbClr val="AE0068">
                    <a:alpha val="9853"/>
                  </a:srgbClr>
                </a:gs>
                <a:gs pos="71429">
                  <a:srgbClr val="AE0068">
                    <a:alpha val="4739"/>
                  </a:srgbClr>
                </a:gs>
                <a:gs pos="85714">
                  <a:srgbClr val="AE0068">
                    <a:alpha val="1902"/>
                  </a:srgbClr>
                </a:gs>
                <a:gs pos="100000">
                  <a:srgbClr val="AE00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Splat 1623"/>
            <p:cNvSpPr>
              <a:spLocks noGrp="1"/>
            </p:cNvSpPr>
            <p:nvPr/>
          </p:nvSpPr>
          <p:spPr>
            <a:xfrm rot="4278693">
              <a:off x="2168129" y="555028"/>
              <a:ext cx="890636" cy="370415"/>
            </a:xfrm>
            <a:prstGeom prst="ellipse">
              <a:avLst/>
            </a:prstGeom>
            <a:gradFill>
              <a:gsLst>
                <a:gs pos="0">
                  <a:srgbClr val="C80D7D">
                    <a:alpha val="25045"/>
                  </a:srgbClr>
                </a:gs>
                <a:gs pos="14286">
                  <a:srgbClr val="C80D7D">
                    <a:alpha val="23277"/>
                  </a:srgbClr>
                </a:gs>
                <a:gs pos="28571">
                  <a:srgbClr val="C80D7D">
                    <a:alpha val="18595"/>
                  </a:srgbClr>
                </a:gs>
                <a:gs pos="42857">
                  <a:srgbClr val="C80D7D">
                    <a:alpha val="12624"/>
                  </a:srgbClr>
                </a:gs>
                <a:gs pos="57143">
                  <a:srgbClr val="C80D7D">
                    <a:alpha val="7205"/>
                  </a:srgbClr>
                </a:gs>
                <a:gs pos="71429">
                  <a:srgbClr val="C80D7D">
                    <a:alpha val="3440"/>
                  </a:srgbClr>
                </a:gs>
                <a:gs pos="85714">
                  <a:srgbClr val="C80D7D">
                    <a:alpha val="1375"/>
                  </a:srgbClr>
                </a:gs>
                <a:gs pos="100000">
                  <a:srgbClr val="C80D7D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Splat 1624"/>
            <p:cNvSpPr>
              <a:spLocks noGrp="1"/>
            </p:cNvSpPr>
            <p:nvPr/>
          </p:nvSpPr>
          <p:spPr>
            <a:xfrm rot="6782151">
              <a:off x="1381322" y="532009"/>
              <a:ext cx="497816" cy="322127"/>
            </a:xfrm>
            <a:prstGeom prst="ellipse">
              <a:avLst/>
            </a:prstGeom>
            <a:gradFill>
              <a:gsLst>
                <a:gs pos="0">
                  <a:srgbClr val="000074">
                    <a:alpha val="10199"/>
                  </a:srgbClr>
                </a:gs>
                <a:gs pos="14286">
                  <a:srgbClr val="000074">
                    <a:alpha val="9414"/>
                  </a:srgbClr>
                </a:gs>
                <a:gs pos="28571">
                  <a:srgbClr val="000074">
                    <a:alpha val="7390"/>
                  </a:srgbClr>
                </a:gs>
                <a:gs pos="42857">
                  <a:srgbClr val="000074">
                    <a:alpha val="4911"/>
                  </a:srgbClr>
                </a:gs>
                <a:gs pos="57143">
                  <a:srgbClr val="000074">
                    <a:alpha val="2752"/>
                  </a:srgbClr>
                </a:gs>
                <a:gs pos="71429">
                  <a:srgbClr val="000074">
                    <a:alpha val="1298"/>
                  </a:srgbClr>
                </a:gs>
                <a:gs pos="85714">
                  <a:srgbClr val="000074">
                    <a:alpha val="515"/>
                  </a:srgbClr>
                </a:gs>
                <a:gs pos="100000">
                  <a:srgbClr val="000074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Splat 1625"/>
            <p:cNvSpPr>
              <a:spLocks noGrp="1"/>
            </p:cNvSpPr>
            <p:nvPr/>
          </p:nvSpPr>
          <p:spPr>
            <a:xfrm rot="10544008">
              <a:off x="943248" y="461813"/>
              <a:ext cx="563853" cy="442758"/>
            </a:xfrm>
            <a:prstGeom prst="ellipse">
              <a:avLst/>
            </a:prstGeom>
            <a:gradFill>
              <a:gsLst>
                <a:gs pos="0">
                  <a:srgbClr val="0000FF">
                    <a:alpha val="2618"/>
                  </a:srgbClr>
                </a:gs>
                <a:gs pos="14286">
                  <a:srgbClr val="0000FF">
                    <a:alpha val="2409"/>
                  </a:srgbClr>
                </a:gs>
                <a:gs pos="28571">
                  <a:srgbClr val="0000FF">
                    <a:alpha val="1876"/>
                  </a:srgbClr>
                </a:gs>
                <a:gs pos="42857">
                  <a:srgbClr val="0000FF">
                    <a:alpha val="1234"/>
                  </a:srgbClr>
                </a:gs>
                <a:gs pos="57143">
                  <a:srgbClr val="0000FF">
                    <a:alpha val="686"/>
                  </a:srgbClr>
                </a:gs>
                <a:gs pos="71429">
                  <a:srgbClr val="0000FF">
                    <a:alpha val="322"/>
                  </a:srgbClr>
                </a:gs>
                <a:gs pos="85714">
                  <a:srgbClr val="0000FF">
                    <a:alpha val="127"/>
                  </a:srgbClr>
                </a:gs>
                <a:gs pos="100000">
                  <a:srgbClr val="0000FF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Splat 1626"/>
            <p:cNvSpPr>
              <a:spLocks noGrp="1"/>
            </p:cNvSpPr>
            <p:nvPr/>
          </p:nvSpPr>
          <p:spPr>
            <a:xfrm rot="7236746">
              <a:off x="230129" y="545650"/>
              <a:ext cx="893992" cy="305816"/>
            </a:xfrm>
            <a:prstGeom prst="ellipse">
              <a:avLst/>
            </a:prstGeom>
            <a:gradFill>
              <a:gsLst>
                <a:gs pos="0">
                  <a:srgbClr val="EF6E80">
                    <a:alpha val="15231"/>
                  </a:srgbClr>
                </a:gs>
                <a:gs pos="14286">
                  <a:srgbClr val="EF6E80">
                    <a:alpha val="14090"/>
                  </a:srgbClr>
                </a:gs>
                <a:gs pos="28571">
                  <a:srgbClr val="EF6E80">
                    <a:alpha val="11124"/>
                  </a:srgbClr>
                </a:gs>
                <a:gs pos="42857">
                  <a:srgbClr val="EF6E80">
                    <a:alpha val="7443"/>
                  </a:srgbClr>
                </a:gs>
                <a:gs pos="57143">
                  <a:srgbClr val="EF6E80">
                    <a:alpha val="4195"/>
                  </a:srgbClr>
                </a:gs>
                <a:gs pos="71429">
                  <a:srgbClr val="EF6E80">
                    <a:alpha val="1986"/>
                  </a:srgbClr>
                </a:gs>
                <a:gs pos="85714">
                  <a:srgbClr val="EF6E80">
                    <a:alpha val="790"/>
                  </a:srgbClr>
                </a:gs>
                <a:gs pos="100000">
                  <a:srgbClr val="EF6E80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Splat 1627"/>
            <p:cNvSpPr>
              <a:spLocks noGrp="1"/>
            </p:cNvSpPr>
            <p:nvPr/>
          </p:nvSpPr>
          <p:spPr>
            <a:xfrm rot="7631029">
              <a:off x="172892" y="427105"/>
              <a:ext cx="700184" cy="515280"/>
            </a:xfrm>
            <a:prstGeom prst="ellipse">
              <a:avLst/>
            </a:prstGeom>
            <a:gradFill>
              <a:gsLst>
                <a:gs pos="0">
                  <a:srgbClr val="E76872">
                    <a:alpha val="10942"/>
                  </a:srgbClr>
                </a:gs>
                <a:gs pos="14286">
                  <a:srgbClr val="E76872">
                    <a:alpha val="10104"/>
                  </a:srgbClr>
                </a:gs>
                <a:gs pos="28571">
                  <a:srgbClr val="E76872">
                    <a:alpha val="7937"/>
                  </a:srgbClr>
                </a:gs>
                <a:gs pos="42857">
                  <a:srgbClr val="E76872">
                    <a:alpha val="5280"/>
                  </a:srgbClr>
                </a:gs>
                <a:gs pos="57143">
                  <a:srgbClr val="E76872">
                    <a:alpha val="2961"/>
                  </a:srgbClr>
                </a:gs>
                <a:gs pos="71429">
                  <a:srgbClr val="E76872">
                    <a:alpha val="1397"/>
                  </a:srgbClr>
                </a:gs>
                <a:gs pos="85714">
                  <a:srgbClr val="E76872">
                    <a:alpha val="555"/>
                  </a:srgbClr>
                </a:gs>
                <a:gs pos="100000">
                  <a:srgbClr val="E76872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Splat 1628"/>
            <p:cNvSpPr>
              <a:spLocks noGrp="1"/>
            </p:cNvSpPr>
            <p:nvPr/>
          </p:nvSpPr>
          <p:spPr>
            <a:xfrm rot="4636622">
              <a:off x="-116762" y="381368"/>
              <a:ext cx="782079" cy="666707"/>
            </a:xfrm>
            <a:prstGeom prst="ellipse">
              <a:avLst/>
            </a:prstGeom>
            <a:gradFill>
              <a:gsLst>
                <a:gs pos="0">
                  <a:srgbClr val="DC8F72">
                    <a:alpha val="22712"/>
                  </a:srgbClr>
                </a:gs>
                <a:gs pos="14286">
                  <a:srgbClr val="DC8F72">
                    <a:alpha val="21085"/>
                  </a:srgbClr>
                </a:gs>
                <a:gs pos="28571">
                  <a:srgbClr val="DC8F72">
                    <a:alpha val="16795"/>
                  </a:srgbClr>
                </a:gs>
                <a:gs pos="42857">
                  <a:srgbClr val="DC8F72">
                    <a:alpha val="11361"/>
                  </a:srgbClr>
                </a:gs>
                <a:gs pos="57143">
                  <a:srgbClr val="DC8F72">
                    <a:alpha val="6464"/>
                  </a:srgbClr>
                </a:gs>
                <a:gs pos="71429">
                  <a:srgbClr val="DC8F72">
                    <a:alpha val="3080"/>
                  </a:srgbClr>
                </a:gs>
                <a:gs pos="85714">
                  <a:srgbClr val="DC8F72">
                    <a:alpha val="1229"/>
                  </a:srgbClr>
                </a:gs>
                <a:gs pos="100000">
                  <a:srgbClr val="DC8F72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Splat 1629"/>
            <p:cNvSpPr>
              <a:spLocks noGrp="1"/>
            </p:cNvSpPr>
            <p:nvPr/>
          </p:nvSpPr>
          <p:spPr>
            <a:xfrm rot="6179707">
              <a:off x="-357939" y="457672"/>
              <a:ext cx="725590" cy="565233"/>
            </a:xfrm>
            <a:prstGeom prst="ellipse">
              <a:avLst/>
            </a:prstGeom>
            <a:gradFill>
              <a:gsLst>
                <a:gs pos="0">
                  <a:srgbClr val="D77E43">
                    <a:alpha val="15641"/>
                  </a:srgbClr>
                </a:gs>
                <a:gs pos="14286">
                  <a:srgbClr val="D77E43">
                    <a:alpha val="14473"/>
                  </a:srgbClr>
                </a:gs>
                <a:gs pos="28571">
                  <a:srgbClr val="D77E43">
                    <a:alpha val="11431"/>
                  </a:srgbClr>
                </a:gs>
                <a:gs pos="42857">
                  <a:srgbClr val="D77E43">
                    <a:alpha val="7653"/>
                  </a:srgbClr>
                </a:gs>
                <a:gs pos="57143">
                  <a:srgbClr val="D77E43">
                    <a:alpha val="4316"/>
                  </a:srgbClr>
                </a:gs>
                <a:gs pos="71429">
                  <a:srgbClr val="D77E43">
                    <a:alpha val="2044"/>
                  </a:srgbClr>
                </a:gs>
                <a:gs pos="85714">
                  <a:srgbClr val="D77E43">
                    <a:alpha val="813"/>
                  </a:srgbClr>
                </a:gs>
                <a:gs pos="100000">
                  <a:srgbClr val="D77E43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Splat 1630"/>
            <p:cNvSpPr>
              <a:spLocks noGrp="1"/>
            </p:cNvSpPr>
            <p:nvPr/>
          </p:nvSpPr>
          <p:spPr>
            <a:xfrm rot="10627321">
              <a:off x="3001458" y="233397"/>
              <a:ext cx="697173" cy="590777"/>
            </a:xfrm>
            <a:prstGeom prst="ellipse">
              <a:avLst/>
            </a:prstGeom>
            <a:gradFill>
              <a:gsLst>
                <a:gs pos="0">
                  <a:srgbClr val="E0ACE8">
                    <a:alpha val="32968"/>
                  </a:srgbClr>
                </a:gs>
                <a:gs pos="14286">
                  <a:srgbClr val="E0ACE8">
                    <a:alpha val="30764"/>
                  </a:srgbClr>
                </a:gs>
                <a:gs pos="28571">
                  <a:srgbClr val="E0ACE8">
                    <a:alpha val="24833"/>
                  </a:srgbClr>
                </a:gs>
                <a:gs pos="42857">
                  <a:srgbClr val="E0ACE8">
                    <a:alpha val="17075"/>
                  </a:srgbClr>
                </a:gs>
                <a:gs pos="57143">
                  <a:srgbClr val="E0ACE8">
                    <a:alpha val="9855"/>
                  </a:srgbClr>
                </a:gs>
                <a:gs pos="71429">
                  <a:srgbClr val="E0ACE8">
                    <a:alpha val="4740"/>
                  </a:srgbClr>
                </a:gs>
                <a:gs pos="85714">
                  <a:srgbClr val="E0ACE8">
                    <a:alpha val="1902"/>
                  </a:srgbClr>
                </a:gs>
                <a:gs pos="100000">
                  <a:srgbClr val="E0AC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Splat 1631"/>
            <p:cNvSpPr>
              <a:spLocks noGrp="1"/>
            </p:cNvSpPr>
            <p:nvPr/>
          </p:nvSpPr>
          <p:spPr>
            <a:xfrm rot="6348831">
              <a:off x="2821087" y="314173"/>
              <a:ext cx="677660" cy="359153"/>
            </a:xfrm>
            <a:prstGeom prst="ellipse">
              <a:avLst/>
            </a:prstGeom>
            <a:gradFill>
              <a:gsLst>
                <a:gs pos="0">
                  <a:srgbClr val="E87DCD">
                    <a:alpha val="17424"/>
                  </a:srgbClr>
                </a:gs>
                <a:gs pos="14286">
                  <a:srgbClr val="E87DCD">
                    <a:alpha val="16135"/>
                  </a:srgbClr>
                </a:gs>
                <a:gs pos="28571">
                  <a:srgbClr val="E87DCD">
                    <a:alpha val="12770"/>
                  </a:srgbClr>
                </a:gs>
                <a:gs pos="42857">
                  <a:srgbClr val="E87DCD">
                    <a:alpha val="8572"/>
                  </a:srgbClr>
                </a:gs>
                <a:gs pos="57143">
                  <a:srgbClr val="E87DCD">
                    <a:alpha val="4844"/>
                  </a:srgbClr>
                </a:gs>
                <a:gs pos="71429">
                  <a:srgbClr val="E87DCD">
                    <a:alpha val="2298"/>
                  </a:srgbClr>
                </a:gs>
                <a:gs pos="85714">
                  <a:srgbClr val="E87DCD">
                    <a:alpha val="915"/>
                  </a:srgbClr>
                </a:gs>
                <a:gs pos="100000">
                  <a:srgbClr val="E87DCD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Splat 1632"/>
            <p:cNvSpPr>
              <a:spLocks noGrp="1"/>
            </p:cNvSpPr>
            <p:nvPr/>
          </p:nvSpPr>
          <p:spPr>
            <a:xfrm rot="6662649">
              <a:off x="2664106" y="279470"/>
              <a:ext cx="694639" cy="512665"/>
            </a:xfrm>
            <a:prstGeom prst="ellipse">
              <a:avLst/>
            </a:prstGeom>
            <a:gradFill>
              <a:gsLst>
                <a:gs pos="0">
                  <a:srgbClr val="B20070">
                    <a:alpha val="30372"/>
                  </a:srgbClr>
                </a:gs>
                <a:gs pos="14286">
                  <a:srgbClr val="B20070">
                    <a:alpha val="28303"/>
                  </a:srgbClr>
                </a:gs>
                <a:gs pos="28571">
                  <a:srgbClr val="B20070">
                    <a:alpha val="22767"/>
                  </a:srgbClr>
                </a:gs>
                <a:gs pos="42857">
                  <a:srgbClr val="B20070">
                    <a:alpha val="15587"/>
                  </a:srgbClr>
                </a:gs>
                <a:gs pos="57143">
                  <a:srgbClr val="B20070">
                    <a:alpha val="8962"/>
                  </a:srgbClr>
                </a:gs>
                <a:gs pos="71429">
                  <a:srgbClr val="B20070">
                    <a:alpha val="4300"/>
                  </a:srgbClr>
                </a:gs>
                <a:gs pos="85714">
                  <a:srgbClr val="B20070">
                    <a:alpha val="1723"/>
                  </a:srgbClr>
                </a:gs>
                <a:gs pos="100000">
                  <a:srgbClr val="B20070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Splat 1633"/>
            <p:cNvSpPr>
              <a:spLocks noGrp="1"/>
            </p:cNvSpPr>
            <p:nvPr/>
          </p:nvSpPr>
          <p:spPr>
            <a:xfrm rot="5927459">
              <a:off x="2393276" y="186021"/>
              <a:ext cx="766848" cy="644900"/>
            </a:xfrm>
            <a:prstGeom prst="ellipse">
              <a:avLst/>
            </a:prstGeom>
            <a:gradFill>
              <a:gsLst>
                <a:gs pos="0">
                  <a:srgbClr val="B2005F">
                    <a:alpha val="32968"/>
                  </a:srgbClr>
                </a:gs>
                <a:gs pos="14286">
                  <a:srgbClr val="B2005F">
                    <a:alpha val="30764"/>
                  </a:srgbClr>
                </a:gs>
                <a:gs pos="28571">
                  <a:srgbClr val="B2005F">
                    <a:alpha val="24833"/>
                  </a:srgbClr>
                </a:gs>
                <a:gs pos="42857">
                  <a:srgbClr val="B2005F">
                    <a:alpha val="17075"/>
                  </a:srgbClr>
                </a:gs>
                <a:gs pos="57143">
                  <a:srgbClr val="B2005F">
                    <a:alpha val="9855"/>
                  </a:srgbClr>
                </a:gs>
                <a:gs pos="71429">
                  <a:srgbClr val="B2005F">
                    <a:alpha val="4740"/>
                  </a:srgbClr>
                </a:gs>
                <a:gs pos="85714">
                  <a:srgbClr val="B2005F">
                    <a:alpha val="1902"/>
                  </a:srgbClr>
                </a:gs>
                <a:gs pos="100000">
                  <a:srgbClr val="B20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Splat 1634"/>
            <p:cNvSpPr>
              <a:spLocks noGrp="1"/>
            </p:cNvSpPr>
            <p:nvPr/>
          </p:nvSpPr>
          <p:spPr>
            <a:xfrm rot="3060937">
              <a:off x="2307669" y="270145"/>
              <a:ext cx="680516" cy="549546"/>
            </a:xfrm>
            <a:prstGeom prst="ellipse">
              <a:avLst/>
            </a:prstGeom>
            <a:gradFill>
              <a:gsLst>
                <a:gs pos="0">
                  <a:srgbClr val="C64280">
                    <a:alpha val="32968"/>
                  </a:srgbClr>
                </a:gs>
                <a:gs pos="14286">
                  <a:srgbClr val="C64280">
                    <a:alpha val="30764"/>
                  </a:srgbClr>
                </a:gs>
                <a:gs pos="28571">
                  <a:srgbClr val="C64280">
                    <a:alpha val="24833"/>
                  </a:srgbClr>
                </a:gs>
                <a:gs pos="42857">
                  <a:srgbClr val="C64280">
                    <a:alpha val="17075"/>
                  </a:srgbClr>
                </a:gs>
                <a:gs pos="57143">
                  <a:srgbClr val="C64280">
                    <a:alpha val="9855"/>
                  </a:srgbClr>
                </a:gs>
                <a:gs pos="71429">
                  <a:srgbClr val="C64280">
                    <a:alpha val="4740"/>
                  </a:srgbClr>
                </a:gs>
                <a:gs pos="85714">
                  <a:srgbClr val="C64280">
                    <a:alpha val="1902"/>
                  </a:srgbClr>
                </a:gs>
                <a:gs pos="100000">
                  <a:srgbClr val="C642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Splat 1635"/>
            <p:cNvSpPr>
              <a:spLocks noGrp="1"/>
            </p:cNvSpPr>
            <p:nvPr/>
          </p:nvSpPr>
          <p:spPr>
            <a:xfrm rot="-10737596">
              <a:off x="1869012" y="315158"/>
              <a:ext cx="722910" cy="368156"/>
            </a:xfrm>
            <a:prstGeom prst="ellipse">
              <a:avLst/>
            </a:prstGeom>
            <a:gradFill>
              <a:gsLst>
                <a:gs pos="0">
                  <a:srgbClr val="6A00FF">
                    <a:alpha val="1884"/>
                  </a:srgbClr>
                </a:gs>
                <a:gs pos="14286">
                  <a:srgbClr val="6A00FF">
                    <a:alpha val="1733"/>
                  </a:srgbClr>
                </a:gs>
                <a:gs pos="28571">
                  <a:srgbClr val="6A00FF">
                    <a:alpha val="1349"/>
                  </a:srgbClr>
                </a:gs>
                <a:gs pos="42857">
                  <a:srgbClr val="6A00FF">
                    <a:alpha val="887"/>
                  </a:srgbClr>
                </a:gs>
                <a:gs pos="57143">
                  <a:srgbClr val="6A00FF">
                    <a:alpha val="492"/>
                  </a:srgbClr>
                </a:gs>
                <a:gs pos="71429">
                  <a:srgbClr val="6A00FF">
                    <a:alpha val="231"/>
                  </a:srgbClr>
                </a:gs>
                <a:gs pos="85714">
                  <a:srgbClr val="6A00FF">
                    <a:alpha val="91"/>
                  </a:srgbClr>
                </a:gs>
                <a:gs pos="100000">
                  <a:srgbClr val="6A00FF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Splat 1636"/>
            <p:cNvSpPr>
              <a:spLocks noGrp="1"/>
            </p:cNvSpPr>
            <p:nvPr/>
          </p:nvSpPr>
          <p:spPr>
            <a:xfrm rot="-10435993">
              <a:off x="1679262" y="397916"/>
              <a:ext cx="426561" cy="284524"/>
            </a:xfrm>
            <a:prstGeom prst="ellipse">
              <a:avLst/>
            </a:prstGeom>
            <a:gradFill>
              <a:gsLst>
                <a:gs pos="0">
                  <a:srgbClr val="0000FF">
                    <a:alpha val="6083"/>
                  </a:srgbClr>
                </a:gs>
                <a:gs pos="14286">
                  <a:srgbClr val="0000FF">
                    <a:alpha val="5605"/>
                  </a:srgbClr>
                </a:gs>
                <a:gs pos="28571">
                  <a:srgbClr val="0000FF">
                    <a:alpha val="4380"/>
                  </a:srgbClr>
                </a:gs>
                <a:gs pos="42857">
                  <a:srgbClr val="0000FF">
                    <a:alpha val="2895"/>
                  </a:srgbClr>
                </a:gs>
                <a:gs pos="57143">
                  <a:srgbClr val="0000FF">
                    <a:alpha val="1615"/>
                  </a:srgbClr>
                </a:gs>
                <a:gs pos="71429">
                  <a:srgbClr val="0000FF">
                    <a:alpha val="759"/>
                  </a:srgbClr>
                </a:gs>
                <a:gs pos="85714">
                  <a:srgbClr val="0000FF">
                    <a:alpha val="301"/>
                  </a:srgbClr>
                </a:gs>
                <a:gs pos="100000">
                  <a:srgbClr val="0000FF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Splat 1637"/>
            <p:cNvSpPr>
              <a:spLocks noGrp="1"/>
            </p:cNvSpPr>
            <p:nvPr/>
          </p:nvSpPr>
          <p:spPr>
            <a:xfrm rot="7569482">
              <a:off x="1214093" y="260899"/>
              <a:ext cx="795519" cy="513519"/>
            </a:xfrm>
            <a:prstGeom prst="ellipse">
              <a:avLst/>
            </a:prstGeom>
            <a:gradFill>
              <a:gsLst>
                <a:gs pos="0">
                  <a:srgbClr val="0000FF">
                    <a:alpha val="3004"/>
                  </a:srgbClr>
                </a:gs>
                <a:gs pos="14286">
                  <a:srgbClr val="0000FF">
                    <a:alpha val="2764"/>
                  </a:srgbClr>
                </a:gs>
                <a:gs pos="28571">
                  <a:srgbClr val="0000FF">
                    <a:alpha val="2153"/>
                  </a:srgbClr>
                </a:gs>
                <a:gs pos="42857">
                  <a:srgbClr val="0000FF">
                    <a:alpha val="1417"/>
                  </a:srgbClr>
                </a:gs>
                <a:gs pos="57143">
                  <a:srgbClr val="0000FF">
                    <a:alpha val="788"/>
                  </a:srgbClr>
                </a:gs>
                <a:gs pos="71429">
                  <a:srgbClr val="0000FF">
                    <a:alpha val="370"/>
                  </a:srgbClr>
                </a:gs>
                <a:gs pos="85714">
                  <a:srgbClr val="0000FF">
                    <a:alpha val="146"/>
                  </a:srgbClr>
                </a:gs>
                <a:gs pos="100000">
                  <a:srgbClr val="0000FF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Splat 1638"/>
            <p:cNvSpPr>
              <a:spLocks noGrp="1"/>
            </p:cNvSpPr>
            <p:nvPr/>
          </p:nvSpPr>
          <p:spPr>
            <a:xfrm rot="7985127">
              <a:off x="604682" y="367116"/>
              <a:ext cx="579048" cy="349355"/>
            </a:xfrm>
            <a:prstGeom prst="ellipse">
              <a:avLst/>
            </a:prstGeom>
            <a:gradFill>
              <a:gsLst>
                <a:gs pos="0">
                  <a:srgbClr val="FF71A1">
                    <a:alpha val="10825"/>
                  </a:srgbClr>
                </a:gs>
                <a:gs pos="14286">
                  <a:srgbClr val="FF71A1">
                    <a:alpha val="9994"/>
                  </a:srgbClr>
                </a:gs>
                <a:gs pos="28571">
                  <a:srgbClr val="FF71A1">
                    <a:alpha val="7850"/>
                  </a:srgbClr>
                </a:gs>
                <a:gs pos="42857">
                  <a:srgbClr val="FF71A1">
                    <a:alpha val="5221"/>
                  </a:srgbClr>
                </a:gs>
                <a:gs pos="57143">
                  <a:srgbClr val="FF71A1">
                    <a:alpha val="2928"/>
                  </a:srgbClr>
                </a:gs>
                <a:gs pos="71429">
                  <a:srgbClr val="FF71A1">
                    <a:alpha val="1381"/>
                  </a:srgbClr>
                </a:gs>
                <a:gs pos="85714">
                  <a:srgbClr val="FF71A1">
                    <a:alpha val="549"/>
                  </a:srgbClr>
                </a:gs>
                <a:gs pos="100000">
                  <a:srgbClr val="FF71A1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Splat 1639"/>
            <p:cNvSpPr>
              <a:spLocks noGrp="1"/>
            </p:cNvSpPr>
            <p:nvPr/>
          </p:nvSpPr>
          <p:spPr>
            <a:xfrm rot="8743937">
              <a:off x="357293" y="231614"/>
              <a:ext cx="690254" cy="497237"/>
            </a:xfrm>
            <a:prstGeom prst="ellipse">
              <a:avLst/>
            </a:prstGeom>
            <a:gradFill>
              <a:gsLst>
                <a:gs pos="0">
                  <a:srgbClr val="CA8983">
                    <a:alpha val="32968"/>
                  </a:srgbClr>
                </a:gs>
                <a:gs pos="14286">
                  <a:srgbClr val="CA8983">
                    <a:alpha val="30764"/>
                  </a:srgbClr>
                </a:gs>
                <a:gs pos="28571">
                  <a:srgbClr val="CA8983">
                    <a:alpha val="24833"/>
                  </a:srgbClr>
                </a:gs>
                <a:gs pos="42857">
                  <a:srgbClr val="CA8983">
                    <a:alpha val="17075"/>
                  </a:srgbClr>
                </a:gs>
                <a:gs pos="57143">
                  <a:srgbClr val="CA8983">
                    <a:alpha val="9855"/>
                  </a:srgbClr>
                </a:gs>
                <a:gs pos="71429">
                  <a:srgbClr val="CA8983">
                    <a:alpha val="4740"/>
                  </a:srgbClr>
                </a:gs>
                <a:gs pos="85714">
                  <a:srgbClr val="CA8983">
                    <a:alpha val="1902"/>
                  </a:srgbClr>
                </a:gs>
                <a:gs pos="100000">
                  <a:srgbClr val="CA89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Splat 1640"/>
            <p:cNvSpPr>
              <a:spLocks noGrp="1"/>
            </p:cNvSpPr>
            <p:nvPr/>
          </p:nvSpPr>
          <p:spPr>
            <a:xfrm rot="6567214">
              <a:off x="137447" y="213693"/>
              <a:ext cx="705793" cy="664452"/>
            </a:xfrm>
            <a:prstGeom prst="ellipse">
              <a:avLst/>
            </a:prstGeom>
            <a:gradFill>
              <a:gsLst>
                <a:gs pos="0">
                  <a:srgbClr val="DD7B70">
                    <a:alpha val="20543"/>
                  </a:srgbClr>
                </a:gs>
                <a:gs pos="14286">
                  <a:srgbClr val="DD7B70">
                    <a:alpha val="19052"/>
                  </a:srgbClr>
                </a:gs>
                <a:gs pos="28571">
                  <a:srgbClr val="DD7B70">
                    <a:alpha val="15135"/>
                  </a:srgbClr>
                </a:gs>
                <a:gs pos="42857">
                  <a:srgbClr val="DD7B70">
                    <a:alpha val="10205"/>
                  </a:srgbClr>
                </a:gs>
                <a:gs pos="57143">
                  <a:srgbClr val="DD7B70">
                    <a:alpha val="5790"/>
                  </a:srgbClr>
                </a:gs>
                <a:gs pos="71429">
                  <a:srgbClr val="DD7B70">
                    <a:alpha val="2753"/>
                  </a:srgbClr>
                </a:gs>
                <a:gs pos="85714">
                  <a:srgbClr val="DD7B70">
                    <a:alpha val="1098"/>
                  </a:srgbClr>
                </a:gs>
                <a:gs pos="100000">
                  <a:srgbClr val="DD7B70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Splat 1641"/>
            <p:cNvSpPr>
              <a:spLocks noGrp="1"/>
            </p:cNvSpPr>
            <p:nvPr/>
          </p:nvSpPr>
          <p:spPr>
            <a:xfrm rot="-9046050">
              <a:off x="-29070" y="199499"/>
              <a:ext cx="582393" cy="532463"/>
            </a:xfrm>
            <a:prstGeom prst="ellipse">
              <a:avLst/>
            </a:prstGeom>
            <a:gradFill>
              <a:gsLst>
                <a:gs pos="0">
                  <a:srgbClr val="D59074">
                    <a:alpha val="23859"/>
                  </a:srgbClr>
                </a:gs>
                <a:gs pos="14286">
                  <a:srgbClr val="D59074">
                    <a:alpha val="22162"/>
                  </a:srgbClr>
                </a:gs>
                <a:gs pos="28571">
                  <a:srgbClr val="D59074">
                    <a:alpha val="17678"/>
                  </a:srgbClr>
                </a:gs>
                <a:gs pos="42857">
                  <a:srgbClr val="D59074">
                    <a:alpha val="11979"/>
                  </a:srgbClr>
                </a:gs>
                <a:gs pos="57143">
                  <a:srgbClr val="D59074">
                    <a:alpha val="6826"/>
                  </a:srgbClr>
                </a:gs>
                <a:gs pos="71429">
                  <a:srgbClr val="D59074">
                    <a:alpha val="3255"/>
                  </a:srgbClr>
                </a:gs>
                <a:gs pos="85714">
                  <a:srgbClr val="D59074">
                    <a:alpha val="1300"/>
                  </a:srgbClr>
                </a:gs>
                <a:gs pos="100000">
                  <a:srgbClr val="D59074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Splat 1642"/>
            <p:cNvSpPr>
              <a:spLocks noGrp="1"/>
            </p:cNvSpPr>
            <p:nvPr/>
          </p:nvSpPr>
          <p:spPr>
            <a:xfrm rot="3788876">
              <a:off x="-313099" y="313661"/>
              <a:ext cx="701614" cy="517982"/>
            </a:xfrm>
            <a:prstGeom prst="ellipse">
              <a:avLst/>
            </a:prstGeom>
            <a:gradFill>
              <a:gsLst>
                <a:gs pos="0">
                  <a:srgbClr val="CA8257">
                    <a:alpha val="25537"/>
                  </a:srgbClr>
                </a:gs>
                <a:gs pos="14286">
                  <a:srgbClr val="CA8257">
                    <a:alpha val="23740"/>
                  </a:srgbClr>
                </a:gs>
                <a:gs pos="28571">
                  <a:srgbClr val="CA8257">
                    <a:alpha val="18977"/>
                  </a:srgbClr>
                </a:gs>
                <a:gs pos="42857">
                  <a:srgbClr val="CA8257">
                    <a:alpha val="12892"/>
                  </a:srgbClr>
                </a:gs>
                <a:gs pos="57143">
                  <a:srgbClr val="CA8257">
                    <a:alpha val="7363"/>
                  </a:srgbClr>
                </a:gs>
                <a:gs pos="71429">
                  <a:srgbClr val="CA8257">
                    <a:alpha val="3517"/>
                  </a:srgbClr>
                </a:gs>
                <a:gs pos="85714">
                  <a:srgbClr val="CA8257">
                    <a:alpha val="1406"/>
                  </a:srgbClr>
                </a:gs>
                <a:gs pos="100000">
                  <a:srgbClr val="CA8257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Splat 1643"/>
            <p:cNvSpPr>
              <a:spLocks noGrp="1"/>
            </p:cNvSpPr>
            <p:nvPr/>
          </p:nvSpPr>
          <p:spPr>
            <a:xfrm rot="8708536">
              <a:off x="3055153" y="11858"/>
              <a:ext cx="742354" cy="658895"/>
            </a:xfrm>
            <a:prstGeom prst="ellipse">
              <a:avLst/>
            </a:prstGeom>
            <a:gradFill>
              <a:gsLst>
                <a:gs pos="0">
                  <a:srgbClr val="E6BBF5">
                    <a:alpha val="32968"/>
                  </a:srgbClr>
                </a:gs>
                <a:gs pos="14286">
                  <a:srgbClr val="E6BBF5">
                    <a:alpha val="30764"/>
                  </a:srgbClr>
                </a:gs>
                <a:gs pos="28571">
                  <a:srgbClr val="E6BBF5">
                    <a:alpha val="24833"/>
                  </a:srgbClr>
                </a:gs>
                <a:gs pos="42857">
                  <a:srgbClr val="E6BBF5">
                    <a:alpha val="17075"/>
                  </a:srgbClr>
                </a:gs>
                <a:gs pos="57143">
                  <a:srgbClr val="E6BBF5">
                    <a:alpha val="9855"/>
                  </a:srgbClr>
                </a:gs>
                <a:gs pos="71429">
                  <a:srgbClr val="E6BBF5">
                    <a:alpha val="4740"/>
                  </a:srgbClr>
                </a:gs>
                <a:gs pos="85714">
                  <a:srgbClr val="E6BBF5">
                    <a:alpha val="1902"/>
                  </a:srgbClr>
                </a:gs>
                <a:gs pos="100000">
                  <a:srgbClr val="E6BB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Splat 1644"/>
            <p:cNvSpPr>
              <a:spLocks noGrp="1"/>
            </p:cNvSpPr>
            <p:nvPr/>
          </p:nvSpPr>
          <p:spPr>
            <a:xfrm rot="8539046">
              <a:off x="2822599" y="-56273"/>
              <a:ext cx="697702" cy="631954"/>
            </a:xfrm>
            <a:prstGeom prst="ellipse">
              <a:avLst/>
            </a:prstGeom>
            <a:gradFill>
              <a:gsLst>
                <a:gs pos="0">
                  <a:srgbClr val="C10094">
                    <a:alpha val="26232"/>
                  </a:srgbClr>
                </a:gs>
                <a:gs pos="14286">
                  <a:srgbClr val="C10094">
                    <a:alpha val="24394"/>
                  </a:srgbClr>
                </a:gs>
                <a:gs pos="28571">
                  <a:srgbClr val="C10094">
                    <a:alpha val="19517"/>
                  </a:srgbClr>
                </a:gs>
                <a:gs pos="42857">
                  <a:srgbClr val="C10094">
                    <a:alpha val="13274"/>
                  </a:srgbClr>
                </a:gs>
                <a:gs pos="57143">
                  <a:srgbClr val="C10094">
                    <a:alpha val="7588"/>
                  </a:srgbClr>
                </a:gs>
                <a:gs pos="71429">
                  <a:srgbClr val="C10094">
                    <a:alpha val="3626"/>
                  </a:srgbClr>
                </a:gs>
                <a:gs pos="85714">
                  <a:srgbClr val="C10094">
                    <a:alpha val="1450"/>
                  </a:srgbClr>
                </a:gs>
                <a:gs pos="100000">
                  <a:srgbClr val="C10094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Splat 1645"/>
            <p:cNvSpPr>
              <a:spLocks noGrp="1"/>
            </p:cNvSpPr>
            <p:nvPr/>
          </p:nvSpPr>
          <p:spPr>
            <a:xfrm rot="7264394">
              <a:off x="2628192" y="62570"/>
              <a:ext cx="685680" cy="589215"/>
            </a:xfrm>
            <a:prstGeom prst="ellipse">
              <a:avLst/>
            </a:prstGeom>
            <a:gradFill>
              <a:gsLst>
                <a:gs pos="0">
                  <a:srgbClr val="B31569">
                    <a:alpha val="32809"/>
                  </a:srgbClr>
                </a:gs>
                <a:gs pos="14286">
                  <a:srgbClr val="B31569">
                    <a:alpha val="30613"/>
                  </a:srgbClr>
                </a:gs>
                <a:gs pos="28571">
                  <a:srgbClr val="B31569">
                    <a:alpha val="24706"/>
                  </a:srgbClr>
                </a:gs>
                <a:gs pos="42857">
                  <a:srgbClr val="B31569">
                    <a:alpha val="16983"/>
                  </a:srgbClr>
                </a:gs>
                <a:gs pos="57143">
                  <a:srgbClr val="B31569">
                    <a:alpha val="9799"/>
                  </a:srgbClr>
                </a:gs>
                <a:gs pos="71429">
                  <a:srgbClr val="B31569">
                    <a:alpha val="4713"/>
                  </a:srgbClr>
                </a:gs>
                <a:gs pos="85714">
                  <a:srgbClr val="B31569">
                    <a:alpha val="1891"/>
                  </a:srgbClr>
                </a:gs>
                <a:gs pos="100000">
                  <a:srgbClr val="B31569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Splat 1646"/>
            <p:cNvSpPr>
              <a:spLocks noGrp="1"/>
            </p:cNvSpPr>
            <p:nvPr/>
          </p:nvSpPr>
          <p:spPr>
            <a:xfrm rot="3291779">
              <a:off x="2387580" y="31907"/>
              <a:ext cx="805757" cy="649426"/>
            </a:xfrm>
            <a:prstGeom prst="ellipse">
              <a:avLst/>
            </a:prstGeom>
            <a:gradFill>
              <a:gsLst>
                <a:gs pos="0">
                  <a:srgbClr val="C94D8B">
                    <a:alpha val="32968"/>
                  </a:srgbClr>
                </a:gs>
                <a:gs pos="14286">
                  <a:srgbClr val="C94D8B">
                    <a:alpha val="30764"/>
                  </a:srgbClr>
                </a:gs>
                <a:gs pos="28571">
                  <a:srgbClr val="C94D8B">
                    <a:alpha val="24833"/>
                  </a:srgbClr>
                </a:gs>
                <a:gs pos="42857">
                  <a:srgbClr val="C94D8B">
                    <a:alpha val="17075"/>
                  </a:srgbClr>
                </a:gs>
                <a:gs pos="57143">
                  <a:srgbClr val="C94D8B">
                    <a:alpha val="9855"/>
                  </a:srgbClr>
                </a:gs>
                <a:gs pos="71429">
                  <a:srgbClr val="C94D8B">
                    <a:alpha val="4740"/>
                  </a:srgbClr>
                </a:gs>
                <a:gs pos="85714">
                  <a:srgbClr val="C94D8B">
                    <a:alpha val="1902"/>
                  </a:srgbClr>
                </a:gs>
                <a:gs pos="100000">
                  <a:srgbClr val="C94D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Splat 1647"/>
            <p:cNvSpPr>
              <a:spLocks noGrp="1"/>
            </p:cNvSpPr>
            <p:nvPr/>
          </p:nvSpPr>
          <p:spPr>
            <a:xfrm rot="6348785">
              <a:off x="2135178" y="134075"/>
              <a:ext cx="804372" cy="466213"/>
            </a:xfrm>
            <a:prstGeom prst="ellipse">
              <a:avLst/>
            </a:prstGeom>
            <a:gradFill>
              <a:gsLst>
                <a:gs pos="0">
                  <a:srgbClr val="D34BA1">
                    <a:alpha val="28224"/>
                  </a:srgbClr>
                </a:gs>
                <a:gs pos="14286">
                  <a:srgbClr val="D34BA1">
                    <a:alpha val="26272"/>
                  </a:srgbClr>
                </a:gs>
                <a:gs pos="28571">
                  <a:srgbClr val="D34BA1">
                    <a:alpha val="21074"/>
                  </a:srgbClr>
                </a:gs>
                <a:gs pos="42857">
                  <a:srgbClr val="D34BA1">
                    <a:alpha val="14378"/>
                  </a:srgbClr>
                </a:gs>
                <a:gs pos="57143">
                  <a:srgbClr val="D34BA1">
                    <a:alpha val="8242"/>
                  </a:srgbClr>
                </a:gs>
                <a:gs pos="71429">
                  <a:srgbClr val="D34BA1">
                    <a:alpha val="3946"/>
                  </a:srgbClr>
                </a:gs>
                <a:gs pos="85714">
                  <a:srgbClr val="D34BA1">
                    <a:alpha val="1579"/>
                  </a:srgbClr>
                </a:gs>
                <a:gs pos="100000">
                  <a:srgbClr val="D34BA1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Splat 1648"/>
            <p:cNvSpPr>
              <a:spLocks noGrp="1"/>
            </p:cNvSpPr>
            <p:nvPr/>
          </p:nvSpPr>
          <p:spPr>
            <a:xfrm rot="9023022">
              <a:off x="1983457" y="29340"/>
              <a:ext cx="737955" cy="576712"/>
            </a:xfrm>
            <a:prstGeom prst="ellipse">
              <a:avLst/>
            </a:prstGeom>
            <a:gradFill>
              <a:gsLst>
                <a:gs pos="0">
                  <a:srgbClr val="C90096">
                    <a:alpha val="21322"/>
                  </a:srgbClr>
                </a:gs>
                <a:gs pos="14286">
                  <a:srgbClr val="C90096">
                    <a:alpha val="19781"/>
                  </a:srgbClr>
                </a:gs>
                <a:gs pos="28571">
                  <a:srgbClr val="C90096">
                    <a:alpha val="15729"/>
                  </a:srgbClr>
                </a:gs>
                <a:gs pos="42857">
                  <a:srgbClr val="C90096">
                    <a:alpha val="10618"/>
                  </a:srgbClr>
                </a:gs>
                <a:gs pos="57143">
                  <a:srgbClr val="C90096">
                    <a:alpha val="6030"/>
                  </a:srgbClr>
                </a:gs>
                <a:gs pos="71429">
                  <a:srgbClr val="C90096">
                    <a:alpha val="2870"/>
                  </a:srgbClr>
                </a:gs>
                <a:gs pos="85714">
                  <a:srgbClr val="C90096">
                    <a:alpha val="1145"/>
                  </a:srgbClr>
                </a:gs>
                <a:gs pos="100000">
                  <a:srgbClr val="C90096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Splat 1649"/>
            <p:cNvSpPr>
              <a:spLocks noGrp="1"/>
            </p:cNvSpPr>
            <p:nvPr/>
          </p:nvSpPr>
          <p:spPr>
            <a:xfrm rot="-9919757">
              <a:off x="1834837" y="-49522"/>
              <a:ext cx="757044" cy="559200"/>
            </a:xfrm>
            <a:prstGeom prst="ellipse">
              <a:avLst/>
            </a:prstGeom>
            <a:gradFill>
              <a:gsLst>
                <a:gs pos="0">
                  <a:srgbClr val="DB749B">
                    <a:alpha val="32968"/>
                  </a:srgbClr>
                </a:gs>
                <a:gs pos="14286">
                  <a:srgbClr val="DB749B">
                    <a:alpha val="30764"/>
                  </a:srgbClr>
                </a:gs>
                <a:gs pos="28571">
                  <a:srgbClr val="DB749B">
                    <a:alpha val="24833"/>
                  </a:srgbClr>
                </a:gs>
                <a:gs pos="42857">
                  <a:srgbClr val="DB749B">
                    <a:alpha val="17075"/>
                  </a:srgbClr>
                </a:gs>
                <a:gs pos="57143">
                  <a:srgbClr val="DB749B">
                    <a:alpha val="9855"/>
                  </a:srgbClr>
                </a:gs>
                <a:gs pos="71429">
                  <a:srgbClr val="DB749B">
                    <a:alpha val="4740"/>
                  </a:srgbClr>
                </a:gs>
                <a:gs pos="85714">
                  <a:srgbClr val="DB749B">
                    <a:alpha val="1902"/>
                  </a:srgbClr>
                </a:gs>
                <a:gs pos="100000">
                  <a:srgbClr val="DB74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Splat 1650"/>
            <p:cNvSpPr>
              <a:spLocks noGrp="1"/>
            </p:cNvSpPr>
            <p:nvPr/>
          </p:nvSpPr>
          <p:spPr>
            <a:xfrm rot="-8875170">
              <a:off x="1699397" y="139760"/>
              <a:ext cx="693166" cy="444167"/>
            </a:xfrm>
            <a:prstGeom prst="ellipse">
              <a:avLst/>
            </a:prstGeom>
            <a:gradFill>
              <a:gsLst>
                <a:gs pos="0">
                  <a:srgbClr val="FF7BEB">
                    <a:alpha val="11092"/>
                  </a:srgbClr>
                </a:gs>
                <a:gs pos="14286">
                  <a:srgbClr val="FF7BEB">
                    <a:alpha val="10242"/>
                  </a:srgbClr>
                </a:gs>
                <a:gs pos="28571">
                  <a:srgbClr val="FF7BEB">
                    <a:alpha val="8048"/>
                  </a:srgbClr>
                </a:gs>
                <a:gs pos="42857">
                  <a:srgbClr val="FF7BEB">
                    <a:alpha val="5355"/>
                  </a:srgbClr>
                </a:gs>
                <a:gs pos="57143">
                  <a:srgbClr val="FF7BEB">
                    <a:alpha val="3003"/>
                  </a:srgbClr>
                </a:gs>
                <a:gs pos="71429">
                  <a:srgbClr val="FF7BEB">
                    <a:alpha val="1417"/>
                  </a:srgbClr>
                </a:gs>
                <a:gs pos="85714">
                  <a:srgbClr val="FF7BEB">
                    <a:alpha val="563"/>
                  </a:srgbClr>
                </a:gs>
                <a:gs pos="100000">
                  <a:srgbClr val="FF7BEB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Splat 1651"/>
            <p:cNvSpPr>
              <a:spLocks noGrp="1"/>
            </p:cNvSpPr>
            <p:nvPr/>
          </p:nvSpPr>
          <p:spPr>
            <a:xfrm rot="10718415">
              <a:off x="1403567" y="-27980"/>
              <a:ext cx="793723" cy="524419"/>
            </a:xfrm>
            <a:prstGeom prst="ellipse">
              <a:avLst/>
            </a:prstGeom>
            <a:gradFill>
              <a:gsLst>
                <a:gs pos="0">
                  <a:srgbClr val="FF00FF">
                    <a:alpha val="7174"/>
                  </a:srgbClr>
                </a:gs>
                <a:gs pos="14286">
                  <a:srgbClr val="FF00FF">
                    <a:alpha val="6614"/>
                  </a:srgbClr>
                </a:gs>
                <a:gs pos="28571">
                  <a:srgbClr val="FF00FF">
                    <a:alpha val="5174"/>
                  </a:srgbClr>
                </a:gs>
                <a:gs pos="42857">
                  <a:srgbClr val="FF00FF">
                    <a:alpha val="3425"/>
                  </a:srgbClr>
                </a:gs>
                <a:gs pos="57143">
                  <a:srgbClr val="FF00FF">
                    <a:alpha val="1912"/>
                  </a:srgbClr>
                </a:gs>
                <a:gs pos="71429">
                  <a:srgbClr val="FF00FF">
                    <a:alpha val="900"/>
                  </a:srgbClr>
                </a:gs>
                <a:gs pos="85714">
                  <a:srgbClr val="FF00FF">
                    <a:alpha val="357"/>
                  </a:srgbClr>
                </a:gs>
                <a:gs pos="100000">
                  <a:srgbClr val="FF00FF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Splat 1652"/>
            <p:cNvSpPr>
              <a:spLocks noGrp="1"/>
            </p:cNvSpPr>
            <p:nvPr/>
          </p:nvSpPr>
          <p:spPr>
            <a:xfrm rot="8103648">
              <a:off x="1138512" y="98213"/>
              <a:ext cx="706581" cy="407523"/>
            </a:xfrm>
            <a:prstGeom prst="ellipse">
              <a:avLst/>
            </a:prstGeom>
            <a:gradFill>
              <a:gsLst>
                <a:gs pos="0">
                  <a:srgbClr val="E0009C">
                    <a:alpha val="12940"/>
                  </a:srgbClr>
                </a:gs>
                <a:gs pos="14286">
                  <a:srgbClr val="E0009C">
                    <a:alpha val="11958"/>
                  </a:srgbClr>
                </a:gs>
                <a:gs pos="28571">
                  <a:srgbClr val="E0009C">
                    <a:alpha val="9416"/>
                  </a:srgbClr>
                </a:gs>
                <a:gs pos="42857">
                  <a:srgbClr val="E0009C">
                    <a:alpha val="6280"/>
                  </a:srgbClr>
                </a:gs>
                <a:gs pos="57143">
                  <a:srgbClr val="E0009C">
                    <a:alpha val="3530"/>
                  </a:srgbClr>
                </a:gs>
                <a:gs pos="71429">
                  <a:srgbClr val="E0009C">
                    <a:alpha val="1668"/>
                  </a:srgbClr>
                </a:gs>
                <a:gs pos="85714">
                  <a:srgbClr val="E0009C">
                    <a:alpha val="663"/>
                  </a:srgbClr>
                </a:gs>
                <a:gs pos="100000">
                  <a:srgbClr val="E0009C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Splat 1653"/>
            <p:cNvSpPr>
              <a:spLocks noGrp="1"/>
            </p:cNvSpPr>
            <p:nvPr/>
          </p:nvSpPr>
          <p:spPr>
            <a:xfrm rot="10646224">
              <a:off x="809376" y="140336"/>
              <a:ext cx="784717" cy="472087"/>
            </a:xfrm>
            <a:prstGeom prst="ellipse">
              <a:avLst/>
            </a:prstGeom>
            <a:gradFill>
              <a:gsLst>
                <a:gs pos="0">
                  <a:srgbClr val="DF00A1">
                    <a:alpha val="9119"/>
                  </a:srgbClr>
                </a:gs>
                <a:gs pos="14286">
                  <a:srgbClr val="DF00A1">
                    <a:alpha val="8413"/>
                  </a:srgbClr>
                </a:gs>
                <a:gs pos="28571">
                  <a:srgbClr val="DF00A1">
                    <a:alpha val="6596"/>
                  </a:srgbClr>
                </a:gs>
                <a:gs pos="42857">
                  <a:srgbClr val="DF00A1">
                    <a:alpha val="4377"/>
                  </a:srgbClr>
                </a:gs>
                <a:gs pos="57143">
                  <a:srgbClr val="DF00A1">
                    <a:alpha val="2450"/>
                  </a:srgbClr>
                </a:gs>
                <a:gs pos="71429">
                  <a:srgbClr val="DF00A1">
                    <a:alpha val="1154"/>
                  </a:srgbClr>
                </a:gs>
                <a:gs pos="85714">
                  <a:srgbClr val="DF00A1">
                    <a:alpha val="458"/>
                  </a:srgbClr>
                </a:gs>
                <a:gs pos="100000">
                  <a:srgbClr val="DF00A1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Splat 1654"/>
            <p:cNvSpPr>
              <a:spLocks noGrp="1"/>
            </p:cNvSpPr>
            <p:nvPr/>
          </p:nvSpPr>
          <p:spPr>
            <a:xfrm rot="7548677">
              <a:off x="686760" y="60603"/>
              <a:ext cx="726772" cy="437332"/>
            </a:xfrm>
            <a:prstGeom prst="ellipse">
              <a:avLst/>
            </a:prstGeom>
            <a:gradFill>
              <a:gsLst>
                <a:gs pos="0">
                  <a:srgbClr val="DF5A8A">
                    <a:alpha val="12691"/>
                  </a:srgbClr>
                </a:gs>
                <a:gs pos="14286">
                  <a:srgbClr val="DF5A8A">
                    <a:alpha val="11728"/>
                  </a:srgbClr>
                </a:gs>
                <a:gs pos="28571">
                  <a:srgbClr val="DF5A8A">
                    <a:alpha val="9231"/>
                  </a:srgbClr>
                </a:gs>
                <a:gs pos="42857">
                  <a:srgbClr val="DF5A8A">
                    <a:alpha val="6155"/>
                  </a:srgbClr>
                </a:gs>
                <a:gs pos="57143">
                  <a:srgbClr val="DF5A8A">
                    <a:alpha val="3459"/>
                  </a:srgbClr>
                </a:gs>
                <a:gs pos="71429">
                  <a:srgbClr val="DF5A8A">
                    <a:alpha val="1634"/>
                  </a:srgbClr>
                </a:gs>
                <a:gs pos="85714">
                  <a:srgbClr val="DF5A8A">
                    <a:alpha val="649"/>
                  </a:srgbClr>
                </a:gs>
                <a:gs pos="100000">
                  <a:srgbClr val="DF5A8A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Splat 1655"/>
            <p:cNvSpPr>
              <a:spLocks noGrp="1"/>
            </p:cNvSpPr>
            <p:nvPr/>
          </p:nvSpPr>
          <p:spPr>
            <a:xfrm rot="6850973">
              <a:off x="481825" y="130635"/>
              <a:ext cx="704155" cy="454016"/>
            </a:xfrm>
            <a:prstGeom prst="ellipse">
              <a:avLst/>
            </a:prstGeom>
            <a:gradFill>
              <a:gsLst>
                <a:gs pos="0">
                  <a:srgbClr val="DE7685">
                    <a:alpha val="20114"/>
                  </a:srgbClr>
                </a:gs>
                <a:gs pos="14286">
                  <a:srgbClr val="DE7685">
                    <a:alpha val="18650"/>
                  </a:srgbClr>
                </a:gs>
                <a:gs pos="28571">
                  <a:srgbClr val="DE7685">
                    <a:alpha val="14808"/>
                  </a:srgbClr>
                </a:gs>
                <a:gs pos="42857">
                  <a:srgbClr val="DE7685">
                    <a:alpha val="9979"/>
                  </a:srgbClr>
                </a:gs>
                <a:gs pos="57143">
                  <a:srgbClr val="DE7685">
                    <a:alpha val="5658"/>
                  </a:srgbClr>
                </a:gs>
                <a:gs pos="71429">
                  <a:srgbClr val="DE7685">
                    <a:alpha val="2690"/>
                  </a:srgbClr>
                </a:gs>
                <a:gs pos="85714">
                  <a:srgbClr val="DE7685">
                    <a:alpha val="1072"/>
                  </a:srgbClr>
                </a:gs>
                <a:gs pos="100000">
                  <a:srgbClr val="DE7685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Splat 1656"/>
            <p:cNvSpPr>
              <a:spLocks noGrp="1"/>
            </p:cNvSpPr>
            <p:nvPr/>
          </p:nvSpPr>
          <p:spPr>
            <a:xfrm rot="8200632">
              <a:off x="314489" y="-7726"/>
              <a:ext cx="695430" cy="622140"/>
            </a:xfrm>
            <a:prstGeom prst="ellipse">
              <a:avLst/>
            </a:prstGeom>
            <a:gradFill>
              <a:gsLst>
                <a:gs pos="0">
                  <a:srgbClr val="E99195">
                    <a:alpha val="19329"/>
                  </a:srgbClr>
                </a:gs>
                <a:gs pos="14286">
                  <a:srgbClr val="E99195">
                    <a:alpha val="17915"/>
                  </a:srgbClr>
                </a:gs>
                <a:gs pos="28571">
                  <a:srgbClr val="E99195">
                    <a:alpha val="14211"/>
                  </a:srgbClr>
                </a:gs>
                <a:gs pos="42857">
                  <a:srgbClr val="E99195">
                    <a:alpha val="9565"/>
                  </a:srgbClr>
                </a:gs>
                <a:gs pos="57143">
                  <a:srgbClr val="E99195">
                    <a:alpha val="5419"/>
                  </a:srgbClr>
                </a:gs>
                <a:gs pos="71429">
                  <a:srgbClr val="E99195">
                    <a:alpha val="2574"/>
                  </a:srgbClr>
                </a:gs>
                <a:gs pos="85714">
                  <a:srgbClr val="E99195">
                    <a:alpha val="1026"/>
                  </a:srgbClr>
                </a:gs>
                <a:gs pos="100000">
                  <a:srgbClr val="E99195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Splat 1657"/>
            <p:cNvSpPr>
              <a:spLocks noGrp="1"/>
            </p:cNvSpPr>
            <p:nvPr/>
          </p:nvSpPr>
          <p:spPr>
            <a:xfrm rot="-10203918">
              <a:off x="198225" y="-40933"/>
              <a:ext cx="632330" cy="565606"/>
            </a:xfrm>
            <a:prstGeom prst="ellipse">
              <a:avLst/>
            </a:prstGeom>
            <a:gradFill>
              <a:gsLst>
                <a:gs pos="0">
                  <a:srgbClr val="BA1E58">
                    <a:alpha val="6661"/>
                  </a:srgbClr>
                </a:gs>
                <a:gs pos="14286">
                  <a:srgbClr val="BA1E58">
                    <a:alpha val="6139"/>
                  </a:srgbClr>
                </a:gs>
                <a:gs pos="28571">
                  <a:srgbClr val="BA1E58">
                    <a:alpha val="4800"/>
                  </a:srgbClr>
                </a:gs>
                <a:gs pos="42857">
                  <a:srgbClr val="BA1E58">
                    <a:alpha val="3175"/>
                  </a:srgbClr>
                </a:gs>
                <a:gs pos="57143">
                  <a:srgbClr val="BA1E58">
                    <a:alpha val="1772"/>
                  </a:srgbClr>
                </a:gs>
                <a:gs pos="71429">
                  <a:srgbClr val="BA1E58">
                    <a:alpha val="833"/>
                  </a:srgbClr>
                </a:gs>
                <a:gs pos="85714">
                  <a:srgbClr val="BA1E58">
                    <a:alpha val="330"/>
                  </a:srgbClr>
                </a:gs>
                <a:gs pos="100000">
                  <a:srgbClr val="BA1E58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Splat 1658"/>
            <p:cNvSpPr>
              <a:spLocks noGrp="1"/>
            </p:cNvSpPr>
            <p:nvPr/>
          </p:nvSpPr>
          <p:spPr>
            <a:xfrm rot="8639460">
              <a:off x="-14351" y="38936"/>
              <a:ext cx="688150" cy="564545"/>
            </a:xfrm>
            <a:prstGeom prst="ellipse">
              <a:avLst/>
            </a:prstGeom>
            <a:gradFill>
              <a:gsLst>
                <a:gs pos="0">
                  <a:srgbClr val="D9B283">
                    <a:alpha val="7756"/>
                  </a:srgbClr>
                </a:gs>
                <a:gs pos="14286">
                  <a:srgbClr val="D9B283">
                    <a:alpha val="7152"/>
                  </a:srgbClr>
                </a:gs>
                <a:gs pos="28571">
                  <a:srgbClr val="D9B283">
                    <a:alpha val="5599"/>
                  </a:srgbClr>
                </a:gs>
                <a:gs pos="42857">
                  <a:srgbClr val="D9B283">
                    <a:alpha val="3709"/>
                  </a:srgbClr>
                </a:gs>
                <a:gs pos="57143">
                  <a:srgbClr val="D9B283">
                    <a:alpha val="2072"/>
                  </a:srgbClr>
                </a:gs>
                <a:gs pos="71429">
                  <a:srgbClr val="D9B283">
                    <a:alpha val="975"/>
                  </a:srgbClr>
                </a:gs>
                <a:gs pos="85714">
                  <a:srgbClr val="D9B283">
                    <a:alpha val="387"/>
                  </a:srgbClr>
                </a:gs>
                <a:gs pos="100000">
                  <a:srgbClr val="D9B283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Splat 1659"/>
            <p:cNvSpPr>
              <a:spLocks noGrp="1"/>
            </p:cNvSpPr>
            <p:nvPr/>
          </p:nvSpPr>
          <p:spPr>
            <a:xfrm rot="9224844">
              <a:off x="-315229" y="22911"/>
              <a:ext cx="746071" cy="597026"/>
            </a:xfrm>
            <a:prstGeom prst="ellipse">
              <a:avLst/>
            </a:prstGeom>
            <a:gradFill>
              <a:gsLst>
                <a:gs pos="0">
                  <a:srgbClr val="D0A062">
                    <a:alpha val="24895"/>
                  </a:srgbClr>
                </a:gs>
                <a:gs pos="14286">
                  <a:srgbClr val="D0A062">
                    <a:alpha val="23136"/>
                  </a:srgbClr>
                </a:gs>
                <a:gs pos="28571">
                  <a:srgbClr val="D0A062">
                    <a:alpha val="18479"/>
                  </a:srgbClr>
                </a:gs>
                <a:gs pos="42857">
                  <a:srgbClr val="D0A062">
                    <a:alpha val="12542"/>
                  </a:srgbClr>
                </a:gs>
                <a:gs pos="57143">
                  <a:srgbClr val="D0A062">
                    <a:alpha val="7156"/>
                  </a:srgbClr>
                </a:gs>
                <a:gs pos="71429">
                  <a:srgbClr val="D0A062">
                    <a:alpha val="3416"/>
                  </a:srgbClr>
                </a:gs>
                <a:gs pos="85714">
                  <a:srgbClr val="D0A062">
                    <a:alpha val="1365"/>
                  </a:srgbClr>
                </a:gs>
                <a:gs pos="100000">
                  <a:srgbClr val="D0A062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Splat 1660"/>
            <p:cNvSpPr>
              <a:spLocks noGrp="1"/>
            </p:cNvSpPr>
            <p:nvPr/>
          </p:nvSpPr>
          <p:spPr>
            <a:xfrm rot="9142638">
              <a:off x="2965281" y="-218478"/>
              <a:ext cx="770772" cy="520117"/>
            </a:xfrm>
            <a:prstGeom prst="ellipse">
              <a:avLst/>
            </a:prstGeom>
            <a:gradFill>
              <a:gsLst>
                <a:gs pos="0">
                  <a:srgbClr val="C500A0">
                    <a:alpha val="29765"/>
                  </a:srgbClr>
                </a:gs>
                <a:gs pos="14286">
                  <a:srgbClr val="C500A0">
                    <a:alpha val="27729"/>
                  </a:srgbClr>
                </a:gs>
                <a:gs pos="28571">
                  <a:srgbClr val="C500A0">
                    <a:alpha val="22287"/>
                  </a:srgbClr>
                </a:gs>
                <a:gs pos="42857">
                  <a:srgbClr val="C500A0">
                    <a:alpha val="15244"/>
                  </a:srgbClr>
                </a:gs>
                <a:gs pos="57143">
                  <a:srgbClr val="C500A0">
                    <a:alpha val="8757"/>
                  </a:srgbClr>
                </a:gs>
                <a:gs pos="71429">
                  <a:srgbClr val="C500A0">
                    <a:alpha val="4199"/>
                  </a:srgbClr>
                </a:gs>
                <a:gs pos="85714">
                  <a:srgbClr val="C500A0">
                    <a:alpha val="1682"/>
                  </a:srgbClr>
                </a:gs>
                <a:gs pos="100000">
                  <a:srgbClr val="C500A0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Splat 1661"/>
            <p:cNvSpPr>
              <a:spLocks noGrp="1"/>
            </p:cNvSpPr>
            <p:nvPr/>
          </p:nvSpPr>
          <p:spPr>
            <a:xfrm rot="8208375">
              <a:off x="2790465" y="-252799"/>
              <a:ext cx="750541" cy="695949"/>
            </a:xfrm>
            <a:prstGeom prst="ellipse">
              <a:avLst/>
            </a:prstGeom>
            <a:gradFill>
              <a:gsLst>
                <a:gs pos="0">
                  <a:srgbClr val="B50042">
                    <a:alpha val="32968"/>
                  </a:srgbClr>
                </a:gs>
                <a:gs pos="14286">
                  <a:srgbClr val="B50042">
                    <a:alpha val="30764"/>
                  </a:srgbClr>
                </a:gs>
                <a:gs pos="28571">
                  <a:srgbClr val="B50042">
                    <a:alpha val="24833"/>
                  </a:srgbClr>
                </a:gs>
                <a:gs pos="42857">
                  <a:srgbClr val="B50042">
                    <a:alpha val="17075"/>
                  </a:srgbClr>
                </a:gs>
                <a:gs pos="57143">
                  <a:srgbClr val="B50042">
                    <a:alpha val="9855"/>
                  </a:srgbClr>
                </a:gs>
                <a:gs pos="71429">
                  <a:srgbClr val="B50042">
                    <a:alpha val="4740"/>
                  </a:srgbClr>
                </a:gs>
                <a:gs pos="85714">
                  <a:srgbClr val="B50042">
                    <a:alpha val="1902"/>
                  </a:srgbClr>
                </a:gs>
                <a:gs pos="100000">
                  <a:srgbClr val="B500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Splat 1662"/>
            <p:cNvSpPr>
              <a:spLocks noGrp="1"/>
            </p:cNvSpPr>
            <p:nvPr/>
          </p:nvSpPr>
          <p:spPr>
            <a:xfrm rot="4668374">
              <a:off x="2623088" y="-286636"/>
              <a:ext cx="724969" cy="679668"/>
            </a:xfrm>
            <a:prstGeom prst="ellipse">
              <a:avLst/>
            </a:prstGeom>
            <a:gradFill>
              <a:gsLst>
                <a:gs pos="0">
                  <a:srgbClr val="BD2B7E">
                    <a:alpha val="32787"/>
                  </a:srgbClr>
                </a:gs>
                <a:gs pos="14286">
                  <a:srgbClr val="BD2B7E">
                    <a:alpha val="30592"/>
                  </a:srgbClr>
                </a:gs>
                <a:gs pos="28571">
                  <a:srgbClr val="BD2B7E">
                    <a:alpha val="24688"/>
                  </a:srgbClr>
                </a:gs>
                <a:gs pos="42857">
                  <a:srgbClr val="BD2B7E">
                    <a:alpha val="16971"/>
                  </a:srgbClr>
                </a:gs>
                <a:gs pos="57143">
                  <a:srgbClr val="BD2B7E">
                    <a:alpha val="9792"/>
                  </a:srgbClr>
                </a:gs>
                <a:gs pos="71429">
                  <a:srgbClr val="BD2B7E">
                    <a:alpha val="4709"/>
                  </a:srgbClr>
                </a:gs>
                <a:gs pos="85714">
                  <a:srgbClr val="BD2B7E">
                    <a:alpha val="1889"/>
                  </a:srgbClr>
                </a:gs>
                <a:gs pos="100000">
                  <a:srgbClr val="BD2B7E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Splat 1663"/>
            <p:cNvSpPr>
              <a:spLocks noGrp="1"/>
            </p:cNvSpPr>
            <p:nvPr/>
          </p:nvSpPr>
          <p:spPr>
            <a:xfrm rot="4659740">
              <a:off x="2459785" y="-159121"/>
              <a:ext cx="752363" cy="586961"/>
            </a:xfrm>
            <a:prstGeom prst="ellipse">
              <a:avLst/>
            </a:prstGeom>
            <a:gradFill>
              <a:gsLst>
                <a:gs pos="0">
                  <a:srgbClr val="BE2F74">
                    <a:alpha val="32968"/>
                  </a:srgbClr>
                </a:gs>
                <a:gs pos="14286">
                  <a:srgbClr val="BE2F74">
                    <a:alpha val="30764"/>
                  </a:srgbClr>
                </a:gs>
                <a:gs pos="28571">
                  <a:srgbClr val="BE2F74">
                    <a:alpha val="24833"/>
                  </a:srgbClr>
                </a:gs>
                <a:gs pos="42857">
                  <a:srgbClr val="BE2F74">
                    <a:alpha val="17075"/>
                  </a:srgbClr>
                </a:gs>
                <a:gs pos="57143">
                  <a:srgbClr val="BE2F74">
                    <a:alpha val="9855"/>
                  </a:srgbClr>
                </a:gs>
                <a:gs pos="71429">
                  <a:srgbClr val="BE2F74">
                    <a:alpha val="4740"/>
                  </a:srgbClr>
                </a:gs>
                <a:gs pos="85714">
                  <a:srgbClr val="BE2F74">
                    <a:alpha val="1902"/>
                  </a:srgbClr>
                </a:gs>
                <a:gs pos="100000">
                  <a:srgbClr val="BE2F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Splat 1664"/>
            <p:cNvSpPr>
              <a:spLocks noGrp="1"/>
            </p:cNvSpPr>
            <p:nvPr/>
          </p:nvSpPr>
          <p:spPr>
            <a:xfrm rot="10603279">
              <a:off x="2285546" y="-156120"/>
              <a:ext cx="773798" cy="698560"/>
            </a:xfrm>
            <a:prstGeom prst="ellipse">
              <a:avLst/>
            </a:prstGeom>
            <a:gradFill>
              <a:gsLst>
                <a:gs pos="0">
                  <a:srgbClr val="B90C62">
                    <a:alpha val="25634"/>
                  </a:srgbClr>
                </a:gs>
                <a:gs pos="14286">
                  <a:srgbClr val="B90C62">
                    <a:alpha val="23831"/>
                  </a:srgbClr>
                </a:gs>
                <a:gs pos="28571">
                  <a:srgbClr val="B90C62">
                    <a:alpha val="19052"/>
                  </a:srgbClr>
                </a:gs>
                <a:gs pos="42857">
                  <a:srgbClr val="B90C62">
                    <a:alpha val="12946"/>
                  </a:srgbClr>
                </a:gs>
                <a:gs pos="57143">
                  <a:srgbClr val="B90C62">
                    <a:alpha val="7394"/>
                  </a:srgbClr>
                </a:gs>
                <a:gs pos="71429">
                  <a:srgbClr val="B90C62">
                    <a:alpha val="3532"/>
                  </a:srgbClr>
                </a:gs>
                <a:gs pos="85714">
                  <a:srgbClr val="B90C62">
                    <a:alpha val="1412"/>
                  </a:srgbClr>
                </a:gs>
                <a:gs pos="100000">
                  <a:srgbClr val="B90C62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Splat 1665"/>
            <p:cNvSpPr>
              <a:spLocks noGrp="1"/>
            </p:cNvSpPr>
            <p:nvPr/>
          </p:nvSpPr>
          <p:spPr>
            <a:xfrm rot="-9427398">
              <a:off x="2071292" y="-288620"/>
              <a:ext cx="803458" cy="628015"/>
            </a:xfrm>
            <a:prstGeom prst="ellipse">
              <a:avLst/>
            </a:prstGeom>
            <a:gradFill>
              <a:gsLst>
                <a:gs pos="0">
                  <a:srgbClr val="C7328E">
                    <a:alpha val="32968"/>
                  </a:srgbClr>
                </a:gs>
                <a:gs pos="14286">
                  <a:srgbClr val="C7328E">
                    <a:alpha val="30764"/>
                  </a:srgbClr>
                </a:gs>
                <a:gs pos="28571">
                  <a:srgbClr val="C7328E">
                    <a:alpha val="24833"/>
                  </a:srgbClr>
                </a:gs>
                <a:gs pos="42857">
                  <a:srgbClr val="C7328E">
                    <a:alpha val="17075"/>
                  </a:srgbClr>
                </a:gs>
                <a:gs pos="57143">
                  <a:srgbClr val="C7328E">
                    <a:alpha val="9855"/>
                  </a:srgbClr>
                </a:gs>
                <a:gs pos="71429">
                  <a:srgbClr val="C7328E">
                    <a:alpha val="4740"/>
                  </a:srgbClr>
                </a:gs>
                <a:gs pos="85714">
                  <a:srgbClr val="C7328E">
                    <a:alpha val="1902"/>
                  </a:srgbClr>
                </a:gs>
                <a:gs pos="100000">
                  <a:srgbClr val="C732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Splat 1666"/>
            <p:cNvSpPr>
              <a:spLocks noGrp="1"/>
            </p:cNvSpPr>
            <p:nvPr/>
          </p:nvSpPr>
          <p:spPr>
            <a:xfrm rot="8401806">
              <a:off x="1850847" y="-172587"/>
              <a:ext cx="803479" cy="626222"/>
            </a:xfrm>
            <a:prstGeom prst="ellipse">
              <a:avLst/>
            </a:prstGeom>
            <a:gradFill>
              <a:gsLst>
                <a:gs pos="0">
                  <a:srgbClr val="BF0064">
                    <a:alpha val="32968"/>
                  </a:srgbClr>
                </a:gs>
                <a:gs pos="14286">
                  <a:srgbClr val="BF0064">
                    <a:alpha val="30764"/>
                  </a:srgbClr>
                </a:gs>
                <a:gs pos="28571">
                  <a:srgbClr val="BF0064">
                    <a:alpha val="24833"/>
                  </a:srgbClr>
                </a:gs>
                <a:gs pos="42857">
                  <a:srgbClr val="BF0064">
                    <a:alpha val="17075"/>
                  </a:srgbClr>
                </a:gs>
                <a:gs pos="57143">
                  <a:srgbClr val="BF0064">
                    <a:alpha val="9855"/>
                  </a:srgbClr>
                </a:gs>
                <a:gs pos="71429">
                  <a:srgbClr val="BF0064">
                    <a:alpha val="4740"/>
                  </a:srgbClr>
                </a:gs>
                <a:gs pos="85714">
                  <a:srgbClr val="BF0064">
                    <a:alpha val="1902"/>
                  </a:srgbClr>
                </a:gs>
                <a:gs pos="100000">
                  <a:srgbClr val="BF00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Splat 1667"/>
            <p:cNvSpPr>
              <a:spLocks noGrp="1"/>
            </p:cNvSpPr>
            <p:nvPr/>
          </p:nvSpPr>
          <p:spPr>
            <a:xfrm rot="3738535">
              <a:off x="1597185" y="-223644"/>
              <a:ext cx="815796" cy="554696"/>
            </a:xfrm>
            <a:prstGeom prst="ellipse">
              <a:avLst/>
            </a:prstGeom>
            <a:gradFill>
              <a:gsLst>
                <a:gs pos="0">
                  <a:srgbClr val="D86BB3">
                    <a:alpha val="26840"/>
                  </a:srgbClr>
                </a:gs>
                <a:gs pos="14286">
                  <a:srgbClr val="D86BB3">
                    <a:alpha val="24967"/>
                  </a:srgbClr>
                </a:gs>
                <a:gs pos="28571">
                  <a:srgbClr val="D86BB3">
                    <a:alpha val="19991"/>
                  </a:srgbClr>
                </a:gs>
                <a:gs pos="42857">
                  <a:srgbClr val="D86BB3">
                    <a:alpha val="13609"/>
                  </a:srgbClr>
                </a:gs>
                <a:gs pos="57143">
                  <a:srgbClr val="D86BB3">
                    <a:alpha val="7786"/>
                  </a:srgbClr>
                </a:gs>
                <a:gs pos="71429">
                  <a:srgbClr val="D86BB3">
                    <a:alpha val="3723"/>
                  </a:srgbClr>
                </a:gs>
                <a:gs pos="85714">
                  <a:srgbClr val="D86BB3">
                    <a:alpha val="1489"/>
                  </a:srgbClr>
                </a:gs>
                <a:gs pos="100000">
                  <a:srgbClr val="D86BB3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Splat 1668"/>
            <p:cNvSpPr>
              <a:spLocks noGrp="1"/>
            </p:cNvSpPr>
            <p:nvPr/>
          </p:nvSpPr>
          <p:spPr>
            <a:xfrm rot="2869514">
              <a:off x="1499811" y="-200454"/>
              <a:ext cx="717053" cy="499675"/>
            </a:xfrm>
            <a:prstGeom prst="ellipse">
              <a:avLst/>
            </a:prstGeom>
            <a:gradFill>
              <a:gsLst>
                <a:gs pos="0">
                  <a:srgbClr val="CD4E91">
                    <a:alpha val="28745"/>
                  </a:srgbClr>
                </a:gs>
                <a:gs pos="14286">
                  <a:srgbClr val="CD4E91">
                    <a:alpha val="26764"/>
                  </a:srgbClr>
                </a:gs>
                <a:gs pos="28571">
                  <a:srgbClr val="CD4E91">
                    <a:alpha val="21483"/>
                  </a:srgbClr>
                </a:gs>
                <a:gs pos="42857">
                  <a:srgbClr val="CD4E91">
                    <a:alpha val="14669"/>
                  </a:srgbClr>
                </a:gs>
                <a:gs pos="57143">
                  <a:srgbClr val="CD4E91">
                    <a:alpha val="8415"/>
                  </a:srgbClr>
                </a:gs>
                <a:gs pos="71429">
                  <a:srgbClr val="CD4E91">
                    <a:alpha val="4031"/>
                  </a:srgbClr>
                </a:gs>
                <a:gs pos="85714">
                  <a:srgbClr val="CD4E91">
                    <a:alpha val="1614"/>
                  </a:srgbClr>
                </a:gs>
                <a:gs pos="100000">
                  <a:srgbClr val="CD4E91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Splat 1669"/>
            <p:cNvSpPr>
              <a:spLocks noGrp="1"/>
            </p:cNvSpPr>
            <p:nvPr/>
          </p:nvSpPr>
          <p:spPr>
            <a:xfrm rot="6893199">
              <a:off x="1252026" y="-238149"/>
              <a:ext cx="778865" cy="600079"/>
            </a:xfrm>
            <a:prstGeom prst="ellipse">
              <a:avLst/>
            </a:prstGeom>
            <a:gradFill>
              <a:gsLst>
                <a:gs pos="0">
                  <a:srgbClr val="E170FF">
                    <a:alpha val="9835"/>
                  </a:srgbClr>
                </a:gs>
                <a:gs pos="14286">
                  <a:srgbClr val="E170FF">
                    <a:alpha val="9077"/>
                  </a:srgbClr>
                </a:gs>
                <a:gs pos="28571">
                  <a:srgbClr val="E170FF">
                    <a:alpha val="7122"/>
                  </a:srgbClr>
                </a:gs>
                <a:gs pos="42857">
                  <a:srgbClr val="E170FF">
                    <a:alpha val="4731"/>
                  </a:srgbClr>
                </a:gs>
                <a:gs pos="57143">
                  <a:srgbClr val="E170FF">
                    <a:alpha val="2650"/>
                  </a:srgbClr>
                </a:gs>
                <a:gs pos="71429">
                  <a:srgbClr val="E170FF">
                    <a:alpha val="1249"/>
                  </a:srgbClr>
                </a:gs>
                <a:gs pos="85714">
                  <a:srgbClr val="E170FF">
                    <a:alpha val="496"/>
                  </a:srgbClr>
                </a:gs>
                <a:gs pos="100000">
                  <a:srgbClr val="E170FF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Splat 1670"/>
            <p:cNvSpPr>
              <a:spLocks noGrp="1"/>
            </p:cNvSpPr>
            <p:nvPr/>
          </p:nvSpPr>
          <p:spPr>
            <a:xfrm rot="5572596">
              <a:off x="1076485" y="-253733"/>
              <a:ext cx="775579" cy="592392"/>
            </a:xfrm>
            <a:prstGeom prst="ellipse">
              <a:avLst/>
            </a:prstGeom>
            <a:gradFill>
              <a:gsLst>
                <a:gs pos="0">
                  <a:srgbClr val="C93A80">
                    <a:alpha val="16225"/>
                  </a:srgbClr>
                </a:gs>
                <a:gs pos="14286">
                  <a:srgbClr val="C93A80">
                    <a:alpha val="15016"/>
                  </a:srgbClr>
                </a:gs>
                <a:gs pos="28571">
                  <a:srgbClr val="C93A80">
                    <a:alpha val="11868"/>
                  </a:srgbClr>
                </a:gs>
                <a:gs pos="42857">
                  <a:srgbClr val="C93A80">
                    <a:alpha val="7953"/>
                  </a:srgbClr>
                </a:gs>
                <a:gs pos="57143">
                  <a:srgbClr val="C93A80">
                    <a:alpha val="4488"/>
                  </a:srgbClr>
                </a:gs>
                <a:gs pos="71429">
                  <a:srgbClr val="C93A80">
                    <a:alpha val="2126"/>
                  </a:srgbClr>
                </a:gs>
                <a:gs pos="85714">
                  <a:srgbClr val="C93A80">
                    <a:alpha val="846"/>
                  </a:srgbClr>
                </a:gs>
                <a:gs pos="100000">
                  <a:srgbClr val="C93A8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Splat 1671"/>
            <p:cNvSpPr>
              <a:spLocks noGrp="1"/>
            </p:cNvSpPr>
            <p:nvPr/>
          </p:nvSpPr>
          <p:spPr>
            <a:xfrm rot="3428325">
              <a:off x="899658" y="-261352"/>
              <a:ext cx="760322" cy="679112"/>
            </a:xfrm>
            <a:prstGeom prst="ellipse">
              <a:avLst/>
            </a:prstGeom>
            <a:gradFill>
              <a:gsLst>
                <a:gs pos="0">
                  <a:srgbClr val="C85589">
                    <a:alpha val="28928"/>
                  </a:srgbClr>
                </a:gs>
                <a:gs pos="14286">
                  <a:srgbClr val="C85589">
                    <a:alpha val="26937"/>
                  </a:srgbClr>
                </a:gs>
                <a:gs pos="28571">
                  <a:srgbClr val="C85589">
                    <a:alpha val="21627"/>
                  </a:srgbClr>
                </a:gs>
                <a:gs pos="42857">
                  <a:srgbClr val="C85589">
                    <a:alpha val="14772"/>
                  </a:srgbClr>
                </a:gs>
                <a:gs pos="57143">
                  <a:srgbClr val="C85589">
                    <a:alpha val="8476"/>
                  </a:srgbClr>
                </a:gs>
                <a:gs pos="71429">
                  <a:srgbClr val="C85589">
                    <a:alpha val="4061"/>
                  </a:srgbClr>
                </a:gs>
                <a:gs pos="85714">
                  <a:srgbClr val="C85589">
                    <a:alpha val="1626"/>
                  </a:srgbClr>
                </a:gs>
                <a:gs pos="100000">
                  <a:srgbClr val="C85589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Splat 1672"/>
            <p:cNvSpPr>
              <a:spLocks noGrp="1"/>
            </p:cNvSpPr>
            <p:nvPr/>
          </p:nvSpPr>
          <p:spPr>
            <a:xfrm rot="4877407">
              <a:off x="733266" y="-187524"/>
              <a:ext cx="769857" cy="490590"/>
            </a:xfrm>
            <a:prstGeom prst="ellipse">
              <a:avLst/>
            </a:prstGeom>
            <a:gradFill>
              <a:gsLst>
                <a:gs pos="0">
                  <a:srgbClr val="C55D75">
                    <a:alpha val="24587"/>
                  </a:srgbClr>
                </a:gs>
                <a:gs pos="14286">
                  <a:srgbClr val="C55D75">
                    <a:alpha val="22846"/>
                  </a:srgbClr>
                </a:gs>
                <a:gs pos="28571">
                  <a:srgbClr val="C55D75">
                    <a:alpha val="18240"/>
                  </a:srgbClr>
                </a:gs>
                <a:gs pos="42857">
                  <a:srgbClr val="C55D75">
                    <a:alpha val="12374"/>
                  </a:srgbClr>
                </a:gs>
                <a:gs pos="57143">
                  <a:srgbClr val="C55D75">
                    <a:alpha val="7058"/>
                  </a:srgbClr>
                </a:gs>
                <a:gs pos="71429">
                  <a:srgbClr val="C55D75">
                    <a:alpha val="3368"/>
                  </a:srgbClr>
                </a:gs>
                <a:gs pos="85714">
                  <a:srgbClr val="C55D75">
                    <a:alpha val="1346"/>
                  </a:srgbClr>
                </a:gs>
                <a:gs pos="100000">
                  <a:srgbClr val="C55D75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Splat 1673"/>
            <p:cNvSpPr>
              <a:spLocks noGrp="1"/>
            </p:cNvSpPr>
            <p:nvPr/>
          </p:nvSpPr>
          <p:spPr>
            <a:xfrm rot="3360216">
              <a:off x="514168" y="-206668"/>
              <a:ext cx="723336" cy="631179"/>
            </a:xfrm>
            <a:prstGeom prst="ellipse">
              <a:avLst/>
            </a:prstGeom>
            <a:gradFill>
              <a:gsLst>
                <a:gs pos="0">
                  <a:srgbClr val="CA6C77">
                    <a:alpha val="32968"/>
                  </a:srgbClr>
                </a:gs>
                <a:gs pos="14286">
                  <a:srgbClr val="CA6C77">
                    <a:alpha val="30764"/>
                  </a:srgbClr>
                </a:gs>
                <a:gs pos="28571">
                  <a:srgbClr val="CA6C77">
                    <a:alpha val="24833"/>
                  </a:srgbClr>
                </a:gs>
                <a:gs pos="42857">
                  <a:srgbClr val="CA6C77">
                    <a:alpha val="17075"/>
                  </a:srgbClr>
                </a:gs>
                <a:gs pos="57143">
                  <a:srgbClr val="CA6C77">
                    <a:alpha val="9855"/>
                  </a:srgbClr>
                </a:gs>
                <a:gs pos="71429">
                  <a:srgbClr val="CA6C77">
                    <a:alpha val="4740"/>
                  </a:srgbClr>
                </a:gs>
                <a:gs pos="85714">
                  <a:srgbClr val="CA6C77">
                    <a:alpha val="1902"/>
                  </a:srgbClr>
                </a:gs>
                <a:gs pos="100000">
                  <a:srgbClr val="CA6C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Splat 1674"/>
            <p:cNvSpPr>
              <a:spLocks noGrp="1"/>
            </p:cNvSpPr>
            <p:nvPr/>
          </p:nvSpPr>
          <p:spPr>
            <a:xfrm rot="6158658">
              <a:off x="329842" y="-185342"/>
              <a:ext cx="680111" cy="561085"/>
            </a:xfrm>
            <a:prstGeom prst="ellipse">
              <a:avLst/>
            </a:prstGeom>
            <a:gradFill>
              <a:gsLst>
                <a:gs pos="0">
                  <a:srgbClr val="CE9486">
                    <a:alpha val="27328"/>
                  </a:srgbClr>
                </a:gs>
                <a:gs pos="14286">
                  <a:srgbClr val="CE9486">
                    <a:alpha val="25428"/>
                  </a:srgbClr>
                </a:gs>
                <a:gs pos="28571">
                  <a:srgbClr val="CE9486">
                    <a:alpha val="20372"/>
                  </a:srgbClr>
                </a:gs>
                <a:gs pos="42857">
                  <a:srgbClr val="CE9486">
                    <a:alpha val="13880"/>
                  </a:srgbClr>
                </a:gs>
                <a:gs pos="57143">
                  <a:srgbClr val="CE9486">
                    <a:alpha val="7946"/>
                  </a:srgbClr>
                </a:gs>
                <a:gs pos="71429">
                  <a:srgbClr val="CE9486">
                    <a:alpha val="3802"/>
                  </a:srgbClr>
                </a:gs>
                <a:gs pos="85714">
                  <a:srgbClr val="CE9486">
                    <a:alpha val="1521"/>
                  </a:srgbClr>
                </a:gs>
                <a:gs pos="100000">
                  <a:srgbClr val="CE9486">
                    <a:alpha val="5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Splat 1675"/>
            <p:cNvSpPr>
              <a:spLocks noGrp="1"/>
            </p:cNvSpPr>
            <p:nvPr/>
          </p:nvSpPr>
          <p:spPr>
            <a:xfrm rot="6735109">
              <a:off x="207651" y="-161589"/>
              <a:ext cx="687434" cy="577525"/>
            </a:xfrm>
            <a:prstGeom prst="ellipse">
              <a:avLst/>
            </a:prstGeom>
            <a:gradFill>
              <a:gsLst>
                <a:gs pos="0">
                  <a:srgbClr val="D39C6E">
                    <a:alpha val="13903"/>
                  </a:srgbClr>
                </a:gs>
                <a:gs pos="14286">
                  <a:srgbClr val="D39C6E">
                    <a:alpha val="12854"/>
                  </a:srgbClr>
                </a:gs>
                <a:gs pos="28571">
                  <a:srgbClr val="D39C6E">
                    <a:alpha val="10132"/>
                  </a:srgbClr>
                </a:gs>
                <a:gs pos="42857">
                  <a:srgbClr val="D39C6E">
                    <a:alpha val="6767"/>
                  </a:srgbClr>
                </a:gs>
                <a:gs pos="57143">
                  <a:srgbClr val="D39C6E">
                    <a:alpha val="3808"/>
                  </a:srgbClr>
                </a:gs>
                <a:gs pos="71429">
                  <a:srgbClr val="D39C6E">
                    <a:alpha val="1801"/>
                  </a:srgbClr>
                </a:gs>
                <a:gs pos="85714">
                  <a:srgbClr val="D39C6E">
                    <a:alpha val="716"/>
                  </a:srgbClr>
                </a:gs>
                <a:gs pos="100000">
                  <a:srgbClr val="D39C6E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Splat 1676"/>
            <p:cNvSpPr>
              <a:spLocks noGrp="1"/>
            </p:cNvSpPr>
            <p:nvPr/>
          </p:nvSpPr>
          <p:spPr>
            <a:xfrm rot="7404926">
              <a:off x="-103099" y="-292628"/>
              <a:ext cx="707233" cy="631274"/>
            </a:xfrm>
            <a:prstGeom prst="ellipse">
              <a:avLst/>
            </a:prstGeom>
            <a:gradFill>
              <a:gsLst>
                <a:gs pos="0">
                  <a:srgbClr val="C7A075">
                    <a:alpha val="22456"/>
                  </a:srgbClr>
                </a:gs>
                <a:gs pos="14286">
                  <a:srgbClr val="C7A075">
                    <a:alpha val="20844"/>
                  </a:srgbClr>
                </a:gs>
                <a:gs pos="28571">
                  <a:srgbClr val="C7A075">
                    <a:alpha val="16598"/>
                  </a:srgbClr>
                </a:gs>
                <a:gs pos="42857">
                  <a:srgbClr val="C7A075">
                    <a:alpha val="11223"/>
                  </a:srgbClr>
                </a:gs>
                <a:gs pos="57143">
                  <a:srgbClr val="C7A075">
                    <a:alpha val="6384"/>
                  </a:srgbClr>
                </a:gs>
                <a:gs pos="71429">
                  <a:srgbClr val="C7A075">
                    <a:alpha val="3041"/>
                  </a:srgbClr>
                </a:gs>
                <a:gs pos="85714">
                  <a:srgbClr val="C7A075">
                    <a:alpha val="1214"/>
                  </a:srgbClr>
                </a:gs>
                <a:gs pos="100000">
                  <a:srgbClr val="C7A075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Splat 1677"/>
            <p:cNvSpPr>
              <a:spLocks noGrp="1"/>
            </p:cNvSpPr>
            <p:nvPr/>
          </p:nvSpPr>
          <p:spPr>
            <a:xfrm rot="10546652">
              <a:off x="-273264" y="-289364"/>
              <a:ext cx="686904" cy="643415"/>
            </a:xfrm>
            <a:prstGeom prst="ellipse">
              <a:avLst/>
            </a:prstGeom>
            <a:gradFill>
              <a:gsLst>
                <a:gs pos="0">
                  <a:srgbClr val="C29959">
                    <a:alpha val="28617"/>
                  </a:srgbClr>
                </a:gs>
                <a:gs pos="14286">
                  <a:srgbClr val="C29959">
                    <a:alpha val="26643"/>
                  </a:srgbClr>
                </a:gs>
                <a:gs pos="28571">
                  <a:srgbClr val="C29959">
                    <a:alpha val="21382"/>
                  </a:srgbClr>
                </a:gs>
                <a:gs pos="42857">
                  <a:srgbClr val="C29959">
                    <a:alpha val="14598"/>
                  </a:srgbClr>
                </a:gs>
                <a:gs pos="57143">
                  <a:srgbClr val="C29959">
                    <a:alpha val="8372"/>
                  </a:srgbClr>
                </a:gs>
                <a:gs pos="71429">
                  <a:srgbClr val="C29959">
                    <a:alpha val="4010"/>
                  </a:srgbClr>
                </a:gs>
                <a:gs pos="85714">
                  <a:srgbClr val="C29959">
                    <a:alpha val="1605"/>
                  </a:srgbClr>
                </a:gs>
                <a:gs pos="100000">
                  <a:srgbClr val="C29959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2026-08-02T14:58:51Z</dcterms:created>
  <dcterms:modified xsi:type="dcterms:W3CDTF">2026-08-02T14:58:51Z</dcterms:modified>
</cp:coreProperties>
</file>