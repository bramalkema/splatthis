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3657600" cy="2466975" type="custom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presProps" Target="presProps.xml"/>
  <Relationship Id="rId4" Type="http://schemas.openxmlformats.org/officeDocument/2006/relationships/viewProps" Target="viewProps.xml"/>
  <Relationship Id="rId5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Slide Background"/>
        <p:cNvGrpSpPr/>
        <p:nvPr/>
      </p:nvGrpSpPr>
      <p:grpSpPr>
        <a:xfrm>
          <a:off x="0" y="0"/>
          <a:ext cx="3657600" cy="2466975"/>
          <a:chOff x="0" y="0"/>
          <a:chExt cx="3657600" cy="2466975"/>
        </a:xfrm>
      </p:grpSpPr>
      <p:grpSp>
        <p:nvGrpSpPr>
          <p:cNvPr id="2" name="Splat Group"/>
          <p:cNvGrpSpPr/>
          <p:nvPr/>
        </p:nvGrpSpPr>
        <p:grpSpPr>
          <a:xfrm>
            <a:off x="0" y="0"/>
            <a:ext cx="3657600" cy="2466975"/>
            <a:chOff x="0" y="0"/>
            <a:chExt cx="3657600" cy="2466975"/>
          </a:xfrm>
        </p:grpSpPr>
        <p:sp>
          <p:nvSpPr>
            <p:cNvPr id="3" name="Splat Background"/>
            <p:cNvSpPr>
              <a:spLocks noGrp="1"/>
            </p:cNvSpPr>
            <p:nvPr/>
          </p:nvSpPr>
          <p:spPr>
            <a:xfrm>
              <a:off x="0" y="0"/>
              <a:ext cx="3657600" cy="2466975"/>
            </a:xfrm>
            <a:prstGeom prst="rect">
              <a:avLst/>
            </a:prstGeom>
            <a:solidFill>
              <a:srgbClr val="80787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Splat 4"/>
            <p:cNvSpPr>
              <a:spLocks noGrp="1"/>
            </p:cNvSpPr>
            <p:nvPr/>
          </p:nvSpPr>
          <p:spPr>
            <a:xfrm rot="9867684">
              <a:off x="2223143" y="973030"/>
              <a:ext cx="618992" cy="588217"/>
            </a:xfrm>
            <a:prstGeom prst="ellipse">
              <a:avLst/>
            </a:prstGeom>
            <a:gradFill>
              <a:gsLst>
                <a:gs pos="0">
                  <a:srgbClr val="FF0000">
                    <a:alpha val="32968"/>
                  </a:srgbClr>
                </a:gs>
                <a:gs pos="14286">
                  <a:srgbClr val="FF0000">
                    <a:alpha val="30764"/>
                  </a:srgbClr>
                </a:gs>
                <a:gs pos="28571">
                  <a:srgbClr val="FF0000">
                    <a:alpha val="24833"/>
                  </a:srgbClr>
                </a:gs>
                <a:gs pos="42857">
                  <a:srgbClr val="FF0000">
                    <a:alpha val="17075"/>
                  </a:srgbClr>
                </a:gs>
                <a:gs pos="57143">
                  <a:srgbClr val="FF0000">
                    <a:alpha val="9855"/>
                  </a:srgbClr>
                </a:gs>
                <a:gs pos="71429">
                  <a:srgbClr val="FF0000">
                    <a:alpha val="4740"/>
                  </a:srgbClr>
                </a:gs>
                <a:gs pos="85714">
                  <a:srgbClr val="FF0000">
                    <a:alpha val="1902"/>
                  </a:srgbClr>
                </a:gs>
                <a:gs pos="100000">
                  <a:srgbClr val="F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Splat 5"/>
            <p:cNvSpPr>
              <a:spLocks noGrp="1"/>
            </p:cNvSpPr>
            <p:nvPr/>
          </p:nvSpPr>
          <p:spPr>
            <a:xfrm rot="8554554">
              <a:off x="1526473" y="945365"/>
              <a:ext cx="837129" cy="63553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Splat 6"/>
            <p:cNvSpPr>
              <a:spLocks noGrp="1"/>
            </p:cNvSpPr>
            <p:nvPr/>
          </p:nvSpPr>
          <p:spPr>
            <a:xfrm rot="5499768">
              <a:off x="1366577" y="314175"/>
              <a:ext cx="635590" cy="86654"/>
            </a:xfrm>
            <a:prstGeom prst="ellipse">
              <a:avLst/>
            </a:prstGeom>
            <a:gradFill>
              <a:gsLst>
                <a:gs pos="0">
                  <a:srgbClr val="EBFFFF">
                    <a:alpha val="32968"/>
                  </a:srgbClr>
                </a:gs>
                <a:gs pos="14286">
                  <a:srgbClr val="EBFFFF">
                    <a:alpha val="30764"/>
                  </a:srgbClr>
                </a:gs>
                <a:gs pos="28571">
                  <a:srgbClr val="EBFFFF">
                    <a:alpha val="24833"/>
                  </a:srgbClr>
                </a:gs>
                <a:gs pos="42857">
                  <a:srgbClr val="EBFFFF">
                    <a:alpha val="17075"/>
                  </a:srgbClr>
                </a:gs>
                <a:gs pos="57143">
                  <a:srgbClr val="EBFFFF">
                    <a:alpha val="9855"/>
                  </a:srgbClr>
                </a:gs>
                <a:gs pos="71429">
                  <a:srgbClr val="EBFFFF">
                    <a:alpha val="4740"/>
                  </a:srgbClr>
                </a:gs>
                <a:gs pos="85714">
                  <a:srgbClr val="EBFFFF">
                    <a:alpha val="1902"/>
                  </a:srgbClr>
                </a:gs>
                <a:gs pos="100000">
                  <a:srgbClr val="EB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Splat 7"/>
            <p:cNvSpPr>
              <a:spLocks noGrp="1"/>
            </p:cNvSpPr>
            <p:nvPr/>
          </p:nvSpPr>
          <p:spPr>
            <a:xfrm rot="7599554">
              <a:off x="2057776" y="150355"/>
              <a:ext cx="897142" cy="216770"/>
            </a:xfrm>
            <a:prstGeom prst="ellipse">
              <a:avLst/>
            </a:prstGeom>
            <a:gradFill>
              <a:gsLst>
                <a:gs pos="0">
                  <a:srgbClr val="220000">
                    <a:alpha val="32968"/>
                  </a:srgbClr>
                </a:gs>
                <a:gs pos="14286">
                  <a:srgbClr val="220000">
                    <a:alpha val="30764"/>
                  </a:srgbClr>
                </a:gs>
                <a:gs pos="28571">
                  <a:srgbClr val="220000">
                    <a:alpha val="24833"/>
                  </a:srgbClr>
                </a:gs>
                <a:gs pos="42857">
                  <a:srgbClr val="220000">
                    <a:alpha val="17075"/>
                  </a:srgbClr>
                </a:gs>
                <a:gs pos="57143">
                  <a:srgbClr val="220000">
                    <a:alpha val="9855"/>
                  </a:srgbClr>
                </a:gs>
                <a:gs pos="71429">
                  <a:srgbClr val="220000">
                    <a:alpha val="4740"/>
                  </a:srgbClr>
                </a:gs>
                <a:gs pos="85714">
                  <a:srgbClr val="220000">
                    <a:alpha val="1902"/>
                  </a:srgbClr>
                </a:gs>
                <a:gs pos="100000">
                  <a:srgbClr val="22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Splat 8"/>
            <p:cNvSpPr>
              <a:spLocks noGrp="1"/>
            </p:cNvSpPr>
            <p:nvPr/>
          </p:nvSpPr>
          <p:spPr>
            <a:xfrm rot="4886774">
              <a:off x="1338856" y="260870"/>
              <a:ext cx="657090" cy="83323"/>
            </a:xfrm>
            <a:prstGeom prst="ellipse">
              <a:avLst/>
            </a:prstGeom>
            <a:gradFill>
              <a:gsLst>
                <a:gs pos="0">
                  <a:srgbClr val="FCFFF0">
                    <a:alpha val="25205"/>
                  </a:srgbClr>
                </a:gs>
                <a:gs pos="14286">
                  <a:srgbClr val="FCFFF0">
                    <a:alpha val="23427"/>
                  </a:srgbClr>
                </a:gs>
                <a:gs pos="28571">
                  <a:srgbClr val="FCFFF0">
                    <a:alpha val="18719"/>
                  </a:srgbClr>
                </a:gs>
                <a:gs pos="42857">
                  <a:srgbClr val="FCFFF0">
                    <a:alpha val="12711"/>
                  </a:srgbClr>
                </a:gs>
                <a:gs pos="57143">
                  <a:srgbClr val="FCFFF0">
                    <a:alpha val="7256"/>
                  </a:srgbClr>
                </a:gs>
                <a:gs pos="71429">
                  <a:srgbClr val="FCFFF0">
                    <a:alpha val="3465"/>
                  </a:srgbClr>
                </a:gs>
                <a:gs pos="85714">
                  <a:srgbClr val="FCFFF0">
                    <a:alpha val="1385"/>
                  </a:srgbClr>
                </a:gs>
                <a:gs pos="100000">
                  <a:srgbClr val="FCFFF0">
                    <a:alpha val="4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Splat 9"/>
            <p:cNvSpPr>
              <a:spLocks noGrp="1"/>
            </p:cNvSpPr>
            <p:nvPr/>
          </p:nvSpPr>
          <p:spPr>
            <a:xfrm rot="-9912755">
              <a:off x="2199839" y="-9767"/>
              <a:ext cx="612852" cy="489611"/>
            </a:xfrm>
            <a:prstGeom prst="ellipse">
              <a:avLst/>
            </a:prstGeom>
            <a:gradFill>
              <a:gsLst>
                <a:gs pos="0">
                  <a:srgbClr val="FFD8BA">
                    <a:alpha val="23257"/>
                  </a:srgbClr>
                </a:gs>
                <a:gs pos="14286">
                  <a:srgbClr val="FFD8BA">
                    <a:alpha val="21596"/>
                  </a:srgbClr>
                </a:gs>
                <a:gs pos="28571">
                  <a:srgbClr val="FFD8BA">
                    <a:alpha val="17214"/>
                  </a:srgbClr>
                </a:gs>
                <a:gs pos="42857">
                  <a:srgbClr val="FFD8BA">
                    <a:alpha val="11654"/>
                  </a:srgbClr>
                </a:gs>
                <a:gs pos="57143">
                  <a:srgbClr val="FFD8BA">
                    <a:alpha val="6635"/>
                  </a:srgbClr>
                </a:gs>
                <a:gs pos="71429">
                  <a:srgbClr val="FFD8BA">
                    <a:alpha val="3163"/>
                  </a:srgbClr>
                </a:gs>
                <a:gs pos="85714">
                  <a:srgbClr val="FFD8BA">
                    <a:alpha val="1263"/>
                  </a:srgbClr>
                </a:gs>
                <a:gs pos="100000">
                  <a:srgbClr val="FFD8BA">
                    <a:alpha val="4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Splat 10"/>
            <p:cNvSpPr>
              <a:spLocks noGrp="1"/>
            </p:cNvSpPr>
            <p:nvPr/>
          </p:nvSpPr>
          <p:spPr>
            <a:xfrm rot="4410932">
              <a:off x="291963" y="684643"/>
              <a:ext cx="866939" cy="31926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Splat 11"/>
            <p:cNvSpPr>
              <a:spLocks noGrp="1"/>
            </p:cNvSpPr>
            <p:nvPr/>
          </p:nvSpPr>
          <p:spPr>
            <a:xfrm rot="-9943477">
              <a:off x="665705" y="1574831"/>
              <a:ext cx="793201" cy="31898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Splat 12"/>
            <p:cNvSpPr>
              <a:spLocks noGrp="1"/>
            </p:cNvSpPr>
            <p:nvPr/>
          </p:nvSpPr>
          <p:spPr>
            <a:xfrm rot="8975271">
              <a:off x="1858234" y="1643888"/>
              <a:ext cx="661674" cy="61929"/>
            </a:xfrm>
            <a:prstGeom prst="ellipse">
              <a:avLst/>
            </a:prstGeom>
            <a:gradFill>
              <a:gsLst>
                <a:gs pos="0">
                  <a:srgbClr val="FFF0CF">
                    <a:alpha val="21127"/>
                  </a:srgbClr>
                </a:gs>
                <a:gs pos="14286">
                  <a:srgbClr val="FFF0CF">
                    <a:alpha val="19598"/>
                  </a:srgbClr>
                </a:gs>
                <a:gs pos="28571">
                  <a:srgbClr val="FFF0CF">
                    <a:alpha val="15580"/>
                  </a:srgbClr>
                </a:gs>
                <a:gs pos="42857">
                  <a:srgbClr val="FFF0CF">
                    <a:alpha val="10514"/>
                  </a:srgbClr>
                </a:gs>
                <a:gs pos="57143">
                  <a:srgbClr val="FFF0CF">
                    <a:alpha val="5970"/>
                  </a:srgbClr>
                </a:gs>
                <a:gs pos="71429">
                  <a:srgbClr val="FFF0CF">
                    <a:alpha val="2840"/>
                  </a:srgbClr>
                </a:gs>
                <a:gs pos="85714">
                  <a:srgbClr val="FFF0CF">
                    <a:alpha val="1133"/>
                  </a:srgbClr>
                </a:gs>
                <a:gs pos="100000">
                  <a:srgbClr val="FFF0CF">
                    <a:alpha val="3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Splat 13"/>
            <p:cNvSpPr>
              <a:spLocks noGrp="1"/>
            </p:cNvSpPr>
            <p:nvPr/>
          </p:nvSpPr>
          <p:spPr>
            <a:xfrm rot="-8512191">
              <a:off x="1414109" y="32051"/>
              <a:ext cx="513895" cy="48171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Splat 14"/>
            <p:cNvSpPr>
              <a:spLocks noGrp="1"/>
            </p:cNvSpPr>
            <p:nvPr/>
          </p:nvSpPr>
          <p:spPr>
            <a:xfrm rot="4444377">
              <a:off x="2769374" y="786301"/>
              <a:ext cx="42740" cy="10685"/>
            </a:xfrm>
            <a:prstGeom prst="ellipse">
              <a:avLst/>
            </a:prstGeom>
            <a:gradFill>
              <a:gsLst>
                <a:gs pos="0">
                  <a:srgbClr val="F1F9FF">
                    <a:alpha val="21462"/>
                  </a:srgbClr>
                </a:gs>
                <a:gs pos="14286">
                  <a:srgbClr val="F1F9FF">
                    <a:alpha val="19912"/>
                  </a:srgbClr>
                </a:gs>
                <a:gs pos="28571">
                  <a:srgbClr val="F1F9FF">
                    <a:alpha val="15836"/>
                  </a:srgbClr>
                </a:gs>
                <a:gs pos="42857">
                  <a:srgbClr val="F1F9FF">
                    <a:alpha val="10692"/>
                  </a:srgbClr>
                </a:gs>
                <a:gs pos="57143">
                  <a:srgbClr val="F1F9FF">
                    <a:alpha val="6074"/>
                  </a:srgbClr>
                </a:gs>
                <a:gs pos="71429">
                  <a:srgbClr val="F1F9FF">
                    <a:alpha val="2890"/>
                  </a:srgbClr>
                </a:gs>
                <a:gs pos="85714">
                  <a:srgbClr val="F1F9FF">
                    <a:alpha val="1153"/>
                  </a:srgbClr>
                </a:gs>
                <a:gs pos="100000">
                  <a:srgbClr val="F1F9FF">
                    <a:alpha val="3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Splat 15"/>
            <p:cNvSpPr>
              <a:spLocks noGrp="1"/>
            </p:cNvSpPr>
            <p:nvPr/>
          </p:nvSpPr>
          <p:spPr>
            <a:xfrm rot="8256229">
              <a:off x="2164250" y="1726326"/>
              <a:ext cx="52040" cy="13010"/>
            </a:xfrm>
            <a:prstGeom prst="ellipse">
              <a:avLst/>
            </a:prstGeom>
            <a:gradFill>
              <a:gsLst>
                <a:gs pos="0">
                  <a:srgbClr val="CDD1D5">
                    <a:alpha val="19827"/>
                  </a:srgbClr>
                </a:gs>
                <a:gs pos="14286">
                  <a:srgbClr val="CDD1D5">
                    <a:alpha val="18381"/>
                  </a:srgbClr>
                </a:gs>
                <a:gs pos="28571">
                  <a:srgbClr val="CDD1D5">
                    <a:alpha val="14589"/>
                  </a:srgbClr>
                </a:gs>
                <a:gs pos="42857">
                  <a:srgbClr val="CDD1D5">
                    <a:alpha val="9827"/>
                  </a:srgbClr>
                </a:gs>
                <a:gs pos="57143">
                  <a:srgbClr val="CDD1D5">
                    <a:alpha val="5570"/>
                  </a:srgbClr>
                </a:gs>
                <a:gs pos="71429">
                  <a:srgbClr val="CDD1D5">
                    <a:alpha val="2647"/>
                  </a:srgbClr>
                </a:gs>
                <a:gs pos="85714">
                  <a:srgbClr val="CDD1D5">
                    <a:alpha val="1055"/>
                  </a:srgbClr>
                </a:gs>
                <a:gs pos="100000">
                  <a:srgbClr val="CDD1D5">
                    <a:alpha val="3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Splat 16"/>
            <p:cNvSpPr>
              <a:spLocks noGrp="1"/>
            </p:cNvSpPr>
            <p:nvPr/>
          </p:nvSpPr>
          <p:spPr>
            <a:xfrm rot="7346241">
              <a:off x="2253770" y="-112929"/>
              <a:ext cx="657244" cy="622598"/>
            </a:xfrm>
            <a:prstGeom prst="ellipse">
              <a:avLst/>
            </a:prstGeom>
            <a:gradFill>
              <a:gsLst>
                <a:gs pos="0">
                  <a:srgbClr val="790000">
                    <a:alpha val="32968"/>
                  </a:srgbClr>
                </a:gs>
                <a:gs pos="14286">
                  <a:srgbClr val="790000">
                    <a:alpha val="30764"/>
                  </a:srgbClr>
                </a:gs>
                <a:gs pos="28571">
                  <a:srgbClr val="790000">
                    <a:alpha val="24833"/>
                  </a:srgbClr>
                </a:gs>
                <a:gs pos="42857">
                  <a:srgbClr val="790000">
                    <a:alpha val="17075"/>
                  </a:srgbClr>
                </a:gs>
                <a:gs pos="57143">
                  <a:srgbClr val="790000">
                    <a:alpha val="9855"/>
                  </a:srgbClr>
                </a:gs>
                <a:gs pos="71429">
                  <a:srgbClr val="790000">
                    <a:alpha val="4740"/>
                  </a:srgbClr>
                </a:gs>
                <a:gs pos="85714">
                  <a:srgbClr val="790000">
                    <a:alpha val="1902"/>
                  </a:srgbClr>
                </a:gs>
                <a:gs pos="100000">
                  <a:srgbClr val="79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Splat 17"/>
            <p:cNvSpPr>
              <a:spLocks noGrp="1"/>
            </p:cNvSpPr>
            <p:nvPr/>
          </p:nvSpPr>
          <p:spPr>
            <a:xfrm rot="2937807">
              <a:off x="1181252" y="1496915"/>
              <a:ext cx="42458" cy="10614"/>
            </a:xfrm>
            <a:prstGeom prst="ellipse">
              <a:avLst/>
            </a:prstGeom>
            <a:gradFill>
              <a:gsLst>
                <a:gs pos="0">
                  <a:srgbClr val="F2F9FF">
                    <a:alpha val="21511"/>
                  </a:srgbClr>
                </a:gs>
                <a:gs pos="14286">
                  <a:srgbClr val="F2F9FF">
                    <a:alpha val="19958"/>
                  </a:srgbClr>
                </a:gs>
                <a:gs pos="28571">
                  <a:srgbClr val="F2F9FF">
                    <a:alpha val="15874"/>
                  </a:srgbClr>
                </a:gs>
                <a:gs pos="42857">
                  <a:srgbClr val="F2F9FF">
                    <a:alpha val="10718"/>
                  </a:srgbClr>
                </a:gs>
                <a:gs pos="57143">
                  <a:srgbClr val="F2F9FF">
                    <a:alpha val="6089"/>
                  </a:srgbClr>
                </a:gs>
                <a:gs pos="71429">
                  <a:srgbClr val="F2F9FF">
                    <a:alpha val="2898"/>
                  </a:srgbClr>
                </a:gs>
                <a:gs pos="85714">
                  <a:srgbClr val="F2F9FF">
                    <a:alpha val="1156"/>
                  </a:srgbClr>
                </a:gs>
                <a:gs pos="100000">
                  <a:srgbClr val="F2F9FF">
                    <a:alpha val="3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Splat 18"/>
            <p:cNvSpPr>
              <a:spLocks noGrp="1"/>
            </p:cNvSpPr>
            <p:nvPr/>
          </p:nvSpPr>
          <p:spPr>
            <a:xfrm rot="8151939">
              <a:off x="1092686" y="1440358"/>
              <a:ext cx="47598" cy="11899"/>
            </a:xfrm>
            <a:prstGeom prst="ellipse">
              <a:avLst/>
            </a:prstGeom>
            <a:gradFill>
              <a:gsLst>
                <a:gs pos="0">
                  <a:srgbClr val="FDF4F3">
                    <a:alpha val="20612"/>
                  </a:srgbClr>
                </a:gs>
                <a:gs pos="14286">
                  <a:srgbClr val="FDF4F3">
                    <a:alpha val="19116"/>
                  </a:srgbClr>
                </a:gs>
                <a:gs pos="28571">
                  <a:srgbClr val="FDF4F3">
                    <a:alpha val="15187"/>
                  </a:srgbClr>
                </a:gs>
                <a:gs pos="42857">
                  <a:srgbClr val="FDF4F3">
                    <a:alpha val="10241"/>
                  </a:srgbClr>
                </a:gs>
                <a:gs pos="57143">
                  <a:srgbClr val="FDF4F3">
                    <a:alpha val="5811"/>
                  </a:srgbClr>
                </a:gs>
                <a:gs pos="71429">
                  <a:srgbClr val="FDF4F3">
                    <a:alpha val="2763"/>
                  </a:srgbClr>
                </a:gs>
                <a:gs pos="85714">
                  <a:srgbClr val="FDF4F3">
                    <a:alpha val="1102"/>
                  </a:srgbClr>
                </a:gs>
                <a:gs pos="100000">
                  <a:srgbClr val="FDF4F3">
                    <a:alpha val="3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Splat 19"/>
            <p:cNvSpPr>
              <a:spLocks noGrp="1"/>
            </p:cNvSpPr>
            <p:nvPr/>
          </p:nvSpPr>
          <p:spPr>
            <a:xfrm rot="5038645">
              <a:off x="2459626" y="519378"/>
              <a:ext cx="51114" cy="12778"/>
            </a:xfrm>
            <a:prstGeom prst="ellipse">
              <a:avLst/>
            </a:prstGeom>
            <a:gradFill>
              <a:gsLst>
                <a:gs pos="0">
                  <a:srgbClr val="CBC9CD">
                    <a:alpha val="19991"/>
                  </a:srgbClr>
                </a:gs>
                <a:gs pos="14286">
                  <a:srgbClr val="CBC9CD">
                    <a:alpha val="18534"/>
                  </a:srgbClr>
                </a:gs>
                <a:gs pos="28571">
                  <a:srgbClr val="CBC9CD">
                    <a:alpha val="14714"/>
                  </a:srgbClr>
                </a:gs>
                <a:gs pos="42857">
                  <a:srgbClr val="CBC9CD">
                    <a:alpha val="9913"/>
                  </a:srgbClr>
                </a:gs>
                <a:gs pos="57143">
                  <a:srgbClr val="CBC9CD">
                    <a:alpha val="5621"/>
                  </a:srgbClr>
                </a:gs>
                <a:gs pos="71429">
                  <a:srgbClr val="CBC9CD">
                    <a:alpha val="2671"/>
                  </a:srgbClr>
                </a:gs>
                <a:gs pos="85714">
                  <a:srgbClr val="CBC9CD">
                    <a:alpha val="1065"/>
                  </a:srgbClr>
                </a:gs>
                <a:gs pos="100000">
                  <a:srgbClr val="CBC9CD">
                    <a:alpha val="3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Splat 20"/>
            <p:cNvSpPr>
              <a:spLocks noGrp="1"/>
            </p:cNvSpPr>
            <p:nvPr/>
          </p:nvSpPr>
          <p:spPr>
            <a:xfrm rot="8667803">
              <a:off x="1127333" y="1459161"/>
              <a:ext cx="55114" cy="13779"/>
            </a:xfrm>
            <a:prstGeom prst="ellipse">
              <a:avLst/>
            </a:prstGeom>
            <a:gradFill>
              <a:gsLst>
                <a:gs pos="0">
                  <a:srgbClr val="CDD3DC">
                    <a:alpha val="19279"/>
                  </a:srgbClr>
                </a:gs>
                <a:gs pos="14286">
                  <a:srgbClr val="CDD3DC">
                    <a:alpha val="17868"/>
                  </a:srgbClr>
                </a:gs>
                <a:gs pos="28571">
                  <a:srgbClr val="CDD3DC">
                    <a:alpha val="14173"/>
                  </a:srgbClr>
                </a:gs>
                <a:gs pos="42857">
                  <a:srgbClr val="CDD3DC">
                    <a:alpha val="9539"/>
                  </a:srgbClr>
                </a:gs>
                <a:gs pos="57143">
                  <a:srgbClr val="CDD3DC">
                    <a:alpha val="5403"/>
                  </a:srgbClr>
                </a:gs>
                <a:gs pos="71429">
                  <a:srgbClr val="CDD3DC">
                    <a:alpha val="2567"/>
                  </a:srgbClr>
                </a:gs>
                <a:gs pos="85714">
                  <a:srgbClr val="CDD3DC">
                    <a:alpha val="1023"/>
                  </a:srgbClr>
                </a:gs>
                <a:gs pos="100000">
                  <a:srgbClr val="CDD3DC">
                    <a:alpha val="3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Splat 21"/>
            <p:cNvSpPr>
              <a:spLocks noGrp="1"/>
            </p:cNvSpPr>
            <p:nvPr/>
          </p:nvSpPr>
          <p:spPr>
            <a:xfrm rot="10285490">
              <a:off x="2843281" y="437934"/>
              <a:ext cx="595624" cy="53105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Splat 22"/>
            <p:cNvSpPr>
              <a:spLocks noGrp="1"/>
            </p:cNvSpPr>
            <p:nvPr/>
          </p:nvSpPr>
          <p:spPr>
            <a:xfrm rot="3968857">
              <a:off x="723333" y="838299"/>
              <a:ext cx="52562" cy="13140"/>
            </a:xfrm>
            <a:prstGeom prst="ellipse">
              <a:avLst/>
            </a:prstGeom>
            <a:gradFill>
              <a:gsLst>
                <a:gs pos="0">
                  <a:srgbClr val="E0C9C1">
                    <a:alpha val="19734"/>
                  </a:srgbClr>
                </a:gs>
                <a:gs pos="14286">
                  <a:srgbClr val="E0C9C1">
                    <a:alpha val="18294"/>
                  </a:srgbClr>
                </a:gs>
                <a:gs pos="28571">
                  <a:srgbClr val="E0C9C1">
                    <a:alpha val="14519"/>
                  </a:srgbClr>
                </a:gs>
                <a:gs pos="42857">
                  <a:srgbClr val="E0C9C1">
                    <a:alpha val="9778"/>
                  </a:srgbClr>
                </a:gs>
                <a:gs pos="57143">
                  <a:srgbClr val="E0C9C1">
                    <a:alpha val="5542"/>
                  </a:srgbClr>
                </a:gs>
                <a:gs pos="71429">
                  <a:srgbClr val="E0C9C1">
                    <a:alpha val="2634"/>
                  </a:srgbClr>
                </a:gs>
                <a:gs pos="85714">
                  <a:srgbClr val="E0C9C1">
                    <a:alpha val="1050"/>
                  </a:srgbClr>
                </a:gs>
                <a:gs pos="100000">
                  <a:srgbClr val="E0C9C1">
                    <a:alpha val="3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Splat 23"/>
            <p:cNvSpPr>
              <a:spLocks noGrp="1"/>
            </p:cNvSpPr>
            <p:nvPr/>
          </p:nvSpPr>
          <p:spPr>
            <a:xfrm rot="-8874062">
              <a:off x="704902" y="876216"/>
              <a:ext cx="346687" cy="95708"/>
            </a:xfrm>
            <a:prstGeom prst="ellipse">
              <a:avLst/>
            </a:prstGeom>
            <a:gradFill>
              <a:gsLst>
                <a:gs pos="0">
                  <a:srgbClr val="F8FFFF">
                    <a:alpha val="32968"/>
                  </a:srgbClr>
                </a:gs>
                <a:gs pos="14286">
                  <a:srgbClr val="F8FFFF">
                    <a:alpha val="30764"/>
                  </a:srgbClr>
                </a:gs>
                <a:gs pos="28571">
                  <a:srgbClr val="F8FFFF">
                    <a:alpha val="24833"/>
                  </a:srgbClr>
                </a:gs>
                <a:gs pos="42857">
                  <a:srgbClr val="F8FFFF">
                    <a:alpha val="17075"/>
                  </a:srgbClr>
                </a:gs>
                <a:gs pos="57143">
                  <a:srgbClr val="F8FFFF">
                    <a:alpha val="9855"/>
                  </a:srgbClr>
                </a:gs>
                <a:gs pos="71429">
                  <a:srgbClr val="F8FFFF">
                    <a:alpha val="4740"/>
                  </a:srgbClr>
                </a:gs>
                <a:gs pos="85714">
                  <a:srgbClr val="F8FFFF">
                    <a:alpha val="1902"/>
                  </a:srgbClr>
                </a:gs>
                <a:gs pos="100000">
                  <a:srgbClr val="F8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Splat 24"/>
            <p:cNvSpPr>
              <a:spLocks noGrp="1"/>
            </p:cNvSpPr>
            <p:nvPr/>
          </p:nvSpPr>
          <p:spPr>
            <a:xfrm rot="9927437">
              <a:off x="1065282" y="1839750"/>
              <a:ext cx="60233" cy="15058"/>
            </a:xfrm>
            <a:prstGeom prst="ellipse">
              <a:avLst/>
            </a:prstGeom>
            <a:gradFill>
              <a:gsLst>
                <a:gs pos="0">
                  <a:srgbClr val="D7D1D0">
                    <a:alpha val="18358"/>
                  </a:srgbClr>
                </a:gs>
                <a:gs pos="14286">
                  <a:srgbClr val="D7D1D0">
                    <a:alpha val="17008"/>
                  </a:srgbClr>
                </a:gs>
                <a:gs pos="28571">
                  <a:srgbClr val="D7D1D0">
                    <a:alpha val="13476"/>
                  </a:srgbClr>
                </a:gs>
                <a:gs pos="42857">
                  <a:srgbClr val="D7D1D0">
                    <a:alpha val="9057"/>
                  </a:srgbClr>
                </a:gs>
                <a:gs pos="57143">
                  <a:srgbClr val="D7D1D0">
                    <a:alpha val="5125"/>
                  </a:srgbClr>
                </a:gs>
                <a:gs pos="71429">
                  <a:srgbClr val="D7D1D0">
                    <a:alpha val="2432"/>
                  </a:srgbClr>
                </a:gs>
                <a:gs pos="85714">
                  <a:srgbClr val="D7D1D0">
                    <a:alpha val="969"/>
                  </a:srgbClr>
                </a:gs>
                <a:gs pos="100000">
                  <a:srgbClr val="D7D1D0">
                    <a:alpha val="3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Splat 25"/>
            <p:cNvSpPr>
              <a:spLocks noGrp="1"/>
            </p:cNvSpPr>
            <p:nvPr/>
          </p:nvSpPr>
          <p:spPr>
            <a:xfrm rot="-9698154">
              <a:off x="1906417" y="276297"/>
              <a:ext cx="223609" cy="53418"/>
            </a:xfrm>
            <a:prstGeom prst="ellipse">
              <a:avLst/>
            </a:prstGeom>
            <a:gradFill>
              <a:gsLst>
                <a:gs pos="0">
                  <a:srgbClr val="FFFF3E">
                    <a:alpha val="32968"/>
                  </a:srgbClr>
                </a:gs>
                <a:gs pos="14286">
                  <a:srgbClr val="FFFF3E">
                    <a:alpha val="30764"/>
                  </a:srgbClr>
                </a:gs>
                <a:gs pos="28571">
                  <a:srgbClr val="FFFF3E">
                    <a:alpha val="24833"/>
                  </a:srgbClr>
                </a:gs>
                <a:gs pos="42857">
                  <a:srgbClr val="FFFF3E">
                    <a:alpha val="17075"/>
                  </a:srgbClr>
                </a:gs>
                <a:gs pos="57143">
                  <a:srgbClr val="FFFF3E">
                    <a:alpha val="9855"/>
                  </a:srgbClr>
                </a:gs>
                <a:gs pos="71429">
                  <a:srgbClr val="FFFF3E">
                    <a:alpha val="4740"/>
                  </a:srgbClr>
                </a:gs>
                <a:gs pos="85714">
                  <a:srgbClr val="FFFF3E">
                    <a:alpha val="1902"/>
                  </a:srgbClr>
                </a:gs>
                <a:gs pos="100000">
                  <a:srgbClr val="FFFF3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Splat 26"/>
            <p:cNvSpPr>
              <a:spLocks noGrp="1"/>
            </p:cNvSpPr>
            <p:nvPr/>
          </p:nvSpPr>
          <p:spPr>
            <a:xfrm rot="6049240">
              <a:off x="1669496" y="1580627"/>
              <a:ext cx="57748" cy="14437"/>
            </a:xfrm>
            <a:prstGeom prst="ellipse">
              <a:avLst/>
            </a:prstGeom>
            <a:gradFill>
              <a:gsLst>
                <a:gs pos="0">
                  <a:srgbClr val="E3E4E9">
                    <a:alpha val="18806"/>
                  </a:srgbClr>
                </a:gs>
                <a:gs pos="14286">
                  <a:srgbClr val="E3E4E9">
                    <a:alpha val="17427"/>
                  </a:srgbClr>
                </a:gs>
                <a:gs pos="28571">
                  <a:srgbClr val="E3E4E9">
                    <a:alpha val="13815"/>
                  </a:srgbClr>
                </a:gs>
                <a:gs pos="42857">
                  <a:srgbClr val="E3E4E9">
                    <a:alpha val="9292"/>
                  </a:srgbClr>
                </a:gs>
                <a:gs pos="57143">
                  <a:srgbClr val="E3E4E9">
                    <a:alpha val="5260"/>
                  </a:srgbClr>
                </a:gs>
                <a:gs pos="71429">
                  <a:srgbClr val="E3E4E9">
                    <a:alpha val="2498"/>
                  </a:srgbClr>
                </a:gs>
                <a:gs pos="85714">
                  <a:srgbClr val="E3E4E9">
                    <a:alpha val="995"/>
                  </a:srgbClr>
                </a:gs>
                <a:gs pos="100000">
                  <a:srgbClr val="E3E4E9">
                    <a:alpha val="3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Splat 27"/>
            <p:cNvSpPr>
              <a:spLocks noGrp="1"/>
            </p:cNvSpPr>
            <p:nvPr/>
          </p:nvSpPr>
          <p:spPr>
            <a:xfrm rot="6500414">
              <a:off x="1677307" y="1566613"/>
              <a:ext cx="58732" cy="14683"/>
            </a:xfrm>
            <a:prstGeom prst="ellipse">
              <a:avLst/>
            </a:prstGeom>
            <a:gradFill>
              <a:gsLst>
                <a:gs pos="0">
                  <a:srgbClr val="E9EBF0">
                    <a:alpha val="18629"/>
                  </a:srgbClr>
                </a:gs>
                <a:gs pos="14286">
                  <a:srgbClr val="E9EBF0">
                    <a:alpha val="17261"/>
                  </a:srgbClr>
                </a:gs>
                <a:gs pos="28571">
                  <a:srgbClr val="E9EBF0">
                    <a:alpha val="13681"/>
                  </a:srgbClr>
                </a:gs>
                <a:gs pos="42857">
                  <a:srgbClr val="E9EBF0">
                    <a:alpha val="9199"/>
                  </a:srgbClr>
                </a:gs>
                <a:gs pos="57143">
                  <a:srgbClr val="E9EBF0">
                    <a:alpha val="5207"/>
                  </a:srgbClr>
                </a:gs>
                <a:gs pos="71429">
                  <a:srgbClr val="E9EBF0">
                    <a:alpha val="2472"/>
                  </a:srgbClr>
                </a:gs>
                <a:gs pos="85714">
                  <a:srgbClr val="E9EBF0">
                    <a:alpha val="985"/>
                  </a:srgbClr>
                </a:gs>
                <a:gs pos="100000">
                  <a:srgbClr val="E9EBF0">
                    <a:alpha val="3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Splat 28"/>
            <p:cNvSpPr>
              <a:spLocks noGrp="1"/>
            </p:cNvSpPr>
            <p:nvPr/>
          </p:nvSpPr>
          <p:spPr>
            <a:xfrm rot="-9609095">
              <a:off x="1041330" y="1336055"/>
              <a:ext cx="57044" cy="14261"/>
            </a:xfrm>
            <a:prstGeom prst="ellipse">
              <a:avLst/>
            </a:prstGeom>
            <a:gradFill>
              <a:gsLst>
                <a:gs pos="0">
                  <a:srgbClr val="D1CFD5">
                    <a:alpha val="18933"/>
                  </a:srgbClr>
                </a:gs>
                <a:gs pos="14286">
                  <a:srgbClr val="D1CFD5">
                    <a:alpha val="17545"/>
                  </a:srgbClr>
                </a:gs>
                <a:gs pos="28571">
                  <a:srgbClr val="D1CFD5">
                    <a:alpha val="13911"/>
                  </a:srgbClr>
                </a:gs>
                <a:gs pos="42857">
                  <a:srgbClr val="D1CFD5">
                    <a:alpha val="9358"/>
                  </a:srgbClr>
                </a:gs>
                <a:gs pos="57143">
                  <a:srgbClr val="D1CFD5">
                    <a:alpha val="5298"/>
                  </a:srgbClr>
                </a:gs>
                <a:gs pos="71429">
                  <a:srgbClr val="D1CFD5">
                    <a:alpha val="2516"/>
                  </a:srgbClr>
                </a:gs>
                <a:gs pos="85714">
                  <a:srgbClr val="D1CFD5">
                    <a:alpha val="1003"/>
                  </a:srgbClr>
                </a:gs>
                <a:gs pos="100000">
                  <a:srgbClr val="D1CFD5">
                    <a:alpha val="3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Splat 29"/>
            <p:cNvSpPr>
              <a:spLocks noGrp="1"/>
            </p:cNvSpPr>
            <p:nvPr/>
          </p:nvSpPr>
          <p:spPr>
            <a:xfrm rot="9448182">
              <a:off x="2859082" y="629126"/>
              <a:ext cx="52537" cy="13134"/>
            </a:xfrm>
            <a:prstGeom prst="ellipse">
              <a:avLst/>
            </a:prstGeom>
            <a:gradFill>
              <a:gsLst>
                <a:gs pos="0">
                  <a:srgbClr val="FFEEEC">
                    <a:alpha val="19738"/>
                  </a:srgbClr>
                </a:gs>
                <a:gs pos="14286">
                  <a:srgbClr val="FFEEEC">
                    <a:alpha val="18298"/>
                  </a:srgbClr>
                </a:gs>
                <a:gs pos="28571">
                  <a:srgbClr val="FFEEEC">
                    <a:alpha val="14522"/>
                  </a:srgbClr>
                </a:gs>
                <a:gs pos="42857">
                  <a:srgbClr val="FFEEEC">
                    <a:alpha val="9780"/>
                  </a:srgbClr>
                </a:gs>
                <a:gs pos="57143">
                  <a:srgbClr val="FFEEEC">
                    <a:alpha val="5543"/>
                  </a:srgbClr>
                </a:gs>
                <a:gs pos="71429">
                  <a:srgbClr val="FFEEEC">
                    <a:alpha val="2634"/>
                  </a:srgbClr>
                </a:gs>
                <a:gs pos="85714">
                  <a:srgbClr val="FFEEEC">
                    <a:alpha val="1050"/>
                  </a:srgbClr>
                </a:gs>
                <a:gs pos="100000">
                  <a:srgbClr val="FFEEEC">
                    <a:alpha val="3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Splat 30"/>
            <p:cNvSpPr>
              <a:spLocks noGrp="1"/>
            </p:cNvSpPr>
            <p:nvPr/>
          </p:nvSpPr>
          <p:spPr>
            <a:xfrm rot="-9546487">
              <a:off x="2811358" y="1497206"/>
              <a:ext cx="140812" cy="3439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Splat 31"/>
            <p:cNvSpPr>
              <a:spLocks noGrp="1"/>
            </p:cNvSpPr>
            <p:nvPr/>
          </p:nvSpPr>
          <p:spPr>
            <a:xfrm rot="4408780">
              <a:off x="2232559" y="643288"/>
              <a:ext cx="408359" cy="40686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Splat 32"/>
            <p:cNvSpPr>
              <a:spLocks noGrp="1"/>
            </p:cNvSpPr>
            <p:nvPr/>
          </p:nvSpPr>
          <p:spPr>
            <a:xfrm rot="5054878">
              <a:off x="2629933" y="1271478"/>
              <a:ext cx="59329" cy="14832"/>
            </a:xfrm>
            <a:prstGeom prst="ellipse">
              <a:avLst/>
            </a:prstGeom>
            <a:gradFill>
              <a:gsLst>
                <a:gs pos="0">
                  <a:srgbClr val="FFD0AE">
                    <a:alpha val="18522"/>
                  </a:srgbClr>
                </a:gs>
                <a:gs pos="14286">
                  <a:srgbClr val="FFD0AE">
                    <a:alpha val="17160"/>
                  </a:srgbClr>
                </a:gs>
                <a:gs pos="28571">
                  <a:srgbClr val="FFD0AE">
                    <a:alpha val="13599"/>
                  </a:srgbClr>
                </a:gs>
                <a:gs pos="42857">
                  <a:srgbClr val="FFD0AE">
                    <a:alpha val="9143"/>
                  </a:srgbClr>
                </a:gs>
                <a:gs pos="57143">
                  <a:srgbClr val="FFD0AE">
                    <a:alpha val="5174"/>
                  </a:srgbClr>
                </a:gs>
                <a:gs pos="71429">
                  <a:srgbClr val="FFD0AE">
                    <a:alpha val="2456"/>
                  </a:srgbClr>
                </a:gs>
                <a:gs pos="85714">
                  <a:srgbClr val="FFD0AE">
                    <a:alpha val="979"/>
                  </a:srgbClr>
                </a:gs>
                <a:gs pos="100000">
                  <a:srgbClr val="FFD0AE">
                    <a:alpha val="3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Splat 33"/>
            <p:cNvSpPr>
              <a:spLocks noGrp="1"/>
            </p:cNvSpPr>
            <p:nvPr/>
          </p:nvSpPr>
          <p:spPr>
            <a:xfrm rot="9395229">
              <a:off x="1119684" y="1394373"/>
              <a:ext cx="60120" cy="15030"/>
            </a:xfrm>
            <a:prstGeom prst="ellipse">
              <a:avLst/>
            </a:prstGeom>
            <a:gradFill>
              <a:gsLst>
                <a:gs pos="0">
                  <a:srgbClr val="DDD7D7">
                    <a:alpha val="18379"/>
                  </a:srgbClr>
                </a:gs>
                <a:gs pos="14286">
                  <a:srgbClr val="DDD7D7">
                    <a:alpha val="17027"/>
                  </a:srgbClr>
                </a:gs>
                <a:gs pos="28571">
                  <a:srgbClr val="DDD7D7">
                    <a:alpha val="13491"/>
                  </a:srgbClr>
                </a:gs>
                <a:gs pos="42857">
                  <a:srgbClr val="DDD7D7">
                    <a:alpha val="9068"/>
                  </a:srgbClr>
                </a:gs>
                <a:gs pos="57143">
                  <a:srgbClr val="DDD7D7">
                    <a:alpha val="5131"/>
                  </a:srgbClr>
                </a:gs>
                <a:gs pos="71429">
                  <a:srgbClr val="DDD7D7">
                    <a:alpha val="2435"/>
                  </a:srgbClr>
                </a:gs>
                <a:gs pos="85714">
                  <a:srgbClr val="DDD7D7">
                    <a:alpha val="970"/>
                  </a:srgbClr>
                </a:gs>
                <a:gs pos="100000">
                  <a:srgbClr val="DDD7D7">
                    <a:alpha val="3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Splat 34"/>
            <p:cNvSpPr>
              <a:spLocks noGrp="1"/>
            </p:cNvSpPr>
            <p:nvPr/>
          </p:nvSpPr>
          <p:spPr>
            <a:xfrm rot="-8196285">
              <a:off x="1169204" y="1498999"/>
              <a:ext cx="40712" cy="10178"/>
            </a:xfrm>
            <a:prstGeom prst="ellipse">
              <a:avLst/>
            </a:prstGeom>
            <a:gradFill>
              <a:gsLst>
                <a:gs pos="0">
                  <a:srgbClr val="EEEFF3">
                    <a:alpha val="21814"/>
                  </a:srgbClr>
                </a:gs>
                <a:gs pos="14286">
                  <a:srgbClr val="EEEFF3">
                    <a:alpha val="20242"/>
                  </a:srgbClr>
                </a:gs>
                <a:gs pos="28571">
                  <a:srgbClr val="EEEFF3">
                    <a:alpha val="16105"/>
                  </a:srgbClr>
                </a:gs>
                <a:gs pos="42857">
                  <a:srgbClr val="EEEFF3">
                    <a:alpha val="10880"/>
                  </a:srgbClr>
                </a:gs>
                <a:gs pos="57143">
                  <a:srgbClr val="EEEFF3">
                    <a:alpha val="6183"/>
                  </a:srgbClr>
                </a:gs>
                <a:gs pos="71429">
                  <a:srgbClr val="EEEFF3">
                    <a:alpha val="2943"/>
                  </a:srgbClr>
                </a:gs>
                <a:gs pos="85714">
                  <a:srgbClr val="EEEFF3">
                    <a:alpha val="1174"/>
                  </a:srgbClr>
                </a:gs>
                <a:gs pos="100000">
                  <a:srgbClr val="EEEFF3">
                    <a:alpha val="3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Splat 35"/>
            <p:cNvSpPr>
              <a:spLocks noGrp="1"/>
            </p:cNvSpPr>
            <p:nvPr/>
          </p:nvSpPr>
          <p:spPr>
            <a:xfrm rot="3180196">
              <a:off x="2190073" y="345479"/>
              <a:ext cx="44305" cy="11076"/>
            </a:xfrm>
            <a:prstGeom prst="ellipse">
              <a:avLst/>
            </a:prstGeom>
            <a:gradFill>
              <a:gsLst>
                <a:gs pos="0">
                  <a:srgbClr val="FFE6BE">
                    <a:alpha val="21189"/>
                  </a:srgbClr>
                </a:gs>
                <a:gs pos="14286">
                  <a:srgbClr val="FFE6BE">
                    <a:alpha val="19656"/>
                  </a:srgbClr>
                </a:gs>
                <a:gs pos="28571">
                  <a:srgbClr val="FFE6BE">
                    <a:alpha val="15628"/>
                  </a:srgbClr>
                </a:gs>
                <a:gs pos="42857">
                  <a:srgbClr val="FFE6BE">
                    <a:alpha val="10547"/>
                  </a:srgbClr>
                </a:gs>
                <a:gs pos="57143">
                  <a:srgbClr val="FFE6BE">
                    <a:alpha val="5989"/>
                  </a:srgbClr>
                </a:gs>
                <a:gs pos="71429">
                  <a:srgbClr val="FFE6BE">
                    <a:alpha val="2850"/>
                  </a:srgbClr>
                </a:gs>
                <a:gs pos="85714">
                  <a:srgbClr val="FFE6BE">
                    <a:alpha val="1137"/>
                  </a:srgbClr>
                </a:gs>
                <a:gs pos="100000">
                  <a:srgbClr val="FFE6BE">
                    <a:alpha val="3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Splat 36"/>
            <p:cNvSpPr>
              <a:spLocks noGrp="1"/>
            </p:cNvSpPr>
            <p:nvPr/>
          </p:nvSpPr>
          <p:spPr>
            <a:xfrm rot="-9176027">
              <a:off x="2693152" y="1563852"/>
              <a:ext cx="61281" cy="15320"/>
            </a:xfrm>
            <a:prstGeom prst="ellipse">
              <a:avLst/>
            </a:prstGeom>
            <a:gradFill>
              <a:gsLst>
                <a:gs pos="0">
                  <a:srgbClr val="CBBCB7">
                    <a:alpha val="18168"/>
                  </a:srgbClr>
                </a:gs>
                <a:gs pos="14286">
                  <a:srgbClr val="CBBCB7">
                    <a:alpha val="16830"/>
                  </a:srgbClr>
                </a:gs>
                <a:gs pos="28571">
                  <a:srgbClr val="CBBCB7">
                    <a:alpha val="13332"/>
                  </a:srgbClr>
                </a:gs>
                <a:gs pos="42857">
                  <a:srgbClr val="CBBCB7">
                    <a:alpha val="8959"/>
                  </a:srgbClr>
                </a:gs>
                <a:gs pos="57143">
                  <a:srgbClr val="CBBCB7">
                    <a:alpha val="5068"/>
                  </a:srgbClr>
                </a:gs>
                <a:gs pos="71429">
                  <a:srgbClr val="CBBCB7">
                    <a:alpha val="2405"/>
                  </a:srgbClr>
                </a:gs>
                <a:gs pos="85714">
                  <a:srgbClr val="CBBCB7">
                    <a:alpha val="958"/>
                  </a:srgbClr>
                </a:gs>
                <a:gs pos="100000">
                  <a:srgbClr val="CBBCB7">
                    <a:alpha val="3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Splat 37"/>
            <p:cNvSpPr>
              <a:spLocks noGrp="1"/>
            </p:cNvSpPr>
            <p:nvPr/>
          </p:nvSpPr>
          <p:spPr>
            <a:xfrm rot="3657783">
              <a:off x="982319" y="1524535"/>
              <a:ext cx="877467" cy="280229"/>
            </a:xfrm>
            <a:prstGeom prst="ellipse">
              <a:avLst/>
            </a:prstGeom>
            <a:gradFill>
              <a:gsLst>
                <a:gs pos="0">
                  <a:srgbClr val="5C3800">
                    <a:alpha val="32968"/>
                  </a:srgbClr>
                </a:gs>
                <a:gs pos="14286">
                  <a:srgbClr val="5C3800">
                    <a:alpha val="30764"/>
                  </a:srgbClr>
                </a:gs>
                <a:gs pos="28571">
                  <a:srgbClr val="5C3800">
                    <a:alpha val="24833"/>
                  </a:srgbClr>
                </a:gs>
                <a:gs pos="42857">
                  <a:srgbClr val="5C3800">
                    <a:alpha val="17075"/>
                  </a:srgbClr>
                </a:gs>
                <a:gs pos="57143">
                  <a:srgbClr val="5C3800">
                    <a:alpha val="9855"/>
                  </a:srgbClr>
                </a:gs>
                <a:gs pos="71429">
                  <a:srgbClr val="5C3800">
                    <a:alpha val="4740"/>
                  </a:srgbClr>
                </a:gs>
                <a:gs pos="85714">
                  <a:srgbClr val="5C3800">
                    <a:alpha val="1902"/>
                  </a:srgbClr>
                </a:gs>
                <a:gs pos="100000">
                  <a:srgbClr val="5C38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Splat 38"/>
            <p:cNvSpPr>
              <a:spLocks noGrp="1"/>
            </p:cNvSpPr>
            <p:nvPr/>
          </p:nvSpPr>
          <p:spPr>
            <a:xfrm rot="3340795">
              <a:off x="919691" y="1420900"/>
              <a:ext cx="547932" cy="3733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Splat 39"/>
            <p:cNvSpPr>
              <a:spLocks noGrp="1"/>
            </p:cNvSpPr>
            <p:nvPr/>
          </p:nvSpPr>
          <p:spPr>
            <a:xfrm rot="4969266">
              <a:off x="660524" y="819285"/>
              <a:ext cx="54675" cy="13669"/>
            </a:xfrm>
            <a:prstGeom prst="ellipse">
              <a:avLst/>
            </a:prstGeom>
            <a:gradFill>
              <a:gsLst>
                <a:gs pos="0">
                  <a:srgbClr val="F0F0FB">
                    <a:alpha val="19357"/>
                  </a:srgbClr>
                </a:gs>
                <a:gs pos="14286">
                  <a:srgbClr val="F0F0FB">
                    <a:alpha val="17942"/>
                  </a:srgbClr>
                </a:gs>
                <a:gs pos="28571">
                  <a:srgbClr val="F0F0FB">
                    <a:alpha val="14233"/>
                  </a:srgbClr>
                </a:gs>
                <a:gs pos="42857">
                  <a:srgbClr val="F0F0FB">
                    <a:alpha val="9580"/>
                  </a:srgbClr>
                </a:gs>
                <a:gs pos="57143">
                  <a:srgbClr val="F0F0FB">
                    <a:alpha val="5427"/>
                  </a:srgbClr>
                </a:gs>
                <a:gs pos="71429">
                  <a:srgbClr val="F0F0FB">
                    <a:alpha val="2578"/>
                  </a:srgbClr>
                </a:gs>
                <a:gs pos="85714">
                  <a:srgbClr val="F0F0FB">
                    <a:alpha val="1028"/>
                  </a:srgbClr>
                </a:gs>
                <a:gs pos="100000">
                  <a:srgbClr val="F0F0FB">
                    <a:alpha val="3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Splat 40"/>
            <p:cNvSpPr>
              <a:spLocks noGrp="1"/>
            </p:cNvSpPr>
            <p:nvPr/>
          </p:nvSpPr>
          <p:spPr>
            <a:xfrm rot="3556254">
              <a:off x="592608" y="838167"/>
              <a:ext cx="363460" cy="53632"/>
            </a:xfrm>
            <a:prstGeom prst="ellipse">
              <a:avLst/>
            </a:prstGeom>
            <a:gradFill>
              <a:gsLst>
                <a:gs pos="0">
                  <a:srgbClr val="F0FFFF">
                    <a:alpha val="18038"/>
                  </a:srgbClr>
                </a:gs>
                <a:gs pos="14286">
                  <a:srgbClr val="F0FFFF">
                    <a:alpha val="16708"/>
                  </a:srgbClr>
                </a:gs>
                <a:gs pos="28571">
                  <a:srgbClr val="F0FFFF">
                    <a:alpha val="13234"/>
                  </a:srgbClr>
                </a:gs>
                <a:gs pos="42857">
                  <a:srgbClr val="F0FFFF">
                    <a:alpha val="8891"/>
                  </a:srgbClr>
                </a:gs>
                <a:gs pos="57143">
                  <a:srgbClr val="F0FFFF">
                    <a:alpha val="5028"/>
                  </a:srgbClr>
                </a:gs>
                <a:gs pos="71429">
                  <a:srgbClr val="F0FFFF">
                    <a:alpha val="2386"/>
                  </a:srgbClr>
                </a:gs>
                <a:gs pos="85714">
                  <a:srgbClr val="F0FFFF">
                    <a:alpha val="950"/>
                  </a:srgbClr>
                </a:gs>
                <a:gs pos="100000">
                  <a:srgbClr val="F0FFFF">
                    <a:alpha val="3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Splat 41"/>
            <p:cNvSpPr>
              <a:spLocks noGrp="1"/>
            </p:cNvSpPr>
            <p:nvPr/>
          </p:nvSpPr>
          <p:spPr>
            <a:xfrm rot="6761098">
              <a:off x="2217720" y="-39630"/>
              <a:ext cx="729229" cy="156302"/>
            </a:xfrm>
            <a:prstGeom prst="ellipse">
              <a:avLst/>
            </a:prstGeom>
            <a:gradFill>
              <a:gsLst>
                <a:gs pos="0">
                  <a:srgbClr val="C40000">
                    <a:alpha val="15623"/>
                  </a:srgbClr>
                </a:gs>
                <a:gs pos="14286">
                  <a:srgbClr val="C40000">
                    <a:alpha val="14455"/>
                  </a:srgbClr>
                </a:gs>
                <a:gs pos="28571">
                  <a:srgbClr val="C40000">
                    <a:alpha val="11417"/>
                  </a:srgbClr>
                </a:gs>
                <a:gs pos="42857">
                  <a:srgbClr val="C40000">
                    <a:alpha val="7644"/>
                  </a:srgbClr>
                </a:gs>
                <a:gs pos="57143">
                  <a:srgbClr val="C40000">
                    <a:alpha val="4310"/>
                  </a:srgbClr>
                </a:gs>
                <a:gs pos="71429">
                  <a:srgbClr val="C40000">
                    <a:alpha val="2041"/>
                  </a:srgbClr>
                </a:gs>
                <a:gs pos="85714">
                  <a:srgbClr val="C40000">
                    <a:alpha val="812"/>
                  </a:srgbClr>
                </a:gs>
                <a:gs pos="100000">
                  <a:srgbClr val="C40000">
                    <a:alpha val="2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Splat 42"/>
            <p:cNvSpPr>
              <a:spLocks noGrp="1"/>
            </p:cNvSpPr>
            <p:nvPr/>
          </p:nvSpPr>
          <p:spPr>
            <a:xfrm rot="8548539">
              <a:off x="955108" y="1351404"/>
              <a:ext cx="509389" cy="7270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Splat 43"/>
            <p:cNvSpPr>
              <a:spLocks noGrp="1"/>
            </p:cNvSpPr>
            <p:nvPr/>
          </p:nvSpPr>
          <p:spPr>
            <a:xfrm rot="5400000">
              <a:off x="2680015" y="1230409"/>
              <a:ext cx="31175" cy="31175"/>
            </a:xfrm>
            <a:prstGeom prst="ellipse">
              <a:avLst/>
            </a:prstGeom>
            <a:gradFill>
              <a:gsLst>
                <a:gs pos="0">
                  <a:srgbClr val="F1B09E">
                    <a:alpha val="17975"/>
                  </a:srgbClr>
                </a:gs>
                <a:gs pos="14286">
                  <a:srgbClr val="F1B09E">
                    <a:alpha val="16649"/>
                  </a:srgbClr>
                </a:gs>
                <a:gs pos="28571">
                  <a:srgbClr val="F1B09E">
                    <a:alpha val="13186"/>
                  </a:srgbClr>
                </a:gs>
                <a:gs pos="42857">
                  <a:srgbClr val="F1B09E">
                    <a:alpha val="8858"/>
                  </a:srgbClr>
                </a:gs>
                <a:gs pos="57143">
                  <a:srgbClr val="F1B09E">
                    <a:alpha val="5009"/>
                  </a:srgbClr>
                </a:gs>
                <a:gs pos="71429">
                  <a:srgbClr val="F1B09E">
                    <a:alpha val="2377"/>
                  </a:srgbClr>
                </a:gs>
                <a:gs pos="85714">
                  <a:srgbClr val="F1B09E">
                    <a:alpha val="947"/>
                  </a:srgbClr>
                </a:gs>
                <a:gs pos="100000">
                  <a:srgbClr val="F1B09E">
                    <a:alpha val="3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Splat 44"/>
            <p:cNvSpPr>
              <a:spLocks noGrp="1"/>
            </p:cNvSpPr>
            <p:nvPr/>
          </p:nvSpPr>
          <p:spPr>
            <a:xfrm rot="5400000">
              <a:off x="1852853" y="1191639"/>
              <a:ext cx="30885" cy="30885"/>
            </a:xfrm>
            <a:prstGeom prst="ellipse">
              <a:avLst/>
            </a:prstGeom>
            <a:gradFill>
              <a:gsLst>
                <a:gs pos="0">
                  <a:srgbClr val="B6A696">
                    <a:alpha val="18080"/>
                  </a:srgbClr>
                </a:gs>
                <a:gs pos="14286">
                  <a:srgbClr val="B6A696">
                    <a:alpha val="16748"/>
                  </a:srgbClr>
                </a:gs>
                <a:gs pos="28571">
                  <a:srgbClr val="B6A696">
                    <a:alpha val="13265"/>
                  </a:srgbClr>
                </a:gs>
                <a:gs pos="42857">
                  <a:srgbClr val="B6A696">
                    <a:alpha val="8912"/>
                  </a:srgbClr>
                </a:gs>
                <a:gs pos="57143">
                  <a:srgbClr val="B6A696">
                    <a:alpha val="5041"/>
                  </a:srgbClr>
                </a:gs>
                <a:gs pos="71429">
                  <a:srgbClr val="B6A696">
                    <a:alpha val="2392"/>
                  </a:srgbClr>
                </a:gs>
                <a:gs pos="85714">
                  <a:srgbClr val="B6A696">
                    <a:alpha val="953"/>
                  </a:srgbClr>
                </a:gs>
                <a:gs pos="100000">
                  <a:srgbClr val="B6A696">
                    <a:alpha val="3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Splat 45"/>
            <p:cNvSpPr>
              <a:spLocks noGrp="1"/>
            </p:cNvSpPr>
            <p:nvPr/>
          </p:nvSpPr>
          <p:spPr>
            <a:xfrm rot="3959396">
              <a:off x="1230302" y="1402020"/>
              <a:ext cx="543829" cy="476677"/>
            </a:xfrm>
            <a:prstGeom prst="ellipse">
              <a:avLst/>
            </a:prstGeom>
            <a:gradFill>
              <a:gsLst>
                <a:gs pos="0">
                  <a:srgbClr val="000039">
                    <a:alpha val="32968"/>
                  </a:srgbClr>
                </a:gs>
                <a:gs pos="14286">
                  <a:srgbClr val="000039">
                    <a:alpha val="30764"/>
                  </a:srgbClr>
                </a:gs>
                <a:gs pos="28571">
                  <a:srgbClr val="000039">
                    <a:alpha val="24833"/>
                  </a:srgbClr>
                </a:gs>
                <a:gs pos="42857">
                  <a:srgbClr val="000039">
                    <a:alpha val="17075"/>
                  </a:srgbClr>
                </a:gs>
                <a:gs pos="57143">
                  <a:srgbClr val="000039">
                    <a:alpha val="9855"/>
                  </a:srgbClr>
                </a:gs>
                <a:gs pos="71429">
                  <a:srgbClr val="000039">
                    <a:alpha val="4740"/>
                  </a:srgbClr>
                </a:gs>
                <a:gs pos="85714">
                  <a:srgbClr val="000039">
                    <a:alpha val="1902"/>
                  </a:srgbClr>
                </a:gs>
                <a:gs pos="100000">
                  <a:srgbClr val="00003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Splat 46"/>
            <p:cNvSpPr>
              <a:spLocks noGrp="1"/>
            </p:cNvSpPr>
            <p:nvPr/>
          </p:nvSpPr>
          <p:spPr>
            <a:xfrm rot="8001049">
              <a:off x="1090819" y="1736982"/>
              <a:ext cx="219121" cy="36371"/>
            </a:xfrm>
            <a:prstGeom prst="ellipse">
              <a:avLst/>
            </a:prstGeom>
            <a:gradFill>
              <a:gsLst>
                <a:gs pos="0">
                  <a:srgbClr val="FFFFF8">
                    <a:alpha val="32968"/>
                  </a:srgbClr>
                </a:gs>
                <a:gs pos="14286">
                  <a:srgbClr val="FFFFF8">
                    <a:alpha val="30764"/>
                  </a:srgbClr>
                </a:gs>
                <a:gs pos="28571">
                  <a:srgbClr val="FFFFF8">
                    <a:alpha val="24833"/>
                  </a:srgbClr>
                </a:gs>
                <a:gs pos="42857">
                  <a:srgbClr val="FFFFF8">
                    <a:alpha val="17075"/>
                  </a:srgbClr>
                </a:gs>
                <a:gs pos="57143">
                  <a:srgbClr val="FFFFF8">
                    <a:alpha val="9855"/>
                  </a:srgbClr>
                </a:gs>
                <a:gs pos="71429">
                  <a:srgbClr val="FFFFF8">
                    <a:alpha val="4740"/>
                  </a:srgbClr>
                </a:gs>
                <a:gs pos="85714">
                  <a:srgbClr val="FFFFF8">
                    <a:alpha val="1902"/>
                  </a:srgbClr>
                </a:gs>
                <a:gs pos="100000">
                  <a:srgbClr val="FFFFF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Splat 47"/>
            <p:cNvSpPr>
              <a:spLocks noGrp="1"/>
            </p:cNvSpPr>
            <p:nvPr/>
          </p:nvSpPr>
          <p:spPr>
            <a:xfrm rot="9446307">
              <a:off x="2566911" y="1252825"/>
              <a:ext cx="292810" cy="72244"/>
            </a:xfrm>
            <a:prstGeom prst="ellipse">
              <a:avLst/>
            </a:prstGeom>
            <a:gradFill>
              <a:gsLst>
                <a:gs pos="0">
                  <a:srgbClr val="FFFFD5">
                    <a:alpha val="32968"/>
                  </a:srgbClr>
                </a:gs>
                <a:gs pos="14286">
                  <a:srgbClr val="FFFFD5">
                    <a:alpha val="30764"/>
                  </a:srgbClr>
                </a:gs>
                <a:gs pos="28571">
                  <a:srgbClr val="FFFFD5">
                    <a:alpha val="24833"/>
                  </a:srgbClr>
                </a:gs>
                <a:gs pos="42857">
                  <a:srgbClr val="FFFFD5">
                    <a:alpha val="17075"/>
                  </a:srgbClr>
                </a:gs>
                <a:gs pos="57143">
                  <a:srgbClr val="FFFFD5">
                    <a:alpha val="9855"/>
                  </a:srgbClr>
                </a:gs>
                <a:gs pos="71429">
                  <a:srgbClr val="FFFFD5">
                    <a:alpha val="4740"/>
                  </a:srgbClr>
                </a:gs>
                <a:gs pos="85714">
                  <a:srgbClr val="FFFFD5">
                    <a:alpha val="1902"/>
                  </a:srgbClr>
                </a:gs>
                <a:gs pos="100000">
                  <a:srgbClr val="FFFFD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Splat 48"/>
            <p:cNvSpPr>
              <a:spLocks noGrp="1"/>
            </p:cNvSpPr>
            <p:nvPr/>
          </p:nvSpPr>
          <p:spPr>
            <a:xfrm rot="6742585">
              <a:off x="756522" y="1614772"/>
              <a:ext cx="273316" cy="69092"/>
            </a:xfrm>
            <a:prstGeom prst="ellipse">
              <a:avLst/>
            </a:prstGeom>
            <a:gradFill>
              <a:gsLst>
                <a:gs pos="0">
                  <a:srgbClr val="FFFFFC">
                    <a:alpha val="32968"/>
                  </a:srgbClr>
                </a:gs>
                <a:gs pos="14286">
                  <a:srgbClr val="FFFFFC">
                    <a:alpha val="30764"/>
                  </a:srgbClr>
                </a:gs>
                <a:gs pos="28571">
                  <a:srgbClr val="FFFFFC">
                    <a:alpha val="24833"/>
                  </a:srgbClr>
                </a:gs>
                <a:gs pos="42857">
                  <a:srgbClr val="FFFFFC">
                    <a:alpha val="17075"/>
                  </a:srgbClr>
                </a:gs>
                <a:gs pos="57143">
                  <a:srgbClr val="FFFFFC">
                    <a:alpha val="9855"/>
                  </a:srgbClr>
                </a:gs>
                <a:gs pos="71429">
                  <a:srgbClr val="FFFFFC">
                    <a:alpha val="4740"/>
                  </a:srgbClr>
                </a:gs>
                <a:gs pos="85714">
                  <a:srgbClr val="FFFFFC">
                    <a:alpha val="1902"/>
                  </a:srgbClr>
                </a:gs>
                <a:gs pos="100000">
                  <a:srgbClr val="FFFFF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Splat 49"/>
            <p:cNvSpPr>
              <a:spLocks noGrp="1"/>
            </p:cNvSpPr>
            <p:nvPr/>
          </p:nvSpPr>
          <p:spPr>
            <a:xfrm rot="8423208">
              <a:off x="1181066" y="1439894"/>
              <a:ext cx="579277" cy="412638"/>
            </a:xfrm>
            <a:prstGeom prst="ellipse">
              <a:avLst/>
            </a:prstGeom>
            <a:gradFill>
              <a:gsLst>
                <a:gs pos="0">
                  <a:srgbClr val="00B6E1">
                    <a:alpha val="4398"/>
                  </a:srgbClr>
                </a:gs>
                <a:gs pos="14286">
                  <a:srgbClr val="00B6E1">
                    <a:alpha val="4050"/>
                  </a:srgbClr>
                </a:gs>
                <a:gs pos="28571">
                  <a:srgbClr val="00B6E1">
                    <a:alpha val="3159"/>
                  </a:srgbClr>
                </a:gs>
                <a:gs pos="42857">
                  <a:srgbClr val="00B6E1">
                    <a:alpha val="2083"/>
                  </a:srgbClr>
                </a:gs>
                <a:gs pos="57143">
                  <a:srgbClr val="00B6E1">
                    <a:alpha val="1160"/>
                  </a:srgbClr>
                </a:gs>
                <a:gs pos="71429">
                  <a:srgbClr val="00B6E1">
                    <a:alpha val="545"/>
                  </a:srgbClr>
                </a:gs>
                <a:gs pos="85714">
                  <a:srgbClr val="00B6E1">
                    <a:alpha val="216"/>
                  </a:srgbClr>
                </a:gs>
                <a:gs pos="100000">
                  <a:srgbClr val="00B6E1">
                    <a:alpha val="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Splat 50"/>
            <p:cNvSpPr>
              <a:spLocks noGrp="1"/>
            </p:cNvSpPr>
            <p:nvPr/>
          </p:nvSpPr>
          <p:spPr>
            <a:xfrm rot="10342533">
              <a:off x="892882" y="1313557"/>
              <a:ext cx="60823" cy="15206"/>
            </a:xfrm>
            <a:prstGeom prst="ellipse">
              <a:avLst/>
            </a:prstGeom>
            <a:gradFill>
              <a:gsLst>
                <a:gs pos="0">
                  <a:srgbClr val="B4B7BE">
                    <a:alpha val="18251"/>
                  </a:srgbClr>
                </a:gs>
                <a:gs pos="14286">
                  <a:srgbClr val="B4B7BE">
                    <a:alpha val="16908"/>
                  </a:srgbClr>
                </a:gs>
                <a:gs pos="28571">
                  <a:srgbClr val="B4B7BE">
                    <a:alpha val="13395"/>
                  </a:srgbClr>
                </a:gs>
                <a:gs pos="42857">
                  <a:srgbClr val="B4B7BE">
                    <a:alpha val="9002"/>
                  </a:srgbClr>
                </a:gs>
                <a:gs pos="57143">
                  <a:srgbClr val="B4B7BE">
                    <a:alpha val="5093"/>
                  </a:srgbClr>
                </a:gs>
                <a:gs pos="71429">
                  <a:srgbClr val="B4B7BE">
                    <a:alpha val="2417"/>
                  </a:srgbClr>
                </a:gs>
                <a:gs pos="85714">
                  <a:srgbClr val="B4B7BE">
                    <a:alpha val="963"/>
                  </a:srgbClr>
                </a:gs>
                <a:gs pos="100000">
                  <a:srgbClr val="B4B7BE">
                    <a:alpha val="3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Splat 51"/>
            <p:cNvSpPr>
              <a:spLocks noGrp="1"/>
            </p:cNvSpPr>
            <p:nvPr/>
          </p:nvSpPr>
          <p:spPr>
            <a:xfrm rot="5400000">
              <a:off x="965506" y="1682698"/>
              <a:ext cx="27104" cy="27104"/>
            </a:xfrm>
            <a:prstGeom prst="ellipse">
              <a:avLst/>
            </a:prstGeom>
            <a:gradFill>
              <a:gsLst>
                <a:gs pos="0">
                  <a:srgbClr val="E5DFDD">
                    <a:alpha val="19441"/>
                  </a:srgbClr>
                </a:gs>
                <a:gs pos="14286">
                  <a:srgbClr val="E5DFDD">
                    <a:alpha val="18020"/>
                  </a:srgbClr>
                </a:gs>
                <a:gs pos="28571">
                  <a:srgbClr val="E5DFDD">
                    <a:alpha val="14296"/>
                  </a:srgbClr>
                </a:gs>
                <a:gs pos="42857">
                  <a:srgbClr val="E5DFDD">
                    <a:alpha val="9624"/>
                  </a:srgbClr>
                </a:gs>
                <a:gs pos="57143">
                  <a:srgbClr val="E5DFDD">
                    <a:alpha val="5453"/>
                  </a:srgbClr>
                </a:gs>
                <a:gs pos="71429">
                  <a:srgbClr val="E5DFDD">
                    <a:alpha val="2590"/>
                  </a:srgbClr>
                </a:gs>
                <a:gs pos="85714">
                  <a:srgbClr val="E5DFDD">
                    <a:alpha val="1032"/>
                  </a:srgbClr>
                </a:gs>
                <a:gs pos="100000">
                  <a:srgbClr val="E5DFDD">
                    <a:alpha val="3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Splat 52"/>
            <p:cNvSpPr>
              <a:spLocks noGrp="1"/>
            </p:cNvSpPr>
            <p:nvPr/>
          </p:nvSpPr>
          <p:spPr>
            <a:xfrm rot="4030572">
              <a:off x="2451644" y="1362503"/>
              <a:ext cx="594553" cy="566003"/>
            </a:xfrm>
            <a:prstGeom prst="ellipse">
              <a:avLst/>
            </a:prstGeom>
            <a:gradFill>
              <a:gsLst>
                <a:gs pos="0">
                  <a:srgbClr val="331800">
                    <a:alpha val="32968"/>
                  </a:srgbClr>
                </a:gs>
                <a:gs pos="14286">
                  <a:srgbClr val="331800">
                    <a:alpha val="30764"/>
                  </a:srgbClr>
                </a:gs>
                <a:gs pos="28571">
                  <a:srgbClr val="331800">
                    <a:alpha val="24833"/>
                  </a:srgbClr>
                </a:gs>
                <a:gs pos="42857">
                  <a:srgbClr val="331800">
                    <a:alpha val="17075"/>
                  </a:srgbClr>
                </a:gs>
                <a:gs pos="57143">
                  <a:srgbClr val="331800">
                    <a:alpha val="9855"/>
                  </a:srgbClr>
                </a:gs>
                <a:gs pos="71429">
                  <a:srgbClr val="331800">
                    <a:alpha val="4740"/>
                  </a:srgbClr>
                </a:gs>
                <a:gs pos="85714">
                  <a:srgbClr val="331800">
                    <a:alpha val="1902"/>
                  </a:srgbClr>
                </a:gs>
                <a:gs pos="100000">
                  <a:srgbClr val="3318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Splat 53"/>
            <p:cNvSpPr>
              <a:spLocks noGrp="1"/>
            </p:cNvSpPr>
            <p:nvPr/>
          </p:nvSpPr>
          <p:spPr>
            <a:xfrm rot="7700743">
              <a:off x="1224128" y="1362234"/>
              <a:ext cx="61832" cy="15458"/>
            </a:xfrm>
            <a:prstGeom prst="ellipse">
              <a:avLst/>
            </a:prstGeom>
            <a:gradFill>
              <a:gsLst>
                <a:gs pos="0">
                  <a:srgbClr val="C4C0C9">
                    <a:alpha val="18068"/>
                  </a:srgbClr>
                </a:gs>
                <a:gs pos="14286">
                  <a:srgbClr val="C4C0C9">
                    <a:alpha val="16737"/>
                  </a:srgbClr>
                </a:gs>
                <a:gs pos="28571">
                  <a:srgbClr val="C4C0C9">
                    <a:alpha val="13257"/>
                  </a:srgbClr>
                </a:gs>
                <a:gs pos="42857">
                  <a:srgbClr val="C4C0C9">
                    <a:alpha val="8907"/>
                  </a:srgbClr>
                </a:gs>
                <a:gs pos="57143">
                  <a:srgbClr val="C4C0C9">
                    <a:alpha val="5038"/>
                  </a:srgbClr>
                </a:gs>
                <a:gs pos="71429">
                  <a:srgbClr val="C4C0C9">
                    <a:alpha val="2391"/>
                  </a:srgbClr>
                </a:gs>
                <a:gs pos="85714">
                  <a:srgbClr val="C4C0C9">
                    <a:alpha val="952"/>
                  </a:srgbClr>
                </a:gs>
                <a:gs pos="100000">
                  <a:srgbClr val="C4C0C9">
                    <a:alpha val="3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Splat 54"/>
            <p:cNvSpPr>
              <a:spLocks noGrp="1"/>
            </p:cNvSpPr>
            <p:nvPr/>
          </p:nvSpPr>
          <p:spPr>
            <a:xfrm rot="-10424772">
              <a:off x="966554" y="1296063"/>
              <a:ext cx="63984" cy="15996"/>
            </a:xfrm>
            <a:prstGeom prst="ellipse">
              <a:avLst/>
            </a:prstGeom>
            <a:gradFill>
              <a:gsLst>
                <a:gs pos="0">
                  <a:srgbClr val="B4B4B7">
                    <a:alpha val="17677"/>
                  </a:srgbClr>
                </a:gs>
                <a:gs pos="14286">
                  <a:srgbClr val="B4B4B7">
                    <a:alpha val="16371"/>
                  </a:srgbClr>
                </a:gs>
                <a:gs pos="28571">
                  <a:srgbClr val="B4B4B7">
                    <a:alpha val="12961"/>
                  </a:srgbClr>
                </a:gs>
                <a:gs pos="42857">
                  <a:srgbClr val="B4B4B7">
                    <a:alpha val="8703"/>
                  </a:srgbClr>
                </a:gs>
                <a:gs pos="57143">
                  <a:srgbClr val="B4B4B7">
                    <a:alpha val="4920"/>
                  </a:srgbClr>
                </a:gs>
                <a:gs pos="71429">
                  <a:srgbClr val="B4B4B7">
                    <a:alpha val="2334"/>
                  </a:srgbClr>
                </a:gs>
                <a:gs pos="85714">
                  <a:srgbClr val="B4B4B7">
                    <a:alpha val="930"/>
                  </a:srgbClr>
                </a:gs>
                <a:gs pos="100000">
                  <a:srgbClr val="B4B4B7">
                    <a:alpha val="3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Splat 55"/>
            <p:cNvSpPr>
              <a:spLocks noGrp="1"/>
            </p:cNvSpPr>
            <p:nvPr/>
          </p:nvSpPr>
          <p:spPr>
            <a:xfrm rot="5685357">
              <a:off x="2527486" y="66260"/>
              <a:ext cx="63938" cy="15985"/>
            </a:xfrm>
            <a:prstGeom prst="ellipse">
              <a:avLst/>
            </a:prstGeom>
            <a:gradFill>
              <a:gsLst>
                <a:gs pos="0">
                  <a:srgbClr val="989AAB">
                    <a:alpha val="17685"/>
                  </a:srgbClr>
                </a:gs>
                <a:gs pos="14286">
                  <a:srgbClr val="989AAB">
                    <a:alpha val="16379"/>
                  </a:srgbClr>
                </a:gs>
                <a:gs pos="28571">
                  <a:srgbClr val="989AAB">
                    <a:alpha val="12968"/>
                  </a:srgbClr>
                </a:gs>
                <a:gs pos="42857">
                  <a:srgbClr val="989AAB">
                    <a:alpha val="8707"/>
                  </a:srgbClr>
                </a:gs>
                <a:gs pos="57143">
                  <a:srgbClr val="989AAB">
                    <a:alpha val="4923"/>
                  </a:srgbClr>
                </a:gs>
                <a:gs pos="71429">
                  <a:srgbClr val="989AAB">
                    <a:alpha val="2335"/>
                  </a:srgbClr>
                </a:gs>
                <a:gs pos="85714">
                  <a:srgbClr val="989AAB">
                    <a:alpha val="930"/>
                  </a:srgbClr>
                </a:gs>
                <a:gs pos="100000">
                  <a:srgbClr val="989AAB">
                    <a:alpha val="3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Splat 56"/>
            <p:cNvSpPr>
              <a:spLocks noGrp="1"/>
            </p:cNvSpPr>
            <p:nvPr/>
          </p:nvSpPr>
          <p:spPr>
            <a:xfrm rot="-10197692">
              <a:off x="1483107" y="1445229"/>
              <a:ext cx="772865" cy="124872"/>
            </a:xfrm>
            <a:prstGeom prst="ellipse">
              <a:avLst/>
            </a:prstGeom>
            <a:gradFill>
              <a:gsLst>
                <a:gs pos="0">
                  <a:srgbClr val="F7FBF4">
                    <a:alpha val="22406"/>
                  </a:srgbClr>
                </a:gs>
                <a:gs pos="14286">
                  <a:srgbClr val="F7FBF4">
                    <a:alpha val="20797"/>
                  </a:srgbClr>
                </a:gs>
                <a:gs pos="28571">
                  <a:srgbClr val="F7FBF4">
                    <a:alpha val="16559"/>
                  </a:srgbClr>
                </a:gs>
                <a:gs pos="42857">
                  <a:srgbClr val="F7FBF4">
                    <a:alpha val="11196"/>
                  </a:srgbClr>
                </a:gs>
                <a:gs pos="57143">
                  <a:srgbClr val="F7FBF4">
                    <a:alpha val="6368"/>
                  </a:srgbClr>
                </a:gs>
                <a:gs pos="71429">
                  <a:srgbClr val="F7FBF4">
                    <a:alpha val="3033"/>
                  </a:srgbClr>
                </a:gs>
                <a:gs pos="85714">
                  <a:srgbClr val="F7FBF4">
                    <a:alpha val="1210"/>
                  </a:srgbClr>
                </a:gs>
                <a:gs pos="100000">
                  <a:srgbClr val="F7FBF4">
                    <a:alpha val="4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Splat 57"/>
            <p:cNvSpPr>
              <a:spLocks noGrp="1"/>
            </p:cNvSpPr>
            <p:nvPr/>
          </p:nvSpPr>
          <p:spPr>
            <a:xfrm rot="5055530">
              <a:off x="1278837" y="1517236"/>
              <a:ext cx="532231" cy="501666"/>
            </a:xfrm>
            <a:prstGeom prst="ellipse">
              <a:avLst/>
            </a:prstGeom>
            <a:gradFill>
              <a:gsLst>
                <a:gs pos="0">
                  <a:srgbClr val="003700">
                    <a:alpha val="32968"/>
                  </a:srgbClr>
                </a:gs>
                <a:gs pos="14286">
                  <a:srgbClr val="003700">
                    <a:alpha val="30764"/>
                  </a:srgbClr>
                </a:gs>
                <a:gs pos="28571">
                  <a:srgbClr val="003700">
                    <a:alpha val="24833"/>
                  </a:srgbClr>
                </a:gs>
                <a:gs pos="42857">
                  <a:srgbClr val="003700">
                    <a:alpha val="17075"/>
                  </a:srgbClr>
                </a:gs>
                <a:gs pos="57143">
                  <a:srgbClr val="003700">
                    <a:alpha val="9855"/>
                  </a:srgbClr>
                </a:gs>
                <a:gs pos="71429">
                  <a:srgbClr val="003700">
                    <a:alpha val="4740"/>
                  </a:srgbClr>
                </a:gs>
                <a:gs pos="85714">
                  <a:srgbClr val="003700">
                    <a:alpha val="1902"/>
                  </a:srgbClr>
                </a:gs>
                <a:gs pos="100000">
                  <a:srgbClr val="0037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Splat 58"/>
            <p:cNvSpPr>
              <a:spLocks noGrp="1"/>
            </p:cNvSpPr>
            <p:nvPr/>
          </p:nvSpPr>
          <p:spPr>
            <a:xfrm rot="9803410">
              <a:off x="1852864" y="1797111"/>
              <a:ext cx="453710" cy="2522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Splat 59"/>
            <p:cNvSpPr>
              <a:spLocks noGrp="1"/>
            </p:cNvSpPr>
            <p:nvPr/>
          </p:nvSpPr>
          <p:spPr>
            <a:xfrm rot="-10629843">
              <a:off x="1578337" y="1204678"/>
              <a:ext cx="622689" cy="214466"/>
            </a:xfrm>
            <a:prstGeom prst="ellipse">
              <a:avLst/>
            </a:prstGeom>
            <a:gradFill>
              <a:gsLst>
                <a:gs pos="0">
                  <a:srgbClr val="F2E4D5">
                    <a:alpha val="17459"/>
                  </a:srgbClr>
                </a:gs>
                <a:gs pos="14286">
                  <a:srgbClr val="F2E4D5">
                    <a:alpha val="16168"/>
                  </a:srgbClr>
                </a:gs>
                <a:gs pos="28571">
                  <a:srgbClr val="F2E4D5">
                    <a:alpha val="12797"/>
                  </a:srgbClr>
                </a:gs>
                <a:gs pos="42857">
                  <a:srgbClr val="F2E4D5">
                    <a:alpha val="8590"/>
                  </a:srgbClr>
                </a:gs>
                <a:gs pos="57143">
                  <a:srgbClr val="F2E4D5">
                    <a:alpha val="4855"/>
                  </a:srgbClr>
                </a:gs>
                <a:gs pos="71429">
                  <a:srgbClr val="F2E4D5">
                    <a:alpha val="2303"/>
                  </a:srgbClr>
                </a:gs>
                <a:gs pos="85714">
                  <a:srgbClr val="F2E4D5">
                    <a:alpha val="917"/>
                  </a:srgbClr>
                </a:gs>
                <a:gs pos="100000">
                  <a:srgbClr val="F2E4D5">
                    <a:alpha val="3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Splat 60"/>
            <p:cNvSpPr>
              <a:spLocks noGrp="1"/>
            </p:cNvSpPr>
            <p:nvPr/>
          </p:nvSpPr>
          <p:spPr>
            <a:xfrm rot="5004547">
              <a:off x="2112514" y="1005789"/>
              <a:ext cx="649667" cy="567844"/>
            </a:xfrm>
            <a:prstGeom prst="ellipse">
              <a:avLst/>
            </a:prstGeom>
            <a:gradFill>
              <a:gsLst>
                <a:gs pos="0">
                  <a:srgbClr val="006700">
                    <a:alpha val="32968"/>
                  </a:srgbClr>
                </a:gs>
                <a:gs pos="14286">
                  <a:srgbClr val="006700">
                    <a:alpha val="30764"/>
                  </a:srgbClr>
                </a:gs>
                <a:gs pos="28571">
                  <a:srgbClr val="006700">
                    <a:alpha val="24833"/>
                  </a:srgbClr>
                </a:gs>
                <a:gs pos="42857">
                  <a:srgbClr val="006700">
                    <a:alpha val="17075"/>
                  </a:srgbClr>
                </a:gs>
                <a:gs pos="57143">
                  <a:srgbClr val="006700">
                    <a:alpha val="9855"/>
                  </a:srgbClr>
                </a:gs>
                <a:gs pos="71429">
                  <a:srgbClr val="006700">
                    <a:alpha val="4740"/>
                  </a:srgbClr>
                </a:gs>
                <a:gs pos="85714">
                  <a:srgbClr val="006700">
                    <a:alpha val="1902"/>
                  </a:srgbClr>
                </a:gs>
                <a:gs pos="100000">
                  <a:srgbClr val="0067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Splat 61"/>
            <p:cNvSpPr>
              <a:spLocks noGrp="1"/>
            </p:cNvSpPr>
            <p:nvPr/>
          </p:nvSpPr>
          <p:spPr>
            <a:xfrm rot="10356516">
              <a:off x="1814332" y="547407"/>
              <a:ext cx="156011" cy="26873"/>
            </a:xfrm>
            <a:prstGeom prst="ellipse">
              <a:avLst/>
            </a:prstGeom>
            <a:gradFill>
              <a:gsLst>
                <a:gs pos="0">
                  <a:srgbClr val="FFFFE2">
                    <a:alpha val="32968"/>
                  </a:srgbClr>
                </a:gs>
                <a:gs pos="14286">
                  <a:srgbClr val="FFFFE2">
                    <a:alpha val="30764"/>
                  </a:srgbClr>
                </a:gs>
                <a:gs pos="28571">
                  <a:srgbClr val="FFFFE2">
                    <a:alpha val="24833"/>
                  </a:srgbClr>
                </a:gs>
                <a:gs pos="42857">
                  <a:srgbClr val="FFFFE2">
                    <a:alpha val="17075"/>
                  </a:srgbClr>
                </a:gs>
                <a:gs pos="57143">
                  <a:srgbClr val="FFFFE2">
                    <a:alpha val="9855"/>
                  </a:srgbClr>
                </a:gs>
                <a:gs pos="71429">
                  <a:srgbClr val="FFFFE2">
                    <a:alpha val="4740"/>
                  </a:srgbClr>
                </a:gs>
                <a:gs pos="85714">
                  <a:srgbClr val="FFFFE2">
                    <a:alpha val="1902"/>
                  </a:srgbClr>
                </a:gs>
                <a:gs pos="100000">
                  <a:srgbClr val="FFFFE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Splat 62"/>
            <p:cNvSpPr>
              <a:spLocks noGrp="1"/>
            </p:cNvSpPr>
            <p:nvPr/>
          </p:nvSpPr>
          <p:spPr>
            <a:xfrm rot="3929272">
              <a:off x="741075" y="879303"/>
              <a:ext cx="63525" cy="15881"/>
            </a:xfrm>
            <a:prstGeom prst="ellipse">
              <a:avLst/>
            </a:prstGeom>
            <a:gradFill>
              <a:gsLst>
                <a:gs pos="0">
                  <a:srgbClr val="BBC4D4">
                    <a:alpha val="17761"/>
                  </a:srgbClr>
                </a:gs>
                <a:gs pos="14286">
                  <a:srgbClr val="BBC4D4">
                    <a:alpha val="16450"/>
                  </a:srgbClr>
                </a:gs>
                <a:gs pos="28571">
                  <a:srgbClr val="BBC4D4">
                    <a:alpha val="13024"/>
                  </a:srgbClr>
                </a:gs>
                <a:gs pos="42857">
                  <a:srgbClr val="BBC4D4">
                    <a:alpha val="8746"/>
                  </a:srgbClr>
                </a:gs>
                <a:gs pos="57143">
                  <a:srgbClr val="BBC4D4">
                    <a:alpha val="4945"/>
                  </a:srgbClr>
                </a:gs>
                <a:gs pos="71429">
                  <a:srgbClr val="BBC4D4">
                    <a:alpha val="2346"/>
                  </a:srgbClr>
                </a:gs>
                <a:gs pos="85714">
                  <a:srgbClr val="BBC4D4">
                    <a:alpha val="934"/>
                  </a:srgbClr>
                </a:gs>
                <a:gs pos="100000">
                  <a:srgbClr val="BBC4D4">
                    <a:alpha val="3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Splat 63"/>
            <p:cNvSpPr>
              <a:spLocks noGrp="1"/>
            </p:cNvSpPr>
            <p:nvPr/>
          </p:nvSpPr>
          <p:spPr>
            <a:xfrm rot="3093673">
              <a:off x="2122986" y="1146872"/>
              <a:ext cx="901700" cy="35563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Splat 64"/>
            <p:cNvSpPr>
              <a:spLocks noGrp="1"/>
            </p:cNvSpPr>
            <p:nvPr/>
          </p:nvSpPr>
          <p:spPr>
            <a:xfrm rot="3563265">
              <a:off x="2264488" y="810545"/>
              <a:ext cx="202808" cy="58583"/>
            </a:xfrm>
            <a:prstGeom prst="ellipse">
              <a:avLst/>
            </a:prstGeom>
            <a:gradFill>
              <a:gsLst>
                <a:gs pos="0">
                  <a:srgbClr val="FFFFFA">
                    <a:alpha val="32968"/>
                  </a:srgbClr>
                </a:gs>
                <a:gs pos="14286">
                  <a:srgbClr val="FFFFFA">
                    <a:alpha val="30764"/>
                  </a:srgbClr>
                </a:gs>
                <a:gs pos="28571">
                  <a:srgbClr val="FFFFFA">
                    <a:alpha val="24833"/>
                  </a:srgbClr>
                </a:gs>
                <a:gs pos="42857">
                  <a:srgbClr val="FFFFFA">
                    <a:alpha val="17075"/>
                  </a:srgbClr>
                </a:gs>
                <a:gs pos="57143">
                  <a:srgbClr val="FFFFFA">
                    <a:alpha val="9855"/>
                  </a:srgbClr>
                </a:gs>
                <a:gs pos="71429">
                  <a:srgbClr val="FFFFFA">
                    <a:alpha val="4740"/>
                  </a:srgbClr>
                </a:gs>
                <a:gs pos="85714">
                  <a:srgbClr val="FFFFFA">
                    <a:alpha val="1902"/>
                  </a:srgbClr>
                </a:gs>
                <a:gs pos="100000">
                  <a:srgbClr val="FFFFF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Splat 65"/>
            <p:cNvSpPr>
              <a:spLocks noGrp="1"/>
            </p:cNvSpPr>
            <p:nvPr/>
          </p:nvSpPr>
          <p:spPr>
            <a:xfrm rot="10624780">
              <a:off x="3021725" y="352732"/>
              <a:ext cx="410421" cy="173550"/>
            </a:xfrm>
            <a:prstGeom prst="ellipse">
              <a:avLst/>
            </a:prstGeom>
            <a:gradFill>
              <a:gsLst>
                <a:gs pos="0">
                  <a:srgbClr val="FFFF00">
                    <a:alpha val="32968"/>
                  </a:srgbClr>
                </a:gs>
                <a:gs pos="14286">
                  <a:srgbClr val="FFFF00">
                    <a:alpha val="30764"/>
                  </a:srgbClr>
                </a:gs>
                <a:gs pos="28571">
                  <a:srgbClr val="FFFF00">
                    <a:alpha val="24833"/>
                  </a:srgbClr>
                </a:gs>
                <a:gs pos="42857">
                  <a:srgbClr val="FFFF00">
                    <a:alpha val="17075"/>
                  </a:srgbClr>
                </a:gs>
                <a:gs pos="57143">
                  <a:srgbClr val="FFFF00">
                    <a:alpha val="9855"/>
                  </a:srgbClr>
                </a:gs>
                <a:gs pos="71429">
                  <a:srgbClr val="FFFF00">
                    <a:alpha val="4740"/>
                  </a:srgbClr>
                </a:gs>
                <a:gs pos="85714">
                  <a:srgbClr val="FFFF00">
                    <a:alpha val="1902"/>
                  </a:srgbClr>
                </a:gs>
                <a:gs pos="100000">
                  <a:srgbClr val="FF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Splat 66"/>
            <p:cNvSpPr>
              <a:spLocks noGrp="1"/>
            </p:cNvSpPr>
            <p:nvPr/>
          </p:nvSpPr>
          <p:spPr>
            <a:xfrm rot="8094412">
              <a:off x="1926728" y="581174"/>
              <a:ext cx="335042" cy="3651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Splat 67"/>
            <p:cNvSpPr>
              <a:spLocks noGrp="1"/>
            </p:cNvSpPr>
            <p:nvPr/>
          </p:nvSpPr>
          <p:spPr>
            <a:xfrm rot="5239348">
              <a:off x="2174126" y="147113"/>
              <a:ext cx="701401" cy="127389"/>
            </a:xfrm>
            <a:prstGeom prst="ellipse">
              <a:avLst/>
            </a:prstGeom>
            <a:gradFill>
              <a:gsLst>
                <a:gs pos="0">
                  <a:srgbClr val="00BEF8">
                    <a:alpha val="14168"/>
                  </a:srgbClr>
                </a:gs>
                <a:gs pos="14286">
                  <a:srgbClr val="00BEF8">
                    <a:alpha val="13101"/>
                  </a:srgbClr>
                </a:gs>
                <a:gs pos="28571">
                  <a:srgbClr val="00BEF8">
                    <a:alpha val="10330"/>
                  </a:srgbClr>
                </a:gs>
                <a:gs pos="42857">
                  <a:srgbClr val="00BEF8">
                    <a:alpha val="6902"/>
                  </a:srgbClr>
                </a:gs>
                <a:gs pos="57143">
                  <a:srgbClr val="00BEF8">
                    <a:alpha val="3885"/>
                  </a:srgbClr>
                </a:gs>
                <a:gs pos="71429">
                  <a:srgbClr val="00BEF8">
                    <a:alpha val="1838"/>
                  </a:srgbClr>
                </a:gs>
                <a:gs pos="85714">
                  <a:srgbClr val="00BEF8">
                    <a:alpha val="731"/>
                  </a:srgbClr>
                </a:gs>
                <a:gs pos="100000">
                  <a:srgbClr val="00BEF8">
                    <a:alpha val="2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Splat 68"/>
            <p:cNvSpPr>
              <a:spLocks noGrp="1"/>
            </p:cNvSpPr>
            <p:nvPr/>
          </p:nvSpPr>
          <p:spPr>
            <a:xfrm rot="3757711">
              <a:off x="2590046" y="1745372"/>
              <a:ext cx="360167" cy="2843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Splat 69"/>
            <p:cNvSpPr>
              <a:spLocks noGrp="1"/>
            </p:cNvSpPr>
            <p:nvPr/>
          </p:nvSpPr>
          <p:spPr>
            <a:xfrm rot="5476996">
              <a:off x="1628009" y="364921"/>
              <a:ext cx="61176" cy="15294"/>
            </a:xfrm>
            <a:prstGeom prst="ellipse">
              <a:avLst/>
            </a:prstGeom>
            <a:gradFill>
              <a:gsLst>
                <a:gs pos="0">
                  <a:srgbClr val="CDCABB">
                    <a:alpha val="18187"/>
                  </a:srgbClr>
                </a:gs>
                <a:gs pos="14286">
                  <a:srgbClr val="CDCABB">
                    <a:alpha val="16848"/>
                  </a:srgbClr>
                </a:gs>
                <a:gs pos="28571">
                  <a:srgbClr val="CDCABB">
                    <a:alpha val="13347"/>
                  </a:srgbClr>
                </a:gs>
                <a:gs pos="42857">
                  <a:srgbClr val="CDCABB">
                    <a:alpha val="8968"/>
                  </a:srgbClr>
                </a:gs>
                <a:gs pos="57143">
                  <a:srgbClr val="CDCABB">
                    <a:alpha val="5073"/>
                  </a:srgbClr>
                </a:gs>
                <a:gs pos="71429">
                  <a:srgbClr val="CDCABB">
                    <a:alpha val="2408"/>
                  </a:srgbClr>
                </a:gs>
                <a:gs pos="85714">
                  <a:srgbClr val="CDCABB">
                    <a:alpha val="959"/>
                  </a:srgbClr>
                </a:gs>
                <a:gs pos="100000">
                  <a:srgbClr val="CDCABB">
                    <a:alpha val="3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Splat 70"/>
            <p:cNvSpPr>
              <a:spLocks noGrp="1"/>
            </p:cNvSpPr>
            <p:nvPr/>
          </p:nvSpPr>
          <p:spPr>
            <a:xfrm rot="9075437">
              <a:off x="1858889" y="282952"/>
              <a:ext cx="278215" cy="101066"/>
            </a:xfrm>
            <a:prstGeom prst="ellipse">
              <a:avLst/>
            </a:prstGeom>
            <a:gradFill>
              <a:gsLst>
                <a:gs pos="0">
                  <a:srgbClr val="FFE200">
                    <a:alpha val="32968"/>
                  </a:srgbClr>
                </a:gs>
                <a:gs pos="14286">
                  <a:srgbClr val="FFE200">
                    <a:alpha val="30764"/>
                  </a:srgbClr>
                </a:gs>
                <a:gs pos="28571">
                  <a:srgbClr val="FFE200">
                    <a:alpha val="24833"/>
                  </a:srgbClr>
                </a:gs>
                <a:gs pos="42857">
                  <a:srgbClr val="FFE200">
                    <a:alpha val="17075"/>
                  </a:srgbClr>
                </a:gs>
                <a:gs pos="57143">
                  <a:srgbClr val="FFE200">
                    <a:alpha val="9855"/>
                  </a:srgbClr>
                </a:gs>
                <a:gs pos="71429">
                  <a:srgbClr val="FFE200">
                    <a:alpha val="4740"/>
                  </a:srgbClr>
                </a:gs>
                <a:gs pos="85714">
                  <a:srgbClr val="FFE200">
                    <a:alpha val="1902"/>
                  </a:srgbClr>
                </a:gs>
                <a:gs pos="100000">
                  <a:srgbClr val="FFE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Splat 71"/>
            <p:cNvSpPr>
              <a:spLocks noGrp="1"/>
            </p:cNvSpPr>
            <p:nvPr/>
          </p:nvSpPr>
          <p:spPr>
            <a:xfrm rot="10533428">
              <a:off x="894762" y="1465294"/>
              <a:ext cx="62697" cy="15674"/>
            </a:xfrm>
            <a:prstGeom prst="ellipse">
              <a:avLst/>
            </a:prstGeom>
            <a:gradFill>
              <a:gsLst>
                <a:gs pos="0">
                  <a:srgbClr val="EAE5E7">
                    <a:alpha val="17911"/>
                  </a:srgbClr>
                </a:gs>
                <a:gs pos="14286">
                  <a:srgbClr val="EAE5E7">
                    <a:alpha val="16590"/>
                  </a:srgbClr>
                </a:gs>
                <a:gs pos="28571">
                  <a:srgbClr val="EAE5E7">
                    <a:alpha val="13138"/>
                  </a:srgbClr>
                </a:gs>
                <a:gs pos="42857">
                  <a:srgbClr val="EAE5E7">
                    <a:alpha val="8825"/>
                  </a:srgbClr>
                </a:gs>
                <a:gs pos="57143">
                  <a:srgbClr val="EAE5E7">
                    <a:alpha val="4990"/>
                  </a:srgbClr>
                </a:gs>
                <a:gs pos="71429">
                  <a:srgbClr val="EAE5E7">
                    <a:alpha val="2368"/>
                  </a:srgbClr>
                </a:gs>
                <a:gs pos="85714">
                  <a:srgbClr val="EAE5E7">
                    <a:alpha val="943"/>
                  </a:srgbClr>
                </a:gs>
                <a:gs pos="100000">
                  <a:srgbClr val="EAE5E7">
                    <a:alpha val="3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Splat 72"/>
            <p:cNvSpPr>
              <a:spLocks noGrp="1"/>
            </p:cNvSpPr>
            <p:nvPr/>
          </p:nvSpPr>
          <p:spPr>
            <a:xfrm rot="-9865208">
              <a:off x="934220" y="1459231"/>
              <a:ext cx="58229" cy="14557"/>
            </a:xfrm>
            <a:prstGeom prst="ellipse">
              <a:avLst/>
            </a:prstGeom>
            <a:gradFill>
              <a:gsLst>
                <a:gs pos="0">
                  <a:srgbClr val="F3F8FF">
                    <a:alpha val="18720"/>
                  </a:srgbClr>
                </a:gs>
                <a:gs pos="14286">
                  <a:srgbClr val="F3F8FF">
                    <a:alpha val="17346"/>
                  </a:srgbClr>
                </a:gs>
                <a:gs pos="28571">
                  <a:srgbClr val="F3F8FF">
                    <a:alpha val="13750"/>
                  </a:srgbClr>
                </a:gs>
                <a:gs pos="42857">
                  <a:srgbClr val="F3F8FF">
                    <a:alpha val="9246"/>
                  </a:srgbClr>
                </a:gs>
                <a:gs pos="57143">
                  <a:srgbClr val="F3F8FF">
                    <a:alpha val="5234"/>
                  </a:srgbClr>
                </a:gs>
                <a:gs pos="71429">
                  <a:srgbClr val="F3F8FF">
                    <a:alpha val="2485"/>
                  </a:srgbClr>
                </a:gs>
                <a:gs pos="85714">
                  <a:srgbClr val="F3F8FF">
                    <a:alpha val="990"/>
                  </a:srgbClr>
                </a:gs>
                <a:gs pos="100000">
                  <a:srgbClr val="F3F8FF">
                    <a:alpha val="3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Splat 73"/>
            <p:cNvSpPr>
              <a:spLocks noGrp="1"/>
            </p:cNvSpPr>
            <p:nvPr/>
          </p:nvSpPr>
          <p:spPr>
            <a:xfrm rot="3965001">
              <a:off x="1059365" y="1484259"/>
              <a:ext cx="351965" cy="3920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Splat 74"/>
            <p:cNvSpPr>
              <a:spLocks noGrp="1"/>
            </p:cNvSpPr>
            <p:nvPr/>
          </p:nvSpPr>
          <p:spPr>
            <a:xfrm rot="7100540">
              <a:off x="2288307" y="891127"/>
              <a:ext cx="56821" cy="14205"/>
            </a:xfrm>
            <a:prstGeom prst="ellipse">
              <a:avLst/>
            </a:prstGeom>
            <a:gradFill>
              <a:gsLst>
                <a:gs pos="0">
                  <a:srgbClr val="FFF17B">
                    <a:alpha val="18973"/>
                  </a:srgbClr>
                </a:gs>
                <a:gs pos="14286">
                  <a:srgbClr val="FFF17B">
                    <a:alpha val="17582"/>
                  </a:srgbClr>
                </a:gs>
                <a:gs pos="28571">
                  <a:srgbClr val="FFF17B">
                    <a:alpha val="13941"/>
                  </a:srgbClr>
                </a:gs>
                <a:gs pos="42857">
                  <a:srgbClr val="FFF17B">
                    <a:alpha val="9379"/>
                  </a:srgbClr>
                </a:gs>
                <a:gs pos="57143">
                  <a:srgbClr val="FFF17B">
                    <a:alpha val="5311"/>
                  </a:srgbClr>
                </a:gs>
                <a:gs pos="71429">
                  <a:srgbClr val="FFF17B">
                    <a:alpha val="2522"/>
                  </a:srgbClr>
                </a:gs>
                <a:gs pos="85714">
                  <a:srgbClr val="FFF17B">
                    <a:alpha val="1005"/>
                  </a:srgbClr>
                </a:gs>
                <a:gs pos="100000">
                  <a:srgbClr val="FFF17B">
                    <a:alpha val="3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Splat 75"/>
            <p:cNvSpPr>
              <a:spLocks noGrp="1"/>
            </p:cNvSpPr>
            <p:nvPr/>
          </p:nvSpPr>
          <p:spPr>
            <a:xfrm rot="-10535558">
              <a:off x="2727188" y="659530"/>
              <a:ext cx="430550" cy="2076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Splat 76"/>
            <p:cNvSpPr>
              <a:spLocks noGrp="1"/>
            </p:cNvSpPr>
            <p:nvPr/>
          </p:nvSpPr>
          <p:spPr>
            <a:xfrm rot="2951119">
              <a:off x="2225675" y="1032474"/>
              <a:ext cx="659410" cy="618704"/>
            </a:xfrm>
            <a:prstGeom prst="ellipse">
              <a:avLst/>
            </a:prstGeom>
            <a:gradFill>
              <a:gsLst>
                <a:gs pos="0">
                  <a:srgbClr val="620000">
                    <a:alpha val="32968"/>
                  </a:srgbClr>
                </a:gs>
                <a:gs pos="14286">
                  <a:srgbClr val="620000">
                    <a:alpha val="30764"/>
                  </a:srgbClr>
                </a:gs>
                <a:gs pos="28571">
                  <a:srgbClr val="620000">
                    <a:alpha val="24833"/>
                  </a:srgbClr>
                </a:gs>
                <a:gs pos="42857">
                  <a:srgbClr val="620000">
                    <a:alpha val="17075"/>
                  </a:srgbClr>
                </a:gs>
                <a:gs pos="57143">
                  <a:srgbClr val="620000">
                    <a:alpha val="9855"/>
                  </a:srgbClr>
                </a:gs>
                <a:gs pos="71429">
                  <a:srgbClr val="620000">
                    <a:alpha val="4740"/>
                  </a:srgbClr>
                </a:gs>
                <a:gs pos="85714">
                  <a:srgbClr val="620000">
                    <a:alpha val="1902"/>
                  </a:srgbClr>
                </a:gs>
                <a:gs pos="100000">
                  <a:srgbClr val="62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Splat 77"/>
            <p:cNvSpPr>
              <a:spLocks noGrp="1"/>
            </p:cNvSpPr>
            <p:nvPr/>
          </p:nvSpPr>
          <p:spPr>
            <a:xfrm rot="5400000">
              <a:off x="3301135" y="384675"/>
              <a:ext cx="29432" cy="29432"/>
            </a:xfrm>
            <a:prstGeom prst="ellipse">
              <a:avLst/>
            </a:prstGeom>
            <a:gradFill>
              <a:gsLst>
                <a:gs pos="0">
                  <a:srgbClr val="FFD8A5">
                    <a:alpha val="18605"/>
                  </a:srgbClr>
                </a:gs>
                <a:gs pos="14286">
                  <a:srgbClr val="FFD8A5">
                    <a:alpha val="17239"/>
                  </a:srgbClr>
                </a:gs>
                <a:gs pos="28571">
                  <a:srgbClr val="FFD8A5">
                    <a:alpha val="13663"/>
                  </a:srgbClr>
                </a:gs>
                <a:gs pos="42857">
                  <a:srgbClr val="FFD8A5">
                    <a:alpha val="9187"/>
                  </a:srgbClr>
                </a:gs>
                <a:gs pos="57143">
                  <a:srgbClr val="FFD8A5">
                    <a:alpha val="5199"/>
                  </a:srgbClr>
                </a:gs>
                <a:gs pos="71429">
                  <a:srgbClr val="FFD8A5">
                    <a:alpha val="2468"/>
                  </a:srgbClr>
                </a:gs>
                <a:gs pos="85714">
                  <a:srgbClr val="FFD8A5">
                    <a:alpha val="983"/>
                  </a:srgbClr>
                </a:gs>
                <a:gs pos="100000">
                  <a:srgbClr val="FFD8A5">
                    <a:alpha val="3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Splat 78"/>
            <p:cNvSpPr>
              <a:spLocks noGrp="1"/>
            </p:cNvSpPr>
            <p:nvPr/>
          </p:nvSpPr>
          <p:spPr>
            <a:xfrm rot="5161735">
              <a:off x="499742" y="1601449"/>
              <a:ext cx="461340" cy="43400"/>
            </a:xfrm>
            <a:prstGeom prst="ellipse">
              <a:avLst/>
            </a:prstGeom>
            <a:gradFill>
              <a:gsLst>
                <a:gs pos="0">
                  <a:srgbClr val="FFFFF9">
                    <a:alpha val="32968"/>
                  </a:srgbClr>
                </a:gs>
                <a:gs pos="14286">
                  <a:srgbClr val="FFFFF9">
                    <a:alpha val="30764"/>
                  </a:srgbClr>
                </a:gs>
                <a:gs pos="28571">
                  <a:srgbClr val="FFFFF9">
                    <a:alpha val="24833"/>
                  </a:srgbClr>
                </a:gs>
                <a:gs pos="42857">
                  <a:srgbClr val="FFFFF9">
                    <a:alpha val="17075"/>
                  </a:srgbClr>
                </a:gs>
                <a:gs pos="57143">
                  <a:srgbClr val="FFFFF9">
                    <a:alpha val="9855"/>
                  </a:srgbClr>
                </a:gs>
                <a:gs pos="71429">
                  <a:srgbClr val="FFFFF9">
                    <a:alpha val="4740"/>
                  </a:srgbClr>
                </a:gs>
                <a:gs pos="85714">
                  <a:srgbClr val="FFFFF9">
                    <a:alpha val="1902"/>
                  </a:srgbClr>
                </a:gs>
                <a:gs pos="100000">
                  <a:srgbClr val="FFFFF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Splat 79"/>
            <p:cNvSpPr>
              <a:spLocks noGrp="1"/>
            </p:cNvSpPr>
            <p:nvPr/>
          </p:nvSpPr>
          <p:spPr>
            <a:xfrm rot="10719213">
              <a:off x="657845" y="1255620"/>
              <a:ext cx="704963" cy="13074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Splat 80"/>
            <p:cNvSpPr>
              <a:spLocks noGrp="1"/>
            </p:cNvSpPr>
            <p:nvPr/>
          </p:nvSpPr>
          <p:spPr>
            <a:xfrm rot="7220790">
              <a:off x="1454020" y="1261823"/>
              <a:ext cx="557320" cy="234291"/>
            </a:xfrm>
            <a:prstGeom prst="ellipse">
              <a:avLst/>
            </a:prstGeom>
            <a:gradFill>
              <a:gsLst>
                <a:gs pos="0">
                  <a:srgbClr val="2F2400">
                    <a:alpha val="32968"/>
                  </a:srgbClr>
                </a:gs>
                <a:gs pos="14286">
                  <a:srgbClr val="2F2400">
                    <a:alpha val="30764"/>
                  </a:srgbClr>
                </a:gs>
                <a:gs pos="28571">
                  <a:srgbClr val="2F2400">
                    <a:alpha val="24833"/>
                  </a:srgbClr>
                </a:gs>
                <a:gs pos="42857">
                  <a:srgbClr val="2F2400">
                    <a:alpha val="17075"/>
                  </a:srgbClr>
                </a:gs>
                <a:gs pos="57143">
                  <a:srgbClr val="2F2400">
                    <a:alpha val="9855"/>
                  </a:srgbClr>
                </a:gs>
                <a:gs pos="71429">
                  <a:srgbClr val="2F2400">
                    <a:alpha val="4740"/>
                  </a:srgbClr>
                </a:gs>
                <a:gs pos="85714">
                  <a:srgbClr val="2F2400">
                    <a:alpha val="1902"/>
                  </a:srgbClr>
                </a:gs>
                <a:gs pos="100000">
                  <a:srgbClr val="2F24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Splat 81"/>
            <p:cNvSpPr>
              <a:spLocks noGrp="1"/>
            </p:cNvSpPr>
            <p:nvPr/>
          </p:nvSpPr>
          <p:spPr>
            <a:xfrm rot="-9665238">
              <a:off x="2846459" y="2019752"/>
              <a:ext cx="66656" cy="16664"/>
            </a:xfrm>
            <a:prstGeom prst="ellipse">
              <a:avLst/>
            </a:prstGeom>
            <a:gradFill>
              <a:gsLst>
                <a:gs pos="0">
                  <a:srgbClr val="86878F">
                    <a:alpha val="17188"/>
                  </a:srgbClr>
                </a:gs>
                <a:gs pos="14286">
                  <a:srgbClr val="86878F">
                    <a:alpha val="15915"/>
                  </a:srgbClr>
                </a:gs>
                <a:gs pos="28571">
                  <a:srgbClr val="86878F">
                    <a:alpha val="12593"/>
                  </a:srgbClr>
                </a:gs>
                <a:gs pos="42857">
                  <a:srgbClr val="86878F">
                    <a:alpha val="8450"/>
                  </a:srgbClr>
                </a:gs>
                <a:gs pos="57143">
                  <a:srgbClr val="86878F">
                    <a:alpha val="4774"/>
                  </a:srgbClr>
                </a:gs>
                <a:gs pos="71429">
                  <a:srgbClr val="86878F">
                    <a:alpha val="2264"/>
                  </a:srgbClr>
                </a:gs>
                <a:gs pos="85714">
                  <a:srgbClr val="86878F">
                    <a:alpha val="901"/>
                  </a:srgbClr>
                </a:gs>
                <a:gs pos="100000">
                  <a:srgbClr val="86878F">
                    <a:alpha val="3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Splat 82"/>
            <p:cNvSpPr>
              <a:spLocks noGrp="1"/>
            </p:cNvSpPr>
            <p:nvPr/>
          </p:nvSpPr>
          <p:spPr>
            <a:xfrm rot="6153417">
              <a:off x="2322042" y="1485280"/>
              <a:ext cx="66217" cy="16554"/>
            </a:xfrm>
            <a:prstGeom prst="ellipse">
              <a:avLst/>
            </a:prstGeom>
            <a:gradFill>
              <a:gsLst>
                <a:gs pos="0">
                  <a:srgbClr val="615955">
                    <a:alpha val="17269"/>
                  </a:srgbClr>
                </a:gs>
                <a:gs pos="14286">
                  <a:srgbClr val="615955">
                    <a:alpha val="15990"/>
                  </a:srgbClr>
                </a:gs>
                <a:gs pos="28571">
                  <a:srgbClr val="615955">
                    <a:alpha val="12653"/>
                  </a:srgbClr>
                </a:gs>
                <a:gs pos="42857">
                  <a:srgbClr val="615955">
                    <a:alpha val="8491"/>
                  </a:srgbClr>
                </a:gs>
                <a:gs pos="57143">
                  <a:srgbClr val="615955">
                    <a:alpha val="4798"/>
                  </a:srgbClr>
                </a:gs>
                <a:gs pos="71429">
                  <a:srgbClr val="615955">
                    <a:alpha val="2275"/>
                  </a:srgbClr>
                </a:gs>
                <a:gs pos="85714">
                  <a:srgbClr val="615955">
                    <a:alpha val="906"/>
                  </a:srgbClr>
                </a:gs>
                <a:gs pos="100000">
                  <a:srgbClr val="615955">
                    <a:alpha val="3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Splat 83"/>
            <p:cNvSpPr>
              <a:spLocks noGrp="1"/>
            </p:cNvSpPr>
            <p:nvPr/>
          </p:nvSpPr>
          <p:spPr>
            <a:xfrm rot="2801426">
              <a:off x="1919248" y="518769"/>
              <a:ext cx="166681" cy="59379"/>
            </a:xfrm>
            <a:prstGeom prst="ellipse">
              <a:avLst/>
            </a:prstGeom>
            <a:gradFill>
              <a:gsLst>
                <a:gs pos="0">
                  <a:srgbClr val="FFE2FF">
                    <a:alpha val="32968"/>
                  </a:srgbClr>
                </a:gs>
                <a:gs pos="14286">
                  <a:srgbClr val="FFE2FF">
                    <a:alpha val="30764"/>
                  </a:srgbClr>
                </a:gs>
                <a:gs pos="28571">
                  <a:srgbClr val="FFE2FF">
                    <a:alpha val="24833"/>
                  </a:srgbClr>
                </a:gs>
                <a:gs pos="42857">
                  <a:srgbClr val="FFE2FF">
                    <a:alpha val="17075"/>
                  </a:srgbClr>
                </a:gs>
                <a:gs pos="57143">
                  <a:srgbClr val="FFE2FF">
                    <a:alpha val="9855"/>
                  </a:srgbClr>
                </a:gs>
                <a:gs pos="71429">
                  <a:srgbClr val="FFE2FF">
                    <a:alpha val="4740"/>
                  </a:srgbClr>
                </a:gs>
                <a:gs pos="85714">
                  <a:srgbClr val="FFE2FF">
                    <a:alpha val="1902"/>
                  </a:srgbClr>
                </a:gs>
                <a:gs pos="100000">
                  <a:srgbClr val="FFE2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Splat 84"/>
            <p:cNvSpPr>
              <a:spLocks noGrp="1"/>
            </p:cNvSpPr>
            <p:nvPr/>
          </p:nvSpPr>
          <p:spPr>
            <a:xfrm rot="4746594">
              <a:off x="692639" y="1145890"/>
              <a:ext cx="66021" cy="16505"/>
            </a:xfrm>
            <a:prstGeom prst="ellipse">
              <a:avLst/>
            </a:prstGeom>
            <a:gradFill>
              <a:gsLst>
                <a:gs pos="0">
                  <a:srgbClr val="E05D00">
                    <a:alpha val="17305"/>
                  </a:srgbClr>
                </a:gs>
                <a:gs pos="14286">
                  <a:srgbClr val="E05D00">
                    <a:alpha val="16024"/>
                  </a:srgbClr>
                </a:gs>
                <a:gs pos="28571">
                  <a:srgbClr val="E05D00">
                    <a:alpha val="12680"/>
                  </a:srgbClr>
                </a:gs>
                <a:gs pos="42857">
                  <a:srgbClr val="E05D00">
                    <a:alpha val="8510"/>
                  </a:srgbClr>
                </a:gs>
                <a:gs pos="57143">
                  <a:srgbClr val="E05D00">
                    <a:alpha val="4809"/>
                  </a:srgbClr>
                </a:gs>
                <a:gs pos="71429">
                  <a:srgbClr val="E05D00">
                    <a:alpha val="2280"/>
                  </a:srgbClr>
                </a:gs>
                <a:gs pos="85714">
                  <a:srgbClr val="E05D00">
                    <a:alpha val="908"/>
                  </a:srgbClr>
                </a:gs>
                <a:gs pos="100000">
                  <a:srgbClr val="E05D00">
                    <a:alpha val="3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Splat 85"/>
            <p:cNvSpPr>
              <a:spLocks noGrp="1"/>
            </p:cNvSpPr>
            <p:nvPr/>
          </p:nvSpPr>
          <p:spPr>
            <a:xfrm rot="5005711">
              <a:off x="735488" y="629657"/>
              <a:ext cx="66252" cy="16563"/>
            </a:xfrm>
            <a:prstGeom prst="ellipse">
              <a:avLst/>
            </a:prstGeom>
            <a:gradFill>
              <a:gsLst>
                <a:gs pos="0">
                  <a:srgbClr val="BFABA5">
                    <a:alpha val="17262"/>
                  </a:srgbClr>
                </a:gs>
                <a:gs pos="14286">
                  <a:srgbClr val="BFABA5">
                    <a:alpha val="15984"/>
                  </a:srgbClr>
                </a:gs>
                <a:gs pos="28571">
                  <a:srgbClr val="BFABA5">
                    <a:alpha val="12649"/>
                  </a:srgbClr>
                </a:gs>
                <a:gs pos="42857">
                  <a:srgbClr val="BFABA5">
                    <a:alpha val="8488"/>
                  </a:srgbClr>
                </a:gs>
                <a:gs pos="57143">
                  <a:srgbClr val="BFABA5">
                    <a:alpha val="4796"/>
                  </a:srgbClr>
                </a:gs>
                <a:gs pos="71429">
                  <a:srgbClr val="BFABA5">
                    <a:alpha val="2274"/>
                  </a:srgbClr>
                </a:gs>
                <a:gs pos="85714">
                  <a:srgbClr val="BFABA5">
                    <a:alpha val="906"/>
                  </a:srgbClr>
                </a:gs>
                <a:gs pos="100000">
                  <a:srgbClr val="BFABA5">
                    <a:alpha val="3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Splat 86"/>
            <p:cNvSpPr>
              <a:spLocks noGrp="1"/>
            </p:cNvSpPr>
            <p:nvPr/>
          </p:nvSpPr>
          <p:spPr>
            <a:xfrm rot="-9099818">
              <a:off x="1610223" y="1245384"/>
              <a:ext cx="556351" cy="528453"/>
            </a:xfrm>
            <a:prstGeom prst="ellipse">
              <a:avLst/>
            </a:prstGeom>
            <a:gradFill>
              <a:gsLst>
                <a:gs pos="0">
                  <a:srgbClr val="542F00">
                    <a:alpha val="14625"/>
                  </a:srgbClr>
                </a:gs>
                <a:gs pos="14286">
                  <a:srgbClr val="542F00">
                    <a:alpha val="13526"/>
                  </a:srgbClr>
                </a:gs>
                <a:gs pos="28571">
                  <a:srgbClr val="542F00">
                    <a:alpha val="10670"/>
                  </a:srgbClr>
                </a:gs>
                <a:gs pos="42857">
                  <a:srgbClr val="542F00">
                    <a:alpha val="7134"/>
                  </a:srgbClr>
                </a:gs>
                <a:gs pos="57143">
                  <a:srgbClr val="542F00">
                    <a:alpha val="4018"/>
                  </a:srgbClr>
                </a:gs>
                <a:gs pos="71429">
                  <a:srgbClr val="542F00">
                    <a:alpha val="1901"/>
                  </a:srgbClr>
                </a:gs>
                <a:gs pos="85714">
                  <a:srgbClr val="542F00">
                    <a:alpha val="756"/>
                  </a:srgbClr>
                </a:gs>
                <a:gs pos="100000">
                  <a:srgbClr val="542F00">
                    <a:alpha val="2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Splat 87"/>
            <p:cNvSpPr>
              <a:spLocks noGrp="1"/>
            </p:cNvSpPr>
            <p:nvPr/>
          </p:nvSpPr>
          <p:spPr>
            <a:xfrm rot="10580333">
              <a:off x="2654296" y="784663"/>
              <a:ext cx="68461" cy="17789"/>
            </a:xfrm>
            <a:prstGeom prst="ellipse">
              <a:avLst/>
            </a:prstGeom>
            <a:gradFill>
              <a:gsLst>
                <a:gs pos="0">
                  <a:srgbClr val="F8EEEA">
                    <a:alpha val="16358"/>
                  </a:srgbClr>
                </a:gs>
                <a:gs pos="14286">
                  <a:srgbClr val="F8EEEA">
                    <a:alpha val="15141"/>
                  </a:srgbClr>
                </a:gs>
                <a:gs pos="28571">
                  <a:srgbClr val="F8EEEA">
                    <a:alpha val="11969"/>
                  </a:srgbClr>
                </a:gs>
                <a:gs pos="42857">
                  <a:srgbClr val="F8EEEA">
                    <a:alpha val="8021"/>
                  </a:srgbClr>
                </a:gs>
                <a:gs pos="57143">
                  <a:srgbClr val="F8EEEA">
                    <a:alpha val="4527"/>
                  </a:srgbClr>
                </a:gs>
                <a:gs pos="71429">
                  <a:srgbClr val="F8EEEA">
                    <a:alpha val="2145"/>
                  </a:srgbClr>
                </a:gs>
                <a:gs pos="85714">
                  <a:srgbClr val="F8EEEA">
                    <a:alpha val="854"/>
                  </a:srgbClr>
                </a:gs>
                <a:gs pos="100000">
                  <a:srgbClr val="F8EEEA">
                    <a:alpha val="2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Splat 88"/>
            <p:cNvSpPr>
              <a:spLocks noGrp="1"/>
            </p:cNvSpPr>
            <p:nvPr/>
          </p:nvSpPr>
          <p:spPr>
            <a:xfrm rot="8812071">
              <a:off x="1105694" y="1597379"/>
              <a:ext cx="774406" cy="325744"/>
            </a:xfrm>
            <a:prstGeom prst="ellipse">
              <a:avLst/>
            </a:prstGeom>
            <a:gradFill>
              <a:gsLst>
                <a:gs pos="0">
                  <a:srgbClr val="00000E">
                    <a:alpha val="32968"/>
                  </a:srgbClr>
                </a:gs>
                <a:gs pos="14286">
                  <a:srgbClr val="00000E">
                    <a:alpha val="30764"/>
                  </a:srgbClr>
                </a:gs>
                <a:gs pos="28571">
                  <a:srgbClr val="00000E">
                    <a:alpha val="24833"/>
                  </a:srgbClr>
                </a:gs>
                <a:gs pos="42857">
                  <a:srgbClr val="00000E">
                    <a:alpha val="17075"/>
                  </a:srgbClr>
                </a:gs>
                <a:gs pos="57143">
                  <a:srgbClr val="00000E">
                    <a:alpha val="9855"/>
                  </a:srgbClr>
                </a:gs>
                <a:gs pos="71429">
                  <a:srgbClr val="00000E">
                    <a:alpha val="4740"/>
                  </a:srgbClr>
                </a:gs>
                <a:gs pos="85714">
                  <a:srgbClr val="00000E">
                    <a:alpha val="1902"/>
                  </a:srgbClr>
                </a:gs>
                <a:gs pos="100000">
                  <a:srgbClr val="00000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Splat 89"/>
            <p:cNvSpPr>
              <a:spLocks noGrp="1"/>
            </p:cNvSpPr>
            <p:nvPr/>
          </p:nvSpPr>
          <p:spPr>
            <a:xfrm rot="5390518">
              <a:off x="665263" y="347576"/>
              <a:ext cx="481404" cy="34102"/>
            </a:xfrm>
            <a:prstGeom prst="ellipse">
              <a:avLst/>
            </a:prstGeom>
            <a:gradFill>
              <a:gsLst>
                <a:gs pos="0">
                  <a:srgbClr val="FFFCFF">
                    <a:alpha val="32968"/>
                  </a:srgbClr>
                </a:gs>
                <a:gs pos="14286">
                  <a:srgbClr val="FFFCFF">
                    <a:alpha val="30764"/>
                  </a:srgbClr>
                </a:gs>
                <a:gs pos="28571">
                  <a:srgbClr val="FFFCFF">
                    <a:alpha val="24833"/>
                  </a:srgbClr>
                </a:gs>
                <a:gs pos="42857">
                  <a:srgbClr val="FFFCFF">
                    <a:alpha val="17075"/>
                  </a:srgbClr>
                </a:gs>
                <a:gs pos="57143">
                  <a:srgbClr val="FFFCFF">
                    <a:alpha val="9855"/>
                  </a:srgbClr>
                </a:gs>
                <a:gs pos="71429">
                  <a:srgbClr val="FFFCFF">
                    <a:alpha val="4740"/>
                  </a:srgbClr>
                </a:gs>
                <a:gs pos="85714">
                  <a:srgbClr val="FFFCFF">
                    <a:alpha val="1902"/>
                  </a:srgbClr>
                </a:gs>
                <a:gs pos="100000">
                  <a:srgbClr val="FFFC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Splat 90"/>
            <p:cNvSpPr>
              <a:spLocks noGrp="1"/>
            </p:cNvSpPr>
            <p:nvPr/>
          </p:nvSpPr>
          <p:spPr>
            <a:xfrm rot="10692325">
              <a:off x="1388017" y="2010900"/>
              <a:ext cx="67451" cy="16863"/>
            </a:xfrm>
            <a:prstGeom prst="ellipse">
              <a:avLst/>
            </a:prstGeom>
            <a:gradFill>
              <a:gsLst>
                <a:gs pos="0">
                  <a:srgbClr val="877E75">
                    <a:alpha val="17042"/>
                  </a:srgbClr>
                </a:gs>
                <a:gs pos="14286">
                  <a:srgbClr val="877E75">
                    <a:alpha val="15779"/>
                  </a:srgbClr>
                </a:gs>
                <a:gs pos="28571">
                  <a:srgbClr val="877E75">
                    <a:alpha val="12483"/>
                  </a:srgbClr>
                </a:gs>
                <a:gs pos="42857">
                  <a:srgbClr val="877E75">
                    <a:alpha val="8374"/>
                  </a:srgbClr>
                </a:gs>
                <a:gs pos="57143">
                  <a:srgbClr val="877E75">
                    <a:alpha val="4731"/>
                  </a:srgbClr>
                </a:gs>
                <a:gs pos="71429">
                  <a:srgbClr val="877E75">
                    <a:alpha val="2243"/>
                  </a:srgbClr>
                </a:gs>
                <a:gs pos="85714">
                  <a:srgbClr val="877E75">
                    <a:alpha val="893"/>
                  </a:srgbClr>
                </a:gs>
                <a:gs pos="100000">
                  <a:srgbClr val="877E75">
                    <a:alpha val="2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Splat 91"/>
            <p:cNvSpPr>
              <a:spLocks noGrp="1"/>
            </p:cNvSpPr>
            <p:nvPr/>
          </p:nvSpPr>
          <p:spPr>
            <a:xfrm rot="5312925">
              <a:off x="1452174" y="427360"/>
              <a:ext cx="67643" cy="16911"/>
            </a:xfrm>
            <a:prstGeom prst="ellipse">
              <a:avLst/>
            </a:prstGeom>
            <a:gradFill>
              <a:gsLst>
                <a:gs pos="0">
                  <a:srgbClr val="9F8B80">
                    <a:alpha val="17007"/>
                  </a:srgbClr>
                </a:gs>
                <a:gs pos="14286">
                  <a:srgbClr val="9F8B80">
                    <a:alpha val="15746"/>
                  </a:srgbClr>
                </a:gs>
                <a:gs pos="28571">
                  <a:srgbClr val="9F8B80">
                    <a:alpha val="12456"/>
                  </a:srgbClr>
                </a:gs>
                <a:gs pos="42857">
                  <a:srgbClr val="9F8B80">
                    <a:alpha val="8356"/>
                  </a:srgbClr>
                </a:gs>
                <a:gs pos="57143">
                  <a:srgbClr val="9F8B80">
                    <a:alpha val="4720"/>
                  </a:srgbClr>
                </a:gs>
                <a:gs pos="71429">
                  <a:srgbClr val="9F8B80">
                    <a:alpha val="2238"/>
                  </a:srgbClr>
                </a:gs>
                <a:gs pos="85714">
                  <a:srgbClr val="9F8B80">
                    <a:alpha val="891"/>
                  </a:srgbClr>
                </a:gs>
                <a:gs pos="100000">
                  <a:srgbClr val="9F8B80">
                    <a:alpha val="2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Splat 92"/>
            <p:cNvSpPr>
              <a:spLocks noGrp="1"/>
            </p:cNvSpPr>
            <p:nvPr/>
          </p:nvSpPr>
          <p:spPr>
            <a:xfrm rot="-10552255">
              <a:off x="3009404" y="695735"/>
              <a:ext cx="64396" cy="16099"/>
            </a:xfrm>
            <a:prstGeom prst="ellipse">
              <a:avLst/>
            </a:prstGeom>
            <a:gradFill>
              <a:gsLst>
                <a:gs pos="0">
                  <a:srgbClr val="E5D1C7">
                    <a:alpha val="17602"/>
                  </a:srgbClr>
                </a:gs>
                <a:gs pos="14286">
                  <a:srgbClr val="E5D1C7">
                    <a:alpha val="16301"/>
                  </a:srgbClr>
                </a:gs>
                <a:gs pos="28571">
                  <a:srgbClr val="E5D1C7">
                    <a:alpha val="12904"/>
                  </a:srgbClr>
                </a:gs>
                <a:gs pos="42857">
                  <a:srgbClr val="E5D1C7">
                    <a:alpha val="8664"/>
                  </a:srgbClr>
                </a:gs>
                <a:gs pos="57143">
                  <a:srgbClr val="E5D1C7">
                    <a:alpha val="4898"/>
                  </a:srgbClr>
                </a:gs>
                <a:gs pos="71429">
                  <a:srgbClr val="E5D1C7">
                    <a:alpha val="2323"/>
                  </a:srgbClr>
                </a:gs>
                <a:gs pos="85714">
                  <a:srgbClr val="E5D1C7">
                    <a:alpha val="925"/>
                  </a:srgbClr>
                </a:gs>
                <a:gs pos="100000">
                  <a:srgbClr val="E5D1C7">
                    <a:alpha val="3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Splat 93"/>
            <p:cNvSpPr>
              <a:spLocks noGrp="1"/>
            </p:cNvSpPr>
            <p:nvPr/>
          </p:nvSpPr>
          <p:spPr>
            <a:xfrm rot="5400000">
              <a:off x="1984646" y="523762"/>
              <a:ext cx="24811" cy="24811"/>
            </a:xfrm>
            <a:prstGeom prst="ellipse">
              <a:avLst/>
            </a:prstGeom>
            <a:gradFill>
              <a:gsLst>
                <a:gs pos="0">
                  <a:srgbClr val="FFE1BD">
                    <a:alpha val="20255"/>
                  </a:srgbClr>
                </a:gs>
                <a:gs pos="14286">
                  <a:srgbClr val="FFE1BD">
                    <a:alpha val="18782"/>
                  </a:srgbClr>
                </a:gs>
                <a:gs pos="28571">
                  <a:srgbClr val="FFE1BD">
                    <a:alpha val="14915"/>
                  </a:srgbClr>
                </a:gs>
                <a:gs pos="42857">
                  <a:srgbClr val="FFE1BD">
                    <a:alpha val="10053"/>
                  </a:srgbClr>
                </a:gs>
                <a:gs pos="57143">
                  <a:srgbClr val="FFE1BD">
                    <a:alpha val="5702"/>
                  </a:srgbClr>
                </a:gs>
                <a:gs pos="71429">
                  <a:srgbClr val="FFE1BD">
                    <a:alpha val="2711"/>
                  </a:srgbClr>
                </a:gs>
                <a:gs pos="85714">
                  <a:srgbClr val="FFE1BD">
                    <a:alpha val="1081"/>
                  </a:srgbClr>
                </a:gs>
                <a:gs pos="100000">
                  <a:srgbClr val="FFE1BD">
                    <a:alpha val="3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Splat 94"/>
            <p:cNvSpPr>
              <a:spLocks noGrp="1"/>
            </p:cNvSpPr>
            <p:nvPr/>
          </p:nvSpPr>
          <p:spPr>
            <a:xfrm rot="3865806">
              <a:off x="744067" y="870770"/>
              <a:ext cx="60775" cy="15194"/>
            </a:xfrm>
            <a:prstGeom prst="ellipse">
              <a:avLst/>
            </a:prstGeom>
            <a:gradFill>
              <a:gsLst>
                <a:gs pos="0">
                  <a:srgbClr val="E3EAFB">
                    <a:alpha val="18260"/>
                  </a:srgbClr>
                </a:gs>
                <a:gs pos="14286">
                  <a:srgbClr val="E3EAFB">
                    <a:alpha val="16916"/>
                  </a:srgbClr>
                </a:gs>
                <a:gs pos="28571">
                  <a:srgbClr val="E3EAFB">
                    <a:alpha val="13402"/>
                  </a:srgbClr>
                </a:gs>
                <a:gs pos="42857">
                  <a:srgbClr val="E3EAFB">
                    <a:alpha val="9006"/>
                  </a:srgbClr>
                </a:gs>
                <a:gs pos="57143">
                  <a:srgbClr val="E3EAFB">
                    <a:alpha val="5095"/>
                  </a:srgbClr>
                </a:gs>
                <a:gs pos="71429">
                  <a:srgbClr val="E3EAFB">
                    <a:alpha val="2418"/>
                  </a:srgbClr>
                </a:gs>
                <a:gs pos="85714">
                  <a:srgbClr val="E3EAFB">
                    <a:alpha val="963"/>
                  </a:srgbClr>
                </a:gs>
                <a:gs pos="100000">
                  <a:srgbClr val="E3EAFB">
                    <a:alpha val="3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Splat 95"/>
            <p:cNvSpPr>
              <a:spLocks noGrp="1"/>
            </p:cNvSpPr>
            <p:nvPr/>
          </p:nvSpPr>
          <p:spPr>
            <a:xfrm rot="6711255">
              <a:off x="1819917" y="258690"/>
              <a:ext cx="296988" cy="5357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Splat 96"/>
            <p:cNvSpPr>
              <a:spLocks noGrp="1"/>
            </p:cNvSpPr>
            <p:nvPr/>
          </p:nvSpPr>
          <p:spPr>
            <a:xfrm rot="5400000">
              <a:off x="2059752" y="1548098"/>
              <a:ext cx="30451" cy="30451"/>
            </a:xfrm>
            <a:prstGeom prst="ellipse">
              <a:avLst/>
            </a:prstGeom>
            <a:gradFill>
              <a:gsLst>
                <a:gs pos="0">
                  <a:srgbClr val="F9FCFF">
                    <a:alpha val="18237"/>
                  </a:srgbClr>
                </a:gs>
                <a:gs pos="14286">
                  <a:srgbClr val="F9FCFF">
                    <a:alpha val="16894"/>
                  </a:srgbClr>
                </a:gs>
                <a:gs pos="28571">
                  <a:srgbClr val="F9FCFF">
                    <a:alpha val="13384"/>
                  </a:srgbClr>
                </a:gs>
                <a:gs pos="42857">
                  <a:srgbClr val="F9FCFF">
                    <a:alpha val="8994"/>
                  </a:srgbClr>
                </a:gs>
                <a:gs pos="57143">
                  <a:srgbClr val="F9FCFF">
                    <a:alpha val="5088"/>
                  </a:srgbClr>
                </a:gs>
                <a:gs pos="71429">
                  <a:srgbClr val="F9FCFF">
                    <a:alpha val="2415"/>
                  </a:srgbClr>
                </a:gs>
                <a:gs pos="85714">
                  <a:srgbClr val="F9FCFF">
                    <a:alpha val="962"/>
                  </a:srgbClr>
                </a:gs>
                <a:gs pos="100000">
                  <a:srgbClr val="F9FCFF">
                    <a:alpha val="3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Splat 97"/>
            <p:cNvSpPr>
              <a:spLocks noGrp="1"/>
            </p:cNvSpPr>
            <p:nvPr/>
          </p:nvSpPr>
          <p:spPr>
            <a:xfrm rot="5719122">
              <a:off x="1518029" y="505566"/>
              <a:ext cx="67318" cy="16829"/>
            </a:xfrm>
            <a:prstGeom prst="ellipse">
              <a:avLst/>
            </a:prstGeom>
            <a:gradFill>
              <a:gsLst>
                <a:gs pos="0">
                  <a:srgbClr val="865F4C">
                    <a:alpha val="17067"/>
                  </a:srgbClr>
                </a:gs>
                <a:gs pos="14286">
                  <a:srgbClr val="865F4C">
                    <a:alpha val="15802"/>
                  </a:srgbClr>
                </a:gs>
                <a:gs pos="28571">
                  <a:srgbClr val="865F4C">
                    <a:alpha val="12501"/>
                  </a:srgbClr>
                </a:gs>
                <a:gs pos="42857">
                  <a:srgbClr val="865F4C">
                    <a:alpha val="8387"/>
                  </a:srgbClr>
                </a:gs>
                <a:gs pos="57143">
                  <a:srgbClr val="865F4C">
                    <a:alpha val="4738"/>
                  </a:srgbClr>
                </a:gs>
                <a:gs pos="71429">
                  <a:srgbClr val="865F4C">
                    <a:alpha val="2246"/>
                  </a:srgbClr>
                </a:gs>
                <a:gs pos="85714">
                  <a:srgbClr val="865F4C">
                    <a:alpha val="894"/>
                  </a:srgbClr>
                </a:gs>
                <a:gs pos="100000">
                  <a:srgbClr val="865F4C">
                    <a:alpha val="3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Splat 98"/>
            <p:cNvSpPr>
              <a:spLocks noGrp="1"/>
            </p:cNvSpPr>
            <p:nvPr/>
          </p:nvSpPr>
          <p:spPr>
            <a:xfrm rot="-10396275">
              <a:off x="2061447" y="1647328"/>
              <a:ext cx="67935" cy="16984"/>
            </a:xfrm>
            <a:prstGeom prst="ellipse">
              <a:avLst/>
            </a:prstGeom>
            <a:gradFill>
              <a:gsLst>
                <a:gs pos="0">
                  <a:srgbClr val="958472">
                    <a:alpha val="16953"/>
                  </a:srgbClr>
                </a:gs>
                <a:gs pos="14286">
                  <a:srgbClr val="958472">
                    <a:alpha val="15696"/>
                  </a:srgbClr>
                </a:gs>
                <a:gs pos="28571">
                  <a:srgbClr val="958472">
                    <a:alpha val="12416"/>
                  </a:srgbClr>
                </a:gs>
                <a:gs pos="42857">
                  <a:srgbClr val="958472">
                    <a:alpha val="8328"/>
                  </a:srgbClr>
                </a:gs>
                <a:gs pos="57143">
                  <a:srgbClr val="958472">
                    <a:alpha val="4704"/>
                  </a:srgbClr>
                </a:gs>
                <a:gs pos="71429">
                  <a:srgbClr val="958472">
                    <a:alpha val="2230"/>
                  </a:srgbClr>
                </a:gs>
                <a:gs pos="85714">
                  <a:srgbClr val="958472">
                    <a:alpha val="888"/>
                  </a:srgbClr>
                </a:gs>
                <a:gs pos="100000">
                  <a:srgbClr val="958472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Splat 99"/>
            <p:cNvSpPr>
              <a:spLocks noGrp="1"/>
            </p:cNvSpPr>
            <p:nvPr/>
          </p:nvSpPr>
          <p:spPr>
            <a:xfrm rot="8716823">
              <a:off x="2760109" y="1835483"/>
              <a:ext cx="113400" cy="4456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Splat 100"/>
            <p:cNvSpPr>
              <a:spLocks noGrp="1"/>
            </p:cNvSpPr>
            <p:nvPr/>
          </p:nvSpPr>
          <p:spPr>
            <a:xfrm rot="6466000">
              <a:off x="1049613" y="1495989"/>
              <a:ext cx="313431" cy="89064"/>
            </a:xfrm>
            <a:prstGeom prst="ellipse">
              <a:avLst/>
            </a:prstGeom>
            <a:gradFill>
              <a:gsLst>
                <a:gs pos="0">
                  <a:srgbClr val="F9FFFF">
                    <a:alpha val="23703"/>
                  </a:srgbClr>
                </a:gs>
                <a:gs pos="14286">
                  <a:srgbClr val="F9FFFF">
                    <a:alpha val="22015"/>
                  </a:srgbClr>
                </a:gs>
                <a:gs pos="28571">
                  <a:srgbClr val="F9FFFF">
                    <a:alpha val="17557"/>
                  </a:srgbClr>
                </a:gs>
                <a:gs pos="42857">
                  <a:srgbClr val="F9FFFF">
                    <a:alpha val="11894"/>
                  </a:srgbClr>
                </a:gs>
                <a:gs pos="57143">
                  <a:srgbClr val="F9FFFF">
                    <a:alpha val="6776"/>
                  </a:srgbClr>
                </a:gs>
                <a:gs pos="71429">
                  <a:srgbClr val="F9FFFF">
                    <a:alpha val="3231"/>
                  </a:srgbClr>
                </a:gs>
                <a:gs pos="85714">
                  <a:srgbClr val="F9FFFF">
                    <a:alpha val="1290"/>
                  </a:srgbClr>
                </a:gs>
                <a:gs pos="100000">
                  <a:srgbClr val="F9FFFF">
                    <a:alpha val="4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Splat 101"/>
            <p:cNvSpPr>
              <a:spLocks noGrp="1"/>
            </p:cNvSpPr>
            <p:nvPr/>
          </p:nvSpPr>
          <p:spPr>
            <a:xfrm rot="6725910">
              <a:off x="516157" y="1189122"/>
              <a:ext cx="66539" cy="16635"/>
            </a:xfrm>
            <a:prstGeom prst="ellipse">
              <a:avLst/>
            </a:prstGeom>
            <a:gradFill>
              <a:gsLst>
                <a:gs pos="0">
                  <a:srgbClr val="DE0020">
                    <a:alpha val="17210"/>
                  </a:srgbClr>
                </a:gs>
                <a:gs pos="14286">
                  <a:srgbClr val="DE0020">
                    <a:alpha val="15935"/>
                  </a:srgbClr>
                </a:gs>
                <a:gs pos="28571">
                  <a:srgbClr val="DE0020">
                    <a:alpha val="12609"/>
                  </a:srgbClr>
                </a:gs>
                <a:gs pos="42857">
                  <a:srgbClr val="DE0020">
                    <a:alpha val="8461"/>
                  </a:srgbClr>
                </a:gs>
                <a:gs pos="57143">
                  <a:srgbClr val="DE0020">
                    <a:alpha val="4780"/>
                  </a:srgbClr>
                </a:gs>
                <a:gs pos="71429">
                  <a:srgbClr val="DE0020">
                    <a:alpha val="2267"/>
                  </a:srgbClr>
                </a:gs>
                <a:gs pos="85714">
                  <a:srgbClr val="DE0020">
                    <a:alpha val="903"/>
                  </a:srgbClr>
                </a:gs>
                <a:gs pos="100000">
                  <a:srgbClr val="DE0020">
                    <a:alpha val="3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Splat 102"/>
            <p:cNvSpPr>
              <a:spLocks noGrp="1"/>
            </p:cNvSpPr>
            <p:nvPr/>
          </p:nvSpPr>
          <p:spPr>
            <a:xfrm rot="4264340">
              <a:off x="433982" y="867445"/>
              <a:ext cx="565190" cy="57034"/>
            </a:xfrm>
            <a:prstGeom prst="ellipse">
              <a:avLst/>
            </a:prstGeom>
            <a:gradFill>
              <a:gsLst>
                <a:gs pos="0">
                  <a:srgbClr val="FEFFFF">
                    <a:alpha val="32968"/>
                  </a:srgbClr>
                </a:gs>
                <a:gs pos="14286">
                  <a:srgbClr val="FEFFFF">
                    <a:alpha val="30764"/>
                  </a:srgbClr>
                </a:gs>
                <a:gs pos="28571">
                  <a:srgbClr val="FEFFFF">
                    <a:alpha val="24833"/>
                  </a:srgbClr>
                </a:gs>
                <a:gs pos="42857">
                  <a:srgbClr val="FEFFFF">
                    <a:alpha val="17075"/>
                  </a:srgbClr>
                </a:gs>
                <a:gs pos="57143">
                  <a:srgbClr val="FEFFFF">
                    <a:alpha val="9855"/>
                  </a:srgbClr>
                </a:gs>
                <a:gs pos="71429">
                  <a:srgbClr val="FEFFFF">
                    <a:alpha val="4740"/>
                  </a:srgbClr>
                </a:gs>
                <a:gs pos="85714">
                  <a:srgbClr val="FEFFFF">
                    <a:alpha val="1902"/>
                  </a:srgbClr>
                </a:gs>
                <a:gs pos="100000">
                  <a:srgbClr val="FE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Splat 103"/>
            <p:cNvSpPr>
              <a:spLocks noGrp="1"/>
            </p:cNvSpPr>
            <p:nvPr/>
          </p:nvSpPr>
          <p:spPr>
            <a:xfrm rot="4312372">
              <a:off x="1407859" y="905463"/>
              <a:ext cx="67058" cy="16764"/>
            </a:xfrm>
            <a:prstGeom prst="ellipse">
              <a:avLst/>
            </a:prstGeom>
            <a:gradFill>
              <a:gsLst>
                <a:gs pos="0">
                  <a:srgbClr val="D07300">
                    <a:alpha val="17114"/>
                  </a:srgbClr>
                </a:gs>
                <a:gs pos="14286">
                  <a:srgbClr val="D07300">
                    <a:alpha val="15846"/>
                  </a:srgbClr>
                </a:gs>
                <a:gs pos="28571">
                  <a:srgbClr val="D07300">
                    <a:alpha val="12537"/>
                  </a:srgbClr>
                </a:gs>
                <a:gs pos="42857">
                  <a:srgbClr val="D07300">
                    <a:alpha val="8412"/>
                  </a:srgbClr>
                </a:gs>
                <a:gs pos="57143">
                  <a:srgbClr val="D07300">
                    <a:alpha val="4752"/>
                  </a:srgbClr>
                </a:gs>
                <a:gs pos="71429">
                  <a:srgbClr val="D07300">
                    <a:alpha val="2253"/>
                  </a:srgbClr>
                </a:gs>
                <a:gs pos="85714">
                  <a:srgbClr val="D07300">
                    <a:alpha val="897"/>
                  </a:srgbClr>
                </a:gs>
                <a:gs pos="100000">
                  <a:srgbClr val="D07300">
                    <a:alpha val="3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Splat 104"/>
            <p:cNvSpPr>
              <a:spLocks noGrp="1"/>
            </p:cNvSpPr>
            <p:nvPr/>
          </p:nvSpPr>
          <p:spPr>
            <a:xfrm rot="5300814">
              <a:off x="2088682" y="241857"/>
              <a:ext cx="66112" cy="16528"/>
            </a:xfrm>
            <a:prstGeom prst="ellipse">
              <a:avLst/>
            </a:prstGeom>
            <a:gradFill>
              <a:gsLst>
                <a:gs pos="0">
                  <a:srgbClr val="ECB893">
                    <a:alpha val="17288"/>
                  </a:srgbClr>
                </a:gs>
                <a:gs pos="14286">
                  <a:srgbClr val="ECB893">
                    <a:alpha val="16008"/>
                  </a:srgbClr>
                </a:gs>
                <a:gs pos="28571">
                  <a:srgbClr val="ECB893">
                    <a:alpha val="12668"/>
                  </a:srgbClr>
                </a:gs>
                <a:gs pos="42857">
                  <a:srgbClr val="ECB893">
                    <a:alpha val="8501"/>
                  </a:srgbClr>
                </a:gs>
                <a:gs pos="57143">
                  <a:srgbClr val="ECB893">
                    <a:alpha val="4804"/>
                  </a:srgbClr>
                </a:gs>
                <a:gs pos="71429">
                  <a:srgbClr val="ECB893">
                    <a:alpha val="2278"/>
                  </a:srgbClr>
                </a:gs>
                <a:gs pos="85714">
                  <a:srgbClr val="ECB893">
                    <a:alpha val="907"/>
                  </a:srgbClr>
                </a:gs>
                <a:gs pos="100000">
                  <a:srgbClr val="ECB893">
                    <a:alpha val="3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Splat 105"/>
            <p:cNvSpPr>
              <a:spLocks noGrp="1"/>
            </p:cNvSpPr>
            <p:nvPr/>
          </p:nvSpPr>
          <p:spPr>
            <a:xfrm rot="6918466">
              <a:off x="735915" y="1145380"/>
              <a:ext cx="64709" cy="16177"/>
            </a:xfrm>
            <a:prstGeom prst="ellipse">
              <a:avLst/>
            </a:prstGeom>
            <a:gradFill>
              <a:gsLst>
                <a:gs pos="0">
                  <a:srgbClr val="410000">
                    <a:alpha val="17545"/>
                  </a:srgbClr>
                </a:gs>
                <a:gs pos="14286">
                  <a:srgbClr val="410000">
                    <a:alpha val="16248"/>
                  </a:srgbClr>
                </a:gs>
                <a:gs pos="28571">
                  <a:srgbClr val="410000">
                    <a:alpha val="12861"/>
                  </a:srgbClr>
                </a:gs>
                <a:gs pos="42857">
                  <a:srgbClr val="410000">
                    <a:alpha val="8634"/>
                  </a:srgbClr>
                </a:gs>
                <a:gs pos="57143">
                  <a:srgbClr val="410000">
                    <a:alpha val="4880"/>
                  </a:srgbClr>
                </a:gs>
                <a:gs pos="71429">
                  <a:srgbClr val="410000">
                    <a:alpha val="2315"/>
                  </a:srgbClr>
                </a:gs>
                <a:gs pos="85714">
                  <a:srgbClr val="410000">
                    <a:alpha val="922"/>
                  </a:srgbClr>
                </a:gs>
                <a:gs pos="100000">
                  <a:srgbClr val="410000">
                    <a:alpha val="3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Splat 106"/>
            <p:cNvSpPr>
              <a:spLocks noGrp="1"/>
            </p:cNvSpPr>
            <p:nvPr/>
          </p:nvSpPr>
          <p:spPr>
            <a:xfrm rot="4743715">
              <a:off x="2250587" y="-6976"/>
              <a:ext cx="486073" cy="198156"/>
            </a:xfrm>
            <a:prstGeom prst="ellipse">
              <a:avLst/>
            </a:prstGeom>
            <a:gradFill>
              <a:gsLst>
                <a:gs pos="0">
                  <a:srgbClr val="FF885C">
                    <a:alpha val="15936"/>
                  </a:srgbClr>
                </a:gs>
                <a:gs pos="14286">
                  <a:srgbClr val="FF885C">
                    <a:alpha val="14747"/>
                  </a:srgbClr>
                </a:gs>
                <a:gs pos="28571">
                  <a:srgbClr val="FF885C">
                    <a:alpha val="11652"/>
                  </a:srgbClr>
                </a:gs>
                <a:gs pos="42857">
                  <a:srgbClr val="FF885C">
                    <a:alpha val="7804"/>
                  </a:srgbClr>
                </a:gs>
                <a:gs pos="57143">
                  <a:srgbClr val="FF885C">
                    <a:alpha val="4403"/>
                  </a:srgbClr>
                </a:gs>
                <a:gs pos="71429">
                  <a:srgbClr val="FF885C">
                    <a:alpha val="2086"/>
                  </a:srgbClr>
                </a:gs>
                <a:gs pos="85714">
                  <a:srgbClr val="FF885C">
                    <a:alpha val="830"/>
                  </a:srgbClr>
                </a:gs>
                <a:gs pos="100000">
                  <a:srgbClr val="FF885C">
                    <a:alpha val="2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Splat 107"/>
            <p:cNvSpPr>
              <a:spLocks noGrp="1"/>
            </p:cNvSpPr>
            <p:nvPr/>
          </p:nvSpPr>
          <p:spPr>
            <a:xfrm rot="3503532">
              <a:off x="2836301" y="828327"/>
              <a:ext cx="411124" cy="90144"/>
            </a:xfrm>
            <a:prstGeom prst="ellipse">
              <a:avLst/>
            </a:prstGeom>
            <a:gradFill>
              <a:gsLst>
                <a:gs pos="0">
                  <a:srgbClr val="FFF2E5">
                    <a:alpha val="32968"/>
                  </a:srgbClr>
                </a:gs>
                <a:gs pos="14286">
                  <a:srgbClr val="FFF2E5">
                    <a:alpha val="30764"/>
                  </a:srgbClr>
                </a:gs>
                <a:gs pos="28571">
                  <a:srgbClr val="FFF2E5">
                    <a:alpha val="24833"/>
                  </a:srgbClr>
                </a:gs>
                <a:gs pos="42857">
                  <a:srgbClr val="FFF2E5">
                    <a:alpha val="17075"/>
                  </a:srgbClr>
                </a:gs>
                <a:gs pos="57143">
                  <a:srgbClr val="FFF2E5">
                    <a:alpha val="9855"/>
                  </a:srgbClr>
                </a:gs>
                <a:gs pos="71429">
                  <a:srgbClr val="FFF2E5">
                    <a:alpha val="4740"/>
                  </a:srgbClr>
                </a:gs>
                <a:gs pos="85714">
                  <a:srgbClr val="FFF2E5">
                    <a:alpha val="1902"/>
                  </a:srgbClr>
                </a:gs>
                <a:gs pos="100000">
                  <a:srgbClr val="FFF2E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Splat 108"/>
            <p:cNvSpPr>
              <a:spLocks noGrp="1"/>
            </p:cNvSpPr>
            <p:nvPr/>
          </p:nvSpPr>
          <p:spPr>
            <a:xfrm rot="10299258">
              <a:off x="1772379" y="381721"/>
              <a:ext cx="456014" cy="91058"/>
            </a:xfrm>
            <a:prstGeom prst="ellipse">
              <a:avLst/>
            </a:prstGeom>
            <a:gradFill>
              <a:gsLst>
                <a:gs pos="0">
                  <a:srgbClr val="FFCC46">
                    <a:alpha val="32968"/>
                  </a:srgbClr>
                </a:gs>
                <a:gs pos="14286">
                  <a:srgbClr val="FFCC46">
                    <a:alpha val="30764"/>
                  </a:srgbClr>
                </a:gs>
                <a:gs pos="28571">
                  <a:srgbClr val="FFCC46">
                    <a:alpha val="24833"/>
                  </a:srgbClr>
                </a:gs>
                <a:gs pos="42857">
                  <a:srgbClr val="FFCC46">
                    <a:alpha val="17075"/>
                  </a:srgbClr>
                </a:gs>
                <a:gs pos="57143">
                  <a:srgbClr val="FFCC46">
                    <a:alpha val="9855"/>
                  </a:srgbClr>
                </a:gs>
                <a:gs pos="71429">
                  <a:srgbClr val="FFCC46">
                    <a:alpha val="4740"/>
                  </a:srgbClr>
                </a:gs>
                <a:gs pos="85714">
                  <a:srgbClr val="FFCC46">
                    <a:alpha val="1902"/>
                  </a:srgbClr>
                </a:gs>
                <a:gs pos="100000">
                  <a:srgbClr val="FFCC4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Splat 109"/>
            <p:cNvSpPr>
              <a:spLocks noGrp="1"/>
            </p:cNvSpPr>
            <p:nvPr/>
          </p:nvSpPr>
          <p:spPr>
            <a:xfrm rot="5931594">
              <a:off x="3233059" y="146477"/>
              <a:ext cx="68164" cy="17041"/>
            </a:xfrm>
            <a:prstGeom prst="ellipse">
              <a:avLst/>
            </a:prstGeom>
            <a:gradFill>
              <a:gsLst>
                <a:gs pos="0">
                  <a:srgbClr val="AD6013">
                    <a:alpha val="16911"/>
                  </a:srgbClr>
                </a:gs>
                <a:gs pos="14286">
                  <a:srgbClr val="AD6013">
                    <a:alpha val="15657"/>
                  </a:srgbClr>
                </a:gs>
                <a:gs pos="28571">
                  <a:srgbClr val="AD6013">
                    <a:alpha val="12384"/>
                  </a:srgbClr>
                </a:gs>
                <a:gs pos="42857">
                  <a:srgbClr val="AD6013">
                    <a:alpha val="8306"/>
                  </a:srgbClr>
                </a:gs>
                <a:gs pos="57143">
                  <a:srgbClr val="AD6013">
                    <a:alpha val="4691"/>
                  </a:srgbClr>
                </a:gs>
                <a:gs pos="71429">
                  <a:srgbClr val="AD6013">
                    <a:alpha val="2224"/>
                  </a:srgbClr>
                </a:gs>
                <a:gs pos="85714">
                  <a:srgbClr val="AD6013">
                    <a:alpha val="885"/>
                  </a:srgbClr>
                </a:gs>
                <a:gs pos="100000">
                  <a:srgbClr val="AD6013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Splat 110"/>
            <p:cNvSpPr>
              <a:spLocks noGrp="1"/>
            </p:cNvSpPr>
            <p:nvPr/>
          </p:nvSpPr>
          <p:spPr>
            <a:xfrm rot="10593029">
              <a:off x="2492671" y="181580"/>
              <a:ext cx="67765" cy="16941"/>
            </a:xfrm>
            <a:prstGeom prst="ellipse">
              <a:avLst/>
            </a:prstGeom>
            <a:gradFill>
              <a:gsLst>
                <a:gs pos="0">
                  <a:srgbClr val="999997">
                    <a:alpha val="16984"/>
                  </a:srgbClr>
                </a:gs>
                <a:gs pos="14286">
                  <a:srgbClr val="999997">
                    <a:alpha val="15725"/>
                  </a:srgbClr>
                </a:gs>
                <a:gs pos="28571">
                  <a:srgbClr val="999997">
                    <a:alpha val="12439"/>
                  </a:srgbClr>
                </a:gs>
                <a:gs pos="42857">
                  <a:srgbClr val="999997">
                    <a:alpha val="8344"/>
                  </a:srgbClr>
                </a:gs>
                <a:gs pos="57143">
                  <a:srgbClr val="999997">
                    <a:alpha val="4713"/>
                  </a:srgbClr>
                </a:gs>
                <a:gs pos="71429">
                  <a:srgbClr val="999997">
                    <a:alpha val="2235"/>
                  </a:srgbClr>
                </a:gs>
                <a:gs pos="85714">
                  <a:srgbClr val="999997">
                    <a:alpha val="890"/>
                  </a:srgbClr>
                </a:gs>
                <a:gs pos="100000">
                  <a:srgbClr val="999997">
                    <a:alpha val="2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Splat 111"/>
            <p:cNvSpPr>
              <a:spLocks noGrp="1"/>
            </p:cNvSpPr>
            <p:nvPr/>
          </p:nvSpPr>
          <p:spPr>
            <a:xfrm rot="-9058079">
              <a:off x="2707185" y="2048700"/>
              <a:ext cx="408566" cy="51698"/>
            </a:xfrm>
            <a:prstGeom prst="ellipse">
              <a:avLst/>
            </a:prstGeom>
            <a:gradFill>
              <a:gsLst>
                <a:gs pos="0">
                  <a:srgbClr val="FFF0FF">
                    <a:alpha val="32968"/>
                  </a:srgbClr>
                </a:gs>
                <a:gs pos="14286">
                  <a:srgbClr val="FFF0FF">
                    <a:alpha val="30764"/>
                  </a:srgbClr>
                </a:gs>
                <a:gs pos="28571">
                  <a:srgbClr val="FFF0FF">
                    <a:alpha val="24833"/>
                  </a:srgbClr>
                </a:gs>
                <a:gs pos="42857">
                  <a:srgbClr val="FFF0FF">
                    <a:alpha val="17075"/>
                  </a:srgbClr>
                </a:gs>
                <a:gs pos="57143">
                  <a:srgbClr val="FFF0FF">
                    <a:alpha val="9855"/>
                  </a:srgbClr>
                </a:gs>
                <a:gs pos="71429">
                  <a:srgbClr val="FFF0FF">
                    <a:alpha val="4740"/>
                  </a:srgbClr>
                </a:gs>
                <a:gs pos="85714">
                  <a:srgbClr val="FFF0FF">
                    <a:alpha val="1902"/>
                  </a:srgbClr>
                </a:gs>
                <a:gs pos="100000">
                  <a:srgbClr val="FFF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Splat 112"/>
            <p:cNvSpPr>
              <a:spLocks noGrp="1"/>
            </p:cNvSpPr>
            <p:nvPr/>
          </p:nvSpPr>
          <p:spPr>
            <a:xfrm rot="-10705847">
              <a:off x="2793228" y="429601"/>
              <a:ext cx="694227" cy="55481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Splat 113"/>
            <p:cNvSpPr>
              <a:spLocks noGrp="1"/>
            </p:cNvSpPr>
            <p:nvPr/>
          </p:nvSpPr>
          <p:spPr>
            <a:xfrm rot="5473053">
              <a:off x="2109786" y="156757"/>
              <a:ext cx="920117" cy="19467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Splat 114"/>
            <p:cNvSpPr>
              <a:spLocks noGrp="1"/>
            </p:cNvSpPr>
            <p:nvPr/>
          </p:nvSpPr>
          <p:spPr>
            <a:xfrm rot="-8762493">
              <a:off x="1043417" y="1770030"/>
              <a:ext cx="67134" cy="16783"/>
            </a:xfrm>
            <a:prstGeom prst="ellipse">
              <a:avLst/>
            </a:prstGeom>
            <a:gradFill>
              <a:gsLst>
                <a:gs pos="0">
                  <a:srgbClr val="AFA7A4">
                    <a:alpha val="17100"/>
                  </a:srgbClr>
                </a:gs>
                <a:gs pos="14286">
                  <a:srgbClr val="AFA7A4">
                    <a:alpha val="15833"/>
                  </a:srgbClr>
                </a:gs>
                <a:gs pos="28571">
                  <a:srgbClr val="AFA7A4">
                    <a:alpha val="12527"/>
                  </a:srgbClr>
                </a:gs>
                <a:gs pos="42857">
                  <a:srgbClr val="AFA7A4">
                    <a:alpha val="8404"/>
                  </a:srgbClr>
                </a:gs>
                <a:gs pos="57143">
                  <a:srgbClr val="AFA7A4">
                    <a:alpha val="4748"/>
                  </a:srgbClr>
                </a:gs>
                <a:gs pos="71429">
                  <a:srgbClr val="AFA7A4">
                    <a:alpha val="2251"/>
                  </a:srgbClr>
                </a:gs>
                <a:gs pos="85714">
                  <a:srgbClr val="AFA7A4">
                    <a:alpha val="896"/>
                  </a:srgbClr>
                </a:gs>
                <a:gs pos="100000">
                  <a:srgbClr val="AFA7A4">
                    <a:alpha val="3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Splat 115"/>
            <p:cNvSpPr>
              <a:spLocks noGrp="1"/>
            </p:cNvSpPr>
            <p:nvPr/>
          </p:nvSpPr>
          <p:spPr>
            <a:xfrm rot="9646481">
              <a:off x="2662783" y="1533302"/>
              <a:ext cx="140695" cy="4885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Splat 116"/>
            <p:cNvSpPr>
              <a:spLocks noGrp="1"/>
            </p:cNvSpPr>
            <p:nvPr/>
          </p:nvSpPr>
          <p:spPr>
            <a:xfrm rot="3606227">
              <a:off x="825771" y="1660833"/>
              <a:ext cx="349363" cy="80435"/>
            </a:xfrm>
            <a:prstGeom prst="ellipse">
              <a:avLst/>
            </a:prstGeom>
            <a:gradFill>
              <a:gsLst>
                <a:gs pos="0">
                  <a:srgbClr val="FFFCFC">
                    <a:alpha val="32968"/>
                  </a:srgbClr>
                </a:gs>
                <a:gs pos="14286">
                  <a:srgbClr val="FFFCFC">
                    <a:alpha val="30764"/>
                  </a:srgbClr>
                </a:gs>
                <a:gs pos="28571">
                  <a:srgbClr val="FFFCFC">
                    <a:alpha val="24833"/>
                  </a:srgbClr>
                </a:gs>
                <a:gs pos="42857">
                  <a:srgbClr val="FFFCFC">
                    <a:alpha val="17075"/>
                  </a:srgbClr>
                </a:gs>
                <a:gs pos="57143">
                  <a:srgbClr val="FFFCFC">
                    <a:alpha val="9855"/>
                  </a:srgbClr>
                </a:gs>
                <a:gs pos="71429">
                  <a:srgbClr val="FFFCFC">
                    <a:alpha val="4740"/>
                  </a:srgbClr>
                </a:gs>
                <a:gs pos="85714">
                  <a:srgbClr val="FFFCFC">
                    <a:alpha val="1902"/>
                  </a:srgbClr>
                </a:gs>
                <a:gs pos="100000">
                  <a:srgbClr val="FFFCF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Splat 117"/>
            <p:cNvSpPr>
              <a:spLocks noGrp="1"/>
            </p:cNvSpPr>
            <p:nvPr/>
          </p:nvSpPr>
          <p:spPr>
            <a:xfrm rot="5622592">
              <a:off x="2843567" y="98414"/>
              <a:ext cx="64908" cy="16227"/>
            </a:xfrm>
            <a:prstGeom prst="ellipse">
              <a:avLst/>
            </a:prstGeom>
            <a:gradFill>
              <a:gsLst>
                <a:gs pos="0">
                  <a:srgbClr val="F1BA90">
                    <a:alpha val="17508"/>
                  </a:srgbClr>
                </a:gs>
                <a:gs pos="14286">
                  <a:srgbClr val="F1BA90">
                    <a:alpha val="16214"/>
                  </a:srgbClr>
                </a:gs>
                <a:gs pos="28571">
                  <a:srgbClr val="F1BA90">
                    <a:alpha val="12834"/>
                  </a:srgbClr>
                </a:gs>
                <a:gs pos="42857">
                  <a:srgbClr val="F1BA90">
                    <a:alpha val="8616"/>
                  </a:srgbClr>
                </a:gs>
                <a:gs pos="57143">
                  <a:srgbClr val="F1BA90">
                    <a:alpha val="4870"/>
                  </a:srgbClr>
                </a:gs>
                <a:gs pos="71429">
                  <a:srgbClr val="F1BA90">
                    <a:alpha val="2310"/>
                  </a:srgbClr>
                </a:gs>
                <a:gs pos="85714">
                  <a:srgbClr val="F1BA90">
                    <a:alpha val="920"/>
                  </a:srgbClr>
                </a:gs>
                <a:gs pos="100000">
                  <a:srgbClr val="F1BA90">
                    <a:alpha val="3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Splat 118"/>
            <p:cNvSpPr>
              <a:spLocks noGrp="1"/>
            </p:cNvSpPr>
            <p:nvPr/>
          </p:nvSpPr>
          <p:spPr>
            <a:xfrm rot="-10539238">
              <a:off x="2451901" y="1226042"/>
              <a:ext cx="472242" cy="83204"/>
            </a:xfrm>
            <a:prstGeom prst="ellipse">
              <a:avLst/>
            </a:prstGeom>
            <a:gradFill>
              <a:gsLst>
                <a:gs pos="0">
                  <a:srgbClr val="FFFFD3">
                    <a:alpha val="32968"/>
                  </a:srgbClr>
                </a:gs>
                <a:gs pos="14286">
                  <a:srgbClr val="FFFFD3">
                    <a:alpha val="30764"/>
                  </a:srgbClr>
                </a:gs>
                <a:gs pos="28571">
                  <a:srgbClr val="FFFFD3">
                    <a:alpha val="24833"/>
                  </a:srgbClr>
                </a:gs>
                <a:gs pos="42857">
                  <a:srgbClr val="FFFFD3">
                    <a:alpha val="17075"/>
                  </a:srgbClr>
                </a:gs>
                <a:gs pos="57143">
                  <a:srgbClr val="FFFFD3">
                    <a:alpha val="9855"/>
                  </a:srgbClr>
                </a:gs>
                <a:gs pos="71429">
                  <a:srgbClr val="FFFFD3">
                    <a:alpha val="4740"/>
                  </a:srgbClr>
                </a:gs>
                <a:gs pos="85714">
                  <a:srgbClr val="FFFFD3">
                    <a:alpha val="1902"/>
                  </a:srgbClr>
                </a:gs>
                <a:gs pos="100000">
                  <a:srgbClr val="FFFFD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Splat 119"/>
            <p:cNvSpPr>
              <a:spLocks noGrp="1"/>
            </p:cNvSpPr>
            <p:nvPr/>
          </p:nvSpPr>
          <p:spPr>
            <a:xfrm rot="4804314">
              <a:off x="2116722" y="1330274"/>
              <a:ext cx="656830" cy="129299"/>
            </a:xfrm>
            <a:prstGeom prst="ellipse">
              <a:avLst/>
            </a:prstGeom>
            <a:gradFill>
              <a:gsLst>
                <a:gs pos="0">
                  <a:srgbClr val="CBD2D1">
                    <a:alpha val="19973"/>
                  </a:srgbClr>
                </a:gs>
                <a:gs pos="14286">
                  <a:srgbClr val="CBD2D1">
                    <a:alpha val="18517"/>
                  </a:srgbClr>
                </a:gs>
                <a:gs pos="28571">
                  <a:srgbClr val="CBD2D1">
                    <a:alpha val="14700"/>
                  </a:srgbClr>
                </a:gs>
                <a:gs pos="42857">
                  <a:srgbClr val="CBD2D1">
                    <a:alpha val="9904"/>
                  </a:srgbClr>
                </a:gs>
                <a:gs pos="57143">
                  <a:srgbClr val="CBD2D1">
                    <a:alpha val="5615"/>
                  </a:srgbClr>
                </a:gs>
                <a:gs pos="71429">
                  <a:srgbClr val="CBD2D1">
                    <a:alpha val="2669"/>
                  </a:srgbClr>
                </a:gs>
                <a:gs pos="85714">
                  <a:srgbClr val="CBD2D1">
                    <a:alpha val="1064"/>
                  </a:srgbClr>
                </a:gs>
                <a:gs pos="100000">
                  <a:srgbClr val="CBD2D1">
                    <a:alpha val="3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Splat 120"/>
            <p:cNvSpPr>
              <a:spLocks noGrp="1"/>
            </p:cNvSpPr>
            <p:nvPr/>
          </p:nvSpPr>
          <p:spPr>
            <a:xfrm rot="5458098">
              <a:off x="2271148" y="75690"/>
              <a:ext cx="606840" cy="32041"/>
            </a:xfrm>
            <a:prstGeom prst="ellipse">
              <a:avLst/>
            </a:prstGeom>
            <a:gradFill>
              <a:gsLst>
                <a:gs pos="0">
                  <a:srgbClr val="FFEEFF">
                    <a:alpha val="32968"/>
                  </a:srgbClr>
                </a:gs>
                <a:gs pos="14286">
                  <a:srgbClr val="FFEEFF">
                    <a:alpha val="30764"/>
                  </a:srgbClr>
                </a:gs>
                <a:gs pos="28571">
                  <a:srgbClr val="FFEEFF">
                    <a:alpha val="24833"/>
                  </a:srgbClr>
                </a:gs>
                <a:gs pos="42857">
                  <a:srgbClr val="FFEEFF">
                    <a:alpha val="17075"/>
                  </a:srgbClr>
                </a:gs>
                <a:gs pos="57143">
                  <a:srgbClr val="FFEEFF">
                    <a:alpha val="9855"/>
                  </a:srgbClr>
                </a:gs>
                <a:gs pos="71429">
                  <a:srgbClr val="FFEEFF">
                    <a:alpha val="4740"/>
                  </a:srgbClr>
                </a:gs>
                <a:gs pos="85714">
                  <a:srgbClr val="FFEEFF">
                    <a:alpha val="1902"/>
                  </a:srgbClr>
                </a:gs>
                <a:gs pos="100000">
                  <a:srgbClr val="FFE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Splat 121"/>
            <p:cNvSpPr>
              <a:spLocks noGrp="1"/>
            </p:cNvSpPr>
            <p:nvPr/>
          </p:nvSpPr>
          <p:spPr>
            <a:xfrm rot="-8673381">
              <a:off x="1333004" y="1635853"/>
              <a:ext cx="394758" cy="49340"/>
            </a:xfrm>
            <a:prstGeom prst="ellipse">
              <a:avLst/>
            </a:prstGeom>
            <a:gradFill>
              <a:gsLst>
                <a:gs pos="0">
                  <a:srgbClr val="FEFEFF">
                    <a:alpha val="32968"/>
                  </a:srgbClr>
                </a:gs>
                <a:gs pos="14286">
                  <a:srgbClr val="FEFEFF">
                    <a:alpha val="30764"/>
                  </a:srgbClr>
                </a:gs>
                <a:gs pos="28571">
                  <a:srgbClr val="FEFEFF">
                    <a:alpha val="24833"/>
                  </a:srgbClr>
                </a:gs>
                <a:gs pos="42857">
                  <a:srgbClr val="FEFEFF">
                    <a:alpha val="17075"/>
                  </a:srgbClr>
                </a:gs>
                <a:gs pos="57143">
                  <a:srgbClr val="FEFEFF">
                    <a:alpha val="9855"/>
                  </a:srgbClr>
                </a:gs>
                <a:gs pos="71429">
                  <a:srgbClr val="FEFEFF">
                    <a:alpha val="4740"/>
                  </a:srgbClr>
                </a:gs>
                <a:gs pos="85714">
                  <a:srgbClr val="FEFEFF">
                    <a:alpha val="1902"/>
                  </a:srgbClr>
                </a:gs>
                <a:gs pos="100000">
                  <a:srgbClr val="FEF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Splat 122"/>
            <p:cNvSpPr>
              <a:spLocks noGrp="1"/>
            </p:cNvSpPr>
            <p:nvPr/>
          </p:nvSpPr>
          <p:spPr>
            <a:xfrm rot="-10485068">
              <a:off x="2283655" y="742552"/>
              <a:ext cx="64687" cy="16172"/>
            </a:xfrm>
            <a:prstGeom prst="ellipse">
              <a:avLst/>
            </a:prstGeom>
            <a:gradFill>
              <a:gsLst>
                <a:gs pos="0">
                  <a:srgbClr val="D9A168">
                    <a:alpha val="17549"/>
                  </a:srgbClr>
                </a:gs>
                <a:gs pos="14286">
                  <a:srgbClr val="D9A168">
                    <a:alpha val="16252"/>
                  </a:srgbClr>
                </a:gs>
                <a:gs pos="28571">
                  <a:srgbClr val="D9A168">
                    <a:alpha val="12864"/>
                  </a:srgbClr>
                </a:gs>
                <a:gs pos="42857">
                  <a:srgbClr val="D9A168">
                    <a:alpha val="8636"/>
                  </a:srgbClr>
                </a:gs>
                <a:gs pos="57143">
                  <a:srgbClr val="D9A168">
                    <a:alpha val="4882"/>
                  </a:srgbClr>
                </a:gs>
                <a:gs pos="71429">
                  <a:srgbClr val="D9A168">
                    <a:alpha val="2316"/>
                  </a:srgbClr>
                </a:gs>
                <a:gs pos="85714">
                  <a:srgbClr val="D9A168">
                    <a:alpha val="922"/>
                  </a:srgbClr>
                </a:gs>
                <a:gs pos="100000">
                  <a:srgbClr val="D9A168">
                    <a:alpha val="3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Splat 123"/>
            <p:cNvSpPr>
              <a:spLocks noGrp="1"/>
            </p:cNvSpPr>
            <p:nvPr/>
          </p:nvSpPr>
          <p:spPr>
            <a:xfrm rot="5992081">
              <a:off x="1872934" y="945625"/>
              <a:ext cx="57875" cy="14469"/>
            </a:xfrm>
            <a:prstGeom prst="ellipse">
              <a:avLst/>
            </a:prstGeom>
            <a:gradFill>
              <a:gsLst>
                <a:gs pos="0">
                  <a:srgbClr val="000000">
                    <a:alpha val="18784"/>
                  </a:srgbClr>
                </a:gs>
                <a:gs pos="14286">
                  <a:srgbClr val="000000">
                    <a:alpha val="17405"/>
                  </a:srgbClr>
                </a:gs>
                <a:gs pos="28571">
                  <a:srgbClr val="000000">
                    <a:alpha val="13798"/>
                  </a:srgbClr>
                </a:gs>
                <a:gs pos="42857">
                  <a:srgbClr val="000000">
                    <a:alpha val="9280"/>
                  </a:srgbClr>
                </a:gs>
                <a:gs pos="57143">
                  <a:srgbClr val="000000">
                    <a:alpha val="5253"/>
                  </a:srgbClr>
                </a:gs>
                <a:gs pos="71429">
                  <a:srgbClr val="000000">
                    <a:alpha val="2494"/>
                  </a:srgbClr>
                </a:gs>
                <a:gs pos="85714">
                  <a:srgbClr val="000000">
                    <a:alpha val="994"/>
                  </a:srgbClr>
                </a:gs>
                <a:gs pos="100000">
                  <a:srgbClr val="000000">
                    <a:alpha val="3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Splat 124"/>
            <p:cNvSpPr>
              <a:spLocks noGrp="1"/>
            </p:cNvSpPr>
            <p:nvPr/>
          </p:nvSpPr>
          <p:spPr>
            <a:xfrm rot="10495825">
              <a:off x="3201403" y="831725"/>
              <a:ext cx="296362" cy="72720"/>
            </a:xfrm>
            <a:prstGeom prst="ellipse">
              <a:avLst/>
            </a:prstGeom>
            <a:gradFill>
              <a:gsLst>
                <a:gs pos="0">
                  <a:srgbClr val="B1D3EE">
                    <a:alpha val="32968"/>
                  </a:srgbClr>
                </a:gs>
                <a:gs pos="14286">
                  <a:srgbClr val="B1D3EE">
                    <a:alpha val="30764"/>
                  </a:srgbClr>
                </a:gs>
                <a:gs pos="28571">
                  <a:srgbClr val="B1D3EE">
                    <a:alpha val="24833"/>
                  </a:srgbClr>
                </a:gs>
                <a:gs pos="42857">
                  <a:srgbClr val="B1D3EE">
                    <a:alpha val="17075"/>
                  </a:srgbClr>
                </a:gs>
                <a:gs pos="57143">
                  <a:srgbClr val="B1D3EE">
                    <a:alpha val="9855"/>
                  </a:srgbClr>
                </a:gs>
                <a:gs pos="71429">
                  <a:srgbClr val="B1D3EE">
                    <a:alpha val="4740"/>
                  </a:srgbClr>
                </a:gs>
                <a:gs pos="85714">
                  <a:srgbClr val="B1D3EE">
                    <a:alpha val="1902"/>
                  </a:srgbClr>
                </a:gs>
                <a:gs pos="100000">
                  <a:srgbClr val="B1D3E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Splat 125"/>
            <p:cNvSpPr>
              <a:spLocks noGrp="1"/>
            </p:cNvSpPr>
            <p:nvPr/>
          </p:nvSpPr>
          <p:spPr>
            <a:xfrm rot="-8198975">
              <a:off x="2111342" y="287681"/>
              <a:ext cx="68461" cy="17195"/>
            </a:xfrm>
            <a:prstGeom prst="ellipse">
              <a:avLst/>
            </a:prstGeom>
            <a:gradFill>
              <a:gsLst>
                <a:gs pos="0">
                  <a:srgbClr val="79615A">
                    <a:alpha val="16798"/>
                  </a:srgbClr>
                </a:gs>
                <a:gs pos="14286">
                  <a:srgbClr val="79615A">
                    <a:alpha val="15551"/>
                  </a:srgbClr>
                </a:gs>
                <a:gs pos="28571">
                  <a:srgbClr val="79615A">
                    <a:alpha val="12299"/>
                  </a:srgbClr>
                </a:gs>
                <a:gs pos="42857">
                  <a:srgbClr val="79615A">
                    <a:alpha val="8248"/>
                  </a:srgbClr>
                </a:gs>
                <a:gs pos="57143">
                  <a:srgbClr val="79615A">
                    <a:alpha val="4658"/>
                  </a:srgbClr>
                </a:gs>
                <a:gs pos="71429">
                  <a:srgbClr val="79615A">
                    <a:alpha val="2208"/>
                  </a:srgbClr>
                </a:gs>
                <a:gs pos="85714">
                  <a:srgbClr val="79615A">
                    <a:alpha val="879"/>
                  </a:srgbClr>
                </a:gs>
                <a:gs pos="100000">
                  <a:srgbClr val="79615A">
                    <a:alpha val="2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Splat 126"/>
            <p:cNvSpPr>
              <a:spLocks noGrp="1"/>
            </p:cNvSpPr>
            <p:nvPr/>
          </p:nvSpPr>
          <p:spPr>
            <a:xfrm rot="-9883977">
              <a:off x="1015176" y="1316517"/>
              <a:ext cx="68442" cy="17111"/>
            </a:xfrm>
            <a:prstGeom prst="ellipse">
              <a:avLst/>
            </a:prstGeom>
            <a:gradFill>
              <a:gsLst>
                <a:gs pos="0">
                  <a:srgbClr val="BABABF">
                    <a:alpha val="16860"/>
                  </a:srgbClr>
                </a:gs>
                <a:gs pos="14286">
                  <a:srgbClr val="BABABF">
                    <a:alpha val="15609"/>
                  </a:srgbClr>
                </a:gs>
                <a:gs pos="28571">
                  <a:srgbClr val="BABABF">
                    <a:alpha val="12346"/>
                  </a:srgbClr>
                </a:gs>
                <a:gs pos="42857">
                  <a:srgbClr val="BABABF">
                    <a:alpha val="8280"/>
                  </a:srgbClr>
                </a:gs>
                <a:gs pos="57143">
                  <a:srgbClr val="BABABF">
                    <a:alpha val="4676"/>
                  </a:srgbClr>
                </a:gs>
                <a:gs pos="71429">
                  <a:srgbClr val="BABABF">
                    <a:alpha val="2217"/>
                  </a:srgbClr>
                </a:gs>
                <a:gs pos="85714">
                  <a:srgbClr val="BABABF">
                    <a:alpha val="883"/>
                  </a:srgbClr>
                </a:gs>
                <a:gs pos="100000">
                  <a:srgbClr val="BABABF">
                    <a:alpha val="2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Splat 127"/>
            <p:cNvSpPr>
              <a:spLocks noGrp="1"/>
            </p:cNvSpPr>
            <p:nvPr/>
          </p:nvSpPr>
          <p:spPr>
            <a:xfrm rot="9096846">
              <a:off x="2101253" y="1782268"/>
              <a:ext cx="65253" cy="16313"/>
            </a:xfrm>
            <a:prstGeom prst="ellipse">
              <a:avLst/>
            </a:prstGeom>
            <a:gradFill>
              <a:gsLst>
                <a:gs pos="0">
                  <a:srgbClr val="CEC9CF">
                    <a:alpha val="17445"/>
                  </a:srgbClr>
                </a:gs>
                <a:gs pos="14286">
                  <a:srgbClr val="CEC9CF">
                    <a:alpha val="16155"/>
                  </a:srgbClr>
                </a:gs>
                <a:gs pos="28571">
                  <a:srgbClr val="CEC9CF">
                    <a:alpha val="12786"/>
                  </a:srgbClr>
                </a:gs>
                <a:gs pos="42857">
                  <a:srgbClr val="CEC9CF">
                    <a:alpha val="8583"/>
                  </a:srgbClr>
                </a:gs>
                <a:gs pos="57143">
                  <a:srgbClr val="CEC9CF">
                    <a:alpha val="4851"/>
                  </a:srgbClr>
                </a:gs>
                <a:gs pos="71429">
                  <a:srgbClr val="CEC9CF">
                    <a:alpha val="2301"/>
                  </a:srgbClr>
                </a:gs>
                <a:gs pos="85714">
                  <a:srgbClr val="CEC9CF">
                    <a:alpha val="916"/>
                  </a:srgbClr>
                </a:gs>
                <a:gs pos="100000">
                  <a:srgbClr val="CEC9CF">
                    <a:alpha val="3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Splat 128"/>
            <p:cNvSpPr>
              <a:spLocks noGrp="1"/>
            </p:cNvSpPr>
            <p:nvPr/>
          </p:nvSpPr>
          <p:spPr>
            <a:xfrm rot="10730046">
              <a:off x="2704369" y="657841"/>
              <a:ext cx="344176" cy="163112"/>
            </a:xfrm>
            <a:prstGeom prst="ellipse">
              <a:avLst/>
            </a:prstGeom>
            <a:gradFill>
              <a:gsLst>
                <a:gs pos="0">
                  <a:srgbClr val="FFFFFC">
                    <a:alpha val="32968"/>
                  </a:srgbClr>
                </a:gs>
                <a:gs pos="14286">
                  <a:srgbClr val="FFFFFC">
                    <a:alpha val="30764"/>
                  </a:srgbClr>
                </a:gs>
                <a:gs pos="28571">
                  <a:srgbClr val="FFFFFC">
                    <a:alpha val="24833"/>
                  </a:srgbClr>
                </a:gs>
                <a:gs pos="42857">
                  <a:srgbClr val="FFFFFC">
                    <a:alpha val="17075"/>
                  </a:srgbClr>
                </a:gs>
                <a:gs pos="57143">
                  <a:srgbClr val="FFFFFC">
                    <a:alpha val="9855"/>
                  </a:srgbClr>
                </a:gs>
                <a:gs pos="71429">
                  <a:srgbClr val="FFFFFC">
                    <a:alpha val="4740"/>
                  </a:srgbClr>
                </a:gs>
                <a:gs pos="85714">
                  <a:srgbClr val="FFFFFC">
                    <a:alpha val="1902"/>
                  </a:srgbClr>
                </a:gs>
                <a:gs pos="100000">
                  <a:srgbClr val="FFFFF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Splat 129"/>
            <p:cNvSpPr>
              <a:spLocks noGrp="1"/>
            </p:cNvSpPr>
            <p:nvPr/>
          </p:nvSpPr>
          <p:spPr>
            <a:xfrm rot="5673139">
              <a:off x="2499824" y="161683"/>
              <a:ext cx="68200" cy="17050"/>
            </a:xfrm>
            <a:prstGeom prst="ellipse">
              <a:avLst/>
            </a:prstGeom>
            <a:gradFill>
              <a:gsLst>
                <a:gs pos="0">
                  <a:srgbClr val="B58B7D">
                    <a:alpha val="16904"/>
                  </a:srgbClr>
                </a:gs>
                <a:gs pos="14286">
                  <a:srgbClr val="B58B7D">
                    <a:alpha val="15650"/>
                  </a:srgbClr>
                </a:gs>
                <a:gs pos="28571">
                  <a:srgbClr val="B58B7D">
                    <a:alpha val="12379"/>
                  </a:srgbClr>
                </a:gs>
                <a:gs pos="42857">
                  <a:srgbClr val="B58B7D">
                    <a:alpha val="8303"/>
                  </a:srgbClr>
                </a:gs>
                <a:gs pos="57143">
                  <a:srgbClr val="B58B7D">
                    <a:alpha val="4689"/>
                  </a:srgbClr>
                </a:gs>
                <a:gs pos="71429">
                  <a:srgbClr val="B58B7D">
                    <a:alpha val="2223"/>
                  </a:srgbClr>
                </a:gs>
                <a:gs pos="85714">
                  <a:srgbClr val="B58B7D">
                    <a:alpha val="885"/>
                  </a:srgbClr>
                </a:gs>
                <a:gs pos="100000">
                  <a:srgbClr val="B58B7D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Splat 130"/>
            <p:cNvSpPr>
              <a:spLocks noGrp="1"/>
            </p:cNvSpPr>
            <p:nvPr/>
          </p:nvSpPr>
          <p:spPr>
            <a:xfrm rot="5215189">
              <a:off x="2270240" y="753079"/>
              <a:ext cx="356649" cy="43554"/>
            </a:xfrm>
            <a:prstGeom prst="ellipse">
              <a:avLst/>
            </a:prstGeom>
            <a:gradFill>
              <a:gsLst>
                <a:gs pos="0">
                  <a:srgbClr val="FFFEFD">
                    <a:alpha val="32968"/>
                  </a:srgbClr>
                </a:gs>
                <a:gs pos="14286">
                  <a:srgbClr val="FFFEFD">
                    <a:alpha val="30764"/>
                  </a:srgbClr>
                </a:gs>
                <a:gs pos="28571">
                  <a:srgbClr val="FFFEFD">
                    <a:alpha val="24833"/>
                  </a:srgbClr>
                </a:gs>
                <a:gs pos="42857">
                  <a:srgbClr val="FFFEFD">
                    <a:alpha val="17075"/>
                  </a:srgbClr>
                </a:gs>
                <a:gs pos="57143">
                  <a:srgbClr val="FFFEFD">
                    <a:alpha val="9855"/>
                  </a:srgbClr>
                </a:gs>
                <a:gs pos="71429">
                  <a:srgbClr val="FFFEFD">
                    <a:alpha val="4740"/>
                  </a:srgbClr>
                </a:gs>
                <a:gs pos="85714">
                  <a:srgbClr val="FFFEFD">
                    <a:alpha val="1902"/>
                  </a:srgbClr>
                </a:gs>
                <a:gs pos="100000">
                  <a:srgbClr val="FFFEF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Splat 131"/>
            <p:cNvSpPr>
              <a:spLocks noGrp="1"/>
            </p:cNvSpPr>
            <p:nvPr/>
          </p:nvSpPr>
          <p:spPr>
            <a:xfrm rot="5173061">
              <a:off x="2233653" y="854844"/>
              <a:ext cx="167316" cy="133218"/>
            </a:xfrm>
            <a:prstGeom prst="ellipse">
              <a:avLst/>
            </a:prstGeom>
            <a:gradFill>
              <a:gsLst>
                <a:gs pos="0">
                  <a:srgbClr val="FFFF34">
                    <a:alpha val="32968"/>
                  </a:srgbClr>
                </a:gs>
                <a:gs pos="14286">
                  <a:srgbClr val="FFFF34">
                    <a:alpha val="30764"/>
                  </a:srgbClr>
                </a:gs>
                <a:gs pos="28571">
                  <a:srgbClr val="FFFF34">
                    <a:alpha val="24833"/>
                  </a:srgbClr>
                </a:gs>
                <a:gs pos="42857">
                  <a:srgbClr val="FFFF34">
                    <a:alpha val="17075"/>
                  </a:srgbClr>
                </a:gs>
                <a:gs pos="57143">
                  <a:srgbClr val="FFFF34">
                    <a:alpha val="9855"/>
                  </a:srgbClr>
                </a:gs>
                <a:gs pos="71429">
                  <a:srgbClr val="FFFF34">
                    <a:alpha val="4740"/>
                  </a:srgbClr>
                </a:gs>
                <a:gs pos="85714">
                  <a:srgbClr val="FFFF34">
                    <a:alpha val="1902"/>
                  </a:srgbClr>
                </a:gs>
                <a:gs pos="100000">
                  <a:srgbClr val="FFFF3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Splat 132"/>
            <p:cNvSpPr>
              <a:spLocks noGrp="1"/>
            </p:cNvSpPr>
            <p:nvPr/>
          </p:nvSpPr>
          <p:spPr>
            <a:xfrm rot="5351200">
              <a:off x="1970372" y="989308"/>
              <a:ext cx="66030" cy="16508"/>
            </a:xfrm>
            <a:prstGeom prst="ellipse">
              <a:avLst/>
            </a:prstGeom>
            <a:gradFill>
              <a:gsLst>
                <a:gs pos="0">
                  <a:srgbClr val="5F8877">
                    <a:alpha val="17303"/>
                  </a:srgbClr>
                </a:gs>
                <a:gs pos="14286">
                  <a:srgbClr val="5F8877">
                    <a:alpha val="16022"/>
                  </a:srgbClr>
                </a:gs>
                <a:gs pos="28571">
                  <a:srgbClr val="5F8877">
                    <a:alpha val="12679"/>
                  </a:srgbClr>
                </a:gs>
                <a:gs pos="42857">
                  <a:srgbClr val="5F8877">
                    <a:alpha val="8509"/>
                  </a:srgbClr>
                </a:gs>
                <a:gs pos="57143">
                  <a:srgbClr val="5F8877">
                    <a:alpha val="4808"/>
                  </a:srgbClr>
                </a:gs>
                <a:gs pos="71429">
                  <a:srgbClr val="5F8877">
                    <a:alpha val="2280"/>
                  </a:srgbClr>
                </a:gs>
                <a:gs pos="85714">
                  <a:srgbClr val="5F8877">
                    <a:alpha val="908"/>
                  </a:srgbClr>
                </a:gs>
                <a:gs pos="100000">
                  <a:srgbClr val="5F8877">
                    <a:alpha val="3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Splat 133"/>
            <p:cNvSpPr>
              <a:spLocks noGrp="1"/>
            </p:cNvSpPr>
            <p:nvPr/>
          </p:nvSpPr>
          <p:spPr>
            <a:xfrm rot="5400000">
              <a:off x="2024550" y="345050"/>
              <a:ext cx="33228" cy="33228"/>
            </a:xfrm>
            <a:prstGeom prst="ellipse">
              <a:avLst/>
            </a:prstGeom>
            <a:gradFill>
              <a:gsLst>
                <a:gs pos="0">
                  <a:srgbClr val="FCBC1E">
                    <a:alpha val="17225"/>
                  </a:srgbClr>
                </a:gs>
                <a:gs pos="14286">
                  <a:srgbClr val="FCBC1E">
                    <a:alpha val="15949"/>
                  </a:srgbClr>
                </a:gs>
                <a:gs pos="28571">
                  <a:srgbClr val="FCBC1E">
                    <a:alpha val="12620"/>
                  </a:srgbClr>
                </a:gs>
                <a:gs pos="42857">
                  <a:srgbClr val="FCBC1E">
                    <a:alpha val="8469"/>
                  </a:srgbClr>
                </a:gs>
                <a:gs pos="57143">
                  <a:srgbClr val="FCBC1E">
                    <a:alpha val="4785"/>
                  </a:srgbClr>
                </a:gs>
                <a:gs pos="71429">
                  <a:srgbClr val="FCBC1E">
                    <a:alpha val="2269"/>
                  </a:srgbClr>
                </a:gs>
                <a:gs pos="85714">
                  <a:srgbClr val="FCBC1E">
                    <a:alpha val="903"/>
                  </a:srgbClr>
                </a:gs>
                <a:gs pos="100000">
                  <a:srgbClr val="FCBC1E">
                    <a:alpha val="3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Splat 134"/>
            <p:cNvSpPr>
              <a:spLocks noGrp="1"/>
            </p:cNvSpPr>
            <p:nvPr/>
          </p:nvSpPr>
          <p:spPr>
            <a:xfrm rot="5723376">
              <a:off x="1605266" y="1555684"/>
              <a:ext cx="68461" cy="17310"/>
            </a:xfrm>
            <a:prstGeom prst="ellipse">
              <a:avLst/>
            </a:prstGeom>
            <a:gradFill>
              <a:gsLst>
                <a:gs pos="0">
                  <a:srgbClr val="696867">
                    <a:alpha val="16712"/>
                  </a:srgbClr>
                </a:gs>
                <a:gs pos="14286">
                  <a:srgbClr val="696867">
                    <a:alpha val="15471"/>
                  </a:srgbClr>
                </a:gs>
                <a:gs pos="28571">
                  <a:srgbClr val="696867">
                    <a:alpha val="12235"/>
                  </a:srgbClr>
                </a:gs>
                <a:gs pos="42857">
                  <a:srgbClr val="696867">
                    <a:alpha val="8204"/>
                  </a:srgbClr>
                </a:gs>
                <a:gs pos="57143">
                  <a:srgbClr val="696867">
                    <a:alpha val="4632"/>
                  </a:srgbClr>
                </a:gs>
                <a:gs pos="71429">
                  <a:srgbClr val="696867">
                    <a:alpha val="2196"/>
                  </a:srgbClr>
                </a:gs>
                <a:gs pos="85714">
                  <a:srgbClr val="696867">
                    <a:alpha val="874"/>
                  </a:srgbClr>
                </a:gs>
                <a:gs pos="100000">
                  <a:srgbClr val="696867">
                    <a:alpha val="2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Splat 135"/>
            <p:cNvSpPr>
              <a:spLocks noGrp="1"/>
            </p:cNvSpPr>
            <p:nvPr/>
          </p:nvSpPr>
          <p:spPr>
            <a:xfrm rot="10444348">
              <a:off x="2728082" y="820516"/>
              <a:ext cx="68461" cy="17304"/>
            </a:xfrm>
            <a:prstGeom prst="ellipse">
              <a:avLst/>
            </a:prstGeom>
            <a:gradFill>
              <a:gsLst>
                <a:gs pos="0">
                  <a:srgbClr val="B69086">
                    <a:alpha val="16717"/>
                  </a:srgbClr>
                </a:gs>
                <a:gs pos="14286">
                  <a:srgbClr val="B69086">
                    <a:alpha val="15476"/>
                  </a:srgbClr>
                </a:gs>
                <a:gs pos="28571">
                  <a:srgbClr val="B69086">
                    <a:alpha val="12238"/>
                  </a:srgbClr>
                </a:gs>
                <a:gs pos="42857">
                  <a:srgbClr val="B69086">
                    <a:alpha val="8206"/>
                  </a:srgbClr>
                </a:gs>
                <a:gs pos="57143">
                  <a:srgbClr val="B69086">
                    <a:alpha val="4634"/>
                  </a:srgbClr>
                </a:gs>
                <a:gs pos="71429">
                  <a:srgbClr val="B69086">
                    <a:alpha val="2196"/>
                  </a:srgbClr>
                </a:gs>
                <a:gs pos="85714">
                  <a:srgbClr val="B69086">
                    <a:alpha val="874"/>
                  </a:srgbClr>
                </a:gs>
                <a:gs pos="100000">
                  <a:srgbClr val="B69086">
                    <a:alpha val="2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Splat 136"/>
            <p:cNvSpPr>
              <a:spLocks noGrp="1"/>
            </p:cNvSpPr>
            <p:nvPr/>
          </p:nvSpPr>
          <p:spPr>
            <a:xfrm rot="10793843">
              <a:off x="3242740" y="487638"/>
              <a:ext cx="68425" cy="17106"/>
            </a:xfrm>
            <a:prstGeom prst="ellipse">
              <a:avLst/>
            </a:prstGeom>
            <a:gradFill>
              <a:gsLst>
                <a:gs pos="0">
                  <a:srgbClr val="FBC7AC">
                    <a:alpha val="16863"/>
                  </a:srgbClr>
                </a:gs>
                <a:gs pos="14286">
                  <a:srgbClr val="FBC7AC">
                    <a:alpha val="15612"/>
                  </a:srgbClr>
                </a:gs>
                <a:gs pos="28571">
                  <a:srgbClr val="FBC7AC">
                    <a:alpha val="12348"/>
                  </a:srgbClr>
                </a:gs>
                <a:gs pos="42857">
                  <a:srgbClr val="FBC7AC">
                    <a:alpha val="8282"/>
                  </a:srgbClr>
                </a:gs>
                <a:gs pos="57143">
                  <a:srgbClr val="FBC7AC">
                    <a:alpha val="4677"/>
                  </a:srgbClr>
                </a:gs>
                <a:gs pos="71429">
                  <a:srgbClr val="FBC7AC">
                    <a:alpha val="2217"/>
                  </a:srgbClr>
                </a:gs>
                <a:gs pos="85714">
                  <a:srgbClr val="FBC7AC">
                    <a:alpha val="883"/>
                  </a:srgbClr>
                </a:gs>
                <a:gs pos="100000">
                  <a:srgbClr val="FBC7AC">
                    <a:alpha val="2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Splat 137"/>
            <p:cNvSpPr>
              <a:spLocks noGrp="1"/>
            </p:cNvSpPr>
            <p:nvPr/>
          </p:nvSpPr>
          <p:spPr>
            <a:xfrm rot="3281563">
              <a:off x="916270" y="779568"/>
              <a:ext cx="68461" cy="17324"/>
            </a:xfrm>
            <a:prstGeom prst="ellipse">
              <a:avLst/>
            </a:prstGeom>
            <a:gradFill>
              <a:gsLst>
                <a:gs pos="0">
                  <a:srgbClr val="948A85">
                    <a:alpha val="16703"/>
                  </a:srgbClr>
                </a:gs>
                <a:gs pos="14286">
                  <a:srgbClr val="948A85">
                    <a:alpha val="15462"/>
                  </a:srgbClr>
                </a:gs>
                <a:gs pos="28571">
                  <a:srgbClr val="948A85">
                    <a:alpha val="12227"/>
                  </a:srgbClr>
                </a:gs>
                <a:gs pos="42857">
                  <a:srgbClr val="948A85">
                    <a:alpha val="8199"/>
                  </a:srgbClr>
                </a:gs>
                <a:gs pos="57143">
                  <a:srgbClr val="948A85">
                    <a:alpha val="4630"/>
                  </a:srgbClr>
                </a:gs>
                <a:gs pos="71429">
                  <a:srgbClr val="948A85">
                    <a:alpha val="2194"/>
                  </a:srgbClr>
                </a:gs>
                <a:gs pos="85714">
                  <a:srgbClr val="948A85">
                    <a:alpha val="874"/>
                  </a:srgbClr>
                </a:gs>
                <a:gs pos="100000">
                  <a:srgbClr val="948A85">
                    <a:alpha val="2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Splat 138"/>
            <p:cNvSpPr>
              <a:spLocks noGrp="1"/>
            </p:cNvSpPr>
            <p:nvPr/>
          </p:nvSpPr>
          <p:spPr>
            <a:xfrm rot="-9556073">
              <a:off x="2668920" y="487381"/>
              <a:ext cx="68461" cy="17337"/>
            </a:xfrm>
            <a:prstGeom prst="ellipse">
              <a:avLst/>
            </a:prstGeom>
            <a:gradFill>
              <a:gsLst>
                <a:gs pos="0">
                  <a:srgbClr val="AE907C">
                    <a:alpha val="16693"/>
                  </a:srgbClr>
                </a:gs>
                <a:gs pos="14286">
                  <a:srgbClr val="AE907C">
                    <a:alpha val="15453"/>
                  </a:srgbClr>
                </a:gs>
                <a:gs pos="28571">
                  <a:srgbClr val="AE907C">
                    <a:alpha val="12220"/>
                  </a:srgbClr>
                </a:gs>
                <a:gs pos="42857">
                  <a:srgbClr val="AE907C">
                    <a:alpha val="8194"/>
                  </a:srgbClr>
                </a:gs>
                <a:gs pos="57143">
                  <a:srgbClr val="AE907C">
                    <a:alpha val="4627"/>
                  </a:srgbClr>
                </a:gs>
                <a:gs pos="71429">
                  <a:srgbClr val="AE907C">
                    <a:alpha val="2193"/>
                  </a:srgbClr>
                </a:gs>
                <a:gs pos="85714">
                  <a:srgbClr val="AE907C">
                    <a:alpha val="873"/>
                  </a:srgbClr>
                </a:gs>
                <a:gs pos="100000">
                  <a:srgbClr val="AE907C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Splat 139"/>
            <p:cNvSpPr>
              <a:spLocks noGrp="1"/>
            </p:cNvSpPr>
            <p:nvPr/>
          </p:nvSpPr>
          <p:spPr>
            <a:xfrm rot="-8951226">
              <a:off x="1058655" y="1170073"/>
              <a:ext cx="68461" cy="17350"/>
            </a:xfrm>
            <a:prstGeom prst="ellipse">
              <a:avLst/>
            </a:prstGeom>
            <a:gradFill>
              <a:gsLst>
                <a:gs pos="0">
                  <a:srgbClr val="B51424">
                    <a:alpha val="16683"/>
                  </a:srgbClr>
                </a:gs>
                <a:gs pos="14286">
                  <a:srgbClr val="B51424">
                    <a:alpha val="15444"/>
                  </a:srgbClr>
                </a:gs>
                <a:gs pos="28571">
                  <a:srgbClr val="B51424">
                    <a:alpha val="12213"/>
                  </a:srgbClr>
                </a:gs>
                <a:gs pos="42857">
                  <a:srgbClr val="B51424">
                    <a:alpha val="8189"/>
                  </a:srgbClr>
                </a:gs>
                <a:gs pos="57143">
                  <a:srgbClr val="B51424">
                    <a:alpha val="4624"/>
                  </a:srgbClr>
                </a:gs>
                <a:gs pos="71429">
                  <a:srgbClr val="B51424">
                    <a:alpha val="2192"/>
                  </a:srgbClr>
                </a:gs>
                <a:gs pos="85714">
                  <a:srgbClr val="B51424">
                    <a:alpha val="872"/>
                  </a:srgbClr>
                </a:gs>
                <a:gs pos="100000">
                  <a:srgbClr val="B51424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Splat 140"/>
            <p:cNvSpPr>
              <a:spLocks noGrp="1"/>
            </p:cNvSpPr>
            <p:nvPr/>
          </p:nvSpPr>
          <p:spPr>
            <a:xfrm rot="6488401">
              <a:off x="599719" y="1448385"/>
              <a:ext cx="284631" cy="47885"/>
            </a:xfrm>
            <a:prstGeom prst="ellipse">
              <a:avLst/>
            </a:prstGeom>
            <a:gradFill>
              <a:gsLst>
                <a:gs pos="0">
                  <a:srgbClr val="FFFFEB">
                    <a:alpha val="32968"/>
                  </a:srgbClr>
                </a:gs>
                <a:gs pos="14286">
                  <a:srgbClr val="FFFFEB">
                    <a:alpha val="30764"/>
                  </a:srgbClr>
                </a:gs>
                <a:gs pos="28571">
                  <a:srgbClr val="FFFFEB">
                    <a:alpha val="24833"/>
                  </a:srgbClr>
                </a:gs>
                <a:gs pos="42857">
                  <a:srgbClr val="FFFFEB">
                    <a:alpha val="17075"/>
                  </a:srgbClr>
                </a:gs>
                <a:gs pos="57143">
                  <a:srgbClr val="FFFFEB">
                    <a:alpha val="9855"/>
                  </a:srgbClr>
                </a:gs>
                <a:gs pos="71429">
                  <a:srgbClr val="FFFFEB">
                    <a:alpha val="4740"/>
                  </a:srgbClr>
                </a:gs>
                <a:gs pos="85714">
                  <a:srgbClr val="FFFFEB">
                    <a:alpha val="1902"/>
                  </a:srgbClr>
                </a:gs>
                <a:gs pos="100000">
                  <a:srgbClr val="FFFFE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Splat 141"/>
            <p:cNvSpPr>
              <a:spLocks noGrp="1"/>
            </p:cNvSpPr>
            <p:nvPr/>
          </p:nvSpPr>
          <p:spPr>
            <a:xfrm rot="5413953">
              <a:off x="1515886" y="55506"/>
              <a:ext cx="68461" cy="17364"/>
            </a:xfrm>
            <a:prstGeom prst="ellipse">
              <a:avLst/>
            </a:prstGeom>
            <a:gradFill>
              <a:gsLst>
                <a:gs pos="0">
                  <a:srgbClr val="A36649">
                    <a:alpha val="16673"/>
                  </a:srgbClr>
                </a:gs>
                <a:gs pos="14286">
                  <a:srgbClr val="A36649">
                    <a:alpha val="15434"/>
                  </a:srgbClr>
                </a:gs>
                <a:gs pos="28571">
                  <a:srgbClr val="A36649">
                    <a:alpha val="12205"/>
                  </a:srgbClr>
                </a:gs>
                <a:gs pos="42857">
                  <a:srgbClr val="A36649">
                    <a:alpha val="8183"/>
                  </a:srgbClr>
                </a:gs>
                <a:gs pos="57143">
                  <a:srgbClr val="A36649">
                    <a:alpha val="4621"/>
                  </a:srgbClr>
                </a:gs>
                <a:gs pos="71429">
                  <a:srgbClr val="A36649">
                    <a:alpha val="2190"/>
                  </a:srgbClr>
                </a:gs>
                <a:gs pos="85714">
                  <a:srgbClr val="A36649">
                    <a:alpha val="872"/>
                  </a:srgbClr>
                </a:gs>
                <a:gs pos="100000">
                  <a:srgbClr val="A36649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Splat 142"/>
            <p:cNvSpPr>
              <a:spLocks noGrp="1"/>
            </p:cNvSpPr>
            <p:nvPr/>
          </p:nvSpPr>
          <p:spPr>
            <a:xfrm rot="7888846">
              <a:off x="651257" y="1269510"/>
              <a:ext cx="68461" cy="17261"/>
            </a:xfrm>
            <a:prstGeom prst="ellipse">
              <a:avLst/>
            </a:prstGeom>
            <a:gradFill>
              <a:gsLst>
                <a:gs pos="0">
                  <a:srgbClr val="988881">
                    <a:alpha val="16749"/>
                  </a:srgbClr>
                </a:gs>
                <a:gs pos="14286">
                  <a:srgbClr val="988881">
                    <a:alpha val="15505"/>
                  </a:srgbClr>
                </a:gs>
                <a:gs pos="28571">
                  <a:srgbClr val="988881">
                    <a:alpha val="12262"/>
                  </a:srgbClr>
                </a:gs>
                <a:gs pos="42857">
                  <a:srgbClr val="988881">
                    <a:alpha val="8223"/>
                  </a:srgbClr>
                </a:gs>
                <a:gs pos="57143">
                  <a:srgbClr val="988881">
                    <a:alpha val="4643"/>
                  </a:srgbClr>
                </a:gs>
                <a:gs pos="71429">
                  <a:srgbClr val="988881">
                    <a:alpha val="2201"/>
                  </a:srgbClr>
                </a:gs>
                <a:gs pos="85714">
                  <a:srgbClr val="988881">
                    <a:alpha val="876"/>
                  </a:srgbClr>
                </a:gs>
                <a:gs pos="100000">
                  <a:srgbClr val="988881">
                    <a:alpha val="2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Splat 143"/>
            <p:cNvSpPr>
              <a:spLocks noGrp="1"/>
            </p:cNvSpPr>
            <p:nvPr/>
          </p:nvSpPr>
          <p:spPr>
            <a:xfrm rot="9127780">
              <a:off x="671849" y="1040624"/>
              <a:ext cx="67834" cy="16959"/>
            </a:xfrm>
            <a:prstGeom prst="ellipse">
              <a:avLst/>
            </a:prstGeom>
            <a:gradFill>
              <a:gsLst>
                <a:gs pos="0">
                  <a:srgbClr val="FFBED1">
                    <a:alpha val="16972"/>
                  </a:srgbClr>
                </a:gs>
                <a:gs pos="14286">
                  <a:srgbClr val="FFBED1">
                    <a:alpha val="15713"/>
                  </a:srgbClr>
                </a:gs>
                <a:gs pos="28571">
                  <a:srgbClr val="FFBED1">
                    <a:alpha val="12430"/>
                  </a:srgbClr>
                </a:gs>
                <a:gs pos="42857">
                  <a:srgbClr val="FFBED1">
                    <a:alpha val="8338"/>
                  </a:srgbClr>
                </a:gs>
                <a:gs pos="57143">
                  <a:srgbClr val="FFBED1">
                    <a:alpha val="4710"/>
                  </a:srgbClr>
                </a:gs>
                <a:gs pos="71429">
                  <a:srgbClr val="FFBED1">
                    <a:alpha val="2233"/>
                  </a:srgbClr>
                </a:gs>
                <a:gs pos="85714">
                  <a:srgbClr val="FFBED1">
                    <a:alpha val="889"/>
                  </a:srgbClr>
                </a:gs>
                <a:gs pos="100000">
                  <a:srgbClr val="FFBED1">
                    <a:alpha val="2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Splat 144"/>
            <p:cNvSpPr>
              <a:spLocks noGrp="1"/>
            </p:cNvSpPr>
            <p:nvPr/>
          </p:nvSpPr>
          <p:spPr>
            <a:xfrm rot="5400000">
              <a:off x="1916839" y="552907"/>
              <a:ext cx="34418" cy="34418"/>
            </a:xfrm>
            <a:prstGeom prst="ellipse">
              <a:avLst/>
            </a:prstGeom>
            <a:gradFill>
              <a:gsLst>
                <a:gs pos="0">
                  <a:srgbClr val="D0665D">
                    <a:alpha val="16787"/>
                  </a:srgbClr>
                </a:gs>
                <a:gs pos="14286">
                  <a:srgbClr val="D0665D">
                    <a:alpha val="15541"/>
                  </a:srgbClr>
                </a:gs>
                <a:gs pos="28571">
                  <a:srgbClr val="D0665D">
                    <a:alpha val="12291"/>
                  </a:srgbClr>
                </a:gs>
                <a:gs pos="42857">
                  <a:srgbClr val="D0665D">
                    <a:alpha val="8243"/>
                  </a:srgbClr>
                </a:gs>
                <a:gs pos="57143">
                  <a:srgbClr val="D0665D">
                    <a:alpha val="4655"/>
                  </a:srgbClr>
                </a:gs>
                <a:gs pos="71429">
                  <a:srgbClr val="D0665D">
                    <a:alpha val="2206"/>
                  </a:srgbClr>
                </a:gs>
                <a:gs pos="85714">
                  <a:srgbClr val="D0665D">
                    <a:alpha val="878"/>
                  </a:srgbClr>
                </a:gs>
                <a:gs pos="100000">
                  <a:srgbClr val="D0665D">
                    <a:alpha val="2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Splat 145"/>
            <p:cNvSpPr>
              <a:spLocks noGrp="1"/>
            </p:cNvSpPr>
            <p:nvPr/>
          </p:nvSpPr>
          <p:spPr>
            <a:xfrm rot="2962675">
              <a:off x="1176773" y="1474176"/>
              <a:ext cx="594825" cy="558852"/>
            </a:xfrm>
            <a:prstGeom prst="ellipse">
              <a:avLst/>
            </a:prstGeom>
            <a:gradFill>
              <a:gsLst>
                <a:gs pos="0">
                  <a:srgbClr val="824909">
                    <a:alpha val="15987"/>
                  </a:srgbClr>
                </a:gs>
                <a:gs pos="14286">
                  <a:srgbClr val="824909">
                    <a:alpha val="14795"/>
                  </a:srgbClr>
                </a:gs>
                <a:gs pos="28571">
                  <a:srgbClr val="824909">
                    <a:alpha val="11690"/>
                  </a:srgbClr>
                </a:gs>
                <a:gs pos="42857">
                  <a:srgbClr val="824909">
                    <a:alpha val="7831"/>
                  </a:srgbClr>
                </a:gs>
                <a:gs pos="57143">
                  <a:srgbClr val="824909">
                    <a:alpha val="4418"/>
                  </a:srgbClr>
                </a:gs>
                <a:gs pos="71429">
                  <a:srgbClr val="824909">
                    <a:alpha val="2093"/>
                  </a:srgbClr>
                </a:gs>
                <a:gs pos="85714">
                  <a:srgbClr val="824909">
                    <a:alpha val="833"/>
                  </a:srgbClr>
                </a:gs>
                <a:gs pos="100000">
                  <a:srgbClr val="824909">
                    <a:alpha val="2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Splat 146"/>
            <p:cNvSpPr>
              <a:spLocks noGrp="1"/>
            </p:cNvSpPr>
            <p:nvPr/>
          </p:nvSpPr>
          <p:spPr>
            <a:xfrm rot="10615570">
              <a:off x="842244" y="1027354"/>
              <a:ext cx="68461" cy="17355"/>
            </a:xfrm>
            <a:prstGeom prst="ellipse">
              <a:avLst/>
            </a:prstGeom>
            <a:gradFill>
              <a:gsLst>
                <a:gs pos="0">
                  <a:srgbClr val="9D1200">
                    <a:alpha val="16679"/>
                  </a:srgbClr>
                </a:gs>
                <a:gs pos="14286">
                  <a:srgbClr val="9D1200">
                    <a:alpha val="15440"/>
                  </a:srgbClr>
                </a:gs>
                <a:gs pos="28571">
                  <a:srgbClr val="9D1200">
                    <a:alpha val="12210"/>
                  </a:srgbClr>
                </a:gs>
                <a:gs pos="42857">
                  <a:srgbClr val="9D1200">
                    <a:alpha val="8187"/>
                  </a:srgbClr>
                </a:gs>
                <a:gs pos="57143">
                  <a:srgbClr val="9D1200">
                    <a:alpha val="4623"/>
                  </a:srgbClr>
                </a:gs>
                <a:gs pos="71429">
                  <a:srgbClr val="9D1200">
                    <a:alpha val="2191"/>
                  </a:srgbClr>
                </a:gs>
                <a:gs pos="85714">
                  <a:srgbClr val="9D1200">
                    <a:alpha val="872"/>
                  </a:srgbClr>
                </a:gs>
                <a:gs pos="100000">
                  <a:srgbClr val="9D1200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Splat 147"/>
            <p:cNvSpPr>
              <a:spLocks noGrp="1"/>
            </p:cNvSpPr>
            <p:nvPr/>
          </p:nvSpPr>
          <p:spPr>
            <a:xfrm rot="-9744319">
              <a:off x="2205726" y="1306640"/>
              <a:ext cx="92345" cy="53615"/>
            </a:xfrm>
            <a:prstGeom prst="ellipse">
              <a:avLst/>
            </a:prstGeom>
            <a:gradFill>
              <a:gsLst>
                <a:gs pos="0">
                  <a:srgbClr val="000057">
                    <a:alpha val="32968"/>
                  </a:srgbClr>
                </a:gs>
                <a:gs pos="14286">
                  <a:srgbClr val="000057">
                    <a:alpha val="30764"/>
                  </a:srgbClr>
                </a:gs>
                <a:gs pos="28571">
                  <a:srgbClr val="000057">
                    <a:alpha val="24833"/>
                  </a:srgbClr>
                </a:gs>
                <a:gs pos="42857">
                  <a:srgbClr val="000057">
                    <a:alpha val="17075"/>
                  </a:srgbClr>
                </a:gs>
                <a:gs pos="57143">
                  <a:srgbClr val="000057">
                    <a:alpha val="9855"/>
                  </a:srgbClr>
                </a:gs>
                <a:gs pos="71429">
                  <a:srgbClr val="000057">
                    <a:alpha val="4740"/>
                  </a:srgbClr>
                </a:gs>
                <a:gs pos="85714">
                  <a:srgbClr val="000057">
                    <a:alpha val="1902"/>
                  </a:srgbClr>
                </a:gs>
                <a:gs pos="100000">
                  <a:srgbClr val="00005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Splat 148"/>
            <p:cNvSpPr>
              <a:spLocks noGrp="1"/>
            </p:cNvSpPr>
            <p:nvPr/>
          </p:nvSpPr>
          <p:spPr>
            <a:xfrm rot="4655913">
              <a:off x="2649335" y="1610146"/>
              <a:ext cx="68461" cy="17456"/>
            </a:xfrm>
            <a:prstGeom prst="ellipse">
              <a:avLst/>
            </a:prstGeom>
            <a:gradFill>
              <a:gsLst>
                <a:gs pos="0">
                  <a:srgbClr val="8A7C76">
                    <a:alpha val="16605"/>
                  </a:srgbClr>
                </a:gs>
                <a:gs pos="14286">
                  <a:srgbClr val="8A7C76">
                    <a:alpha val="15371"/>
                  </a:srgbClr>
                </a:gs>
                <a:gs pos="28571">
                  <a:srgbClr val="8A7C76">
                    <a:alpha val="12154"/>
                  </a:srgbClr>
                </a:gs>
                <a:gs pos="42857">
                  <a:srgbClr val="8A7C76">
                    <a:alpha val="8149"/>
                  </a:srgbClr>
                </a:gs>
                <a:gs pos="57143">
                  <a:srgbClr val="8A7C76">
                    <a:alpha val="4601"/>
                  </a:srgbClr>
                </a:gs>
                <a:gs pos="71429">
                  <a:srgbClr val="8A7C76">
                    <a:alpha val="2180"/>
                  </a:srgbClr>
                </a:gs>
                <a:gs pos="85714">
                  <a:srgbClr val="8A7C76">
                    <a:alpha val="868"/>
                  </a:srgbClr>
                </a:gs>
                <a:gs pos="100000">
                  <a:srgbClr val="8A7C76">
                    <a:alpha val="2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Splat 149"/>
            <p:cNvSpPr>
              <a:spLocks noGrp="1"/>
            </p:cNvSpPr>
            <p:nvPr/>
          </p:nvSpPr>
          <p:spPr>
            <a:xfrm rot="-10313069">
              <a:off x="756525" y="1049090"/>
              <a:ext cx="65207" cy="16302"/>
            </a:xfrm>
            <a:prstGeom prst="ellipse">
              <a:avLst/>
            </a:prstGeom>
            <a:gradFill>
              <a:gsLst>
                <a:gs pos="0">
                  <a:srgbClr val="FFCFD6">
                    <a:alpha val="17454"/>
                  </a:srgbClr>
                </a:gs>
                <a:gs pos="14286">
                  <a:srgbClr val="FFCFD6">
                    <a:alpha val="16163"/>
                  </a:srgbClr>
                </a:gs>
                <a:gs pos="28571">
                  <a:srgbClr val="FFCFD6">
                    <a:alpha val="12793"/>
                  </a:srgbClr>
                </a:gs>
                <a:gs pos="42857">
                  <a:srgbClr val="FFCFD6">
                    <a:alpha val="8587"/>
                  </a:srgbClr>
                </a:gs>
                <a:gs pos="57143">
                  <a:srgbClr val="FFCFD6">
                    <a:alpha val="4853"/>
                  </a:srgbClr>
                </a:gs>
                <a:gs pos="71429">
                  <a:srgbClr val="FFCFD6">
                    <a:alpha val="2302"/>
                  </a:srgbClr>
                </a:gs>
                <a:gs pos="85714">
                  <a:srgbClr val="FFCFD6">
                    <a:alpha val="917"/>
                  </a:srgbClr>
                </a:gs>
                <a:gs pos="100000">
                  <a:srgbClr val="FFCFD6">
                    <a:alpha val="3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Splat 150"/>
            <p:cNvSpPr>
              <a:spLocks noGrp="1"/>
            </p:cNvSpPr>
            <p:nvPr/>
          </p:nvSpPr>
          <p:spPr>
            <a:xfrm rot="10209436">
              <a:off x="3155788" y="161193"/>
              <a:ext cx="68461" cy="17412"/>
            </a:xfrm>
            <a:prstGeom prst="ellipse">
              <a:avLst/>
            </a:prstGeom>
            <a:gradFill>
              <a:gsLst>
                <a:gs pos="0">
                  <a:srgbClr val="A68676">
                    <a:alpha val="16637"/>
                  </a:srgbClr>
                </a:gs>
                <a:gs pos="14286">
                  <a:srgbClr val="A68676">
                    <a:alpha val="15401"/>
                  </a:srgbClr>
                </a:gs>
                <a:gs pos="28571">
                  <a:srgbClr val="A68676">
                    <a:alpha val="12178"/>
                  </a:srgbClr>
                </a:gs>
                <a:gs pos="42857">
                  <a:srgbClr val="A68676">
                    <a:alpha val="8165"/>
                  </a:srgbClr>
                </a:gs>
                <a:gs pos="57143">
                  <a:srgbClr val="A68676">
                    <a:alpha val="4610"/>
                  </a:srgbClr>
                </a:gs>
                <a:gs pos="71429">
                  <a:srgbClr val="A68676">
                    <a:alpha val="2185"/>
                  </a:srgbClr>
                </a:gs>
                <a:gs pos="85714">
                  <a:srgbClr val="A68676">
                    <a:alpha val="870"/>
                  </a:srgbClr>
                </a:gs>
                <a:gs pos="100000">
                  <a:srgbClr val="A68676">
                    <a:alpha val="2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Splat 151"/>
            <p:cNvSpPr>
              <a:spLocks noGrp="1"/>
            </p:cNvSpPr>
            <p:nvPr/>
          </p:nvSpPr>
          <p:spPr>
            <a:xfrm rot="-10560704">
              <a:off x="1840597" y="298878"/>
              <a:ext cx="68461" cy="17375"/>
            </a:xfrm>
            <a:prstGeom prst="ellipse">
              <a:avLst/>
            </a:prstGeom>
            <a:gradFill>
              <a:gsLst>
                <a:gs pos="0">
                  <a:srgbClr val="ECCEB4">
                    <a:alpha val="16665"/>
                  </a:srgbClr>
                </a:gs>
                <a:gs pos="14286">
                  <a:srgbClr val="ECCEB4">
                    <a:alpha val="15427"/>
                  </a:srgbClr>
                </a:gs>
                <a:gs pos="28571">
                  <a:srgbClr val="ECCEB4">
                    <a:alpha val="12199"/>
                  </a:srgbClr>
                </a:gs>
                <a:gs pos="42857">
                  <a:srgbClr val="ECCEB4">
                    <a:alpha val="8179"/>
                  </a:srgbClr>
                </a:gs>
                <a:gs pos="57143">
                  <a:srgbClr val="ECCEB4">
                    <a:alpha val="4618"/>
                  </a:srgbClr>
                </a:gs>
                <a:gs pos="71429">
                  <a:srgbClr val="ECCEB4">
                    <a:alpha val="2189"/>
                  </a:srgbClr>
                </a:gs>
                <a:gs pos="85714">
                  <a:srgbClr val="ECCEB4">
                    <a:alpha val="871"/>
                  </a:srgbClr>
                </a:gs>
                <a:gs pos="100000">
                  <a:srgbClr val="ECCEB4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Splat 152"/>
            <p:cNvSpPr>
              <a:spLocks noGrp="1"/>
            </p:cNvSpPr>
            <p:nvPr/>
          </p:nvSpPr>
          <p:spPr>
            <a:xfrm rot="4966446">
              <a:off x="1816816" y="390823"/>
              <a:ext cx="68461" cy="17482"/>
            </a:xfrm>
            <a:prstGeom prst="ellipse">
              <a:avLst/>
            </a:prstGeom>
            <a:gradFill>
              <a:gsLst>
                <a:gs pos="0">
                  <a:srgbClr val="D9D2D0">
                    <a:alpha val="16585"/>
                  </a:srgbClr>
                </a:gs>
                <a:gs pos="14286">
                  <a:srgbClr val="D9D2D0">
                    <a:alpha val="15353"/>
                  </a:srgbClr>
                </a:gs>
                <a:gs pos="28571">
                  <a:srgbClr val="D9D2D0">
                    <a:alpha val="12139"/>
                  </a:srgbClr>
                </a:gs>
                <a:gs pos="42857">
                  <a:srgbClr val="D9D2D0">
                    <a:alpha val="8138"/>
                  </a:srgbClr>
                </a:gs>
                <a:gs pos="57143">
                  <a:srgbClr val="D9D2D0">
                    <a:alpha val="4595"/>
                  </a:srgbClr>
                </a:gs>
                <a:gs pos="71429">
                  <a:srgbClr val="D9D2D0">
                    <a:alpha val="2178"/>
                  </a:srgbClr>
                </a:gs>
                <a:gs pos="85714">
                  <a:srgbClr val="D9D2D0">
                    <a:alpha val="867"/>
                  </a:srgbClr>
                </a:gs>
                <a:gs pos="100000">
                  <a:srgbClr val="D9D2D0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Splat 153"/>
            <p:cNvSpPr>
              <a:spLocks noGrp="1"/>
            </p:cNvSpPr>
            <p:nvPr/>
          </p:nvSpPr>
          <p:spPr>
            <a:xfrm rot="8304862">
              <a:off x="957172" y="1358209"/>
              <a:ext cx="496373" cy="7066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Splat 154"/>
            <p:cNvSpPr>
              <a:spLocks noGrp="1"/>
            </p:cNvSpPr>
            <p:nvPr/>
          </p:nvSpPr>
          <p:spPr>
            <a:xfrm rot="-8237920">
              <a:off x="2697174" y="780894"/>
              <a:ext cx="68461" cy="17474"/>
            </a:xfrm>
            <a:prstGeom prst="ellipse">
              <a:avLst/>
            </a:prstGeom>
            <a:gradFill>
              <a:gsLst>
                <a:gs pos="0">
                  <a:srgbClr val="A88361">
                    <a:alpha val="16591"/>
                  </a:srgbClr>
                </a:gs>
                <a:gs pos="14286">
                  <a:srgbClr val="A88361">
                    <a:alpha val="15358"/>
                  </a:srgbClr>
                </a:gs>
                <a:gs pos="28571">
                  <a:srgbClr val="A88361">
                    <a:alpha val="12144"/>
                  </a:srgbClr>
                </a:gs>
                <a:gs pos="42857">
                  <a:srgbClr val="A88361">
                    <a:alpha val="8142"/>
                  </a:srgbClr>
                </a:gs>
                <a:gs pos="57143">
                  <a:srgbClr val="A88361">
                    <a:alpha val="4597"/>
                  </a:srgbClr>
                </a:gs>
                <a:gs pos="71429">
                  <a:srgbClr val="A88361">
                    <a:alpha val="2179"/>
                  </a:srgbClr>
                </a:gs>
                <a:gs pos="85714">
                  <a:srgbClr val="A88361">
                    <a:alpha val="867"/>
                  </a:srgbClr>
                </a:gs>
                <a:gs pos="100000">
                  <a:srgbClr val="A88361">
                    <a:alpha val="2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Splat 155"/>
            <p:cNvSpPr>
              <a:spLocks noGrp="1"/>
            </p:cNvSpPr>
            <p:nvPr/>
          </p:nvSpPr>
          <p:spPr>
            <a:xfrm rot="2872219">
              <a:off x="3087025" y="-145528"/>
              <a:ext cx="610680" cy="467514"/>
            </a:xfrm>
            <a:prstGeom prst="ellipse">
              <a:avLst/>
            </a:prstGeom>
            <a:gradFill>
              <a:gsLst>
                <a:gs pos="0">
                  <a:srgbClr val="2EB2F0">
                    <a:alpha val="32968"/>
                  </a:srgbClr>
                </a:gs>
                <a:gs pos="14286">
                  <a:srgbClr val="2EB2F0">
                    <a:alpha val="30764"/>
                  </a:srgbClr>
                </a:gs>
                <a:gs pos="28571">
                  <a:srgbClr val="2EB2F0">
                    <a:alpha val="24833"/>
                  </a:srgbClr>
                </a:gs>
                <a:gs pos="42857">
                  <a:srgbClr val="2EB2F0">
                    <a:alpha val="17075"/>
                  </a:srgbClr>
                </a:gs>
                <a:gs pos="57143">
                  <a:srgbClr val="2EB2F0">
                    <a:alpha val="9855"/>
                  </a:srgbClr>
                </a:gs>
                <a:gs pos="71429">
                  <a:srgbClr val="2EB2F0">
                    <a:alpha val="4740"/>
                  </a:srgbClr>
                </a:gs>
                <a:gs pos="85714">
                  <a:srgbClr val="2EB2F0">
                    <a:alpha val="1902"/>
                  </a:srgbClr>
                </a:gs>
                <a:gs pos="100000">
                  <a:srgbClr val="2EB2F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Splat 156"/>
            <p:cNvSpPr>
              <a:spLocks noGrp="1"/>
            </p:cNvSpPr>
            <p:nvPr/>
          </p:nvSpPr>
          <p:spPr>
            <a:xfrm rot="5552047">
              <a:off x="2472383" y="297360"/>
              <a:ext cx="64046" cy="16011"/>
            </a:xfrm>
            <a:prstGeom prst="ellipse">
              <a:avLst/>
            </a:prstGeom>
            <a:gradFill>
              <a:gsLst>
                <a:gs pos="0">
                  <a:srgbClr val="D2CACC">
                    <a:alpha val="17666"/>
                  </a:srgbClr>
                </a:gs>
                <a:gs pos="14286">
                  <a:srgbClr val="D2CACC">
                    <a:alpha val="16361"/>
                  </a:srgbClr>
                </a:gs>
                <a:gs pos="28571">
                  <a:srgbClr val="D2CACC">
                    <a:alpha val="12953"/>
                  </a:srgbClr>
                </a:gs>
                <a:gs pos="42857">
                  <a:srgbClr val="D2CACC">
                    <a:alpha val="8697"/>
                  </a:srgbClr>
                </a:gs>
                <a:gs pos="57143">
                  <a:srgbClr val="D2CACC">
                    <a:alpha val="4917"/>
                  </a:srgbClr>
                </a:gs>
                <a:gs pos="71429">
                  <a:srgbClr val="D2CACC">
                    <a:alpha val="2332"/>
                  </a:srgbClr>
                </a:gs>
                <a:gs pos="85714">
                  <a:srgbClr val="D2CACC">
                    <a:alpha val="929"/>
                  </a:srgbClr>
                </a:gs>
                <a:gs pos="100000">
                  <a:srgbClr val="D2CACC">
                    <a:alpha val="3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Splat 157"/>
            <p:cNvSpPr>
              <a:spLocks noGrp="1"/>
            </p:cNvSpPr>
            <p:nvPr/>
          </p:nvSpPr>
          <p:spPr>
            <a:xfrm rot="3842612">
              <a:off x="2758564" y="1590565"/>
              <a:ext cx="446668" cy="4143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Splat 158"/>
            <p:cNvSpPr>
              <a:spLocks noGrp="1"/>
            </p:cNvSpPr>
            <p:nvPr/>
          </p:nvSpPr>
          <p:spPr>
            <a:xfrm rot="3762062">
              <a:off x="107687" y="705810"/>
              <a:ext cx="63938" cy="15985"/>
            </a:xfrm>
            <a:prstGeom prst="ellipse">
              <a:avLst/>
            </a:prstGeom>
            <a:gradFill>
              <a:gsLst>
                <a:gs pos="0">
                  <a:srgbClr val="CBC5CF">
                    <a:alpha val="17685"/>
                  </a:srgbClr>
                </a:gs>
                <a:gs pos="14286">
                  <a:srgbClr val="CBC5CF">
                    <a:alpha val="16379"/>
                  </a:srgbClr>
                </a:gs>
                <a:gs pos="28571">
                  <a:srgbClr val="CBC5CF">
                    <a:alpha val="12967"/>
                  </a:srgbClr>
                </a:gs>
                <a:gs pos="42857">
                  <a:srgbClr val="CBC5CF">
                    <a:alpha val="8707"/>
                  </a:srgbClr>
                </a:gs>
                <a:gs pos="57143">
                  <a:srgbClr val="CBC5CF">
                    <a:alpha val="4923"/>
                  </a:srgbClr>
                </a:gs>
                <a:gs pos="71429">
                  <a:srgbClr val="CBC5CF">
                    <a:alpha val="2335"/>
                  </a:srgbClr>
                </a:gs>
                <a:gs pos="85714">
                  <a:srgbClr val="CBC5CF">
                    <a:alpha val="930"/>
                  </a:srgbClr>
                </a:gs>
                <a:gs pos="100000">
                  <a:srgbClr val="CBC5CF">
                    <a:alpha val="3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Splat 159"/>
            <p:cNvSpPr>
              <a:spLocks noGrp="1"/>
            </p:cNvSpPr>
            <p:nvPr/>
          </p:nvSpPr>
          <p:spPr>
            <a:xfrm rot="5359864">
              <a:off x="3174152" y="161489"/>
              <a:ext cx="68461" cy="17374"/>
            </a:xfrm>
            <a:prstGeom prst="ellipse">
              <a:avLst/>
            </a:prstGeom>
            <a:gradFill>
              <a:gsLst>
                <a:gs pos="0">
                  <a:srgbClr val="A38677">
                    <a:alpha val="16666"/>
                  </a:srgbClr>
                </a:gs>
                <a:gs pos="14286">
                  <a:srgbClr val="A38677">
                    <a:alpha val="15428"/>
                  </a:srgbClr>
                </a:gs>
                <a:gs pos="28571">
                  <a:srgbClr val="A38677">
                    <a:alpha val="12200"/>
                  </a:srgbClr>
                </a:gs>
                <a:gs pos="42857">
                  <a:srgbClr val="A38677">
                    <a:alpha val="8180"/>
                  </a:srgbClr>
                </a:gs>
                <a:gs pos="57143">
                  <a:srgbClr val="A38677">
                    <a:alpha val="4619"/>
                  </a:srgbClr>
                </a:gs>
                <a:gs pos="71429">
                  <a:srgbClr val="A38677">
                    <a:alpha val="2189"/>
                  </a:srgbClr>
                </a:gs>
                <a:gs pos="85714">
                  <a:srgbClr val="A38677">
                    <a:alpha val="871"/>
                  </a:srgbClr>
                </a:gs>
                <a:gs pos="100000">
                  <a:srgbClr val="A38677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Splat 160"/>
            <p:cNvSpPr>
              <a:spLocks noGrp="1"/>
            </p:cNvSpPr>
            <p:nvPr/>
          </p:nvSpPr>
          <p:spPr>
            <a:xfrm rot="5556648">
              <a:off x="3541561" y="382879"/>
              <a:ext cx="60600" cy="15150"/>
            </a:xfrm>
            <a:prstGeom prst="ellipse">
              <a:avLst/>
            </a:prstGeom>
            <a:gradFill>
              <a:gsLst>
                <a:gs pos="0">
                  <a:srgbClr val="D0C1C6">
                    <a:alpha val="18292"/>
                  </a:srgbClr>
                </a:gs>
                <a:gs pos="14286">
                  <a:srgbClr val="D0C1C6">
                    <a:alpha val="16946"/>
                  </a:srgbClr>
                </a:gs>
                <a:gs pos="28571">
                  <a:srgbClr val="D0C1C6">
                    <a:alpha val="13426"/>
                  </a:srgbClr>
                </a:gs>
                <a:gs pos="42857">
                  <a:srgbClr val="D0C1C6">
                    <a:alpha val="9023"/>
                  </a:srgbClr>
                </a:gs>
                <a:gs pos="57143">
                  <a:srgbClr val="D0C1C6">
                    <a:alpha val="5105"/>
                  </a:srgbClr>
                </a:gs>
                <a:gs pos="71429">
                  <a:srgbClr val="D0C1C6">
                    <a:alpha val="2423"/>
                  </a:srgbClr>
                </a:gs>
                <a:gs pos="85714">
                  <a:srgbClr val="D0C1C6">
                    <a:alpha val="965"/>
                  </a:srgbClr>
                </a:gs>
                <a:gs pos="100000">
                  <a:srgbClr val="D0C1C6">
                    <a:alpha val="3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Splat 161"/>
            <p:cNvSpPr>
              <a:spLocks noGrp="1"/>
            </p:cNvSpPr>
            <p:nvPr/>
          </p:nvSpPr>
          <p:spPr>
            <a:xfrm rot="3916778">
              <a:off x="2613813" y="1758606"/>
              <a:ext cx="379873" cy="28096"/>
            </a:xfrm>
            <a:prstGeom prst="ellipse">
              <a:avLst/>
            </a:prstGeom>
            <a:gradFill>
              <a:gsLst>
                <a:gs pos="0">
                  <a:srgbClr val="FFFFF4">
                    <a:alpha val="32968"/>
                  </a:srgbClr>
                </a:gs>
                <a:gs pos="14286">
                  <a:srgbClr val="FFFFF4">
                    <a:alpha val="30764"/>
                  </a:srgbClr>
                </a:gs>
                <a:gs pos="28571">
                  <a:srgbClr val="FFFFF4">
                    <a:alpha val="24833"/>
                  </a:srgbClr>
                </a:gs>
                <a:gs pos="42857">
                  <a:srgbClr val="FFFFF4">
                    <a:alpha val="17075"/>
                  </a:srgbClr>
                </a:gs>
                <a:gs pos="57143">
                  <a:srgbClr val="FFFFF4">
                    <a:alpha val="9855"/>
                  </a:srgbClr>
                </a:gs>
                <a:gs pos="71429">
                  <a:srgbClr val="FFFFF4">
                    <a:alpha val="4740"/>
                  </a:srgbClr>
                </a:gs>
                <a:gs pos="85714">
                  <a:srgbClr val="FFFFF4">
                    <a:alpha val="1902"/>
                  </a:srgbClr>
                </a:gs>
                <a:gs pos="100000">
                  <a:srgbClr val="FFFFF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Splat 162"/>
            <p:cNvSpPr>
              <a:spLocks noGrp="1"/>
            </p:cNvSpPr>
            <p:nvPr/>
          </p:nvSpPr>
          <p:spPr>
            <a:xfrm rot="-10530077">
              <a:off x="1927142" y="420433"/>
              <a:ext cx="348920" cy="33201"/>
            </a:xfrm>
            <a:prstGeom prst="ellipse">
              <a:avLst/>
            </a:prstGeom>
            <a:gradFill>
              <a:gsLst>
                <a:gs pos="0">
                  <a:srgbClr val="F2FFFF">
                    <a:alpha val="32968"/>
                  </a:srgbClr>
                </a:gs>
                <a:gs pos="14286">
                  <a:srgbClr val="F2FFFF">
                    <a:alpha val="30764"/>
                  </a:srgbClr>
                </a:gs>
                <a:gs pos="28571">
                  <a:srgbClr val="F2FFFF">
                    <a:alpha val="24833"/>
                  </a:srgbClr>
                </a:gs>
                <a:gs pos="42857">
                  <a:srgbClr val="F2FFFF">
                    <a:alpha val="17075"/>
                  </a:srgbClr>
                </a:gs>
                <a:gs pos="57143">
                  <a:srgbClr val="F2FFFF">
                    <a:alpha val="9855"/>
                  </a:srgbClr>
                </a:gs>
                <a:gs pos="71429">
                  <a:srgbClr val="F2FFFF">
                    <a:alpha val="4740"/>
                  </a:srgbClr>
                </a:gs>
                <a:gs pos="85714">
                  <a:srgbClr val="F2FFFF">
                    <a:alpha val="1902"/>
                  </a:srgbClr>
                </a:gs>
                <a:gs pos="100000">
                  <a:srgbClr val="F2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Splat 163"/>
            <p:cNvSpPr>
              <a:spLocks noGrp="1"/>
            </p:cNvSpPr>
            <p:nvPr/>
          </p:nvSpPr>
          <p:spPr>
            <a:xfrm rot="-10715815">
              <a:off x="1425364" y="2102681"/>
              <a:ext cx="482062" cy="62000"/>
            </a:xfrm>
            <a:prstGeom prst="ellipse">
              <a:avLst/>
            </a:prstGeom>
            <a:gradFill>
              <a:gsLst>
                <a:gs pos="0">
                  <a:srgbClr val="250000">
                    <a:alpha val="32968"/>
                  </a:srgbClr>
                </a:gs>
                <a:gs pos="14286">
                  <a:srgbClr val="250000">
                    <a:alpha val="30764"/>
                  </a:srgbClr>
                </a:gs>
                <a:gs pos="28571">
                  <a:srgbClr val="250000">
                    <a:alpha val="24833"/>
                  </a:srgbClr>
                </a:gs>
                <a:gs pos="42857">
                  <a:srgbClr val="250000">
                    <a:alpha val="17075"/>
                  </a:srgbClr>
                </a:gs>
                <a:gs pos="57143">
                  <a:srgbClr val="250000">
                    <a:alpha val="9855"/>
                  </a:srgbClr>
                </a:gs>
                <a:gs pos="71429">
                  <a:srgbClr val="250000">
                    <a:alpha val="4740"/>
                  </a:srgbClr>
                </a:gs>
                <a:gs pos="85714">
                  <a:srgbClr val="250000">
                    <a:alpha val="1902"/>
                  </a:srgbClr>
                </a:gs>
                <a:gs pos="100000">
                  <a:srgbClr val="25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Splat 164"/>
            <p:cNvSpPr>
              <a:spLocks noGrp="1"/>
            </p:cNvSpPr>
            <p:nvPr/>
          </p:nvSpPr>
          <p:spPr>
            <a:xfrm rot="8647928">
              <a:off x="1894304" y="571365"/>
              <a:ext cx="243453" cy="56201"/>
            </a:xfrm>
            <a:prstGeom prst="ellipse">
              <a:avLst/>
            </a:prstGeom>
            <a:gradFill>
              <a:gsLst>
                <a:gs pos="0">
                  <a:srgbClr val="FFFEFF">
                    <a:alpha val="32968"/>
                  </a:srgbClr>
                </a:gs>
                <a:gs pos="14286">
                  <a:srgbClr val="FFFEFF">
                    <a:alpha val="30764"/>
                  </a:srgbClr>
                </a:gs>
                <a:gs pos="28571">
                  <a:srgbClr val="FFFEFF">
                    <a:alpha val="24833"/>
                  </a:srgbClr>
                </a:gs>
                <a:gs pos="42857">
                  <a:srgbClr val="FFFEFF">
                    <a:alpha val="17075"/>
                  </a:srgbClr>
                </a:gs>
                <a:gs pos="57143">
                  <a:srgbClr val="FFFEFF">
                    <a:alpha val="9855"/>
                  </a:srgbClr>
                </a:gs>
                <a:gs pos="71429">
                  <a:srgbClr val="FFFEFF">
                    <a:alpha val="4740"/>
                  </a:srgbClr>
                </a:gs>
                <a:gs pos="85714">
                  <a:srgbClr val="FFFEFF">
                    <a:alpha val="1902"/>
                  </a:srgbClr>
                </a:gs>
                <a:gs pos="100000">
                  <a:srgbClr val="FFF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Splat 165"/>
            <p:cNvSpPr>
              <a:spLocks noGrp="1"/>
            </p:cNvSpPr>
            <p:nvPr/>
          </p:nvSpPr>
          <p:spPr>
            <a:xfrm rot="3631033">
              <a:off x="2497684" y="1268294"/>
              <a:ext cx="68461" cy="17212"/>
            </a:xfrm>
            <a:prstGeom prst="ellipse">
              <a:avLst/>
            </a:prstGeom>
            <a:gradFill>
              <a:gsLst>
                <a:gs pos="0">
                  <a:srgbClr val="CBAE95">
                    <a:alpha val="16785"/>
                  </a:srgbClr>
                </a:gs>
                <a:gs pos="14286">
                  <a:srgbClr val="CBAE95">
                    <a:alpha val="15539"/>
                  </a:srgbClr>
                </a:gs>
                <a:gs pos="28571">
                  <a:srgbClr val="CBAE95">
                    <a:alpha val="12289"/>
                  </a:srgbClr>
                </a:gs>
                <a:gs pos="42857">
                  <a:srgbClr val="CBAE95">
                    <a:alpha val="8241"/>
                  </a:srgbClr>
                </a:gs>
                <a:gs pos="57143">
                  <a:srgbClr val="CBAE95">
                    <a:alpha val="4654"/>
                  </a:srgbClr>
                </a:gs>
                <a:gs pos="71429">
                  <a:srgbClr val="CBAE95">
                    <a:alpha val="2206"/>
                  </a:srgbClr>
                </a:gs>
                <a:gs pos="85714">
                  <a:srgbClr val="CBAE95">
                    <a:alpha val="878"/>
                  </a:srgbClr>
                </a:gs>
                <a:gs pos="100000">
                  <a:srgbClr val="CBAE95">
                    <a:alpha val="2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Splat 166"/>
            <p:cNvSpPr>
              <a:spLocks noGrp="1"/>
            </p:cNvSpPr>
            <p:nvPr/>
          </p:nvSpPr>
          <p:spPr>
            <a:xfrm rot="3929555">
              <a:off x="806205" y="1733383"/>
              <a:ext cx="369366" cy="3281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Splat 167"/>
            <p:cNvSpPr>
              <a:spLocks noGrp="1"/>
            </p:cNvSpPr>
            <p:nvPr/>
          </p:nvSpPr>
          <p:spPr>
            <a:xfrm rot="4989772">
              <a:off x="2717544" y="179692"/>
              <a:ext cx="291561" cy="132840"/>
            </a:xfrm>
            <a:prstGeom prst="ellipse">
              <a:avLst/>
            </a:prstGeom>
            <a:gradFill>
              <a:gsLst>
                <a:gs pos="0">
                  <a:srgbClr val="FFFFC1">
                    <a:alpha val="32968"/>
                  </a:srgbClr>
                </a:gs>
                <a:gs pos="14286">
                  <a:srgbClr val="FFFFC1">
                    <a:alpha val="30764"/>
                  </a:srgbClr>
                </a:gs>
                <a:gs pos="28571">
                  <a:srgbClr val="FFFFC1">
                    <a:alpha val="24833"/>
                  </a:srgbClr>
                </a:gs>
                <a:gs pos="42857">
                  <a:srgbClr val="FFFFC1">
                    <a:alpha val="17075"/>
                  </a:srgbClr>
                </a:gs>
                <a:gs pos="57143">
                  <a:srgbClr val="FFFFC1">
                    <a:alpha val="9855"/>
                  </a:srgbClr>
                </a:gs>
                <a:gs pos="71429">
                  <a:srgbClr val="FFFFC1">
                    <a:alpha val="4740"/>
                  </a:srgbClr>
                </a:gs>
                <a:gs pos="85714">
                  <a:srgbClr val="FFFFC1">
                    <a:alpha val="1902"/>
                  </a:srgbClr>
                </a:gs>
                <a:gs pos="100000">
                  <a:srgbClr val="FFFFC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Splat 168"/>
            <p:cNvSpPr>
              <a:spLocks noGrp="1"/>
            </p:cNvSpPr>
            <p:nvPr/>
          </p:nvSpPr>
          <p:spPr>
            <a:xfrm rot="-9695042">
              <a:off x="1006031" y="1134578"/>
              <a:ext cx="66872" cy="16718"/>
            </a:xfrm>
            <a:prstGeom prst="ellipse">
              <a:avLst/>
            </a:prstGeom>
            <a:gradFill>
              <a:gsLst>
                <a:gs pos="0">
                  <a:srgbClr val="FF0000">
                    <a:alpha val="17148"/>
                  </a:srgbClr>
                </a:gs>
                <a:gs pos="14286">
                  <a:srgbClr val="FF0000">
                    <a:alpha val="15878"/>
                  </a:srgbClr>
                </a:gs>
                <a:gs pos="28571">
                  <a:srgbClr val="FF0000">
                    <a:alpha val="12563"/>
                  </a:srgbClr>
                </a:gs>
                <a:gs pos="42857">
                  <a:srgbClr val="FF0000">
                    <a:alpha val="8429"/>
                  </a:srgbClr>
                </a:gs>
                <a:gs pos="57143">
                  <a:srgbClr val="FF0000">
                    <a:alpha val="4762"/>
                  </a:srgbClr>
                </a:gs>
                <a:gs pos="71429">
                  <a:srgbClr val="FF0000">
                    <a:alpha val="2258"/>
                  </a:srgbClr>
                </a:gs>
                <a:gs pos="85714">
                  <a:srgbClr val="FF0000">
                    <a:alpha val="899"/>
                  </a:srgbClr>
                </a:gs>
                <a:gs pos="100000">
                  <a:srgbClr val="FF0000">
                    <a:alpha val="3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Splat 169"/>
            <p:cNvSpPr>
              <a:spLocks noGrp="1"/>
            </p:cNvSpPr>
            <p:nvPr/>
          </p:nvSpPr>
          <p:spPr>
            <a:xfrm rot="3762759">
              <a:off x="1804136" y="1147167"/>
              <a:ext cx="608989" cy="60001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Splat 170"/>
            <p:cNvSpPr>
              <a:spLocks noGrp="1"/>
            </p:cNvSpPr>
            <p:nvPr/>
          </p:nvSpPr>
          <p:spPr>
            <a:xfrm rot="4371099">
              <a:off x="1892427" y="1466288"/>
              <a:ext cx="68461" cy="17368"/>
            </a:xfrm>
            <a:prstGeom prst="ellipse">
              <a:avLst/>
            </a:prstGeom>
            <a:gradFill>
              <a:gsLst>
                <a:gs pos="0">
                  <a:srgbClr val="C1C0BF">
                    <a:alpha val="16670"/>
                  </a:srgbClr>
                </a:gs>
                <a:gs pos="14286">
                  <a:srgbClr val="C1C0BF">
                    <a:alpha val="15432"/>
                  </a:srgbClr>
                </a:gs>
                <a:gs pos="28571">
                  <a:srgbClr val="C1C0BF">
                    <a:alpha val="12203"/>
                  </a:srgbClr>
                </a:gs>
                <a:gs pos="42857">
                  <a:srgbClr val="C1C0BF">
                    <a:alpha val="8182"/>
                  </a:srgbClr>
                </a:gs>
                <a:gs pos="57143">
                  <a:srgbClr val="C1C0BF">
                    <a:alpha val="4620"/>
                  </a:srgbClr>
                </a:gs>
                <a:gs pos="71429">
                  <a:srgbClr val="C1C0BF">
                    <a:alpha val="2190"/>
                  </a:srgbClr>
                </a:gs>
                <a:gs pos="85714">
                  <a:srgbClr val="C1C0BF">
                    <a:alpha val="872"/>
                  </a:srgbClr>
                </a:gs>
                <a:gs pos="100000">
                  <a:srgbClr val="C1C0BF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" name="Splat 171"/>
            <p:cNvSpPr>
              <a:spLocks noGrp="1"/>
            </p:cNvSpPr>
            <p:nvPr/>
          </p:nvSpPr>
          <p:spPr>
            <a:xfrm rot="4475056">
              <a:off x="2182911" y="1231050"/>
              <a:ext cx="768742" cy="16944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" name="Splat 172"/>
            <p:cNvSpPr>
              <a:spLocks noGrp="1"/>
            </p:cNvSpPr>
            <p:nvPr/>
          </p:nvSpPr>
          <p:spPr>
            <a:xfrm rot="-10693269">
              <a:off x="745554" y="888144"/>
              <a:ext cx="471106" cy="7604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" name="Splat 173"/>
            <p:cNvSpPr>
              <a:spLocks noGrp="1"/>
            </p:cNvSpPr>
            <p:nvPr/>
          </p:nvSpPr>
          <p:spPr>
            <a:xfrm rot="-9887606">
              <a:off x="2851257" y="146931"/>
              <a:ext cx="652522" cy="355719"/>
            </a:xfrm>
            <a:prstGeom prst="ellipse">
              <a:avLst/>
            </a:prstGeom>
            <a:gradFill>
              <a:gsLst>
                <a:gs pos="0">
                  <a:srgbClr val="410000">
                    <a:alpha val="32968"/>
                  </a:srgbClr>
                </a:gs>
                <a:gs pos="14286">
                  <a:srgbClr val="410000">
                    <a:alpha val="30764"/>
                  </a:srgbClr>
                </a:gs>
                <a:gs pos="28571">
                  <a:srgbClr val="410000">
                    <a:alpha val="24833"/>
                  </a:srgbClr>
                </a:gs>
                <a:gs pos="42857">
                  <a:srgbClr val="410000">
                    <a:alpha val="17075"/>
                  </a:srgbClr>
                </a:gs>
                <a:gs pos="57143">
                  <a:srgbClr val="410000">
                    <a:alpha val="9855"/>
                  </a:srgbClr>
                </a:gs>
                <a:gs pos="71429">
                  <a:srgbClr val="410000">
                    <a:alpha val="4740"/>
                  </a:srgbClr>
                </a:gs>
                <a:gs pos="85714">
                  <a:srgbClr val="410000">
                    <a:alpha val="1902"/>
                  </a:srgbClr>
                </a:gs>
                <a:gs pos="100000">
                  <a:srgbClr val="41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" name="Splat 174"/>
            <p:cNvSpPr>
              <a:spLocks noGrp="1"/>
            </p:cNvSpPr>
            <p:nvPr/>
          </p:nvSpPr>
          <p:spPr>
            <a:xfrm rot="7033545">
              <a:off x="748763" y="1133651"/>
              <a:ext cx="66539" cy="16635"/>
            </a:xfrm>
            <a:prstGeom prst="ellipse">
              <a:avLst/>
            </a:prstGeom>
            <a:gradFill>
              <a:gsLst>
                <a:gs pos="0">
                  <a:srgbClr val="B5B8B9">
                    <a:alpha val="17210"/>
                  </a:srgbClr>
                </a:gs>
                <a:gs pos="14286">
                  <a:srgbClr val="B5B8B9">
                    <a:alpha val="15935"/>
                  </a:srgbClr>
                </a:gs>
                <a:gs pos="28571">
                  <a:srgbClr val="B5B8B9">
                    <a:alpha val="12609"/>
                  </a:srgbClr>
                </a:gs>
                <a:gs pos="42857">
                  <a:srgbClr val="B5B8B9">
                    <a:alpha val="8461"/>
                  </a:srgbClr>
                </a:gs>
                <a:gs pos="57143">
                  <a:srgbClr val="B5B8B9">
                    <a:alpha val="4780"/>
                  </a:srgbClr>
                </a:gs>
                <a:gs pos="71429">
                  <a:srgbClr val="B5B8B9">
                    <a:alpha val="2267"/>
                  </a:srgbClr>
                </a:gs>
                <a:gs pos="85714">
                  <a:srgbClr val="B5B8B9">
                    <a:alpha val="903"/>
                  </a:srgbClr>
                </a:gs>
                <a:gs pos="100000">
                  <a:srgbClr val="B5B8B9">
                    <a:alpha val="3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" name="Splat 175"/>
            <p:cNvSpPr>
              <a:spLocks noGrp="1"/>
            </p:cNvSpPr>
            <p:nvPr/>
          </p:nvSpPr>
          <p:spPr>
            <a:xfrm rot="-9090028">
              <a:off x="2763627" y="2078733"/>
              <a:ext cx="303841" cy="2374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" name="Splat 176"/>
            <p:cNvSpPr>
              <a:spLocks noGrp="1"/>
            </p:cNvSpPr>
            <p:nvPr/>
          </p:nvSpPr>
          <p:spPr>
            <a:xfrm rot="3158457">
              <a:off x="1610158" y="1460295"/>
              <a:ext cx="264407" cy="211653"/>
            </a:xfrm>
            <a:prstGeom prst="ellipse">
              <a:avLst/>
            </a:prstGeom>
            <a:gradFill>
              <a:gsLst>
                <a:gs pos="0">
                  <a:srgbClr val="F4FAFF">
                    <a:alpha val="18789"/>
                  </a:srgbClr>
                </a:gs>
                <a:gs pos="14286">
                  <a:srgbClr val="F4FAFF">
                    <a:alpha val="17410"/>
                  </a:srgbClr>
                </a:gs>
                <a:gs pos="28571">
                  <a:srgbClr val="F4FAFF">
                    <a:alpha val="13802"/>
                  </a:srgbClr>
                </a:gs>
                <a:gs pos="42857">
                  <a:srgbClr val="F4FAFF">
                    <a:alpha val="9282"/>
                  </a:srgbClr>
                </a:gs>
                <a:gs pos="57143">
                  <a:srgbClr val="F4FAFF">
                    <a:alpha val="5255"/>
                  </a:srgbClr>
                </a:gs>
                <a:gs pos="71429">
                  <a:srgbClr val="F4FAFF">
                    <a:alpha val="2495"/>
                  </a:srgbClr>
                </a:gs>
                <a:gs pos="85714">
                  <a:srgbClr val="F4FAFF">
                    <a:alpha val="994"/>
                  </a:srgbClr>
                </a:gs>
                <a:gs pos="100000">
                  <a:srgbClr val="F4FAFF">
                    <a:alpha val="3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" name="Splat 177"/>
            <p:cNvSpPr>
              <a:spLocks noGrp="1"/>
            </p:cNvSpPr>
            <p:nvPr/>
          </p:nvSpPr>
          <p:spPr>
            <a:xfrm rot="-10448582">
              <a:off x="1610145" y="833592"/>
              <a:ext cx="327582" cy="137816"/>
            </a:xfrm>
            <a:prstGeom prst="ellipse">
              <a:avLst/>
            </a:prstGeom>
            <a:gradFill>
              <a:gsLst>
                <a:gs pos="0">
                  <a:srgbClr val="FFFCD8">
                    <a:alpha val="32968"/>
                  </a:srgbClr>
                </a:gs>
                <a:gs pos="14286">
                  <a:srgbClr val="FFFCD8">
                    <a:alpha val="30764"/>
                  </a:srgbClr>
                </a:gs>
                <a:gs pos="28571">
                  <a:srgbClr val="FFFCD8">
                    <a:alpha val="24833"/>
                  </a:srgbClr>
                </a:gs>
                <a:gs pos="42857">
                  <a:srgbClr val="FFFCD8">
                    <a:alpha val="17075"/>
                  </a:srgbClr>
                </a:gs>
                <a:gs pos="57143">
                  <a:srgbClr val="FFFCD8">
                    <a:alpha val="9855"/>
                  </a:srgbClr>
                </a:gs>
                <a:gs pos="71429">
                  <a:srgbClr val="FFFCD8">
                    <a:alpha val="4740"/>
                  </a:srgbClr>
                </a:gs>
                <a:gs pos="85714">
                  <a:srgbClr val="FFFCD8">
                    <a:alpha val="1902"/>
                  </a:srgbClr>
                </a:gs>
                <a:gs pos="100000">
                  <a:srgbClr val="FFFCD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" name="Splat 178"/>
            <p:cNvSpPr>
              <a:spLocks noGrp="1"/>
            </p:cNvSpPr>
            <p:nvPr/>
          </p:nvSpPr>
          <p:spPr>
            <a:xfrm rot="5515442">
              <a:off x="1540375" y="469956"/>
              <a:ext cx="68461" cy="17725"/>
            </a:xfrm>
            <a:prstGeom prst="ellipse">
              <a:avLst/>
            </a:prstGeom>
            <a:gradFill>
              <a:gsLst>
                <a:gs pos="0">
                  <a:srgbClr val="AD8767">
                    <a:alpha val="16406"/>
                  </a:srgbClr>
                </a:gs>
                <a:gs pos="14286">
                  <a:srgbClr val="AD8767">
                    <a:alpha val="15185"/>
                  </a:srgbClr>
                </a:gs>
                <a:gs pos="28571">
                  <a:srgbClr val="AD8767">
                    <a:alpha val="12004"/>
                  </a:srgbClr>
                </a:gs>
                <a:gs pos="42857">
                  <a:srgbClr val="AD8767">
                    <a:alpha val="8046"/>
                  </a:srgbClr>
                </a:gs>
                <a:gs pos="57143">
                  <a:srgbClr val="AD8767">
                    <a:alpha val="4541"/>
                  </a:srgbClr>
                </a:gs>
                <a:gs pos="71429">
                  <a:srgbClr val="AD8767">
                    <a:alpha val="2152"/>
                  </a:srgbClr>
                </a:gs>
                <a:gs pos="85714">
                  <a:srgbClr val="AD8767">
                    <a:alpha val="857"/>
                  </a:srgbClr>
                </a:gs>
                <a:gs pos="100000">
                  <a:srgbClr val="AD8767">
                    <a:alpha val="2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" name="Splat 179"/>
            <p:cNvSpPr>
              <a:spLocks noGrp="1"/>
            </p:cNvSpPr>
            <p:nvPr/>
          </p:nvSpPr>
          <p:spPr>
            <a:xfrm rot="8842533">
              <a:off x="2422707" y="1290330"/>
              <a:ext cx="633481" cy="6965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" name="Splat 180"/>
            <p:cNvSpPr>
              <a:spLocks noGrp="1"/>
            </p:cNvSpPr>
            <p:nvPr/>
          </p:nvSpPr>
          <p:spPr>
            <a:xfrm rot="4266706">
              <a:off x="1774407" y="1363475"/>
              <a:ext cx="441206" cy="436561"/>
            </a:xfrm>
            <a:prstGeom prst="ellipse">
              <a:avLst/>
            </a:prstGeom>
            <a:gradFill>
              <a:gsLst>
                <a:gs pos="0">
                  <a:srgbClr val="657C8F">
                    <a:alpha val="19960"/>
                  </a:srgbClr>
                </a:gs>
                <a:gs pos="14286">
                  <a:srgbClr val="657C8F">
                    <a:alpha val="18505"/>
                  </a:srgbClr>
                </a:gs>
                <a:gs pos="28571">
                  <a:srgbClr val="657C8F">
                    <a:alpha val="14690"/>
                  </a:srgbClr>
                </a:gs>
                <a:gs pos="42857">
                  <a:srgbClr val="657C8F">
                    <a:alpha val="9897"/>
                  </a:srgbClr>
                </a:gs>
                <a:gs pos="57143">
                  <a:srgbClr val="657C8F">
                    <a:alpha val="5611"/>
                  </a:srgbClr>
                </a:gs>
                <a:gs pos="71429">
                  <a:srgbClr val="657C8F">
                    <a:alpha val="2667"/>
                  </a:srgbClr>
                </a:gs>
                <a:gs pos="85714">
                  <a:srgbClr val="657C8F">
                    <a:alpha val="1063"/>
                  </a:srgbClr>
                </a:gs>
                <a:gs pos="100000">
                  <a:srgbClr val="657C8F">
                    <a:alpha val="3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" name="Splat 181"/>
            <p:cNvSpPr>
              <a:spLocks noGrp="1"/>
            </p:cNvSpPr>
            <p:nvPr/>
          </p:nvSpPr>
          <p:spPr>
            <a:xfrm rot="-10468879">
              <a:off x="1613376" y="-31034"/>
              <a:ext cx="473146" cy="91437"/>
            </a:xfrm>
            <a:prstGeom prst="ellipse">
              <a:avLst/>
            </a:prstGeom>
            <a:gradFill>
              <a:gsLst>
                <a:gs pos="0">
                  <a:srgbClr val="F8FFFF">
                    <a:alpha val="32968"/>
                  </a:srgbClr>
                </a:gs>
                <a:gs pos="14286">
                  <a:srgbClr val="F8FFFF">
                    <a:alpha val="30764"/>
                  </a:srgbClr>
                </a:gs>
                <a:gs pos="28571">
                  <a:srgbClr val="F8FFFF">
                    <a:alpha val="24833"/>
                  </a:srgbClr>
                </a:gs>
                <a:gs pos="42857">
                  <a:srgbClr val="F8FFFF">
                    <a:alpha val="17075"/>
                  </a:srgbClr>
                </a:gs>
                <a:gs pos="57143">
                  <a:srgbClr val="F8FFFF">
                    <a:alpha val="9855"/>
                  </a:srgbClr>
                </a:gs>
                <a:gs pos="71429">
                  <a:srgbClr val="F8FFFF">
                    <a:alpha val="4740"/>
                  </a:srgbClr>
                </a:gs>
                <a:gs pos="85714">
                  <a:srgbClr val="F8FFFF">
                    <a:alpha val="1902"/>
                  </a:srgbClr>
                </a:gs>
                <a:gs pos="100000">
                  <a:srgbClr val="F8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" name="Splat 182"/>
            <p:cNvSpPr>
              <a:spLocks noGrp="1"/>
            </p:cNvSpPr>
            <p:nvPr/>
          </p:nvSpPr>
          <p:spPr>
            <a:xfrm rot="6493224">
              <a:off x="2196113" y="1178593"/>
              <a:ext cx="680276" cy="217106"/>
            </a:xfrm>
            <a:prstGeom prst="ellipse">
              <a:avLst/>
            </a:prstGeom>
            <a:gradFill>
              <a:gsLst>
                <a:gs pos="0">
                  <a:srgbClr val="CFDDD5">
                    <a:alpha val="16630"/>
                  </a:srgbClr>
                </a:gs>
                <a:gs pos="14286">
                  <a:srgbClr val="CFDDD5">
                    <a:alpha val="15395"/>
                  </a:srgbClr>
                </a:gs>
                <a:gs pos="28571">
                  <a:srgbClr val="CFDDD5">
                    <a:alpha val="12173"/>
                  </a:srgbClr>
                </a:gs>
                <a:gs pos="42857">
                  <a:srgbClr val="CFDDD5">
                    <a:alpha val="8161"/>
                  </a:srgbClr>
                </a:gs>
                <a:gs pos="57143">
                  <a:srgbClr val="CFDDD5">
                    <a:alpha val="4608"/>
                  </a:srgbClr>
                </a:gs>
                <a:gs pos="71429">
                  <a:srgbClr val="CFDDD5">
                    <a:alpha val="2184"/>
                  </a:srgbClr>
                </a:gs>
                <a:gs pos="85714">
                  <a:srgbClr val="CFDDD5">
                    <a:alpha val="869"/>
                  </a:srgbClr>
                </a:gs>
                <a:gs pos="100000">
                  <a:srgbClr val="CFDDD5">
                    <a:alpha val="2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" name="Splat 183"/>
            <p:cNvSpPr>
              <a:spLocks noGrp="1"/>
            </p:cNvSpPr>
            <p:nvPr/>
          </p:nvSpPr>
          <p:spPr>
            <a:xfrm rot="8749986">
              <a:off x="2649104" y="792608"/>
              <a:ext cx="86783" cy="5239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Splat 184"/>
            <p:cNvSpPr>
              <a:spLocks noGrp="1"/>
            </p:cNvSpPr>
            <p:nvPr/>
          </p:nvSpPr>
          <p:spPr>
            <a:xfrm rot="10471638">
              <a:off x="2718725" y="133661"/>
              <a:ext cx="68461" cy="17659"/>
            </a:xfrm>
            <a:prstGeom prst="ellipse">
              <a:avLst/>
            </a:prstGeom>
            <a:gradFill>
              <a:gsLst>
                <a:gs pos="0">
                  <a:srgbClr val="B28259">
                    <a:alpha val="16455"/>
                  </a:srgbClr>
                </a:gs>
                <a:gs pos="14286">
                  <a:srgbClr val="B28259">
                    <a:alpha val="15231"/>
                  </a:srgbClr>
                </a:gs>
                <a:gs pos="28571">
                  <a:srgbClr val="B28259">
                    <a:alpha val="12041"/>
                  </a:srgbClr>
                </a:gs>
                <a:gs pos="42857">
                  <a:srgbClr val="B28259">
                    <a:alpha val="8071"/>
                  </a:srgbClr>
                </a:gs>
                <a:gs pos="57143">
                  <a:srgbClr val="B28259">
                    <a:alpha val="4556"/>
                  </a:srgbClr>
                </a:gs>
                <a:gs pos="71429">
                  <a:srgbClr val="B28259">
                    <a:alpha val="2159"/>
                  </a:srgbClr>
                </a:gs>
                <a:gs pos="85714">
                  <a:srgbClr val="B28259">
                    <a:alpha val="859"/>
                  </a:srgbClr>
                </a:gs>
                <a:gs pos="100000">
                  <a:srgbClr val="B28259">
                    <a:alpha val="2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" name="Splat 185"/>
            <p:cNvSpPr>
              <a:spLocks noGrp="1"/>
            </p:cNvSpPr>
            <p:nvPr/>
          </p:nvSpPr>
          <p:spPr>
            <a:xfrm rot="5598136">
              <a:off x="2413993" y="767294"/>
              <a:ext cx="258218" cy="3706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" name="Splat 186"/>
            <p:cNvSpPr>
              <a:spLocks noGrp="1"/>
            </p:cNvSpPr>
            <p:nvPr/>
          </p:nvSpPr>
          <p:spPr>
            <a:xfrm rot="3865832">
              <a:off x="2509620" y="659072"/>
              <a:ext cx="177243" cy="104639"/>
            </a:xfrm>
            <a:prstGeom prst="ellipse">
              <a:avLst/>
            </a:prstGeom>
            <a:gradFill>
              <a:gsLst>
                <a:gs pos="0">
                  <a:srgbClr val="FFD4A7">
                    <a:alpha val="27139"/>
                  </a:srgbClr>
                </a:gs>
                <a:gs pos="14286">
                  <a:srgbClr val="FFD4A7">
                    <a:alpha val="25249"/>
                  </a:srgbClr>
                </a:gs>
                <a:gs pos="28571">
                  <a:srgbClr val="FFD4A7">
                    <a:alpha val="20224"/>
                  </a:srgbClr>
                </a:gs>
                <a:gs pos="42857">
                  <a:srgbClr val="FFD4A7">
                    <a:alpha val="13774"/>
                  </a:srgbClr>
                </a:gs>
                <a:gs pos="57143">
                  <a:srgbClr val="FFD4A7">
                    <a:alpha val="7884"/>
                  </a:srgbClr>
                </a:gs>
                <a:gs pos="71429">
                  <a:srgbClr val="FFD4A7">
                    <a:alpha val="3771"/>
                  </a:srgbClr>
                </a:gs>
                <a:gs pos="85714">
                  <a:srgbClr val="FFD4A7">
                    <a:alpha val="1509"/>
                  </a:srgbClr>
                </a:gs>
                <a:gs pos="100000">
                  <a:srgbClr val="FFD4A7">
                    <a:alpha val="5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" name="Splat 187"/>
            <p:cNvSpPr>
              <a:spLocks noGrp="1"/>
            </p:cNvSpPr>
            <p:nvPr/>
          </p:nvSpPr>
          <p:spPr>
            <a:xfrm rot="-9710678">
              <a:off x="2663761" y="476196"/>
              <a:ext cx="68147" cy="17037"/>
            </a:xfrm>
            <a:prstGeom prst="ellipse">
              <a:avLst/>
            </a:prstGeom>
            <a:gradFill>
              <a:gsLst>
                <a:gs pos="0">
                  <a:srgbClr val="F0A979">
                    <a:alpha val="16914"/>
                  </a:srgbClr>
                </a:gs>
                <a:gs pos="14286">
                  <a:srgbClr val="F0A979">
                    <a:alpha val="15659"/>
                  </a:srgbClr>
                </a:gs>
                <a:gs pos="28571">
                  <a:srgbClr val="F0A979">
                    <a:alpha val="12386"/>
                  </a:srgbClr>
                </a:gs>
                <a:gs pos="42857">
                  <a:srgbClr val="F0A979">
                    <a:alpha val="8308"/>
                  </a:srgbClr>
                </a:gs>
                <a:gs pos="57143">
                  <a:srgbClr val="F0A979">
                    <a:alpha val="4692"/>
                  </a:srgbClr>
                </a:gs>
                <a:gs pos="71429">
                  <a:srgbClr val="F0A979">
                    <a:alpha val="2225"/>
                  </a:srgbClr>
                </a:gs>
                <a:gs pos="85714">
                  <a:srgbClr val="F0A979">
                    <a:alpha val="886"/>
                  </a:srgbClr>
                </a:gs>
                <a:gs pos="100000">
                  <a:srgbClr val="F0A979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" name="Splat 188"/>
            <p:cNvSpPr>
              <a:spLocks noGrp="1"/>
            </p:cNvSpPr>
            <p:nvPr/>
          </p:nvSpPr>
          <p:spPr>
            <a:xfrm rot="5873033">
              <a:off x="2401196" y="374045"/>
              <a:ext cx="81072" cy="68818"/>
            </a:xfrm>
            <a:prstGeom prst="ellipse">
              <a:avLst/>
            </a:prstGeom>
            <a:gradFill>
              <a:gsLst>
                <a:gs pos="0">
                  <a:srgbClr val="FFFFFA">
                    <a:alpha val="32968"/>
                  </a:srgbClr>
                </a:gs>
                <a:gs pos="14286">
                  <a:srgbClr val="FFFFFA">
                    <a:alpha val="30764"/>
                  </a:srgbClr>
                </a:gs>
                <a:gs pos="28571">
                  <a:srgbClr val="FFFFFA">
                    <a:alpha val="24833"/>
                  </a:srgbClr>
                </a:gs>
                <a:gs pos="42857">
                  <a:srgbClr val="FFFFFA">
                    <a:alpha val="17075"/>
                  </a:srgbClr>
                </a:gs>
                <a:gs pos="57143">
                  <a:srgbClr val="FFFFFA">
                    <a:alpha val="9855"/>
                  </a:srgbClr>
                </a:gs>
                <a:gs pos="71429">
                  <a:srgbClr val="FFFFFA">
                    <a:alpha val="4740"/>
                  </a:srgbClr>
                </a:gs>
                <a:gs pos="85714">
                  <a:srgbClr val="FFFFFA">
                    <a:alpha val="1902"/>
                  </a:srgbClr>
                </a:gs>
                <a:gs pos="100000">
                  <a:srgbClr val="FFFFF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" name="Splat 189"/>
            <p:cNvSpPr>
              <a:spLocks noGrp="1"/>
            </p:cNvSpPr>
            <p:nvPr/>
          </p:nvSpPr>
          <p:spPr>
            <a:xfrm rot="8252082">
              <a:off x="515056" y="1035192"/>
              <a:ext cx="324404" cy="8084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" name="Splat 190"/>
            <p:cNvSpPr>
              <a:spLocks noGrp="1"/>
            </p:cNvSpPr>
            <p:nvPr/>
          </p:nvSpPr>
          <p:spPr>
            <a:xfrm rot="10329997">
              <a:off x="2544341" y="787988"/>
              <a:ext cx="238287" cy="30265"/>
            </a:xfrm>
            <a:prstGeom prst="ellipse">
              <a:avLst/>
            </a:prstGeom>
            <a:gradFill>
              <a:gsLst>
                <a:gs pos="0">
                  <a:srgbClr val="FFFFF0">
                    <a:alpha val="32968"/>
                  </a:srgbClr>
                </a:gs>
                <a:gs pos="14286">
                  <a:srgbClr val="FFFFF0">
                    <a:alpha val="30764"/>
                  </a:srgbClr>
                </a:gs>
                <a:gs pos="28571">
                  <a:srgbClr val="FFFFF0">
                    <a:alpha val="24833"/>
                  </a:srgbClr>
                </a:gs>
                <a:gs pos="42857">
                  <a:srgbClr val="FFFFF0">
                    <a:alpha val="17075"/>
                  </a:srgbClr>
                </a:gs>
                <a:gs pos="57143">
                  <a:srgbClr val="FFFFF0">
                    <a:alpha val="9855"/>
                  </a:srgbClr>
                </a:gs>
                <a:gs pos="71429">
                  <a:srgbClr val="FFFFF0">
                    <a:alpha val="4740"/>
                  </a:srgbClr>
                </a:gs>
                <a:gs pos="85714">
                  <a:srgbClr val="FFFFF0">
                    <a:alpha val="1902"/>
                  </a:srgbClr>
                </a:gs>
                <a:gs pos="100000">
                  <a:srgbClr val="FFFFF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" name="Splat 191"/>
            <p:cNvSpPr>
              <a:spLocks noGrp="1"/>
            </p:cNvSpPr>
            <p:nvPr/>
          </p:nvSpPr>
          <p:spPr>
            <a:xfrm rot="10372310">
              <a:off x="2730142" y="131283"/>
              <a:ext cx="68461" cy="17715"/>
            </a:xfrm>
            <a:prstGeom prst="ellipse">
              <a:avLst/>
            </a:prstGeom>
            <a:gradFill>
              <a:gsLst>
                <a:gs pos="0">
                  <a:srgbClr val="B7855A">
                    <a:alpha val="16413"/>
                  </a:srgbClr>
                </a:gs>
                <a:gs pos="14286">
                  <a:srgbClr val="B7855A">
                    <a:alpha val="15192"/>
                  </a:srgbClr>
                </a:gs>
                <a:gs pos="28571">
                  <a:srgbClr val="B7855A">
                    <a:alpha val="12010"/>
                  </a:srgbClr>
                </a:gs>
                <a:gs pos="42857">
                  <a:srgbClr val="B7855A">
                    <a:alpha val="8050"/>
                  </a:srgbClr>
                </a:gs>
                <a:gs pos="57143">
                  <a:srgbClr val="B7855A">
                    <a:alpha val="4544"/>
                  </a:srgbClr>
                </a:gs>
                <a:gs pos="71429">
                  <a:srgbClr val="B7855A">
                    <a:alpha val="2153"/>
                  </a:srgbClr>
                </a:gs>
                <a:gs pos="85714">
                  <a:srgbClr val="B7855A">
                    <a:alpha val="857"/>
                  </a:srgbClr>
                </a:gs>
                <a:gs pos="100000">
                  <a:srgbClr val="B7855A">
                    <a:alpha val="2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" name="Splat 192"/>
            <p:cNvSpPr>
              <a:spLocks noGrp="1"/>
            </p:cNvSpPr>
            <p:nvPr/>
          </p:nvSpPr>
          <p:spPr>
            <a:xfrm rot="6114009">
              <a:off x="1650589" y="294682"/>
              <a:ext cx="411043" cy="76180"/>
            </a:xfrm>
            <a:prstGeom prst="ellipse">
              <a:avLst/>
            </a:prstGeom>
            <a:gradFill>
              <a:gsLst>
                <a:gs pos="0">
                  <a:srgbClr val="FFFFF8">
                    <a:alpha val="32968"/>
                  </a:srgbClr>
                </a:gs>
                <a:gs pos="14286">
                  <a:srgbClr val="FFFFF8">
                    <a:alpha val="30764"/>
                  </a:srgbClr>
                </a:gs>
                <a:gs pos="28571">
                  <a:srgbClr val="FFFFF8">
                    <a:alpha val="24833"/>
                  </a:srgbClr>
                </a:gs>
                <a:gs pos="42857">
                  <a:srgbClr val="FFFFF8">
                    <a:alpha val="17075"/>
                  </a:srgbClr>
                </a:gs>
                <a:gs pos="57143">
                  <a:srgbClr val="FFFFF8">
                    <a:alpha val="9855"/>
                  </a:srgbClr>
                </a:gs>
                <a:gs pos="71429">
                  <a:srgbClr val="FFFFF8">
                    <a:alpha val="4740"/>
                  </a:srgbClr>
                </a:gs>
                <a:gs pos="85714">
                  <a:srgbClr val="FFFFF8">
                    <a:alpha val="1902"/>
                  </a:srgbClr>
                </a:gs>
                <a:gs pos="100000">
                  <a:srgbClr val="FFFFF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" name="Splat 193"/>
            <p:cNvSpPr>
              <a:spLocks noGrp="1"/>
            </p:cNvSpPr>
            <p:nvPr/>
          </p:nvSpPr>
          <p:spPr>
            <a:xfrm rot="5252714">
              <a:off x="2169480" y="259073"/>
              <a:ext cx="573156" cy="6159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" name="Splat 194"/>
            <p:cNvSpPr>
              <a:spLocks noGrp="1"/>
            </p:cNvSpPr>
            <p:nvPr/>
          </p:nvSpPr>
          <p:spPr>
            <a:xfrm rot="9977904">
              <a:off x="2582989" y="764832"/>
              <a:ext cx="168966" cy="53655"/>
            </a:xfrm>
            <a:prstGeom prst="ellipse">
              <a:avLst/>
            </a:prstGeom>
            <a:gradFill>
              <a:gsLst>
                <a:gs pos="0">
                  <a:srgbClr val="FFFFE8">
                    <a:alpha val="32968"/>
                  </a:srgbClr>
                </a:gs>
                <a:gs pos="14286">
                  <a:srgbClr val="FFFFE8">
                    <a:alpha val="30764"/>
                  </a:srgbClr>
                </a:gs>
                <a:gs pos="28571">
                  <a:srgbClr val="FFFFE8">
                    <a:alpha val="24833"/>
                  </a:srgbClr>
                </a:gs>
                <a:gs pos="42857">
                  <a:srgbClr val="FFFFE8">
                    <a:alpha val="17075"/>
                  </a:srgbClr>
                </a:gs>
                <a:gs pos="57143">
                  <a:srgbClr val="FFFFE8">
                    <a:alpha val="9855"/>
                  </a:srgbClr>
                </a:gs>
                <a:gs pos="71429">
                  <a:srgbClr val="FFFFE8">
                    <a:alpha val="4740"/>
                  </a:srgbClr>
                </a:gs>
                <a:gs pos="85714">
                  <a:srgbClr val="FFFFE8">
                    <a:alpha val="1902"/>
                  </a:srgbClr>
                </a:gs>
                <a:gs pos="100000">
                  <a:srgbClr val="FFFFE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" name="Splat 195"/>
            <p:cNvSpPr>
              <a:spLocks noGrp="1"/>
            </p:cNvSpPr>
            <p:nvPr/>
          </p:nvSpPr>
          <p:spPr>
            <a:xfrm rot="4623166">
              <a:off x="2417976" y="545096"/>
              <a:ext cx="59271" cy="14818"/>
            </a:xfrm>
            <a:prstGeom prst="ellipse">
              <a:avLst/>
            </a:prstGeom>
            <a:gradFill>
              <a:gsLst>
                <a:gs pos="0">
                  <a:srgbClr val="CCC8CA">
                    <a:alpha val="18532"/>
                  </a:srgbClr>
                </a:gs>
                <a:gs pos="14286">
                  <a:srgbClr val="CCC8CA">
                    <a:alpha val="17170"/>
                  </a:srgbClr>
                </a:gs>
                <a:gs pos="28571">
                  <a:srgbClr val="CCC8CA">
                    <a:alpha val="13607"/>
                  </a:srgbClr>
                </a:gs>
                <a:gs pos="42857">
                  <a:srgbClr val="CCC8CA">
                    <a:alpha val="9148"/>
                  </a:srgbClr>
                </a:gs>
                <a:gs pos="57143">
                  <a:srgbClr val="CCC8CA">
                    <a:alpha val="5177"/>
                  </a:srgbClr>
                </a:gs>
                <a:gs pos="71429">
                  <a:srgbClr val="CCC8CA">
                    <a:alpha val="2458"/>
                  </a:srgbClr>
                </a:gs>
                <a:gs pos="85714">
                  <a:srgbClr val="CCC8CA">
                    <a:alpha val="979"/>
                  </a:srgbClr>
                </a:gs>
                <a:gs pos="100000">
                  <a:srgbClr val="CCC8CA">
                    <a:alpha val="3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" name="Splat 196"/>
            <p:cNvSpPr>
              <a:spLocks noGrp="1"/>
            </p:cNvSpPr>
            <p:nvPr/>
          </p:nvSpPr>
          <p:spPr>
            <a:xfrm rot="4427746">
              <a:off x="3165349" y="1030703"/>
              <a:ext cx="68461" cy="17382"/>
            </a:xfrm>
            <a:prstGeom prst="ellipse">
              <a:avLst/>
            </a:prstGeom>
            <a:gradFill>
              <a:gsLst>
                <a:gs pos="0">
                  <a:srgbClr val="A5BFC4">
                    <a:alpha val="16660"/>
                  </a:srgbClr>
                </a:gs>
                <a:gs pos="14286">
                  <a:srgbClr val="A5BFC4">
                    <a:alpha val="15422"/>
                  </a:srgbClr>
                </a:gs>
                <a:gs pos="28571">
                  <a:srgbClr val="A5BFC4">
                    <a:alpha val="12195"/>
                  </a:srgbClr>
                </a:gs>
                <a:gs pos="42857">
                  <a:srgbClr val="A5BFC4">
                    <a:alpha val="8177"/>
                  </a:srgbClr>
                </a:gs>
                <a:gs pos="57143">
                  <a:srgbClr val="A5BFC4">
                    <a:alpha val="4617"/>
                  </a:srgbClr>
                </a:gs>
                <a:gs pos="71429">
                  <a:srgbClr val="A5BFC4">
                    <a:alpha val="2188"/>
                  </a:srgbClr>
                </a:gs>
                <a:gs pos="85714">
                  <a:srgbClr val="A5BFC4">
                    <a:alpha val="871"/>
                  </a:srgbClr>
                </a:gs>
                <a:gs pos="100000">
                  <a:srgbClr val="A5BFC4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" name="Splat 197"/>
            <p:cNvSpPr>
              <a:spLocks noGrp="1"/>
            </p:cNvSpPr>
            <p:nvPr/>
          </p:nvSpPr>
          <p:spPr>
            <a:xfrm rot="-9354219">
              <a:off x="782474" y="1916252"/>
              <a:ext cx="68461" cy="17926"/>
            </a:xfrm>
            <a:prstGeom prst="ellipse">
              <a:avLst/>
            </a:prstGeom>
            <a:gradFill>
              <a:gsLst>
                <a:gs pos="0">
                  <a:srgbClr val="9B9697">
                    <a:alpha val="16257"/>
                  </a:srgbClr>
                </a:gs>
                <a:gs pos="14286">
                  <a:srgbClr val="9B9697">
                    <a:alpha val="15046"/>
                  </a:srgbClr>
                </a:gs>
                <a:gs pos="28571">
                  <a:srgbClr val="9B9697">
                    <a:alpha val="11892"/>
                  </a:srgbClr>
                </a:gs>
                <a:gs pos="42857">
                  <a:srgbClr val="9B9697">
                    <a:alpha val="7969"/>
                  </a:srgbClr>
                </a:gs>
                <a:gs pos="57143">
                  <a:srgbClr val="9B9697">
                    <a:alpha val="4497"/>
                  </a:srgbClr>
                </a:gs>
                <a:gs pos="71429">
                  <a:srgbClr val="9B9697">
                    <a:alpha val="2131"/>
                  </a:srgbClr>
                </a:gs>
                <a:gs pos="85714">
                  <a:srgbClr val="9B9697">
                    <a:alpha val="848"/>
                  </a:srgbClr>
                </a:gs>
                <a:gs pos="100000">
                  <a:srgbClr val="9B9697">
                    <a:alpha val="2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" name="Splat 198"/>
            <p:cNvSpPr>
              <a:spLocks noGrp="1"/>
            </p:cNvSpPr>
            <p:nvPr/>
          </p:nvSpPr>
          <p:spPr>
            <a:xfrm rot="5191163">
              <a:off x="201832" y="522213"/>
              <a:ext cx="68461" cy="17719"/>
            </a:xfrm>
            <a:prstGeom prst="ellipse">
              <a:avLst/>
            </a:prstGeom>
            <a:gradFill>
              <a:gsLst>
                <a:gs pos="0">
                  <a:srgbClr val="A37C59">
                    <a:alpha val="16410"/>
                  </a:srgbClr>
                </a:gs>
                <a:gs pos="14286">
                  <a:srgbClr val="A37C59">
                    <a:alpha val="15190"/>
                  </a:srgbClr>
                </a:gs>
                <a:gs pos="28571">
                  <a:srgbClr val="A37C59">
                    <a:alpha val="12008"/>
                  </a:srgbClr>
                </a:gs>
                <a:gs pos="42857">
                  <a:srgbClr val="A37C59">
                    <a:alpha val="8048"/>
                  </a:srgbClr>
                </a:gs>
                <a:gs pos="57143">
                  <a:srgbClr val="A37C59">
                    <a:alpha val="4543"/>
                  </a:srgbClr>
                </a:gs>
                <a:gs pos="71429">
                  <a:srgbClr val="A37C59">
                    <a:alpha val="2153"/>
                  </a:srgbClr>
                </a:gs>
                <a:gs pos="85714">
                  <a:srgbClr val="A37C59">
                    <a:alpha val="857"/>
                  </a:srgbClr>
                </a:gs>
                <a:gs pos="100000">
                  <a:srgbClr val="A37C59">
                    <a:alpha val="2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" name="Splat 199"/>
            <p:cNvSpPr>
              <a:spLocks noGrp="1"/>
            </p:cNvSpPr>
            <p:nvPr/>
          </p:nvSpPr>
          <p:spPr>
            <a:xfrm rot="8246182">
              <a:off x="683320" y="1247610"/>
              <a:ext cx="65872" cy="16468"/>
            </a:xfrm>
            <a:prstGeom prst="ellipse">
              <a:avLst/>
            </a:prstGeom>
            <a:gradFill>
              <a:gsLst>
                <a:gs pos="0">
                  <a:srgbClr val="BFBABC">
                    <a:alpha val="17332"/>
                  </a:srgbClr>
                </a:gs>
                <a:gs pos="14286">
                  <a:srgbClr val="BFBABC">
                    <a:alpha val="16049"/>
                  </a:srgbClr>
                </a:gs>
                <a:gs pos="28571">
                  <a:srgbClr val="BFBABC">
                    <a:alpha val="12701"/>
                  </a:srgbClr>
                </a:gs>
                <a:gs pos="42857">
                  <a:srgbClr val="BFBABC">
                    <a:alpha val="8524"/>
                  </a:srgbClr>
                </a:gs>
                <a:gs pos="57143">
                  <a:srgbClr val="BFBABC">
                    <a:alpha val="4817"/>
                  </a:srgbClr>
                </a:gs>
                <a:gs pos="71429">
                  <a:srgbClr val="BFBABC">
                    <a:alpha val="2284"/>
                  </a:srgbClr>
                </a:gs>
                <a:gs pos="85714">
                  <a:srgbClr val="BFBABC">
                    <a:alpha val="910"/>
                  </a:srgbClr>
                </a:gs>
                <a:gs pos="100000">
                  <a:srgbClr val="BFBABC">
                    <a:alpha val="3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Splat 200"/>
            <p:cNvSpPr>
              <a:spLocks noGrp="1"/>
            </p:cNvSpPr>
            <p:nvPr/>
          </p:nvSpPr>
          <p:spPr>
            <a:xfrm rot="8792376">
              <a:off x="1624281" y="1067841"/>
              <a:ext cx="68461" cy="17182"/>
            </a:xfrm>
            <a:prstGeom prst="ellipse">
              <a:avLst/>
            </a:prstGeom>
            <a:gradFill>
              <a:gsLst>
                <a:gs pos="0">
                  <a:srgbClr val="FF303B">
                    <a:alpha val="16807"/>
                  </a:srgbClr>
                </a:gs>
                <a:gs pos="14286">
                  <a:srgbClr val="FF303B">
                    <a:alpha val="15560"/>
                  </a:srgbClr>
                </a:gs>
                <a:gs pos="28571">
                  <a:srgbClr val="FF303B">
                    <a:alpha val="12306"/>
                  </a:srgbClr>
                </a:gs>
                <a:gs pos="42857">
                  <a:srgbClr val="FF303B">
                    <a:alpha val="8253"/>
                  </a:srgbClr>
                </a:gs>
                <a:gs pos="57143">
                  <a:srgbClr val="FF303B">
                    <a:alpha val="4661"/>
                  </a:srgbClr>
                </a:gs>
                <a:gs pos="71429">
                  <a:srgbClr val="FF303B">
                    <a:alpha val="2209"/>
                  </a:srgbClr>
                </a:gs>
                <a:gs pos="85714">
                  <a:srgbClr val="FF303B">
                    <a:alpha val="880"/>
                  </a:srgbClr>
                </a:gs>
                <a:gs pos="100000">
                  <a:srgbClr val="FF303B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Splat 201"/>
            <p:cNvSpPr>
              <a:spLocks noGrp="1"/>
            </p:cNvSpPr>
            <p:nvPr/>
          </p:nvSpPr>
          <p:spPr>
            <a:xfrm rot="6031742">
              <a:off x="2459853" y="97335"/>
              <a:ext cx="68461" cy="17676"/>
            </a:xfrm>
            <a:prstGeom prst="ellipse">
              <a:avLst/>
            </a:prstGeom>
            <a:gradFill>
              <a:gsLst>
                <a:gs pos="0">
                  <a:srgbClr val="D69E69">
                    <a:alpha val="16442"/>
                  </a:srgbClr>
                </a:gs>
                <a:gs pos="14286">
                  <a:srgbClr val="D69E69">
                    <a:alpha val="15219"/>
                  </a:srgbClr>
                </a:gs>
                <a:gs pos="28571">
                  <a:srgbClr val="D69E69">
                    <a:alpha val="12031"/>
                  </a:srgbClr>
                </a:gs>
                <a:gs pos="42857">
                  <a:srgbClr val="D69E69">
                    <a:alpha val="8065"/>
                  </a:srgbClr>
                </a:gs>
                <a:gs pos="57143">
                  <a:srgbClr val="D69E69">
                    <a:alpha val="4552"/>
                  </a:srgbClr>
                </a:gs>
                <a:gs pos="71429">
                  <a:srgbClr val="D69E69">
                    <a:alpha val="2157"/>
                  </a:srgbClr>
                </a:gs>
                <a:gs pos="85714">
                  <a:srgbClr val="D69E69">
                    <a:alpha val="859"/>
                  </a:srgbClr>
                </a:gs>
                <a:gs pos="100000">
                  <a:srgbClr val="D69E69">
                    <a:alpha val="2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" name="Splat 202"/>
            <p:cNvSpPr>
              <a:spLocks noGrp="1"/>
            </p:cNvSpPr>
            <p:nvPr/>
          </p:nvSpPr>
          <p:spPr>
            <a:xfrm rot="3692125">
              <a:off x="638932" y="1592629"/>
              <a:ext cx="464623" cy="112658"/>
            </a:xfrm>
            <a:prstGeom prst="ellipse">
              <a:avLst/>
            </a:prstGeom>
            <a:gradFill>
              <a:gsLst>
                <a:gs pos="0">
                  <a:srgbClr val="FCF1EE">
                    <a:alpha val="31517"/>
                  </a:srgbClr>
                </a:gs>
                <a:gs pos="14286">
                  <a:srgbClr val="FCF1EE">
                    <a:alpha val="29387"/>
                  </a:srgbClr>
                </a:gs>
                <a:gs pos="28571">
                  <a:srgbClr val="FCF1EE">
                    <a:alpha val="23675"/>
                  </a:srgbClr>
                </a:gs>
                <a:gs pos="42857">
                  <a:srgbClr val="FCF1EE">
                    <a:alpha val="16240"/>
                  </a:srgbClr>
                </a:gs>
                <a:gs pos="57143">
                  <a:srgbClr val="FCF1EE">
                    <a:alpha val="9353"/>
                  </a:srgbClr>
                </a:gs>
                <a:gs pos="71429">
                  <a:srgbClr val="FCF1EE">
                    <a:alpha val="4492"/>
                  </a:srgbClr>
                </a:gs>
                <a:gs pos="85714">
                  <a:srgbClr val="FCF1EE">
                    <a:alpha val="1801"/>
                  </a:srgbClr>
                </a:gs>
                <a:gs pos="100000">
                  <a:srgbClr val="FCF1EE">
                    <a:alpha val="6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Splat 203"/>
            <p:cNvSpPr>
              <a:spLocks noGrp="1"/>
            </p:cNvSpPr>
            <p:nvPr/>
          </p:nvSpPr>
          <p:spPr>
            <a:xfrm rot="7242080">
              <a:off x="1888062" y="346594"/>
              <a:ext cx="272247" cy="77542"/>
            </a:xfrm>
            <a:prstGeom prst="ellipse">
              <a:avLst/>
            </a:prstGeom>
            <a:gradFill>
              <a:gsLst>
                <a:gs pos="0">
                  <a:srgbClr val="FFEE00">
                    <a:alpha val="32968"/>
                  </a:srgbClr>
                </a:gs>
                <a:gs pos="14286">
                  <a:srgbClr val="FFEE00">
                    <a:alpha val="30764"/>
                  </a:srgbClr>
                </a:gs>
                <a:gs pos="28571">
                  <a:srgbClr val="FFEE00">
                    <a:alpha val="24833"/>
                  </a:srgbClr>
                </a:gs>
                <a:gs pos="42857">
                  <a:srgbClr val="FFEE00">
                    <a:alpha val="17075"/>
                  </a:srgbClr>
                </a:gs>
                <a:gs pos="57143">
                  <a:srgbClr val="FFEE00">
                    <a:alpha val="9855"/>
                  </a:srgbClr>
                </a:gs>
                <a:gs pos="71429">
                  <a:srgbClr val="FFEE00">
                    <a:alpha val="4740"/>
                  </a:srgbClr>
                </a:gs>
                <a:gs pos="85714">
                  <a:srgbClr val="FFEE00">
                    <a:alpha val="1902"/>
                  </a:srgbClr>
                </a:gs>
                <a:gs pos="100000">
                  <a:srgbClr val="FFE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Splat 204"/>
            <p:cNvSpPr>
              <a:spLocks noGrp="1"/>
            </p:cNvSpPr>
            <p:nvPr/>
          </p:nvSpPr>
          <p:spPr>
            <a:xfrm rot="6510841">
              <a:off x="1350585" y="1490792"/>
              <a:ext cx="570757" cy="8340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Splat 205"/>
            <p:cNvSpPr>
              <a:spLocks noGrp="1"/>
            </p:cNvSpPr>
            <p:nvPr/>
          </p:nvSpPr>
          <p:spPr>
            <a:xfrm rot="-9982096">
              <a:off x="716351" y="1501226"/>
              <a:ext cx="416090" cy="86355"/>
            </a:xfrm>
            <a:prstGeom prst="ellipse">
              <a:avLst/>
            </a:prstGeom>
            <a:gradFill>
              <a:gsLst>
                <a:gs pos="0">
                  <a:srgbClr val="D9C7C8">
                    <a:alpha val="32968"/>
                  </a:srgbClr>
                </a:gs>
                <a:gs pos="14286">
                  <a:srgbClr val="D9C7C8">
                    <a:alpha val="30764"/>
                  </a:srgbClr>
                </a:gs>
                <a:gs pos="28571">
                  <a:srgbClr val="D9C7C8">
                    <a:alpha val="24833"/>
                  </a:srgbClr>
                </a:gs>
                <a:gs pos="42857">
                  <a:srgbClr val="D9C7C8">
                    <a:alpha val="17075"/>
                  </a:srgbClr>
                </a:gs>
                <a:gs pos="57143">
                  <a:srgbClr val="D9C7C8">
                    <a:alpha val="9855"/>
                  </a:srgbClr>
                </a:gs>
                <a:gs pos="71429">
                  <a:srgbClr val="D9C7C8">
                    <a:alpha val="4740"/>
                  </a:srgbClr>
                </a:gs>
                <a:gs pos="85714">
                  <a:srgbClr val="D9C7C8">
                    <a:alpha val="1902"/>
                  </a:srgbClr>
                </a:gs>
                <a:gs pos="100000">
                  <a:srgbClr val="D9C7C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Splat 206"/>
            <p:cNvSpPr>
              <a:spLocks noGrp="1"/>
            </p:cNvSpPr>
            <p:nvPr/>
          </p:nvSpPr>
          <p:spPr>
            <a:xfrm rot="5228491">
              <a:off x="418546" y="671591"/>
              <a:ext cx="686764" cy="52335"/>
            </a:xfrm>
            <a:prstGeom prst="ellipse">
              <a:avLst/>
            </a:prstGeom>
            <a:gradFill>
              <a:gsLst>
                <a:gs pos="0">
                  <a:srgbClr val="FFFFF9">
                    <a:alpha val="32968"/>
                  </a:srgbClr>
                </a:gs>
                <a:gs pos="14286">
                  <a:srgbClr val="FFFFF9">
                    <a:alpha val="30764"/>
                  </a:srgbClr>
                </a:gs>
                <a:gs pos="28571">
                  <a:srgbClr val="FFFFF9">
                    <a:alpha val="24833"/>
                  </a:srgbClr>
                </a:gs>
                <a:gs pos="42857">
                  <a:srgbClr val="FFFFF9">
                    <a:alpha val="17075"/>
                  </a:srgbClr>
                </a:gs>
                <a:gs pos="57143">
                  <a:srgbClr val="FFFFF9">
                    <a:alpha val="9855"/>
                  </a:srgbClr>
                </a:gs>
                <a:gs pos="71429">
                  <a:srgbClr val="FFFFF9">
                    <a:alpha val="4740"/>
                  </a:srgbClr>
                </a:gs>
                <a:gs pos="85714">
                  <a:srgbClr val="FFFFF9">
                    <a:alpha val="1902"/>
                  </a:srgbClr>
                </a:gs>
                <a:gs pos="100000">
                  <a:srgbClr val="FFFFF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" name="Splat 207"/>
            <p:cNvSpPr>
              <a:spLocks noGrp="1"/>
            </p:cNvSpPr>
            <p:nvPr/>
          </p:nvSpPr>
          <p:spPr>
            <a:xfrm rot="-9483431">
              <a:off x="2725618" y="1390870"/>
              <a:ext cx="68461" cy="17941"/>
            </a:xfrm>
            <a:prstGeom prst="ellipse">
              <a:avLst/>
            </a:prstGeom>
            <a:gradFill>
              <a:gsLst>
                <a:gs pos="0">
                  <a:srgbClr val="E3444B">
                    <a:alpha val="16246"/>
                  </a:srgbClr>
                </a:gs>
                <a:gs pos="14286">
                  <a:srgbClr val="E3444B">
                    <a:alpha val="15036"/>
                  </a:srgbClr>
                </a:gs>
                <a:gs pos="28571">
                  <a:srgbClr val="E3444B">
                    <a:alpha val="11884"/>
                  </a:srgbClr>
                </a:gs>
                <a:gs pos="42857">
                  <a:srgbClr val="E3444B">
                    <a:alpha val="7964"/>
                  </a:srgbClr>
                </a:gs>
                <a:gs pos="57143">
                  <a:srgbClr val="E3444B">
                    <a:alpha val="4494"/>
                  </a:srgbClr>
                </a:gs>
                <a:gs pos="71429">
                  <a:srgbClr val="E3444B">
                    <a:alpha val="2129"/>
                  </a:srgbClr>
                </a:gs>
                <a:gs pos="85714">
                  <a:srgbClr val="E3444B">
                    <a:alpha val="848"/>
                  </a:srgbClr>
                </a:gs>
                <a:gs pos="100000">
                  <a:srgbClr val="E3444B">
                    <a:alpha val="2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Splat 208"/>
            <p:cNvSpPr>
              <a:spLocks noGrp="1"/>
            </p:cNvSpPr>
            <p:nvPr/>
          </p:nvSpPr>
          <p:spPr>
            <a:xfrm rot="4226962">
              <a:off x="2725914" y="1079403"/>
              <a:ext cx="68461" cy="17805"/>
            </a:xfrm>
            <a:prstGeom prst="ellipse">
              <a:avLst/>
            </a:prstGeom>
            <a:gradFill>
              <a:gsLst>
                <a:gs pos="0">
                  <a:srgbClr val="ED4B4F">
                    <a:alpha val="16347"/>
                  </a:srgbClr>
                </a:gs>
                <a:gs pos="14286">
                  <a:srgbClr val="ED4B4F">
                    <a:alpha val="15130"/>
                  </a:srgbClr>
                </a:gs>
                <a:gs pos="28571">
                  <a:srgbClr val="ED4B4F">
                    <a:alpha val="11960"/>
                  </a:srgbClr>
                </a:gs>
                <a:gs pos="42857">
                  <a:srgbClr val="ED4B4F">
                    <a:alpha val="8015"/>
                  </a:srgbClr>
                </a:gs>
                <a:gs pos="57143">
                  <a:srgbClr val="ED4B4F">
                    <a:alpha val="4524"/>
                  </a:srgbClr>
                </a:gs>
                <a:gs pos="71429">
                  <a:srgbClr val="ED4B4F">
                    <a:alpha val="2144"/>
                  </a:srgbClr>
                </a:gs>
                <a:gs pos="85714">
                  <a:srgbClr val="ED4B4F">
                    <a:alpha val="853"/>
                  </a:srgbClr>
                </a:gs>
                <a:gs pos="100000">
                  <a:srgbClr val="ED4B4F">
                    <a:alpha val="2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" name="Splat 209"/>
            <p:cNvSpPr>
              <a:spLocks noGrp="1"/>
            </p:cNvSpPr>
            <p:nvPr/>
          </p:nvSpPr>
          <p:spPr>
            <a:xfrm rot="2789471">
              <a:off x="2840510" y="1625701"/>
              <a:ext cx="418684" cy="28291"/>
            </a:xfrm>
            <a:prstGeom prst="ellipse">
              <a:avLst/>
            </a:prstGeom>
            <a:gradFill>
              <a:gsLst>
                <a:gs pos="0">
                  <a:srgbClr val="FFFFFC">
                    <a:alpha val="32968"/>
                  </a:srgbClr>
                </a:gs>
                <a:gs pos="14286">
                  <a:srgbClr val="FFFFFC">
                    <a:alpha val="30764"/>
                  </a:srgbClr>
                </a:gs>
                <a:gs pos="28571">
                  <a:srgbClr val="FFFFFC">
                    <a:alpha val="24833"/>
                  </a:srgbClr>
                </a:gs>
                <a:gs pos="42857">
                  <a:srgbClr val="FFFFFC">
                    <a:alpha val="17075"/>
                  </a:srgbClr>
                </a:gs>
                <a:gs pos="57143">
                  <a:srgbClr val="FFFFFC">
                    <a:alpha val="9855"/>
                  </a:srgbClr>
                </a:gs>
                <a:gs pos="71429">
                  <a:srgbClr val="FFFFFC">
                    <a:alpha val="4740"/>
                  </a:srgbClr>
                </a:gs>
                <a:gs pos="85714">
                  <a:srgbClr val="FFFFFC">
                    <a:alpha val="1902"/>
                  </a:srgbClr>
                </a:gs>
                <a:gs pos="100000">
                  <a:srgbClr val="FFFFF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" name="Splat 210"/>
            <p:cNvSpPr>
              <a:spLocks noGrp="1"/>
            </p:cNvSpPr>
            <p:nvPr/>
          </p:nvSpPr>
          <p:spPr>
            <a:xfrm rot="-10539002">
              <a:off x="1174927" y="1898464"/>
              <a:ext cx="323263" cy="48019"/>
            </a:xfrm>
            <a:prstGeom prst="ellipse">
              <a:avLst/>
            </a:prstGeom>
            <a:gradFill>
              <a:gsLst>
                <a:gs pos="0">
                  <a:srgbClr val="FFFCE4">
                    <a:alpha val="32968"/>
                  </a:srgbClr>
                </a:gs>
                <a:gs pos="14286">
                  <a:srgbClr val="FFFCE4">
                    <a:alpha val="30764"/>
                  </a:srgbClr>
                </a:gs>
                <a:gs pos="28571">
                  <a:srgbClr val="FFFCE4">
                    <a:alpha val="24833"/>
                  </a:srgbClr>
                </a:gs>
                <a:gs pos="42857">
                  <a:srgbClr val="FFFCE4">
                    <a:alpha val="17075"/>
                  </a:srgbClr>
                </a:gs>
                <a:gs pos="57143">
                  <a:srgbClr val="FFFCE4">
                    <a:alpha val="9855"/>
                  </a:srgbClr>
                </a:gs>
                <a:gs pos="71429">
                  <a:srgbClr val="FFFCE4">
                    <a:alpha val="4740"/>
                  </a:srgbClr>
                </a:gs>
                <a:gs pos="85714">
                  <a:srgbClr val="FFFCE4">
                    <a:alpha val="1902"/>
                  </a:srgbClr>
                </a:gs>
                <a:gs pos="100000">
                  <a:srgbClr val="FFFCE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" name="Splat 211"/>
            <p:cNvSpPr>
              <a:spLocks noGrp="1"/>
            </p:cNvSpPr>
            <p:nvPr/>
          </p:nvSpPr>
          <p:spPr>
            <a:xfrm rot="-10295863">
              <a:off x="2177785" y="420737"/>
              <a:ext cx="329637" cy="3223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" name="Splat 212"/>
            <p:cNvSpPr>
              <a:spLocks noGrp="1"/>
            </p:cNvSpPr>
            <p:nvPr/>
          </p:nvSpPr>
          <p:spPr>
            <a:xfrm rot="10614497">
              <a:off x="3022171" y="683350"/>
              <a:ext cx="68461" cy="17867"/>
            </a:xfrm>
            <a:prstGeom prst="ellipse">
              <a:avLst/>
            </a:prstGeom>
            <a:gradFill>
              <a:gsLst>
                <a:gs pos="0">
                  <a:srgbClr val="AA9D9B">
                    <a:alpha val="16300"/>
                  </a:srgbClr>
                </a:gs>
                <a:gs pos="14286">
                  <a:srgbClr val="AA9D9B">
                    <a:alpha val="15087"/>
                  </a:srgbClr>
                </a:gs>
                <a:gs pos="28571">
                  <a:srgbClr val="AA9D9B">
                    <a:alpha val="11925"/>
                  </a:srgbClr>
                </a:gs>
                <a:gs pos="42857">
                  <a:srgbClr val="AA9D9B">
                    <a:alpha val="7992"/>
                  </a:srgbClr>
                </a:gs>
                <a:gs pos="57143">
                  <a:srgbClr val="AA9D9B">
                    <a:alpha val="4510"/>
                  </a:srgbClr>
                </a:gs>
                <a:gs pos="71429">
                  <a:srgbClr val="AA9D9B">
                    <a:alpha val="2137"/>
                  </a:srgbClr>
                </a:gs>
                <a:gs pos="85714">
                  <a:srgbClr val="AA9D9B">
                    <a:alpha val="851"/>
                  </a:srgbClr>
                </a:gs>
                <a:gs pos="100000">
                  <a:srgbClr val="AA9D9B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" name="Splat 213"/>
            <p:cNvSpPr>
              <a:spLocks noGrp="1"/>
            </p:cNvSpPr>
            <p:nvPr/>
          </p:nvSpPr>
          <p:spPr>
            <a:xfrm rot="7766373">
              <a:off x="2845184" y="710910"/>
              <a:ext cx="334330" cy="72005"/>
            </a:xfrm>
            <a:prstGeom prst="ellipse">
              <a:avLst/>
            </a:prstGeom>
            <a:gradFill>
              <a:gsLst>
                <a:gs pos="0">
                  <a:srgbClr val="FFD8BE">
                    <a:alpha val="32968"/>
                  </a:srgbClr>
                </a:gs>
                <a:gs pos="14286">
                  <a:srgbClr val="FFD8BE">
                    <a:alpha val="30764"/>
                  </a:srgbClr>
                </a:gs>
                <a:gs pos="28571">
                  <a:srgbClr val="FFD8BE">
                    <a:alpha val="24833"/>
                  </a:srgbClr>
                </a:gs>
                <a:gs pos="42857">
                  <a:srgbClr val="FFD8BE">
                    <a:alpha val="17075"/>
                  </a:srgbClr>
                </a:gs>
                <a:gs pos="57143">
                  <a:srgbClr val="FFD8BE">
                    <a:alpha val="9855"/>
                  </a:srgbClr>
                </a:gs>
                <a:gs pos="71429">
                  <a:srgbClr val="FFD8BE">
                    <a:alpha val="4740"/>
                  </a:srgbClr>
                </a:gs>
                <a:gs pos="85714">
                  <a:srgbClr val="FFD8BE">
                    <a:alpha val="1902"/>
                  </a:srgbClr>
                </a:gs>
                <a:gs pos="100000">
                  <a:srgbClr val="FFD8B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" name="Splat 214"/>
            <p:cNvSpPr>
              <a:spLocks noGrp="1"/>
            </p:cNvSpPr>
            <p:nvPr/>
          </p:nvSpPr>
          <p:spPr>
            <a:xfrm rot="8495965">
              <a:off x="1944696" y="759765"/>
              <a:ext cx="68461" cy="17504"/>
            </a:xfrm>
            <a:prstGeom prst="ellipse">
              <a:avLst/>
            </a:prstGeom>
            <a:gradFill>
              <a:gsLst>
                <a:gs pos="0">
                  <a:srgbClr val="999397">
                    <a:alpha val="16569"/>
                  </a:srgbClr>
                </a:gs>
                <a:gs pos="14286">
                  <a:srgbClr val="999397">
                    <a:alpha val="15338"/>
                  </a:srgbClr>
                </a:gs>
                <a:gs pos="28571">
                  <a:srgbClr val="999397">
                    <a:alpha val="12127"/>
                  </a:srgbClr>
                </a:gs>
                <a:gs pos="42857">
                  <a:srgbClr val="999397">
                    <a:alpha val="8130"/>
                  </a:srgbClr>
                </a:gs>
                <a:gs pos="57143">
                  <a:srgbClr val="999397">
                    <a:alpha val="4590"/>
                  </a:srgbClr>
                </a:gs>
                <a:gs pos="71429">
                  <a:srgbClr val="999397">
                    <a:alpha val="2175"/>
                  </a:srgbClr>
                </a:gs>
                <a:gs pos="85714">
                  <a:srgbClr val="999397">
                    <a:alpha val="866"/>
                  </a:srgbClr>
                </a:gs>
                <a:gs pos="100000">
                  <a:srgbClr val="999397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" name="Splat 215"/>
            <p:cNvSpPr>
              <a:spLocks noGrp="1"/>
            </p:cNvSpPr>
            <p:nvPr/>
          </p:nvSpPr>
          <p:spPr>
            <a:xfrm rot="-10398343">
              <a:off x="1843831" y="285631"/>
              <a:ext cx="68461" cy="18003"/>
            </a:xfrm>
            <a:prstGeom prst="ellipse">
              <a:avLst/>
            </a:prstGeom>
            <a:gradFill>
              <a:gsLst>
                <a:gs pos="0">
                  <a:srgbClr val="DABDA6">
                    <a:alpha val="16200"/>
                  </a:srgbClr>
                </a:gs>
                <a:gs pos="14286">
                  <a:srgbClr val="DABDA6">
                    <a:alpha val="14993"/>
                  </a:srgbClr>
                </a:gs>
                <a:gs pos="28571">
                  <a:srgbClr val="DABDA6">
                    <a:alpha val="11850"/>
                  </a:srgbClr>
                </a:gs>
                <a:gs pos="42857">
                  <a:srgbClr val="DABDA6">
                    <a:alpha val="7940"/>
                  </a:srgbClr>
                </a:gs>
                <a:gs pos="57143">
                  <a:srgbClr val="DABDA6">
                    <a:alpha val="4481"/>
                  </a:srgbClr>
                </a:gs>
                <a:gs pos="71429">
                  <a:srgbClr val="DABDA6">
                    <a:alpha val="2123"/>
                  </a:srgbClr>
                </a:gs>
                <a:gs pos="85714">
                  <a:srgbClr val="DABDA6">
                    <a:alpha val="845"/>
                  </a:srgbClr>
                </a:gs>
                <a:gs pos="100000">
                  <a:srgbClr val="DABDA6">
                    <a:alpha val="2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" name="Splat 216"/>
            <p:cNvSpPr>
              <a:spLocks noGrp="1"/>
            </p:cNvSpPr>
            <p:nvPr/>
          </p:nvSpPr>
          <p:spPr>
            <a:xfrm rot="-9171345">
              <a:off x="1869014" y="1508666"/>
              <a:ext cx="314592" cy="2214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" name="Splat 217"/>
            <p:cNvSpPr>
              <a:spLocks noGrp="1"/>
            </p:cNvSpPr>
            <p:nvPr/>
          </p:nvSpPr>
          <p:spPr>
            <a:xfrm rot="10593390">
              <a:off x="1871015" y="417436"/>
              <a:ext cx="68461" cy="17994"/>
            </a:xfrm>
            <a:prstGeom prst="ellipse">
              <a:avLst/>
            </a:prstGeom>
            <a:gradFill>
              <a:gsLst>
                <a:gs pos="0">
                  <a:srgbClr val="D9C6B7">
                    <a:alpha val="16206"/>
                  </a:srgbClr>
                </a:gs>
                <a:gs pos="14286">
                  <a:srgbClr val="D9C6B7">
                    <a:alpha val="14999"/>
                  </a:srgbClr>
                </a:gs>
                <a:gs pos="28571">
                  <a:srgbClr val="D9C6B7">
                    <a:alpha val="11854"/>
                  </a:srgbClr>
                </a:gs>
                <a:gs pos="42857">
                  <a:srgbClr val="D9C6B7">
                    <a:alpha val="7943"/>
                  </a:srgbClr>
                </a:gs>
                <a:gs pos="57143">
                  <a:srgbClr val="D9C6B7">
                    <a:alpha val="4482"/>
                  </a:srgbClr>
                </a:gs>
                <a:gs pos="71429">
                  <a:srgbClr val="D9C6B7">
                    <a:alpha val="2124"/>
                  </a:srgbClr>
                </a:gs>
                <a:gs pos="85714">
                  <a:srgbClr val="D9C6B7">
                    <a:alpha val="845"/>
                  </a:srgbClr>
                </a:gs>
                <a:gs pos="100000">
                  <a:srgbClr val="D9C6B7">
                    <a:alpha val="2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" name="Splat 218"/>
            <p:cNvSpPr>
              <a:spLocks noGrp="1"/>
            </p:cNvSpPr>
            <p:nvPr/>
          </p:nvSpPr>
          <p:spPr>
            <a:xfrm rot="10168361">
              <a:off x="2250230" y="-221543"/>
              <a:ext cx="577016" cy="454798"/>
            </a:xfrm>
            <a:prstGeom prst="ellipse">
              <a:avLst/>
            </a:prstGeom>
            <a:gradFill>
              <a:gsLst>
                <a:gs pos="0">
                  <a:srgbClr val="00E9FF">
                    <a:alpha val="10741"/>
                  </a:srgbClr>
                </a:gs>
                <a:gs pos="14286">
                  <a:srgbClr val="00E9FF">
                    <a:alpha val="9917"/>
                  </a:srgbClr>
                </a:gs>
                <a:gs pos="28571">
                  <a:srgbClr val="00E9FF">
                    <a:alpha val="7789"/>
                  </a:srgbClr>
                </a:gs>
                <a:gs pos="42857">
                  <a:srgbClr val="00E9FF">
                    <a:alpha val="5180"/>
                  </a:srgbClr>
                </a:gs>
                <a:gs pos="57143">
                  <a:srgbClr val="00E9FF">
                    <a:alpha val="2904"/>
                  </a:srgbClr>
                </a:gs>
                <a:gs pos="71429">
                  <a:srgbClr val="00E9FF">
                    <a:alpha val="1370"/>
                  </a:srgbClr>
                </a:gs>
                <a:gs pos="85714">
                  <a:srgbClr val="00E9FF">
                    <a:alpha val="544"/>
                  </a:srgbClr>
                </a:gs>
                <a:gs pos="100000">
                  <a:srgbClr val="00E9FF">
                    <a:alpha val="1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" name="Splat 219"/>
            <p:cNvSpPr>
              <a:spLocks noGrp="1"/>
            </p:cNvSpPr>
            <p:nvPr/>
          </p:nvSpPr>
          <p:spPr>
            <a:xfrm rot="-8391013">
              <a:off x="793238" y="1764705"/>
              <a:ext cx="68461" cy="18070"/>
            </a:xfrm>
            <a:prstGeom prst="ellipse">
              <a:avLst/>
            </a:prstGeom>
            <a:gradFill>
              <a:gsLst>
                <a:gs pos="0">
                  <a:srgbClr val="B0ABAD">
                    <a:alpha val="16150"/>
                  </a:srgbClr>
                </a:gs>
                <a:gs pos="14286">
                  <a:srgbClr val="B0ABAD">
                    <a:alpha val="14947"/>
                  </a:srgbClr>
                </a:gs>
                <a:gs pos="28571">
                  <a:srgbClr val="B0ABAD">
                    <a:alpha val="11812"/>
                  </a:srgbClr>
                </a:gs>
                <a:gs pos="42857">
                  <a:srgbClr val="B0ABAD">
                    <a:alpha val="7914"/>
                  </a:srgbClr>
                </a:gs>
                <a:gs pos="57143">
                  <a:srgbClr val="B0ABAD">
                    <a:alpha val="4466"/>
                  </a:srgbClr>
                </a:gs>
                <a:gs pos="71429">
                  <a:srgbClr val="B0ABAD">
                    <a:alpha val="2116"/>
                  </a:srgbClr>
                </a:gs>
                <a:gs pos="85714">
                  <a:srgbClr val="B0ABAD">
                    <a:alpha val="842"/>
                  </a:srgbClr>
                </a:gs>
                <a:gs pos="100000">
                  <a:srgbClr val="B0ABAD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" name="Splat 220"/>
            <p:cNvSpPr>
              <a:spLocks noGrp="1"/>
            </p:cNvSpPr>
            <p:nvPr/>
          </p:nvSpPr>
          <p:spPr>
            <a:xfrm rot="4846155">
              <a:off x="2739544" y="1683748"/>
              <a:ext cx="521206" cy="4946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" name="Splat 221"/>
            <p:cNvSpPr>
              <a:spLocks noGrp="1"/>
            </p:cNvSpPr>
            <p:nvPr/>
          </p:nvSpPr>
          <p:spPr>
            <a:xfrm rot="-10621194">
              <a:off x="1633661" y="1798908"/>
              <a:ext cx="68461" cy="18036"/>
            </a:xfrm>
            <a:prstGeom prst="ellipse">
              <a:avLst/>
            </a:prstGeom>
            <a:gradFill>
              <a:gsLst>
                <a:gs pos="0">
                  <a:srgbClr val="8D827D">
                    <a:alpha val="16175"/>
                  </a:srgbClr>
                </a:gs>
                <a:gs pos="14286">
                  <a:srgbClr val="8D827D">
                    <a:alpha val="14970"/>
                  </a:srgbClr>
                </a:gs>
                <a:gs pos="28571">
                  <a:srgbClr val="8D827D">
                    <a:alpha val="11831"/>
                  </a:srgbClr>
                </a:gs>
                <a:gs pos="42857">
                  <a:srgbClr val="8D827D">
                    <a:alpha val="7927"/>
                  </a:srgbClr>
                </a:gs>
                <a:gs pos="57143">
                  <a:srgbClr val="8D827D">
                    <a:alpha val="4473"/>
                  </a:srgbClr>
                </a:gs>
                <a:gs pos="71429">
                  <a:srgbClr val="8D827D">
                    <a:alpha val="2119"/>
                  </a:srgbClr>
                </a:gs>
                <a:gs pos="85714">
                  <a:srgbClr val="8D827D">
                    <a:alpha val="843"/>
                  </a:srgbClr>
                </a:gs>
                <a:gs pos="100000">
                  <a:srgbClr val="8D827D">
                    <a:alpha val="2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" name="Splat 222"/>
            <p:cNvSpPr>
              <a:spLocks noGrp="1"/>
            </p:cNvSpPr>
            <p:nvPr/>
          </p:nvSpPr>
          <p:spPr>
            <a:xfrm rot="4444650">
              <a:off x="651481" y="1579540"/>
              <a:ext cx="311692" cy="41834"/>
            </a:xfrm>
            <a:prstGeom prst="ellipse">
              <a:avLst/>
            </a:prstGeom>
            <a:gradFill>
              <a:gsLst>
                <a:gs pos="0">
                  <a:srgbClr val="FFF0ED">
                    <a:alpha val="32968"/>
                  </a:srgbClr>
                </a:gs>
                <a:gs pos="14286">
                  <a:srgbClr val="FFF0ED">
                    <a:alpha val="30764"/>
                  </a:srgbClr>
                </a:gs>
                <a:gs pos="28571">
                  <a:srgbClr val="FFF0ED">
                    <a:alpha val="24833"/>
                  </a:srgbClr>
                </a:gs>
                <a:gs pos="42857">
                  <a:srgbClr val="FFF0ED">
                    <a:alpha val="17075"/>
                  </a:srgbClr>
                </a:gs>
                <a:gs pos="57143">
                  <a:srgbClr val="FFF0ED">
                    <a:alpha val="9855"/>
                  </a:srgbClr>
                </a:gs>
                <a:gs pos="71429">
                  <a:srgbClr val="FFF0ED">
                    <a:alpha val="4740"/>
                  </a:srgbClr>
                </a:gs>
                <a:gs pos="85714">
                  <a:srgbClr val="FFF0ED">
                    <a:alpha val="1902"/>
                  </a:srgbClr>
                </a:gs>
                <a:gs pos="100000">
                  <a:srgbClr val="FFF0E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" name="Splat 223"/>
            <p:cNvSpPr>
              <a:spLocks noGrp="1"/>
            </p:cNvSpPr>
            <p:nvPr/>
          </p:nvSpPr>
          <p:spPr>
            <a:xfrm rot="-8961881">
              <a:off x="2840520" y="1915459"/>
              <a:ext cx="68461" cy="18105"/>
            </a:xfrm>
            <a:prstGeom prst="ellipse">
              <a:avLst/>
            </a:prstGeom>
            <a:gradFill>
              <a:gsLst>
                <a:gs pos="0">
                  <a:srgbClr val="655B59">
                    <a:alpha val="16124"/>
                  </a:srgbClr>
                </a:gs>
                <a:gs pos="14286">
                  <a:srgbClr val="655B59">
                    <a:alpha val="14923"/>
                  </a:srgbClr>
                </a:gs>
                <a:gs pos="28571">
                  <a:srgbClr val="655B59">
                    <a:alpha val="11793"/>
                  </a:srgbClr>
                </a:gs>
                <a:gs pos="42857">
                  <a:srgbClr val="655B59">
                    <a:alpha val="7901"/>
                  </a:srgbClr>
                </a:gs>
                <a:gs pos="57143">
                  <a:srgbClr val="655B59">
                    <a:alpha val="4458"/>
                  </a:srgbClr>
                </a:gs>
                <a:gs pos="71429">
                  <a:srgbClr val="655B59">
                    <a:alpha val="2112"/>
                  </a:srgbClr>
                </a:gs>
                <a:gs pos="85714">
                  <a:srgbClr val="655B59">
                    <a:alpha val="841"/>
                  </a:srgbClr>
                </a:gs>
                <a:gs pos="100000">
                  <a:srgbClr val="655B59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" name="Splat 224"/>
            <p:cNvSpPr>
              <a:spLocks noGrp="1"/>
            </p:cNvSpPr>
            <p:nvPr/>
          </p:nvSpPr>
          <p:spPr>
            <a:xfrm rot="-9479173">
              <a:off x="1652523" y="1201489"/>
              <a:ext cx="68461" cy="18113"/>
            </a:xfrm>
            <a:prstGeom prst="ellipse">
              <a:avLst/>
            </a:prstGeom>
            <a:gradFill>
              <a:gsLst>
                <a:gs pos="0">
                  <a:srgbClr val="A32624">
                    <a:alpha val="16118"/>
                  </a:srgbClr>
                </a:gs>
                <a:gs pos="14286">
                  <a:srgbClr val="A32624">
                    <a:alpha val="14917"/>
                  </a:srgbClr>
                </a:gs>
                <a:gs pos="28571">
                  <a:srgbClr val="A32624">
                    <a:alpha val="11788"/>
                  </a:srgbClr>
                </a:gs>
                <a:gs pos="42857">
                  <a:srgbClr val="A32624">
                    <a:alpha val="7898"/>
                  </a:srgbClr>
                </a:gs>
                <a:gs pos="57143">
                  <a:srgbClr val="A32624">
                    <a:alpha val="4456"/>
                  </a:srgbClr>
                </a:gs>
                <a:gs pos="71429">
                  <a:srgbClr val="A32624">
                    <a:alpha val="2111"/>
                  </a:srgbClr>
                </a:gs>
                <a:gs pos="85714">
                  <a:srgbClr val="A32624">
                    <a:alpha val="840"/>
                  </a:srgbClr>
                </a:gs>
                <a:gs pos="100000">
                  <a:srgbClr val="A32624">
                    <a:alpha val="2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" name="Splat 225"/>
            <p:cNvSpPr>
              <a:spLocks noGrp="1"/>
            </p:cNvSpPr>
            <p:nvPr/>
          </p:nvSpPr>
          <p:spPr>
            <a:xfrm rot="5410195">
              <a:off x="1207149" y="58414"/>
              <a:ext cx="565068" cy="3881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" name="Splat 226"/>
            <p:cNvSpPr>
              <a:spLocks noGrp="1"/>
            </p:cNvSpPr>
            <p:nvPr/>
          </p:nvSpPr>
          <p:spPr>
            <a:xfrm rot="5285875">
              <a:off x="2652603" y="1169048"/>
              <a:ext cx="68461" cy="17835"/>
            </a:xfrm>
            <a:prstGeom prst="ellipse">
              <a:avLst/>
            </a:prstGeom>
            <a:gradFill>
              <a:gsLst>
                <a:gs pos="0">
                  <a:srgbClr val="F14C45">
                    <a:alpha val="16325"/>
                  </a:srgbClr>
                </a:gs>
                <a:gs pos="14286">
                  <a:srgbClr val="F14C45">
                    <a:alpha val="15110"/>
                  </a:srgbClr>
                </a:gs>
                <a:gs pos="28571">
                  <a:srgbClr val="F14C45">
                    <a:alpha val="11943"/>
                  </a:srgbClr>
                </a:gs>
                <a:gs pos="42857">
                  <a:srgbClr val="F14C45">
                    <a:alpha val="8004"/>
                  </a:srgbClr>
                </a:gs>
                <a:gs pos="57143">
                  <a:srgbClr val="F14C45">
                    <a:alpha val="4517"/>
                  </a:srgbClr>
                </a:gs>
                <a:gs pos="71429">
                  <a:srgbClr val="F14C45">
                    <a:alpha val="2141"/>
                  </a:srgbClr>
                </a:gs>
                <a:gs pos="85714">
                  <a:srgbClr val="F14C45">
                    <a:alpha val="852"/>
                  </a:srgbClr>
                </a:gs>
                <a:gs pos="100000">
                  <a:srgbClr val="F14C45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" name="Splat 227"/>
            <p:cNvSpPr>
              <a:spLocks noGrp="1"/>
            </p:cNvSpPr>
            <p:nvPr/>
          </p:nvSpPr>
          <p:spPr>
            <a:xfrm rot="4340471">
              <a:off x="2556895" y="1236417"/>
              <a:ext cx="156061" cy="94858"/>
            </a:xfrm>
            <a:prstGeom prst="ellipse">
              <a:avLst/>
            </a:prstGeom>
            <a:gradFill>
              <a:gsLst>
                <a:gs pos="0">
                  <a:srgbClr val="FFFFD3">
                    <a:alpha val="32968"/>
                  </a:srgbClr>
                </a:gs>
                <a:gs pos="14286">
                  <a:srgbClr val="FFFFD3">
                    <a:alpha val="30764"/>
                  </a:srgbClr>
                </a:gs>
                <a:gs pos="28571">
                  <a:srgbClr val="FFFFD3">
                    <a:alpha val="24833"/>
                  </a:srgbClr>
                </a:gs>
                <a:gs pos="42857">
                  <a:srgbClr val="FFFFD3">
                    <a:alpha val="17075"/>
                  </a:srgbClr>
                </a:gs>
                <a:gs pos="57143">
                  <a:srgbClr val="FFFFD3">
                    <a:alpha val="9855"/>
                  </a:srgbClr>
                </a:gs>
                <a:gs pos="71429">
                  <a:srgbClr val="FFFFD3">
                    <a:alpha val="4740"/>
                  </a:srgbClr>
                </a:gs>
                <a:gs pos="85714">
                  <a:srgbClr val="FFFFD3">
                    <a:alpha val="1902"/>
                  </a:srgbClr>
                </a:gs>
                <a:gs pos="100000">
                  <a:srgbClr val="FFFFD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" name="Splat 228"/>
            <p:cNvSpPr>
              <a:spLocks noGrp="1"/>
            </p:cNvSpPr>
            <p:nvPr/>
          </p:nvSpPr>
          <p:spPr>
            <a:xfrm rot="7164297">
              <a:off x="2231931" y="1708378"/>
              <a:ext cx="68461" cy="18144"/>
            </a:xfrm>
            <a:prstGeom prst="ellipse">
              <a:avLst/>
            </a:prstGeom>
            <a:gradFill>
              <a:gsLst>
                <a:gs pos="0">
                  <a:srgbClr val="715B48">
                    <a:alpha val="16095"/>
                  </a:srgbClr>
                </a:gs>
                <a:gs pos="14286">
                  <a:srgbClr val="715B48">
                    <a:alpha val="14896"/>
                  </a:srgbClr>
                </a:gs>
                <a:gs pos="28571">
                  <a:srgbClr val="715B48">
                    <a:alpha val="11771"/>
                  </a:srgbClr>
                </a:gs>
                <a:gs pos="42857">
                  <a:srgbClr val="715B48">
                    <a:alpha val="7886"/>
                  </a:srgbClr>
                </a:gs>
                <a:gs pos="57143">
                  <a:srgbClr val="715B48">
                    <a:alpha val="4450"/>
                  </a:srgbClr>
                </a:gs>
                <a:gs pos="71429">
                  <a:srgbClr val="715B48">
                    <a:alpha val="2108"/>
                  </a:srgbClr>
                </a:gs>
                <a:gs pos="85714">
                  <a:srgbClr val="715B48">
                    <a:alpha val="839"/>
                  </a:srgbClr>
                </a:gs>
                <a:gs pos="100000">
                  <a:srgbClr val="715B48">
                    <a:alpha val="2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" name="Splat 229"/>
            <p:cNvSpPr>
              <a:spLocks noGrp="1"/>
            </p:cNvSpPr>
            <p:nvPr/>
          </p:nvSpPr>
          <p:spPr>
            <a:xfrm rot="5960919">
              <a:off x="2051975" y="540462"/>
              <a:ext cx="169026" cy="6590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" name="Splat 230"/>
            <p:cNvSpPr>
              <a:spLocks noGrp="1"/>
            </p:cNvSpPr>
            <p:nvPr/>
          </p:nvSpPr>
          <p:spPr>
            <a:xfrm rot="6056643">
              <a:off x="1411679" y="1933472"/>
              <a:ext cx="432177" cy="51153"/>
            </a:xfrm>
            <a:prstGeom prst="ellipse">
              <a:avLst/>
            </a:prstGeom>
            <a:gradFill>
              <a:gsLst>
                <a:gs pos="0">
                  <a:srgbClr val="FFFFF3">
                    <a:alpha val="32968"/>
                  </a:srgbClr>
                </a:gs>
                <a:gs pos="14286">
                  <a:srgbClr val="FFFFF3">
                    <a:alpha val="30764"/>
                  </a:srgbClr>
                </a:gs>
                <a:gs pos="28571">
                  <a:srgbClr val="FFFFF3">
                    <a:alpha val="24833"/>
                  </a:srgbClr>
                </a:gs>
                <a:gs pos="42857">
                  <a:srgbClr val="FFFFF3">
                    <a:alpha val="17075"/>
                  </a:srgbClr>
                </a:gs>
                <a:gs pos="57143">
                  <a:srgbClr val="FFFFF3">
                    <a:alpha val="9855"/>
                  </a:srgbClr>
                </a:gs>
                <a:gs pos="71429">
                  <a:srgbClr val="FFFFF3">
                    <a:alpha val="4740"/>
                  </a:srgbClr>
                </a:gs>
                <a:gs pos="85714">
                  <a:srgbClr val="FFFFF3">
                    <a:alpha val="1902"/>
                  </a:srgbClr>
                </a:gs>
                <a:gs pos="100000">
                  <a:srgbClr val="FFFFF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" name="Splat 231"/>
            <p:cNvSpPr>
              <a:spLocks noGrp="1"/>
            </p:cNvSpPr>
            <p:nvPr/>
          </p:nvSpPr>
          <p:spPr>
            <a:xfrm rot="-10587061">
              <a:off x="3280580" y="611286"/>
              <a:ext cx="68461" cy="17734"/>
            </a:xfrm>
            <a:prstGeom prst="ellipse">
              <a:avLst/>
            </a:prstGeom>
            <a:gradFill>
              <a:gsLst>
                <a:gs pos="0">
                  <a:srgbClr val="CDCBDC">
                    <a:alpha val="16399"/>
                  </a:srgbClr>
                </a:gs>
                <a:gs pos="14286">
                  <a:srgbClr val="CDCBDC">
                    <a:alpha val="15179"/>
                  </a:srgbClr>
                </a:gs>
                <a:gs pos="28571">
                  <a:srgbClr val="CDCBDC">
                    <a:alpha val="11999"/>
                  </a:srgbClr>
                </a:gs>
                <a:gs pos="42857">
                  <a:srgbClr val="CDCBDC">
                    <a:alpha val="8043"/>
                  </a:srgbClr>
                </a:gs>
                <a:gs pos="57143">
                  <a:srgbClr val="CDCBDC">
                    <a:alpha val="4540"/>
                  </a:srgbClr>
                </a:gs>
                <a:gs pos="71429">
                  <a:srgbClr val="CDCBDC">
                    <a:alpha val="2151"/>
                  </a:srgbClr>
                </a:gs>
                <a:gs pos="85714">
                  <a:srgbClr val="CDCBDC">
                    <a:alpha val="856"/>
                  </a:srgbClr>
                </a:gs>
                <a:gs pos="100000">
                  <a:srgbClr val="CDCBDC">
                    <a:alpha val="2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" name="Splat 232"/>
            <p:cNvSpPr>
              <a:spLocks noGrp="1"/>
            </p:cNvSpPr>
            <p:nvPr/>
          </p:nvSpPr>
          <p:spPr>
            <a:xfrm rot="-10715131">
              <a:off x="2940126" y="1280016"/>
              <a:ext cx="68461" cy="17708"/>
            </a:xfrm>
            <a:prstGeom prst="ellipse">
              <a:avLst/>
            </a:prstGeom>
            <a:gradFill>
              <a:gsLst>
                <a:gs pos="0">
                  <a:srgbClr val="FFCCB3">
                    <a:alpha val="16418"/>
                  </a:srgbClr>
                </a:gs>
                <a:gs pos="14286">
                  <a:srgbClr val="FFCCB3">
                    <a:alpha val="15197"/>
                  </a:srgbClr>
                </a:gs>
                <a:gs pos="28571">
                  <a:srgbClr val="FFCCB3">
                    <a:alpha val="12014"/>
                  </a:srgbClr>
                </a:gs>
                <a:gs pos="42857">
                  <a:srgbClr val="FFCCB3">
                    <a:alpha val="8052"/>
                  </a:srgbClr>
                </a:gs>
                <a:gs pos="57143">
                  <a:srgbClr val="FFCCB3">
                    <a:alpha val="4545"/>
                  </a:srgbClr>
                </a:gs>
                <a:gs pos="71429">
                  <a:srgbClr val="FFCCB3">
                    <a:alpha val="2154"/>
                  </a:srgbClr>
                </a:gs>
                <a:gs pos="85714">
                  <a:srgbClr val="FFCCB3">
                    <a:alpha val="857"/>
                  </a:srgbClr>
                </a:gs>
                <a:gs pos="100000">
                  <a:srgbClr val="FFCCB3">
                    <a:alpha val="2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" name="Splat 233"/>
            <p:cNvSpPr>
              <a:spLocks noGrp="1"/>
            </p:cNvSpPr>
            <p:nvPr/>
          </p:nvSpPr>
          <p:spPr>
            <a:xfrm rot="9626036">
              <a:off x="483310" y="1390605"/>
              <a:ext cx="68461" cy="18230"/>
            </a:xfrm>
            <a:prstGeom prst="ellipse">
              <a:avLst/>
            </a:prstGeom>
            <a:gradFill>
              <a:gsLst>
                <a:gs pos="0">
                  <a:srgbClr val="615453">
                    <a:alpha val="16031"/>
                  </a:srgbClr>
                </a:gs>
                <a:gs pos="14286">
                  <a:srgbClr val="615453">
                    <a:alpha val="14836"/>
                  </a:srgbClr>
                </a:gs>
                <a:gs pos="28571">
                  <a:srgbClr val="615453">
                    <a:alpha val="11723"/>
                  </a:srgbClr>
                </a:gs>
                <a:gs pos="42857">
                  <a:srgbClr val="615453">
                    <a:alpha val="7853"/>
                  </a:srgbClr>
                </a:gs>
                <a:gs pos="57143">
                  <a:srgbClr val="615453">
                    <a:alpha val="4431"/>
                  </a:srgbClr>
                </a:gs>
                <a:gs pos="71429">
                  <a:srgbClr val="615453">
                    <a:alpha val="2099"/>
                  </a:srgbClr>
                </a:gs>
                <a:gs pos="85714">
                  <a:srgbClr val="615453">
                    <a:alpha val="835"/>
                  </a:srgbClr>
                </a:gs>
                <a:gs pos="100000">
                  <a:srgbClr val="615453">
                    <a:alpha val="2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" name="Splat 234"/>
            <p:cNvSpPr>
              <a:spLocks noGrp="1"/>
            </p:cNvSpPr>
            <p:nvPr/>
          </p:nvSpPr>
          <p:spPr>
            <a:xfrm rot="10694723">
              <a:off x="2611503" y="47017"/>
              <a:ext cx="68461" cy="18215"/>
            </a:xfrm>
            <a:prstGeom prst="ellipse">
              <a:avLst/>
            </a:prstGeom>
            <a:gradFill>
              <a:gsLst>
                <a:gs pos="0">
                  <a:srgbClr val="3C404C">
                    <a:alpha val="16042"/>
                  </a:srgbClr>
                </a:gs>
                <a:gs pos="14286">
                  <a:srgbClr val="3C404C">
                    <a:alpha val="14846"/>
                  </a:srgbClr>
                </a:gs>
                <a:gs pos="28571">
                  <a:srgbClr val="3C404C">
                    <a:alpha val="11731"/>
                  </a:srgbClr>
                </a:gs>
                <a:gs pos="42857">
                  <a:srgbClr val="3C404C">
                    <a:alpha val="7859"/>
                  </a:srgbClr>
                </a:gs>
                <a:gs pos="57143">
                  <a:srgbClr val="3C404C">
                    <a:alpha val="4434"/>
                  </a:srgbClr>
                </a:gs>
                <a:gs pos="71429">
                  <a:srgbClr val="3C404C">
                    <a:alpha val="2101"/>
                  </a:srgbClr>
                </a:gs>
                <a:gs pos="85714">
                  <a:srgbClr val="3C404C">
                    <a:alpha val="836"/>
                  </a:srgbClr>
                </a:gs>
                <a:gs pos="100000">
                  <a:srgbClr val="3C404C">
                    <a:alpha val="2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" name="Splat 235"/>
            <p:cNvSpPr>
              <a:spLocks noGrp="1"/>
            </p:cNvSpPr>
            <p:nvPr/>
          </p:nvSpPr>
          <p:spPr>
            <a:xfrm rot="4004528">
              <a:off x="1371609" y="883607"/>
              <a:ext cx="97144" cy="75263"/>
            </a:xfrm>
            <a:prstGeom prst="ellipse">
              <a:avLst/>
            </a:prstGeom>
            <a:gradFill>
              <a:gsLst>
                <a:gs pos="0">
                  <a:srgbClr val="FFFFC8">
                    <a:alpha val="32968"/>
                  </a:srgbClr>
                </a:gs>
                <a:gs pos="14286">
                  <a:srgbClr val="FFFFC8">
                    <a:alpha val="30764"/>
                  </a:srgbClr>
                </a:gs>
                <a:gs pos="28571">
                  <a:srgbClr val="FFFFC8">
                    <a:alpha val="24833"/>
                  </a:srgbClr>
                </a:gs>
                <a:gs pos="42857">
                  <a:srgbClr val="FFFFC8">
                    <a:alpha val="17075"/>
                  </a:srgbClr>
                </a:gs>
                <a:gs pos="57143">
                  <a:srgbClr val="FFFFC8">
                    <a:alpha val="9855"/>
                  </a:srgbClr>
                </a:gs>
                <a:gs pos="71429">
                  <a:srgbClr val="FFFFC8">
                    <a:alpha val="4740"/>
                  </a:srgbClr>
                </a:gs>
                <a:gs pos="85714">
                  <a:srgbClr val="FFFFC8">
                    <a:alpha val="1902"/>
                  </a:srgbClr>
                </a:gs>
                <a:gs pos="100000">
                  <a:srgbClr val="FFFFC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" name="Splat 236"/>
            <p:cNvSpPr>
              <a:spLocks noGrp="1"/>
            </p:cNvSpPr>
            <p:nvPr/>
          </p:nvSpPr>
          <p:spPr>
            <a:xfrm rot="8913849">
              <a:off x="1183950" y="1195815"/>
              <a:ext cx="524240" cy="69888"/>
            </a:xfrm>
            <a:prstGeom prst="ellipse">
              <a:avLst/>
            </a:prstGeom>
            <a:gradFill>
              <a:gsLst>
                <a:gs pos="0">
                  <a:srgbClr val="FFFF34">
                    <a:alpha val="32968"/>
                  </a:srgbClr>
                </a:gs>
                <a:gs pos="14286">
                  <a:srgbClr val="FFFF34">
                    <a:alpha val="30764"/>
                  </a:srgbClr>
                </a:gs>
                <a:gs pos="28571">
                  <a:srgbClr val="FFFF34">
                    <a:alpha val="24833"/>
                  </a:srgbClr>
                </a:gs>
                <a:gs pos="42857">
                  <a:srgbClr val="FFFF34">
                    <a:alpha val="17075"/>
                  </a:srgbClr>
                </a:gs>
                <a:gs pos="57143">
                  <a:srgbClr val="FFFF34">
                    <a:alpha val="9855"/>
                  </a:srgbClr>
                </a:gs>
                <a:gs pos="71429">
                  <a:srgbClr val="FFFF34">
                    <a:alpha val="4740"/>
                  </a:srgbClr>
                </a:gs>
                <a:gs pos="85714">
                  <a:srgbClr val="FFFF34">
                    <a:alpha val="1902"/>
                  </a:srgbClr>
                </a:gs>
                <a:gs pos="100000">
                  <a:srgbClr val="FFFF3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" name="Splat 237"/>
            <p:cNvSpPr>
              <a:spLocks noGrp="1"/>
            </p:cNvSpPr>
            <p:nvPr/>
          </p:nvSpPr>
          <p:spPr>
            <a:xfrm rot="10758767">
              <a:off x="2215193" y="347698"/>
              <a:ext cx="449774" cy="2421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" name="Splat 238"/>
            <p:cNvSpPr>
              <a:spLocks noGrp="1"/>
            </p:cNvSpPr>
            <p:nvPr/>
          </p:nvSpPr>
          <p:spPr>
            <a:xfrm rot="3569848">
              <a:off x="605667" y="1737150"/>
              <a:ext cx="68461" cy="18276"/>
            </a:xfrm>
            <a:prstGeom prst="ellipse">
              <a:avLst/>
            </a:prstGeom>
            <a:gradFill>
              <a:gsLst>
                <a:gs pos="0">
                  <a:srgbClr val="989291">
                    <a:alpha val="15997"/>
                  </a:srgbClr>
                </a:gs>
                <a:gs pos="14286">
                  <a:srgbClr val="989291">
                    <a:alpha val="14804"/>
                  </a:srgbClr>
                </a:gs>
                <a:gs pos="28571">
                  <a:srgbClr val="989291">
                    <a:alpha val="11697"/>
                  </a:srgbClr>
                </a:gs>
                <a:gs pos="42857">
                  <a:srgbClr val="989291">
                    <a:alpha val="7835"/>
                  </a:srgbClr>
                </a:gs>
                <a:gs pos="57143">
                  <a:srgbClr val="989291">
                    <a:alpha val="4421"/>
                  </a:srgbClr>
                </a:gs>
                <a:gs pos="71429">
                  <a:srgbClr val="989291">
                    <a:alpha val="2094"/>
                  </a:srgbClr>
                </a:gs>
                <a:gs pos="85714">
                  <a:srgbClr val="989291">
                    <a:alpha val="833"/>
                  </a:srgbClr>
                </a:gs>
                <a:gs pos="100000">
                  <a:srgbClr val="989291">
                    <a:alpha val="2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" name="Splat 239"/>
            <p:cNvSpPr>
              <a:spLocks noGrp="1"/>
            </p:cNvSpPr>
            <p:nvPr/>
          </p:nvSpPr>
          <p:spPr>
            <a:xfrm rot="9695428">
              <a:off x="368550" y="1458018"/>
              <a:ext cx="68461" cy="18277"/>
            </a:xfrm>
            <a:prstGeom prst="ellipse">
              <a:avLst/>
            </a:prstGeom>
            <a:gradFill>
              <a:gsLst>
                <a:gs pos="0">
                  <a:srgbClr val="664F42">
                    <a:alpha val="15996"/>
                  </a:srgbClr>
                </a:gs>
                <a:gs pos="14286">
                  <a:srgbClr val="664F42">
                    <a:alpha val="14804"/>
                  </a:srgbClr>
                </a:gs>
                <a:gs pos="28571">
                  <a:srgbClr val="664F42">
                    <a:alpha val="11697"/>
                  </a:srgbClr>
                </a:gs>
                <a:gs pos="42857">
                  <a:srgbClr val="664F42">
                    <a:alpha val="7835"/>
                  </a:srgbClr>
                </a:gs>
                <a:gs pos="57143">
                  <a:srgbClr val="664F42">
                    <a:alpha val="4420"/>
                  </a:srgbClr>
                </a:gs>
                <a:gs pos="71429">
                  <a:srgbClr val="664F42">
                    <a:alpha val="2094"/>
                  </a:srgbClr>
                </a:gs>
                <a:gs pos="85714">
                  <a:srgbClr val="664F42">
                    <a:alpha val="833"/>
                  </a:srgbClr>
                </a:gs>
                <a:gs pos="100000">
                  <a:srgbClr val="664F42">
                    <a:alpha val="2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" name="Splat 240"/>
            <p:cNvSpPr>
              <a:spLocks noGrp="1"/>
            </p:cNvSpPr>
            <p:nvPr/>
          </p:nvSpPr>
          <p:spPr>
            <a:xfrm rot="5791762">
              <a:off x="2219815" y="1262329"/>
              <a:ext cx="530916" cy="4818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" name="Splat 241"/>
            <p:cNvSpPr>
              <a:spLocks noGrp="1"/>
            </p:cNvSpPr>
            <p:nvPr/>
          </p:nvSpPr>
          <p:spPr>
            <a:xfrm rot="4100626">
              <a:off x="2532453" y="1707496"/>
              <a:ext cx="447419" cy="2871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" name="Splat 242"/>
            <p:cNvSpPr>
              <a:spLocks noGrp="1"/>
            </p:cNvSpPr>
            <p:nvPr/>
          </p:nvSpPr>
          <p:spPr>
            <a:xfrm rot="5633622">
              <a:off x="1515013" y="1590597"/>
              <a:ext cx="274654" cy="43059"/>
            </a:xfrm>
            <a:prstGeom prst="ellipse">
              <a:avLst/>
            </a:prstGeom>
            <a:gradFill>
              <a:gsLst>
                <a:gs pos="0">
                  <a:srgbClr val="FFFFFE">
                    <a:alpha val="32968"/>
                  </a:srgbClr>
                </a:gs>
                <a:gs pos="14286">
                  <a:srgbClr val="FFFFFE">
                    <a:alpha val="30764"/>
                  </a:srgbClr>
                </a:gs>
                <a:gs pos="28571">
                  <a:srgbClr val="FFFFFE">
                    <a:alpha val="24833"/>
                  </a:srgbClr>
                </a:gs>
                <a:gs pos="42857">
                  <a:srgbClr val="FFFFFE">
                    <a:alpha val="17075"/>
                  </a:srgbClr>
                </a:gs>
                <a:gs pos="57143">
                  <a:srgbClr val="FFFFFE">
                    <a:alpha val="9855"/>
                  </a:srgbClr>
                </a:gs>
                <a:gs pos="71429">
                  <a:srgbClr val="FFFFFE">
                    <a:alpha val="4740"/>
                  </a:srgbClr>
                </a:gs>
                <a:gs pos="85714">
                  <a:srgbClr val="FFFFFE">
                    <a:alpha val="1902"/>
                  </a:srgbClr>
                </a:gs>
                <a:gs pos="100000">
                  <a:srgbClr val="FF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" name="Splat 243"/>
            <p:cNvSpPr>
              <a:spLocks noGrp="1"/>
            </p:cNvSpPr>
            <p:nvPr/>
          </p:nvSpPr>
          <p:spPr>
            <a:xfrm rot="8610582">
              <a:off x="752428" y="1292735"/>
              <a:ext cx="606547" cy="18056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" name="Splat 244"/>
            <p:cNvSpPr>
              <a:spLocks noGrp="1"/>
            </p:cNvSpPr>
            <p:nvPr/>
          </p:nvSpPr>
          <p:spPr>
            <a:xfrm rot="5859255">
              <a:off x="984127" y="1366529"/>
              <a:ext cx="607830" cy="10824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" name="Splat 245"/>
            <p:cNvSpPr>
              <a:spLocks noGrp="1"/>
            </p:cNvSpPr>
            <p:nvPr/>
          </p:nvSpPr>
          <p:spPr>
            <a:xfrm rot="2928604">
              <a:off x="2084182" y="1193991"/>
              <a:ext cx="122650" cy="78660"/>
            </a:xfrm>
            <a:prstGeom prst="ellipse">
              <a:avLst/>
            </a:prstGeom>
            <a:gradFill>
              <a:gsLst>
                <a:gs pos="0">
                  <a:srgbClr val="FFFFD3">
                    <a:alpha val="32968"/>
                  </a:srgbClr>
                </a:gs>
                <a:gs pos="14286">
                  <a:srgbClr val="FFFFD3">
                    <a:alpha val="30764"/>
                  </a:srgbClr>
                </a:gs>
                <a:gs pos="28571">
                  <a:srgbClr val="FFFFD3">
                    <a:alpha val="24833"/>
                  </a:srgbClr>
                </a:gs>
                <a:gs pos="42857">
                  <a:srgbClr val="FFFFD3">
                    <a:alpha val="17075"/>
                  </a:srgbClr>
                </a:gs>
                <a:gs pos="57143">
                  <a:srgbClr val="FFFFD3">
                    <a:alpha val="9855"/>
                  </a:srgbClr>
                </a:gs>
                <a:gs pos="71429">
                  <a:srgbClr val="FFFFD3">
                    <a:alpha val="4740"/>
                  </a:srgbClr>
                </a:gs>
                <a:gs pos="85714">
                  <a:srgbClr val="FFFFD3">
                    <a:alpha val="1902"/>
                  </a:srgbClr>
                </a:gs>
                <a:gs pos="100000">
                  <a:srgbClr val="FFFFD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" name="Splat 246"/>
            <p:cNvSpPr>
              <a:spLocks noGrp="1"/>
            </p:cNvSpPr>
            <p:nvPr/>
          </p:nvSpPr>
          <p:spPr>
            <a:xfrm rot="10067120">
              <a:off x="883351" y="1346711"/>
              <a:ext cx="68461" cy="18315"/>
            </a:xfrm>
            <a:prstGeom prst="ellipse">
              <a:avLst/>
            </a:prstGeom>
            <a:gradFill>
              <a:gsLst>
                <a:gs pos="0">
                  <a:srgbClr val="564D4C">
                    <a:alpha val="15968"/>
                  </a:srgbClr>
                </a:gs>
                <a:gs pos="14286">
                  <a:srgbClr val="564D4C">
                    <a:alpha val="14777"/>
                  </a:srgbClr>
                </a:gs>
                <a:gs pos="28571">
                  <a:srgbClr val="564D4C">
                    <a:alpha val="11675"/>
                  </a:srgbClr>
                </a:gs>
                <a:gs pos="42857">
                  <a:srgbClr val="564D4C">
                    <a:alpha val="7821"/>
                  </a:srgbClr>
                </a:gs>
                <a:gs pos="57143">
                  <a:srgbClr val="564D4C">
                    <a:alpha val="4412"/>
                  </a:srgbClr>
                </a:gs>
                <a:gs pos="71429">
                  <a:srgbClr val="564D4C">
                    <a:alpha val="2090"/>
                  </a:srgbClr>
                </a:gs>
                <a:gs pos="85714">
                  <a:srgbClr val="564D4C">
                    <a:alpha val="832"/>
                  </a:srgbClr>
                </a:gs>
                <a:gs pos="100000">
                  <a:srgbClr val="564D4C">
                    <a:alpha val="2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" name="Splat 247"/>
            <p:cNvSpPr>
              <a:spLocks noGrp="1"/>
            </p:cNvSpPr>
            <p:nvPr/>
          </p:nvSpPr>
          <p:spPr>
            <a:xfrm rot="5369597">
              <a:off x="195215" y="942028"/>
              <a:ext cx="68093" cy="17023"/>
            </a:xfrm>
            <a:prstGeom prst="ellipse">
              <a:avLst/>
            </a:prstGeom>
            <a:gradFill>
              <a:gsLst>
                <a:gs pos="0">
                  <a:srgbClr val="E88944">
                    <a:alpha val="16924"/>
                  </a:srgbClr>
                </a:gs>
                <a:gs pos="14286">
                  <a:srgbClr val="E88944">
                    <a:alpha val="15669"/>
                  </a:srgbClr>
                </a:gs>
                <a:gs pos="28571">
                  <a:srgbClr val="E88944">
                    <a:alpha val="12394"/>
                  </a:srgbClr>
                </a:gs>
                <a:gs pos="42857">
                  <a:srgbClr val="E88944">
                    <a:alpha val="8313"/>
                  </a:srgbClr>
                </a:gs>
                <a:gs pos="57143">
                  <a:srgbClr val="E88944">
                    <a:alpha val="4695"/>
                  </a:srgbClr>
                </a:gs>
                <a:gs pos="71429">
                  <a:srgbClr val="E88944">
                    <a:alpha val="2226"/>
                  </a:srgbClr>
                </a:gs>
                <a:gs pos="85714">
                  <a:srgbClr val="E88944">
                    <a:alpha val="886"/>
                  </a:srgbClr>
                </a:gs>
                <a:gs pos="100000">
                  <a:srgbClr val="E88944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" name="Splat 248"/>
            <p:cNvSpPr>
              <a:spLocks noGrp="1"/>
            </p:cNvSpPr>
            <p:nvPr/>
          </p:nvSpPr>
          <p:spPr>
            <a:xfrm rot="5852838">
              <a:off x="2325675" y="1525216"/>
              <a:ext cx="68461" cy="18332"/>
            </a:xfrm>
            <a:prstGeom prst="ellipse">
              <a:avLst/>
            </a:prstGeom>
            <a:gradFill>
              <a:gsLst>
                <a:gs pos="0">
                  <a:srgbClr val="98897D">
                    <a:alpha val="15955"/>
                  </a:srgbClr>
                </a:gs>
                <a:gs pos="14286">
                  <a:srgbClr val="98897D">
                    <a:alpha val="14765"/>
                  </a:srgbClr>
                </a:gs>
                <a:gs pos="28571">
                  <a:srgbClr val="98897D">
                    <a:alpha val="11666"/>
                  </a:srgbClr>
                </a:gs>
                <a:gs pos="42857">
                  <a:srgbClr val="98897D">
                    <a:alpha val="7814"/>
                  </a:srgbClr>
                </a:gs>
                <a:gs pos="57143">
                  <a:srgbClr val="98897D">
                    <a:alpha val="4408"/>
                  </a:srgbClr>
                </a:gs>
                <a:gs pos="71429">
                  <a:srgbClr val="98897D">
                    <a:alpha val="2088"/>
                  </a:srgbClr>
                </a:gs>
                <a:gs pos="85714">
                  <a:srgbClr val="98897D">
                    <a:alpha val="831"/>
                  </a:srgbClr>
                </a:gs>
                <a:gs pos="100000">
                  <a:srgbClr val="98897D">
                    <a:alpha val="2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" name="Splat 249"/>
            <p:cNvSpPr>
              <a:spLocks noGrp="1"/>
            </p:cNvSpPr>
            <p:nvPr/>
          </p:nvSpPr>
          <p:spPr>
            <a:xfrm rot="5222217">
              <a:off x="2332377" y="1205496"/>
              <a:ext cx="671942" cy="3445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" name="Splat 250"/>
            <p:cNvSpPr>
              <a:spLocks noGrp="1"/>
            </p:cNvSpPr>
            <p:nvPr/>
          </p:nvSpPr>
          <p:spPr>
            <a:xfrm rot="4781944">
              <a:off x="2300832" y="861337"/>
              <a:ext cx="505416" cy="32221"/>
            </a:xfrm>
            <a:prstGeom prst="ellipse">
              <a:avLst/>
            </a:prstGeom>
            <a:gradFill>
              <a:gsLst>
                <a:gs pos="0">
                  <a:srgbClr val="FFFFF6">
                    <a:alpha val="32968"/>
                  </a:srgbClr>
                </a:gs>
                <a:gs pos="14286">
                  <a:srgbClr val="FFFFF6">
                    <a:alpha val="30764"/>
                  </a:srgbClr>
                </a:gs>
                <a:gs pos="28571">
                  <a:srgbClr val="FFFFF6">
                    <a:alpha val="24833"/>
                  </a:srgbClr>
                </a:gs>
                <a:gs pos="42857">
                  <a:srgbClr val="FFFFF6">
                    <a:alpha val="17075"/>
                  </a:srgbClr>
                </a:gs>
                <a:gs pos="57143">
                  <a:srgbClr val="FFFFF6">
                    <a:alpha val="9855"/>
                  </a:srgbClr>
                </a:gs>
                <a:gs pos="71429">
                  <a:srgbClr val="FFFFF6">
                    <a:alpha val="4740"/>
                  </a:srgbClr>
                </a:gs>
                <a:gs pos="85714">
                  <a:srgbClr val="FFFFF6">
                    <a:alpha val="1902"/>
                  </a:srgbClr>
                </a:gs>
                <a:gs pos="100000">
                  <a:srgbClr val="FFFFF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" name="Splat 251"/>
            <p:cNvSpPr>
              <a:spLocks noGrp="1"/>
            </p:cNvSpPr>
            <p:nvPr/>
          </p:nvSpPr>
          <p:spPr>
            <a:xfrm rot="5403765">
              <a:off x="1679744" y="1438133"/>
              <a:ext cx="558829" cy="11459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" name="Splat 252"/>
            <p:cNvSpPr>
              <a:spLocks noGrp="1"/>
            </p:cNvSpPr>
            <p:nvPr/>
          </p:nvSpPr>
          <p:spPr>
            <a:xfrm rot="9744423">
              <a:off x="461591" y="710998"/>
              <a:ext cx="505648" cy="55766"/>
            </a:xfrm>
            <a:prstGeom prst="ellipse">
              <a:avLst/>
            </a:prstGeom>
            <a:gradFill>
              <a:gsLst>
                <a:gs pos="0">
                  <a:srgbClr val="004E00">
                    <a:alpha val="32968"/>
                  </a:srgbClr>
                </a:gs>
                <a:gs pos="14286">
                  <a:srgbClr val="004E00">
                    <a:alpha val="30764"/>
                  </a:srgbClr>
                </a:gs>
                <a:gs pos="28571">
                  <a:srgbClr val="004E00">
                    <a:alpha val="24833"/>
                  </a:srgbClr>
                </a:gs>
                <a:gs pos="42857">
                  <a:srgbClr val="004E00">
                    <a:alpha val="17075"/>
                  </a:srgbClr>
                </a:gs>
                <a:gs pos="57143">
                  <a:srgbClr val="004E00">
                    <a:alpha val="9855"/>
                  </a:srgbClr>
                </a:gs>
                <a:gs pos="71429">
                  <a:srgbClr val="004E00">
                    <a:alpha val="4740"/>
                  </a:srgbClr>
                </a:gs>
                <a:gs pos="85714">
                  <a:srgbClr val="004E00">
                    <a:alpha val="1902"/>
                  </a:srgbClr>
                </a:gs>
                <a:gs pos="100000">
                  <a:srgbClr val="004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" name="Splat 253"/>
            <p:cNvSpPr>
              <a:spLocks noGrp="1"/>
            </p:cNvSpPr>
            <p:nvPr/>
          </p:nvSpPr>
          <p:spPr>
            <a:xfrm rot="7779912">
              <a:off x="2164436" y="381676"/>
              <a:ext cx="671397" cy="102906"/>
            </a:xfrm>
            <a:prstGeom prst="ellipse">
              <a:avLst/>
            </a:prstGeom>
            <a:gradFill>
              <a:gsLst>
                <a:gs pos="0">
                  <a:srgbClr val="230000">
                    <a:alpha val="32968"/>
                  </a:srgbClr>
                </a:gs>
                <a:gs pos="14286">
                  <a:srgbClr val="230000">
                    <a:alpha val="30764"/>
                  </a:srgbClr>
                </a:gs>
                <a:gs pos="28571">
                  <a:srgbClr val="230000">
                    <a:alpha val="24833"/>
                  </a:srgbClr>
                </a:gs>
                <a:gs pos="42857">
                  <a:srgbClr val="230000">
                    <a:alpha val="17075"/>
                  </a:srgbClr>
                </a:gs>
                <a:gs pos="57143">
                  <a:srgbClr val="230000">
                    <a:alpha val="9855"/>
                  </a:srgbClr>
                </a:gs>
                <a:gs pos="71429">
                  <a:srgbClr val="230000">
                    <a:alpha val="4740"/>
                  </a:srgbClr>
                </a:gs>
                <a:gs pos="85714">
                  <a:srgbClr val="230000">
                    <a:alpha val="1902"/>
                  </a:srgbClr>
                </a:gs>
                <a:gs pos="100000">
                  <a:srgbClr val="23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" name="Splat 254"/>
            <p:cNvSpPr>
              <a:spLocks noGrp="1"/>
            </p:cNvSpPr>
            <p:nvPr/>
          </p:nvSpPr>
          <p:spPr>
            <a:xfrm rot="10760237">
              <a:off x="1204796" y="592797"/>
              <a:ext cx="68461" cy="18380"/>
            </a:xfrm>
            <a:prstGeom prst="ellipse">
              <a:avLst/>
            </a:prstGeom>
            <a:gradFill>
              <a:gsLst>
                <a:gs pos="0">
                  <a:srgbClr val="8F7A69">
                    <a:alpha val="15919"/>
                  </a:srgbClr>
                </a:gs>
                <a:gs pos="14286">
                  <a:srgbClr val="8F7A69">
                    <a:alpha val="14732"/>
                  </a:srgbClr>
                </a:gs>
                <a:gs pos="28571">
                  <a:srgbClr val="8F7A69">
                    <a:alpha val="11639"/>
                  </a:srgbClr>
                </a:gs>
                <a:gs pos="42857">
                  <a:srgbClr val="8F7A69">
                    <a:alpha val="7796"/>
                  </a:srgbClr>
                </a:gs>
                <a:gs pos="57143">
                  <a:srgbClr val="8F7A69">
                    <a:alpha val="4398"/>
                  </a:srgbClr>
                </a:gs>
                <a:gs pos="71429">
                  <a:srgbClr val="8F7A69">
                    <a:alpha val="2083"/>
                  </a:srgbClr>
                </a:gs>
                <a:gs pos="85714">
                  <a:srgbClr val="8F7A69">
                    <a:alpha val="829"/>
                  </a:srgbClr>
                </a:gs>
                <a:gs pos="100000">
                  <a:srgbClr val="8F7A69">
                    <a:alpha val="2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" name="Splat 255"/>
            <p:cNvSpPr>
              <a:spLocks noGrp="1"/>
            </p:cNvSpPr>
            <p:nvPr/>
          </p:nvSpPr>
          <p:spPr>
            <a:xfrm rot="5322744">
              <a:off x="483350" y="1531236"/>
              <a:ext cx="567490" cy="8108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" name="Splat 256"/>
            <p:cNvSpPr>
              <a:spLocks noGrp="1"/>
            </p:cNvSpPr>
            <p:nvPr/>
          </p:nvSpPr>
          <p:spPr>
            <a:xfrm rot="-10375782">
              <a:off x="3325092" y="644851"/>
              <a:ext cx="68461" cy="18344"/>
            </a:xfrm>
            <a:prstGeom prst="ellipse">
              <a:avLst/>
            </a:prstGeom>
            <a:gradFill>
              <a:gsLst>
                <a:gs pos="0">
                  <a:srgbClr val="E8DEE0">
                    <a:alpha val="15946"/>
                  </a:srgbClr>
                </a:gs>
                <a:gs pos="14286">
                  <a:srgbClr val="E8DEE0">
                    <a:alpha val="14757"/>
                  </a:srgbClr>
                </a:gs>
                <a:gs pos="28571">
                  <a:srgbClr val="E8DEE0">
                    <a:alpha val="11659"/>
                  </a:srgbClr>
                </a:gs>
                <a:gs pos="42857">
                  <a:srgbClr val="E8DEE0">
                    <a:alpha val="7809"/>
                  </a:srgbClr>
                </a:gs>
                <a:gs pos="57143">
                  <a:srgbClr val="E8DEE0">
                    <a:alpha val="4406"/>
                  </a:srgbClr>
                </a:gs>
                <a:gs pos="71429">
                  <a:srgbClr val="E8DEE0">
                    <a:alpha val="2087"/>
                  </a:srgbClr>
                </a:gs>
                <a:gs pos="85714">
                  <a:srgbClr val="E8DEE0">
                    <a:alpha val="831"/>
                  </a:srgbClr>
                </a:gs>
                <a:gs pos="100000">
                  <a:srgbClr val="E8DEE0">
                    <a:alpha val="2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" name="Splat 257"/>
            <p:cNvSpPr>
              <a:spLocks noGrp="1"/>
            </p:cNvSpPr>
            <p:nvPr/>
          </p:nvSpPr>
          <p:spPr>
            <a:xfrm rot="-9776626">
              <a:off x="594613" y="1590502"/>
              <a:ext cx="828152" cy="3572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" name="Splat 258"/>
            <p:cNvSpPr>
              <a:spLocks noGrp="1"/>
            </p:cNvSpPr>
            <p:nvPr/>
          </p:nvSpPr>
          <p:spPr>
            <a:xfrm rot="6972610">
              <a:off x="1718818" y="1632240"/>
              <a:ext cx="68461" cy="18334"/>
            </a:xfrm>
            <a:prstGeom prst="ellipse">
              <a:avLst/>
            </a:prstGeom>
            <a:gradFill>
              <a:gsLst>
                <a:gs pos="0">
                  <a:srgbClr val="A8A6A5">
                    <a:alpha val="15953"/>
                  </a:srgbClr>
                </a:gs>
                <a:gs pos="14286">
                  <a:srgbClr val="A8A6A5">
                    <a:alpha val="14763"/>
                  </a:srgbClr>
                </a:gs>
                <a:gs pos="28571">
                  <a:srgbClr val="A8A6A5">
                    <a:alpha val="11665"/>
                  </a:srgbClr>
                </a:gs>
                <a:gs pos="42857">
                  <a:srgbClr val="A8A6A5">
                    <a:alpha val="7813"/>
                  </a:srgbClr>
                </a:gs>
                <a:gs pos="57143">
                  <a:srgbClr val="A8A6A5">
                    <a:alpha val="4408"/>
                  </a:srgbClr>
                </a:gs>
                <a:gs pos="71429">
                  <a:srgbClr val="A8A6A5">
                    <a:alpha val="2088"/>
                  </a:srgbClr>
                </a:gs>
                <a:gs pos="85714">
                  <a:srgbClr val="A8A6A5">
                    <a:alpha val="831"/>
                  </a:srgbClr>
                </a:gs>
                <a:gs pos="100000">
                  <a:srgbClr val="A8A6A5">
                    <a:alpha val="2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" name="Splat 259"/>
            <p:cNvSpPr>
              <a:spLocks noGrp="1"/>
            </p:cNvSpPr>
            <p:nvPr/>
          </p:nvSpPr>
          <p:spPr>
            <a:xfrm rot="-10661370">
              <a:off x="1986934" y="427070"/>
              <a:ext cx="68461" cy="18142"/>
            </a:xfrm>
            <a:prstGeom prst="ellipse">
              <a:avLst/>
            </a:prstGeom>
            <a:gradFill>
              <a:gsLst>
                <a:gs pos="0">
                  <a:srgbClr val="FFC800">
                    <a:alpha val="16096"/>
                  </a:srgbClr>
                </a:gs>
                <a:gs pos="14286">
                  <a:srgbClr val="FFC800">
                    <a:alpha val="14897"/>
                  </a:srgbClr>
                </a:gs>
                <a:gs pos="28571">
                  <a:srgbClr val="FFC800">
                    <a:alpha val="11772"/>
                  </a:srgbClr>
                </a:gs>
                <a:gs pos="42857">
                  <a:srgbClr val="FFC800">
                    <a:alpha val="7887"/>
                  </a:srgbClr>
                </a:gs>
                <a:gs pos="57143">
                  <a:srgbClr val="FFC800">
                    <a:alpha val="4450"/>
                  </a:srgbClr>
                </a:gs>
                <a:gs pos="71429">
                  <a:srgbClr val="FFC800">
                    <a:alpha val="2108"/>
                  </a:srgbClr>
                </a:gs>
                <a:gs pos="85714">
                  <a:srgbClr val="FFC800">
                    <a:alpha val="839"/>
                  </a:srgbClr>
                </a:gs>
                <a:gs pos="100000">
                  <a:srgbClr val="FFC800">
                    <a:alpha val="2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" name="Splat 260"/>
            <p:cNvSpPr>
              <a:spLocks noGrp="1"/>
            </p:cNvSpPr>
            <p:nvPr/>
          </p:nvSpPr>
          <p:spPr>
            <a:xfrm rot="-9523520">
              <a:off x="891040" y="1546139"/>
              <a:ext cx="399594" cy="3345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" name="Splat 261"/>
            <p:cNvSpPr>
              <a:spLocks noGrp="1"/>
            </p:cNvSpPr>
            <p:nvPr/>
          </p:nvSpPr>
          <p:spPr>
            <a:xfrm rot="5263293">
              <a:off x="1084853" y="732571"/>
              <a:ext cx="561042" cy="60073"/>
            </a:xfrm>
            <a:prstGeom prst="ellipse">
              <a:avLst/>
            </a:prstGeom>
            <a:gradFill>
              <a:gsLst>
                <a:gs pos="0">
                  <a:srgbClr val="FFBB6B">
                    <a:alpha val="32968"/>
                  </a:srgbClr>
                </a:gs>
                <a:gs pos="14286">
                  <a:srgbClr val="FFBB6B">
                    <a:alpha val="30764"/>
                  </a:srgbClr>
                </a:gs>
                <a:gs pos="28571">
                  <a:srgbClr val="FFBB6B">
                    <a:alpha val="24833"/>
                  </a:srgbClr>
                </a:gs>
                <a:gs pos="42857">
                  <a:srgbClr val="FFBB6B">
                    <a:alpha val="17075"/>
                  </a:srgbClr>
                </a:gs>
                <a:gs pos="57143">
                  <a:srgbClr val="FFBB6B">
                    <a:alpha val="9855"/>
                  </a:srgbClr>
                </a:gs>
                <a:gs pos="71429">
                  <a:srgbClr val="FFBB6B">
                    <a:alpha val="4740"/>
                  </a:srgbClr>
                </a:gs>
                <a:gs pos="85714">
                  <a:srgbClr val="FFBB6B">
                    <a:alpha val="1902"/>
                  </a:srgbClr>
                </a:gs>
                <a:gs pos="100000">
                  <a:srgbClr val="FFBB6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" name="Splat 262"/>
            <p:cNvSpPr>
              <a:spLocks noGrp="1"/>
            </p:cNvSpPr>
            <p:nvPr/>
          </p:nvSpPr>
          <p:spPr>
            <a:xfrm rot="-8372694">
              <a:off x="2683178" y="1389196"/>
              <a:ext cx="68461" cy="18069"/>
            </a:xfrm>
            <a:prstGeom prst="ellipse">
              <a:avLst/>
            </a:prstGeom>
            <a:gradFill>
              <a:gsLst>
                <a:gs pos="0">
                  <a:srgbClr val="CF0F15">
                    <a:alpha val="16151"/>
                  </a:srgbClr>
                </a:gs>
                <a:gs pos="14286">
                  <a:srgbClr val="CF0F15">
                    <a:alpha val="14948"/>
                  </a:srgbClr>
                </a:gs>
                <a:gs pos="28571">
                  <a:srgbClr val="CF0F15">
                    <a:alpha val="11813"/>
                  </a:srgbClr>
                </a:gs>
                <a:gs pos="42857">
                  <a:srgbClr val="CF0F15">
                    <a:alpha val="7915"/>
                  </a:srgbClr>
                </a:gs>
                <a:gs pos="57143">
                  <a:srgbClr val="CF0F15">
                    <a:alpha val="4466"/>
                  </a:srgbClr>
                </a:gs>
                <a:gs pos="71429">
                  <a:srgbClr val="CF0F15">
                    <a:alpha val="2116"/>
                  </a:srgbClr>
                </a:gs>
                <a:gs pos="85714">
                  <a:srgbClr val="CF0F15">
                    <a:alpha val="842"/>
                  </a:srgbClr>
                </a:gs>
                <a:gs pos="100000">
                  <a:srgbClr val="CF0F15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" name="Splat 263"/>
            <p:cNvSpPr>
              <a:spLocks noGrp="1"/>
            </p:cNvSpPr>
            <p:nvPr/>
          </p:nvSpPr>
          <p:spPr>
            <a:xfrm rot="9724365">
              <a:off x="1229501" y="1887023"/>
              <a:ext cx="68461" cy="18529"/>
            </a:xfrm>
            <a:prstGeom prst="ellipse">
              <a:avLst/>
            </a:prstGeom>
            <a:gradFill>
              <a:gsLst>
                <a:gs pos="0">
                  <a:srgbClr val="5D554D">
                    <a:alpha val="15808"/>
                  </a:srgbClr>
                </a:gs>
                <a:gs pos="14286">
                  <a:srgbClr val="5D554D">
                    <a:alpha val="14628"/>
                  </a:srgbClr>
                </a:gs>
                <a:gs pos="28571">
                  <a:srgbClr val="5D554D">
                    <a:alpha val="11556"/>
                  </a:srgbClr>
                </a:gs>
                <a:gs pos="42857">
                  <a:srgbClr val="5D554D">
                    <a:alpha val="7739"/>
                  </a:srgbClr>
                </a:gs>
                <a:gs pos="57143">
                  <a:srgbClr val="5D554D">
                    <a:alpha val="4365"/>
                  </a:srgbClr>
                </a:gs>
                <a:gs pos="71429">
                  <a:srgbClr val="5D554D">
                    <a:alpha val="2068"/>
                  </a:srgbClr>
                </a:gs>
                <a:gs pos="85714">
                  <a:srgbClr val="5D554D">
                    <a:alpha val="823"/>
                  </a:srgbClr>
                </a:gs>
                <a:gs pos="100000">
                  <a:srgbClr val="5D554D">
                    <a:alpha val="2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" name="Splat 264"/>
            <p:cNvSpPr>
              <a:spLocks noGrp="1"/>
            </p:cNvSpPr>
            <p:nvPr/>
          </p:nvSpPr>
          <p:spPr>
            <a:xfrm rot="-10725679">
              <a:off x="2122999" y="44132"/>
              <a:ext cx="580545" cy="2970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5" name="Splat 265"/>
            <p:cNvSpPr>
              <a:spLocks noGrp="1"/>
            </p:cNvSpPr>
            <p:nvPr/>
          </p:nvSpPr>
          <p:spPr>
            <a:xfrm rot="6945462">
              <a:off x="643768" y="1323100"/>
              <a:ext cx="68461" cy="18515"/>
            </a:xfrm>
            <a:prstGeom prst="ellipse">
              <a:avLst/>
            </a:prstGeom>
            <a:gradFill>
              <a:gsLst>
                <a:gs pos="0">
                  <a:srgbClr val="9B999C">
                    <a:alpha val="15818"/>
                  </a:srgbClr>
                </a:gs>
                <a:gs pos="14286">
                  <a:srgbClr val="9B999C">
                    <a:alpha val="14638"/>
                  </a:srgbClr>
                </a:gs>
                <a:gs pos="28571">
                  <a:srgbClr val="9B999C">
                    <a:alpha val="11563"/>
                  </a:srgbClr>
                </a:gs>
                <a:gs pos="42857">
                  <a:srgbClr val="9B999C">
                    <a:alpha val="7744"/>
                  </a:srgbClr>
                </a:gs>
                <a:gs pos="57143">
                  <a:srgbClr val="9B999C">
                    <a:alpha val="4368"/>
                  </a:srgbClr>
                </a:gs>
                <a:gs pos="71429">
                  <a:srgbClr val="9B999C">
                    <a:alpha val="2069"/>
                  </a:srgbClr>
                </a:gs>
                <a:gs pos="85714">
                  <a:srgbClr val="9B999C">
                    <a:alpha val="823"/>
                  </a:srgbClr>
                </a:gs>
                <a:gs pos="100000">
                  <a:srgbClr val="9B999C">
                    <a:alpha val="2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6" name="Splat 266"/>
            <p:cNvSpPr>
              <a:spLocks noGrp="1"/>
            </p:cNvSpPr>
            <p:nvPr/>
          </p:nvSpPr>
          <p:spPr>
            <a:xfrm rot="10620439">
              <a:off x="348993" y="527916"/>
              <a:ext cx="639880" cy="41649"/>
            </a:xfrm>
            <a:prstGeom prst="ellipse">
              <a:avLst/>
            </a:prstGeom>
            <a:gradFill>
              <a:gsLst>
                <a:gs pos="0">
                  <a:srgbClr val="FFFFFB">
                    <a:alpha val="32968"/>
                  </a:srgbClr>
                </a:gs>
                <a:gs pos="14286">
                  <a:srgbClr val="FFFFFB">
                    <a:alpha val="30764"/>
                  </a:srgbClr>
                </a:gs>
                <a:gs pos="28571">
                  <a:srgbClr val="FFFFFB">
                    <a:alpha val="24833"/>
                  </a:srgbClr>
                </a:gs>
                <a:gs pos="42857">
                  <a:srgbClr val="FFFFFB">
                    <a:alpha val="17075"/>
                  </a:srgbClr>
                </a:gs>
                <a:gs pos="57143">
                  <a:srgbClr val="FFFFFB">
                    <a:alpha val="9855"/>
                  </a:srgbClr>
                </a:gs>
                <a:gs pos="71429">
                  <a:srgbClr val="FFFFFB">
                    <a:alpha val="4740"/>
                  </a:srgbClr>
                </a:gs>
                <a:gs pos="85714">
                  <a:srgbClr val="FFFFFB">
                    <a:alpha val="1902"/>
                  </a:srgbClr>
                </a:gs>
                <a:gs pos="100000">
                  <a:srgbClr val="FFFFF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7" name="Splat 267"/>
            <p:cNvSpPr>
              <a:spLocks noGrp="1"/>
            </p:cNvSpPr>
            <p:nvPr/>
          </p:nvSpPr>
          <p:spPr>
            <a:xfrm rot="-8431876">
              <a:off x="2243299" y="1445894"/>
              <a:ext cx="68461" cy="18575"/>
            </a:xfrm>
            <a:prstGeom prst="ellipse">
              <a:avLst/>
            </a:prstGeom>
            <a:gradFill>
              <a:gsLst>
                <a:gs pos="0">
                  <a:srgbClr val="69514A">
                    <a:alpha val="15774"/>
                  </a:srgbClr>
                </a:gs>
                <a:gs pos="14286">
                  <a:srgbClr val="69514A">
                    <a:alpha val="14596"/>
                  </a:srgbClr>
                </a:gs>
                <a:gs pos="28571">
                  <a:srgbClr val="69514A">
                    <a:alpha val="11530"/>
                  </a:srgbClr>
                </a:gs>
                <a:gs pos="42857">
                  <a:srgbClr val="69514A">
                    <a:alpha val="7721"/>
                  </a:srgbClr>
                </a:gs>
                <a:gs pos="57143">
                  <a:srgbClr val="69514A">
                    <a:alpha val="4355"/>
                  </a:srgbClr>
                </a:gs>
                <a:gs pos="71429">
                  <a:srgbClr val="69514A">
                    <a:alpha val="2063"/>
                  </a:srgbClr>
                </a:gs>
                <a:gs pos="85714">
                  <a:srgbClr val="69514A">
                    <a:alpha val="821"/>
                  </a:srgbClr>
                </a:gs>
                <a:gs pos="100000">
                  <a:srgbClr val="69514A">
                    <a:alpha val="2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8" name="Splat 268"/>
            <p:cNvSpPr>
              <a:spLocks noGrp="1"/>
            </p:cNvSpPr>
            <p:nvPr/>
          </p:nvSpPr>
          <p:spPr>
            <a:xfrm rot="7380593">
              <a:off x="2216886" y="1029001"/>
              <a:ext cx="636583" cy="22346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9" name="Splat 269"/>
            <p:cNvSpPr>
              <a:spLocks noGrp="1"/>
            </p:cNvSpPr>
            <p:nvPr/>
          </p:nvSpPr>
          <p:spPr>
            <a:xfrm rot="10364581">
              <a:off x="1641578" y="407771"/>
              <a:ext cx="403419" cy="54395"/>
            </a:xfrm>
            <a:prstGeom prst="ellipse">
              <a:avLst/>
            </a:prstGeom>
            <a:gradFill>
              <a:gsLst>
                <a:gs pos="0">
                  <a:srgbClr val="FFF8EF">
                    <a:alpha val="32968"/>
                  </a:srgbClr>
                </a:gs>
                <a:gs pos="14286">
                  <a:srgbClr val="FFF8EF">
                    <a:alpha val="30764"/>
                  </a:srgbClr>
                </a:gs>
                <a:gs pos="28571">
                  <a:srgbClr val="FFF8EF">
                    <a:alpha val="24833"/>
                  </a:srgbClr>
                </a:gs>
                <a:gs pos="42857">
                  <a:srgbClr val="FFF8EF">
                    <a:alpha val="17075"/>
                  </a:srgbClr>
                </a:gs>
                <a:gs pos="57143">
                  <a:srgbClr val="FFF8EF">
                    <a:alpha val="9855"/>
                  </a:srgbClr>
                </a:gs>
                <a:gs pos="71429">
                  <a:srgbClr val="FFF8EF">
                    <a:alpha val="4740"/>
                  </a:srgbClr>
                </a:gs>
                <a:gs pos="85714">
                  <a:srgbClr val="FFF8EF">
                    <a:alpha val="1902"/>
                  </a:srgbClr>
                </a:gs>
                <a:gs pos="100000">
                  <a:srgbClr val="FFF8E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0" name="Splat 270"/>
            <p:cNvSpPr>
              <a:spLocks noGrp="1"/>
            </p:cNvSpPr>
            <p:nvPr/>
          </p:nvSpPr>
          <p:spPr>
            <a:xfrm rot="10608130">
              <a:off x="2371915" y="142900"/>
              <a:ext cx="582054" cy="69407"/>
            </a:xfrm>
            <a:prstGeom prst="ellipse">
              <a:avLst/>
            </a:prstGeom>
            <a:gradFill>
              <a:gsLst>
                <a:gs pos="0">
                  <a:srgbClr val="ECCFAF">
                    <a:alpha val="32968"/>
                  </a:srgbClr>
                </a:gs>
                <a:gs pos="14286">
                  <a:srgbClr val="ECCFAF">
                    <a:alpha val="30764"/>
                  </a:srgbClr>
                </a:gs>
                <a:gs pos="28571">
                  <a:srgbClr val="ECCFAF">
                    <a:alpha val="24833"/>
                  </a:srgbClr>
                </a:gs>
                <a:gs pos="42857">
                  <a:srgbClr val="ECCFAF">
                    <a:alpha val="17075"/>
                  </a:srgbClr>
                </a:gs>
                <a:gs pos="57143">
                  <a:srgbClr val="ECCFAF">
                    <a:alpha val="9855"/>
                  </a:srgbClr>
                </a:gs>
                <a:gs pos="71429">
                  <a:srgbClr val="ECCFAF">
                    <a:alpha val="4740"/>
                  </a:srgbClr>
                </a:gs>
                <a:gs pos="85714">
                  <a:srgbClr val="ECCFAF">
                    <a:alpha val="1902"/>
                  </a:srgbClr>
                </a:gs>
                <a:gs pos="100000">
                  <a:srgbClr val="ECCFA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1" name="Splat 271"/>
            <p:cNvSpPr>
              <a:spLocks noGrp="1"/>
            </p:cNvSpPr>
            <p:nvPr/>
          </p:nvSpPr>
          <p:spPr>
            <a:xfrm rot="-10083893">
              <a:off x="1141863" y="1710175"/>
              <a:ext cx="644076" cy="436970"/>
            </a:xfrm>
            <a:prstGeom prst="ellipse">
              <a:avLst/>
            </a:prstGeom>
            <a:gradFill>
              <a:gsLst>
                <a:gs pos="0">
                  <a:srgbClr val="440000">
                    <a:alpha val="32968"/>
                  </a:srgbClr>
                </a:gs>
                <a:gs pos="14286">
                  <a:srgbClr val="440000">
                    <a:alpha val="30764"/>
                  </a:srgbClr>
                </a:gs>
                <a:gs pos="28571">
                  <a:srgbClr val="440000">
                    <a:alpha val="24833"/>
                  </a:srgbClr>
                </a:gs>
                <a:gs pos="42857">
                  <a:srgbClr val="440000">
                    <a:alpha val="17075"/>
                  </a:srgbClr>
                </a:gs>
                <a:gs pos="57143">
                  <a:srgbClr val="440000">
                    <a:alpha val="9855"/>
                  </a:srgbClr>
                </a:gs>
                <a:gs pos="71429">
                  <a:srgbClr val="440000">
                    <a:alpha val="4740"/>
                  </a:srgbClr>
                </a:gs>
                <a:gs pos="85714">
                  <a:srgbClr val="440000">
                    <a:alpha val="1902"/>
                  </a:srgbClr>
                </a:gs>
                <a:gs pos="100000">
                  <a:srgbClr val="44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2" name="Splat 272"/>
            <p:cNvSpPr>
              <a:spLocks noGrp="1"/>
            </p:cNvSpPr>
            <p:nvPr/>
          </p:nvSpPr>
          <p:spPr>
            <a:xfrm rot="-10583890">
              <a:off x="3034091" y="133700"/>
              <a:ext cx="68461" cy="18110"/>
            </a:xfrm>
            <a:prstGeom prst="ellipse">
              <a:avLst/>
            </a:prstGeom>
            <a:gradFill>
              <a:gsLst>
                <a:gs pos="0">
                  <a:srgbClr val="C8A99F">
                    <a:alpha val="16120"/>
                  </a:srgbClr>
                </a:gs>
                <a:gs pos="14286">
                  <a:srgbClr val="C8A99F">
                    <a:alpha val="14919"/>
                  </a:srgbClr>
                </a:gs>
                <a:gs pos="28571">
                  <a:srgbClr val="C8A99F">
                    <a:alpha val="11790"/>
                  </a:srgbClr>
                </a:gs>
                <a:gs pos="42857">
                  <a:srgbClr val="C8A99F">
                    <a:alpha val="7899"/>
                  </a:srgbClr>
                </a:gs>
                <a:gs pos="57143">
                  <a:srgbClr val="C8A99F">
                    <a:alpha val="4457"/>
                  </a:srgbClr>
                </a:gs>
                <a:gs pos="71429">
                  <a:srgbClr val="C8A99F">
                    <a:alpha val="2112"/>
                  </a:srgbClr>
                </a:gs>
                <a:gs pos="85714">
                  <a:srgbClr val="C8A99F">
                    <a:alpha val="840"/>
                  </a:srgbClr>
                </a:gs>
                <a:gs pos="100000">
                  <a:srgbClr val="C8A99F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3" name="Splat 273"/>
            <p:cNvSpPr>
              <a:spLocks noGrp="1"/>
            </p:cNvSpPr>
            <p:nvPr/>
          </p:nvSpPr>
          <p:spPr>
            <a:xfrm rot="-8957066">
              <a:off x="900845" y="1653593"/>
              <a:ext cx="233928" cy="3679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4" name="Splat 274"/>
            <p:cNvSpPr>
              <a:spLocks noGrp="1"/>
            </p:cNvSpPr>
            <p:nvPr/>
          </p:nvSpPr>
          <p:spPr>
            <a:xfrm rot="10456378">
              <a:off x="2487706" y="2115159"/>
              <a:ext cx="547783" cy="114091"/>
            </a:xfrm>
            <a:prstGeom prst="ellipse">
              <a:avLst/>
            </a:prstGeom>
            <a:gradFill>
              <a:gsLst>
                <a:gs pos="0">
                  <a:srgbClr val="FFF1EA">
                    <a:alpha val="32968"/>
                  </a:srgbClr>
                </a:gs>
                <a:gs pos="14286">
                  <a:srgbClr val="FFF1EA">
                    <a:alpha val="30764"/>
                  </a:srgbClr>
                </a:gs>
                <a:gs pos="28571">
                  <a:srgbClr val="FFF1EA">
                    <a:alpha val="24833"/>
                  </a:srgbClr>
                </a:gs>
                <a:gs pos="42857">
                  <a:srgbClr val="FFF1EA">
                    <a:alpha val="17075"/>
                  </a:srgbClr>
                </a:gs>
                <a:gs pos="57143">
                  <a:srgbClr val="FFF1EA">
                    <a:alpha val="9855"/>
                  </a:srgbClr>
                </a:gs>
                <a:gs pos="71429">
                  <a:srgbClr val="FFF1EA">
                    <a:alpha val="4740"/>
                  </a:srgbClr>
                </a:gs>
                <a:gs pos="85714">
                  <a:srgbClr val="FFF1EA">
                    <a:alpha val="1902"/>
                  </a:srgbClr>
                </a:gs>
                <a:gs pos="100000">
                  <a:srgbClr val="FFF1E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5" name="Splat 275"/>
            <p:cNvSpPr>
              <a:spLocks noGrp="1"/>
            </p:cNvSpPr>
            <p:nvPr/>
          </p:nvSpPr>
          <p:spPr>
            <a:xfrm rot="-9375665">
              <a:off x="1910614" y="565586"/>
              <a:ext cx="52643" cy="43035"/>
            </a:xfrm>
            <a:prstGeom prst="ellipse">
              <a:avLst/>
            </a:prstGeom>
            <a:gradFill>
              <a:gsLst>
                <a:gs pos="0">
                  <a:srgbClr val="FFFF9E">
                    <a:alpha val="32968"/>
                  </a:srgbClr>
                </a:gs>
                <a:gs pos="14286">
                  <a:srgbClr val="FFFF9E">
                    <a:alpha val="30764"/>
                  </a:srgbClr>
                </a:gs>
                <a:gs pos="28571">
                  <a:srgbClr val="FFFF9E">
                    <a:alpha val="24833"/>
                  </a:srgbClr>
                </a:gs>
                <a:gs pos="42857">
                  <a:srgbClr val="FFFF9E">
                    <a:alpha val="17075"/>
                  </a:srgbClr>
                </a:gs>
                <a:gs pos="57143">
                  <a:srgbClr val="FFFF9E">
                    <a:alpha val="9855"/>
                  </a:srgbClr>
                </a:gs>
                <a:gs pos="71429">
                  <a:srgbClr val="FFFF9E">
                    <a:alpha val="4740"/>
                  </a:srgbClr>
                </a:gs>
                <a:gs pos="85714">
                  <a:srgbClr val="FFFF9E">
                    <a:alpha val="1902"/>
                  </a:srgbClr>
                </a:gs>
                <a:gs pos="100000">
                  <a:srgbClr val="FFFF9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6" name="Splat 276"/>
            <p:cNvSpPr>
              <a:spLocks noGrp="1"/>
            </p:cNvSpPr>
            <p:nvPr/>
          </p:nvSpPr>
          <p:spPr>
            <a:xfrm rot="2804695">
              <a:off x="1333760" y="621630"/>
              <a:ext cx="544730" cy="13826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7" name="Splat 277"/>
            <p:cNvSpPr>
              <a:spLocks noGrp="1"/>
            </p:cNvSpPr>
            <p:nvPr/>
          </p:nvSpPr>
          <p:spPr>
            <a:xfrm rot="3977863">
              <a:off x="2378749" y="1513854"/>
              <a:ext cx="571597" cy="3305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8" name="Splat 278"/>
            <p:cNvSpPr>
              <a:spLocks noGrp="1"/>
            </p:cNvSpPr>
            <p:nvPr/>
          </p:nvSpPr>
          <p:spPr>
            <a:xfrm rot="10440189">
              <a:off x="833036" y="1051148"/>
              <a:ext cx="68461" cy="18307"/>
            </a:xfrm>
            <a:prstGeom prst="ellipse">
              <a:avLst/>
            </a:prstGeom>
            <a:gradFill>
              <a:gsLst>
                <a:gs pos="0">
                  <a:srgbClr val="FF6E5B">
                    <a:alpha val="15973"/>
                  </a:srgbClr>
                </a:gs>
                <a:gs pos="14286">
                  <a:srgbClr val="FF6E5B">
                    <a:alpha val="14782"/>
                  </a:srgbClr>
                </a:gs>
                <a:gs pos="28571">
                  <a:srgbClr val="FF6E5B">
                    <a:alpha val="11680"/>
                  </a:srgbClr>
                </a:gs>
                <a:gs pos="42857">
                  <a:srgbClr val="FF6E5B">
                    <a:alpha val="7823"/>
                  </a:srgbClr>
                </a:gs>
                <a:gs pos="57143">
                  <a:srgbClr val="FF6E5B">
                    <a:alpha val="4414"/>
                  </a:srgbClr>
                </a:gs>
                <a:gs pos="71429">
                  <a:srgbClr val="FF6E5B">
                    <a:alpha val="2091"/>
                  </a:srgbClr>
                </a:gs>
                <a:gs pos="85714">
                  <a:srgbClr val="FF6E5B">
                    <a:alpha val="832"/>
                  </a:srgbClr>
                </a:gs>
                <a:gs pos="100000">
                  <a:srgbClr val="FF6E5B">
                    <a:alpha val="2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9" name="Splat 279"/>
            <p:cNvSpPr>
              <a:spLocks noGrp="1"/>
            </p:cNvSpPr>
            <p:nvPr/>
          </p:nvSpPr>
          <p:spPr>
            <a:xfrm rot="-9872983">
              <a:off x="1615537" y="-72356"/>
              <a:ext cx="564093" cy="41967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0" name="Splat 280"/>
            <p:cNvSpPr>
              <a:spLocks noGrp="1"/>
            </p:cNvSpPr>
            <p:nvPr/>
          </p:nvSpPr>
          <p:spPr>
            <a:xfrm rot="9389408">
              <a:off x="878309" y="1890580"/>
              <a:ext cx="614860" cy="6565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1" name="Splat 281"/>
            <p:cNvSpPr>
              <a:spLocks noGrp="1"/>
            </p:cNvSpPr>
            <p:nvPr/>
          </p:nvSpPr>
          <p:spPr>
            <a:xfrm rot="9395677">
              <a:off x="148591" y="456138"/>
              <a:ext cx="630631" cy="541087"/>
            </a:xfrm>
            <a:prstGeom prst="ellipse">
              <a:avLst/>
            </a:prstGeom>
            <a:gradFill>
              <a:gsLst>
                <a:gs pos="0">
                  <a:srgbClr val="9D0000">
                    <a:alpha val="32968"/>
                  </a:srgbClr>
                </a:gs>
                <a:gs pos="14286">
                  <a:srgbClr val="9D0000">
                    <a:alpha val="30764"/>
                  </a:srgbClr>
                </a:gs>
                <a:gs pos="28571">
                  <a:srgbClr val="9D0000">
                    <a:alpha val="24833"/>
                  </a:srgbClr>
                </a:gs>
                <a:gs pos="42857">
                  <a:srgbClr val="9D0000">
                    <a:alpha val="17075"/>
                  </a:srgbClr>
                </a:gs>
                <a:gs pos="57143">
                  <a:srgbClr val="9D0000">
                    <a:alpha val="9855"/>
                  </a:srgbClr>
                </a:gs>
                <a:gs pos="71429">
                  <a:srgbClr val="9D0000">
                    <a:alpha val="4740"/>
                  </a:srgbClr>
                </a:gs>
                <a:gs pos="85714">
                  <a:srgbClr val="9D0000">
                    <a:alpha val="1902"/>
                  </a:srgbClr>
                </a:gs>
                <a:gs pos="100000">
                  <a:srgbClr val="9D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2" name="Splat 282"/>
            <p:cNvSpPr>
              <a:spLocks noGrp="1"/>
            </p:cNvSpPr>
            <p:nvPr/>
          </p:nvSpPr>
          <p:spPr>
            <a:xfrm rot="-8411527">
              <a:off x="1107948" y="831570"/>
              <a:ext cx="359194" cy="57069"/>
            </a:xfrm>
            <a:prstGeom prst="ellipse">
              <a:avLst/>
            </a:prstGeom>
            <a:gradFill>
              <a:gsLst>
                <a:gs pos="0">
                  <a:srgbClr val="FFE5B3">
                    <a:alpha val="32968"/>
                  </a:srgbClr>
                </a:gs>
                <a:gs pos="14286">
                  <a:srgbClr val="FFE5B3">
                    <a:alpha val="30764"/>
                  </a:srgbClr>
                </a:gs>
                <a:gs pos="28571">
                  <a:srgbClr val="FFE5B3">
                    <a:alpha val="24833"/>
                  </a:srgbClr>
                </a:gs>
                <a:gs pos="42857">
                  <a:srgbClr val="FFE5B3">
                    <a:alpha val="17075"/>
                  </a:srgbClr>
                </a:gs>
                <a:gs pos="57143">
                  <a:srgbClr val="FFE5B3">
                    <a:alpha val="9855"/>
                  </a:srgbClr>
                </a:gs>
                <a:gs pos="71429">
                  <a:srgbClr val="FFE5B3">
                    <a:alpha val="4740"/>
                  </a:srgbClr>
                </a:gs>
                <a:gs pos="85714">
                  <a:srgbClr val="FFE5B3">
                    <a:alpha val="1902"/>
                  </a:srgbClr>
                </a:gs>
                <a:gs pos="100000">
                  <a:srgbClr val="FFE5B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3" name="Splat 283"/>
            <p:cNvSpPr>
              <a:spLocks noGrp="1"/>
            </p:cNvSpPr>
            <p:nvPr/>
          </p:nvSpPr>
          <p:spPr>
            <a:xfrm rot="8679516">
              <a:off x="2062797" y="850271"/>
              <a:ext cx="706706" cy="31152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4" name="Splat 284"/>
            <p:cNvSpPr>
              <a:spLocks noGrp="1"/>
            </p:cNvSpPr>
            <p:nvPr/>
          </p:nvSpPr>
          <p:spPr>
            <a:xfrm rot="-8694174">
              <a:off x="1315664" y="521899"/>
              <a:ext cx="206831" cy="141219"/>
            </a:xfrm>
            <a:prstGeom prst="ellipse">
              <a:avLst/>
            </a:prstGeom>
            <a:gradFill>
              <a:gsLst>
                <a:gs pos="0">
                  <a:srgbClr val="D1EDFF">
                    <a:alpha val="32968"/>
                  </a:srgbClr>
                </a:gs>
                <a:gs pos="14286">
                  <a:srgbClr val="D1EDFF">
                    <a:alpha val="30764"/>
                  </a:srgbClr>
                </a:gs>
                <a:gs pos="28571">
                  <a:srgbClr val="D1EDFF">
                    <a:alpha val="24833"/>
                  </a:srgbClr>
                </a:gs>
                <a:gs pos="42857">
                  <a:srgbClr val="D1EDFF">
                    <a:alpha val="17075"/>
                  </a:srgbClr>
                </a:gs>
                <a:gs pos="57143">
                  <a:srgbClr val="D1EDFF">
                    <a:alpha val="9855"/>
                  </a:srgbClr>
                </a:gs>
                <a:gs pos="71429">
                  <a:srgbClr val="D1EDFF">
                    <a:alpha val="4740"/>
                  </a:srgbClr>
                </a:gs>
                <a:gs pos="85714">
                  <a:srgbClr val="D1EDFF">
                    <a:alpha val="1902"/>
                  </a:srgbClr>
                </a:gs>
                <a:gs pos="100000">
                  <a:srgbClr val="D1ED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5" name="Splat 285"/>
            <p:cNvSpPr>
              <a:spLocks noGrp="1"/>
            </p:cNvSpPr>
            <p:nvPr/>
          </p:nvSpPr>
          <p:spPr>
            <a:xfrm rot="-10461769">
              <a:off x="1577144" y="507602"/>
              <a:ext cx="602596" cy="5675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6" name="Splat 286"/>
            <p:cNvSpPr>
              <a:spLocks noGrp="1"/>
            </p:cNvSpPr>
            <p:nvPr/>
          </p:nvSpPr>
          <p:spPr>
            <a:xfrm rot="-8890029">
              <a:off x="2722441" y="2046315"/>
              <a:ext cx="365733" cy="5149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7" name="Splat 287"/>
            <p:cNvSpPr>
              <a:spLocks noGrp="1"/>
            </p:cNvSpPr>
            <p:nvPr/>
          </p:nvSpPr>
          <p:spPr>
            <a:xfrm rot="-10673570">
              <a:off x="1980361" y="1193999"/>
              <a:ext cx="142302" cy="58650"/>
            </a:xfrm>
            <a:prstGeom prst="ellipse">
              <a:avLst/>
            </a:prstGeom>
            <a:gradFill>
              <a:gsLst>
                <a:gs pos="0">
                  <a:srgbClr val="FFFFEA">
                    <a:alpha val="32968"/>
                  </a:srgbClr>
                </a:gs>
                <a:gs pos="14286">
                  <a:srgbClr val="FFFFEA">
                    <a:alpha val="30764"/>
                  </a:srgbClr>
                </a:gs>
                <a:gs pos="28571">
                  <a:srgbClr val="FFFFEA">
                    <a:alpha val="24833"/>
                  </a:srgbClr>
                </a:gs>
                <a:gs pos="42857">
                  <a:srgbClr val="FFFFEA">
                    <a:alpha val="17075"/>
                  </a:srgbClr>
                </a:gs>
                <a:gs pos="57143">
                  <a:srgbClr val="FFFFEA">
                    <a:alpha val="9855"/>
                  </a:srgbClr>
                </a:gs>
                <a:gs pos="71429">
                  <a:srgbClr val="FFFFEA">
                    <a:alpha val="4740"/>
                  </a:srgbClr>
                </a:gs>
                <a:gs pos="85714">
                  <a:srgbClr val="FFFFEA">
                    <a:alpha val="1902"/>
                  </a:srgbClr>
                </a:gs>
                <a:gs pos="100000">
                  <a:srgbClr val="FFFFE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8" name="Splat 288"/>
            <p:cNvSpPr>
              <a:spLocks noGrp="1"/>
            </p:cNvSpPr>
            <p:nvPr/>
          </p:nvSpPr>
          <p:spPr>
            <a:xfrm rot="-10017035">
              <a:off x="1897398" y="376392"/>
              <a:ext cx="400635" cy="62208"/>
            </a:xfrm>
            <a:prstGeom prst="ellipse">
              <a:avLst/>
            </a:prstGeom>
            <a:gradFill>
              <a:gsLst>
                <a:gs pos="0">
                  <a:srgbClr val="FF4400">
                    <a:alpha val="32968"/>
                  </a:srgbClr>
                </a:gs>
                <a:gs pos="14286">
                  <a:srgbClr val="FF4400">
                    <a:alpha val="30764"/>
                  </a:srgbClr>
                </a:gs>
                <a:gs pos="28571">
                  <a:srgbClr val="FF4400">
                    <a:alpha val="24833"/>
                  </a:srgbClr>
                </a:gs>
                <a:gs pos="42857">
                  <a:srgbClr val="FF4400">
                    <a:alpha val="17075"/>
                  </a:srgbClr>
                </a:gs>
                <a:gs pos="57143">
                  <a:srgbClr val="FF4400">
                    <a:alpha val="9855"/>
                  </a:srgbClr>
                </a:gs>
                <a:gs pos="71429">
                  <a:srgbClr val="FF4400">
                    <a:alpha val="4740"/>
                  </a:srgbClr>
                </a:gs>
                <a:gs pos="85714">
                  <a:srgbClr val="FF4400">
                    <a:alpha val="1902"/>
                  </a:srgbClr>
                </a:gs>
                <a:gs pos="100000">
                  <a:srgbClr val="FF44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9" name="Splat 289"/>
            <p:cNvSpPr>
              <a:spLocks noGrp="1"/>
            </p:cNvSpPr>
            <p:nvPr/>
          </p:nvSpPr>
          <p:spPr>
            <a:xfrm rot="-10475971">
              <a:off x="1875919" y="2050675"/>
              <a:ext cx="578571" cy="100359"/>
            </a:xfrm>
            <a:prstGeom prst="ellipse">
              <a:avLst/>
            </a:prstGeom>
            <a:gradFill>
              <a:gsLst>
                <a:gs pos="0">
                  <a:srgbClr val="F7EFE6">
                    <a:alpha val="32968"/>
                  </a:srgbClr>
                </a:gs>
                <a:gs pos="14286">
                  <a:srgbClr val="F7EFE6">
                    <a:alpha val="30764"/>
                  </a:srgbClr>
                </a:gs>
                <a:gs pos="28571">
                  <a:srgbClr val="F7EFE6">
                    <a:alpha val="24833"/>
                  </a:srgbClr>
                </a:gs>
                <a:gs pos="42857">
                  <a:srgbClr val="F7EFE6">
                    <a:alpha val="17075"/>
                  </a:srgbClr>
                </a:gs>
                <a:gs pos="57143">
                  <a:srgbClr val="F7EFE6">
                    <a:alpha val="9855"/>
                  </a:srgbClr>
                </a:gs>
                <a:gs pos="71429">
                  <a:srgbClr val="F7EFE6">
                    <a:alpha val="4740"/>
                  </a:srgbClr>
                </a:gs>
                <a:gs pos="85714">
                  <a:srgbClr val="F7EFE6">
                    <a:alpha val="1902"/>
                  </a:srgbClr>
                </a:gs>
                <a:gs pos="100000">
                  <a:srgbClr val="F7EFE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0" name="Splat 290"/>
            <p:cNvSpPr>
              <a:spLocks noGrp="1"/>
            </p:cNvSpPr>
            <p:nvPr/>
          </p:nvSpPr>
          <p:spPr>
            <a:xfrm rot="6652456">
              <a:off x="2262124" y="-19241"/>
              <a:ext cx="675978" cy="122144"/>
            </a:xfrm>
            <a:prstGeom prst="ellipse">
              <a:avLst/>
            </a:prstGeom>
            <a:gradFill>
              <a:gsLst>
                <a:gs pos="0">
                  <a:srgbClr val="FFDE63">
                    <a:alpha val="2721"/>
                  </a:srgbClr>
                </a:gs>
                <a:gs pos="14286">
                  <a:srgbClr val="FFDE63">
                    <a:alpha val="2504"/>
                  </a:srgbClr>
                </a:gs>
                <a:gs pos="28571">
                  <a:srgbClr val="FFDE63">
                    <a:alpha val="1950"/>
                  </a:srgbClr>
                </a:gs>
                <a:gs pos="42857">
                  <a:srgbClr val="FFDE63">
                    <a:alpha val="1283"/>
                  </a:srgbClr>
                </a:gs>
                <a:gs pos="57143">
                  <a:srgbClr val="FFDE63">
                    <a:alpha val="713"/>
                  </a:srgbClr>
                </a:gs>
                <a:gs pos="71429">
                  <a:srgbClr val="FFDE63">
                    <a:alpha val="334"/>
                  </a:srgbClr>
                </a:gs>
                <a:gs pos="85714">
                  <a:srgbClr val="FFDE63">
                    <a:alpha val="132"/>
                  </a:srgbClr>
                </a:gs>
                <a:gs pos="100000">
                  <a:srgbClr val="FFDE63">
                    <a:alpha val="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1" name="Splat 291"/>
            <p:cNvSpPr>
              <a:spLocks noGrp="1"/>
            </p:cNvSpPr>
            <p:nvPr/>
          </p:nvSpPr>
          <p:spPr>
            <a:xfrm rot="7558101">
              <a:off x="403172" y="1105899"/>
              <a:ext cx="402522" cy="49906"/>
            </a:xfrm>
            <a:prstGeom prst="ellipse">
              <a:avLst/>
            </a:prstGeom>
            <a:gradFill>
              <a:gsLst>
                <a:gs pos="0">
                  <a:srgbClr val="FFFFC5">
                    <a:alpha val="32968"/>
                  </a:srgbClr>
                </a:gs>
                <a:gs pos="14286">
                  <a:srgbClr val="FFFFC5">
                    <a:alpha val="30764"/>
                  </a:srgbClr>
                </a:gs>
                <a:gs pos="28571">
                  <a:srgbClr val="FFFFC5">
                    <a:alpha val="24833"/>
                  </a:srgbClr>
                </a:gs>
                <a:gs pos="42857">
                  <a:srgbClr val="FFFFC5">
                    <a:alpha val="17075"/>
                  </a:srgbClr>
                </a:gs>
                <a:gs pos="57143">
                  <a:srgbClr val="FFFFC5">
                    <a:alpha val="9855"/>
                  </a:srgbClr>
                </a:gs>
                <a:gs pos="71429">
                  <a:srgbClr val="FFFFC5">
                    <a:alpha val="4740"/>
                  </a:srgbClr>
                </a:gs>
                <a:gs pos="85714">
                  <a:srgbClr val="FFFFC5">
                    <a:alpha val="1902"/>
                  </a:srgbClr>
                </a:gs>
                <a:gs pos="100000">
                  <a:srgbClr val="FFFFC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2" name="Splat 292"/>
            <p:cNvSpPr>
              <a:spLocks noGrp="1"/>
            </p:cNvSpPr>
            <p:nvPr/>
          </p:nvSpPr>
          <p:spPr>
            <a:xfrm rot="-9885635">
              <a:off x="883653" y="1667401"/>
              <a:ext cx="679032" cy="59128"/>
            </a:xfrm>
            <a:prstGeom prst="ellipse">
              <a:avLst/>
            </a:prstGeom>
            <a:gradFill>
              <a:gsLst>
                <a:gs pos="0">
                  <a:srgbClr val="F9F1EF">
                    <a:alpha val="32968"/>
                  </a:srgbClr>
                </a:gs>
                <a:gs pos="14286">
                  <a:srgbClr val="F9F1EF">
                    <a:alpha val="30764"/>
                  </a:srgbClr>
                </a:gs>
                <a:gs pos="28571">
                  <a:srgbClr val="F9F1EF">
                    <a:alpha val="24833"/>
                  </a:srgbClr>
                </a:gs>
                <a:gs pos="42857">
                  <a:srgbClr val="F9F1EF">
                    <a:alpha val="17075"/>
                  </a:srgbClr>
                </a:gs>
                <a:gs pos="57143">
                  <a:srgbClr val="F9F1EF">
                    <a:alpha val="9855"/>
                  </a:srgbClr>
                </a:gs>
                <a:gs pos="71429">
                  <a:srgbClr val="F9F1EF">
                    <a:alpha val="4740"/>
                  </a:srgbClr>
                </a:gs>
                <a:gs pos="85714">
                  <a:srgbClr val="F9F1EF">
                    <a:alpha val="1902"/>
                  </a:srgbClr>
                </a:gs>
                <a:gs pos="100000">
                  <a:srgbClr val="F9F1E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3" name="Splat 293"/>
            <p:cNvSpPr>
              <a:spLocks noGrp="1"/>
            </p:cNvSpPr>
            <p:nvPr/>
          </p:nvSpPr>
          <p:spPr>
            <a:xfrm rot="-10642709">
              <a:off x="1859902" y="452747"/>
              <a:ext cx="636201" cy="24722"/>
            </a:xfrm>
            <a:prstGeom prst="ellipse">
              <a:avLst/>
            </a:prstGeom>
            <a:gradFill>
              <a:gsLst>
                <a:gs pos="0">
                  <a:srgbClr val="FFFF00">
                    <a:alpha val="32968"/>
                  </a:srgbClr>
                </a:gs>
                <a:gs pos="14286">
                  <a:srgbClr val="FFFF00">
                    <a:alpha val="30764"/>
                  </a:srgbClr>
                </a:gs>
                <a:gs pos="28571">
                  <a:srgbClr val="FFFF00">
                    <a:alpha val="24833"/>
                  </a:srgbClr>
                </a:gs>
                <a:gs pos="42857">
                  <a:srgbClr val="FFFF00">
                    <a:alpha val="17075"/>
                  </a:srgbClr>
                </a:gs>
                <a:gs pos="57143">
                  <a:srgbClr val="FFFF00">
                    <a:alpha val="9855"/>
                  </a:srgbClr>
                </a:gs>
                <a:gs pos="71429">
                  <a:srgbClr val="FFFF00">
                    <a:alpha val="4740"/>
                  </a:srgbClr>
                </a:gs>
                <a:gs pos="85714">
                  <a:srgbClr val="FFFF00">
                    <a:alpha val="1902"/>
                  </a:srgbClr>
                </a:gs>
                <a:gs pos="100000">
                  <a:srgbClr val="FFF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4" name="Splat 294"/>
            <p:cNvSpPr>
              <a:spLocks noGrp="1"/>
            </p:cNvSpPr>
            <p:nvPr/>
          </p:nvSpPr>
          <p:spPr>
            <a:xfrm rot="5823012">
              <a:off x="2468212" y="91158"/>
              <a:ext cx="415007" cy="154619"/>
            </a:xfrm>
            <a:prstGeom prst="ellipse">
              <a:avLst/>
            </a:prstGeom>
            <a:gradFill>
              <a:gsLst>
                <a:gs pos="0">
                  <a:srgbClr val="FF9D00">
                    <a:alpha val="32968"/>
                  </a:srgbClr>
                </a:gs>
                <a:gs pos="14286">
                  <a:srgbClr val="FF9D00">
                    <a:alpha val="30764"/>
                  </a:srgbClr>
                </a:gs>
                <a:gs pos="28571">
                  <a:srgbClr val="FF9D00">
                    <a:alpha val="24833"/>
                  </a:srgbClr>
                </a:gs>
                <a:gs pos="42857">
                  <a:srgbClr val="FF9D00">
                    <a:alpha val="17075"/>
                  </a:srgbClr>
                </a:gs>
                <a:gs pos="57143">
                  <a:srgbClr val="FF9D00">
                    <a:alpha val="9855"/>
                  </a:srgbClr>
                </a:gs>
                <a:gs pos="71429">
                  <a:srgbClr val="FF9D00">
                    <a:alpha val="4740"/>
                  </a:srgbClr>
                </a:gs>
                <a:gs pos="85714">
                  <a:srgbClr val="FF9D00">
                    <a:alpha val="1902"/>
                  </a:srgbClr>
                </a:gs>
                <a:gs pos="100000">
                  <a:srgbClr val="FF9D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5" name="Splat 295"/>
            <p:cNvSpPr>
              <a:spLocks noGrp="1"/>
            </p:cNvSpPr>
            <p:nvPr/>
          </p:nvSpPr>
          <p:spPr>
            <a:xfrm rot="5212720">
              <a:off x="594195" y="225208"/>
              <a:ext cx="652423" cy="72811"/>
            </a:xfrm>
            <a:prstGeom prst="ellipse">
              <a:avLst/>
            </a:prstGeom>
            <a:gradFill>
              <a:gsLst>
                <a:gs pos="0">
                  <a:srgbClr val="FFF8FF">
                    <a:alpha val="32968"/>
                  </a:srgbClr>
                </a:gs>
                <a:gs pos="14286">
                  <a:srgbClr val="FFF8FF">
                    <a:alpha val="30764"/>
                  </a:srgbClr>
                </a:gs>
                <a:gs pos="28571">
                  <a:srgbClr val="FFF8FF">
                    <a:alpha val="24833"/>
                  </a:srgbClr>
                </a:gs>
                <a:gs pos="42857">
                  <a:srgbClr val="FFF8FF">
                    <a:alpha val="17075"/>
                  </a:srgbClr>
                </a:gs>
                <a:gs pos="57143">
                  <a:srgbClr val="FFF8FF">
                    <a:alpha val="9855"/>
                  </a:srgbClr>
                </a:gs>
                <a:gs pos="71429">
                  <a:srgbClr val="FFF8FF">
                    <a:alpha val="4740"/>
                  </a:srgbClr>
                </a:gs>
                <a:gs pos="85714">
                  <a:srgbClr val="FFF8FF">
                    <a:alpha val="1902"/>
                  </a:srgbClr>
                </a:gs>
                <a:gs pos="100000">
                  <a:srgbClr val="FFF8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6" name="Splat 296"/>
            <p:cNvSpPr>
              <a:spLocks noGrp="1"/>
            </p:cNvSpPr>
            <p:nvPr/>
          </p:nvSpPr>
          <p:spPr>
            <a:xfrm rot="-10211027">
              <a:off x="549519" y="997165"/>
              <a:ext cx="696658" cy="6276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7" name="Splat 297"/>
            <p:cNvSpPr>
              <a:spLocks noGrp="1"/>
            </p:cNvSpPr>
            <p:nvPr/>
          </p:nvSpPr>
          <p:spPr>
            <a:xfrm rot="3767239">
              <a:off x="2290639" y="1758370"/>
              <a:ext cx="642858" cy="10200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8" name="Splat 298"/>
            <p:cNvSpPr>
              <a:spLocks noGrp="1"/>
            </p:cNvSpPr>
            <p:nvPr/>
          </p:nvSpPr>
          <p:spPr>
            <a:xfrm rot="-9663245">
              <a:off x="2604303" y="1966821"/>
              <a:ext cx="589078" cy="66016"/>
            </a:xfrm>
            <a:prstGeom prst="ellipse">
              <a:avLst/>
            </a:prstGeom>
            <a:gradFill>
              <a:gsLst>
                <a:gs pos="0">
                  <a:srgbClr val="190000">
                    <a:alpha val="32968"/>
                  </a:srgbClr>
                </a:gs>
                <a:gs pos="14286">
                  <a:srgbClr val="190000">
                    <a:alpha val="30764"/>
                  </a:srgbClr>
                </a:gs>
                <a:gs pos="28571">
                  <a:srgbClr val="190000">
                    <a:alpha val="24833"/>
                  </a:srgbClr>
                </a:gs>
                <a:gs pos="42857">
                  <a:srgbClr val="190000">
                    <a:alpha val="17075"/>
                  </a:srgbClr>
                </a:gs>
                <a:gs pos="57143">
                  <a:srgbClr val="190000">
                    <a:alpha val="9855"/>
                  </a:srgbClr>
                </a:gs>
                <a:gs pos="71429">
                  <a:srgbClr val="190000">
                    <a:alpha val="4740"/>
                  </a:srgbClr>
                </a:gs>
                <a:gs pos="85714">
                  <a:srgbClr val="190000">
                    <a:alpha val="1902"/>
                  </a:srgbClr>
                </a:gs>
                <a:gs pos="100000">
                  <a:srgbClr val="19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9" name="Splat 299"/>
            <p:cNvSpPr>
              <a:spLocks noGrp="1"/>
            </p:cNvSpPr>
            <p:nvPr/>
          </p:nvSpPr>
          <p:spPr>
            <a:xfrm rot="5815334">
              <a:off x="438333" y="1464020"/>
              <a:ext cx="530048" cy="6644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0" name="Splat 300"/>
            <p:cNvSpPr>
              <a:spLocks noGrp="1"/>
            </p:cNvSpPr>
            <p:nvPr/>
          </p:nvSpPr>
          <p:spPr>
            <a:xfrm rot="7822404">
              <a:off x="1892551" y="519242"/>
              <a:ext cx="111688" cy="30085"/>
            </a:xfrm>
            <a:prstGeom prst="ellipse">
              <a:avLst/>
            </a:prstGeom>
            <a:gradFill>
              <a:gsLst>
                <a:gs pos="0">
                  <a:srgbClr val="FFFFBD">
                    <a:alpha val="32968"/>
                  </a:srgbClr>
                </a:gs>
                <a:gs pos="14286">
                  <a:srgbClr val="FFFFBD">
                    <a:alpha val="30764"/>
                  </a:srgbClr>
                </a:gs>
                <a:gs pos="28571">
                  <a:srgbClr val="FFFFBD">
                    <a:alpha val="24833"/>
                  </a:srgbClr>
                </a:gs>
                <a:gs pos="42857">
                  <a:srgbClr val="FFFFBD">
                    <a:alpha val="17075"/>
                  </a:srgbClr>
                </a:gs>
                <a:gs pos="57143">
                  <a:srgbClr val="FFFFBD">
                    <a:alpha val="9855"/>
                  </a:srgbClr>
                </a:gs>
                <a:gs pos="71429">
                  <a:srgbClr val="FFFFBD">
                    <a:alpha val="4740"/>
                  </a:srgbClr>
                </a:gs>
                <a:gs pos="85714">
                  <a:srgbClr val="FFFFBD">
                    <a:alpha val="1902"/>
                  </a:srgbClr>
                </a:gs>
                <a:gs pos="100000">
                  <a:srgbClr val="FFFFB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1" name="Splat 301"/>
            <p:cNvSpPr>
              <a:spLocks noGrp="1"/>
            </p:cNvSpPr>
            <p:nvPr/>
          </p:nvSpPr>
          <p:spPr>
            <a:xfrm rot="5271368">
              <a:off x="-47477" y="748970"/>
              <a:ext cx="672032" cy="5551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2" name="Splat 302"/>
            <p:cNvSpPr>
              <a:spLocks noGrp="1"/>
            </p:cNvSpPr>
            <p:nvPr/>
          </p:nvSpPr>
          <p:spPr>
            <a:xfrm rot="5117849">
              <a:off x="-51544" y="547834"/>
              <a:ext cx="712195" cy="54467"/>
            </a:xfrm>
            <a:prstGeom prst="ellipse">
              <a:avLst/>
            </a:prstGeom>
            <a:gradFill>
              <a:gsLst>
                <a:gs pos="0">
                  <a:srgbClr val="FFFFB3">
                    <a:alpha val="32968"/>
                  </a:srgbClr>
                </a:gs>
                <a:gs pos="14286">
                  <a:srgbClr val="FFFFB3">
                    <a:alpha val="30764"/>
                  </a:srgbClr>
                </a:gs>
                <a:gs pos="28571">
                  <a:srgbClr val="FFFFB3">
                    <a:alpha val="24833"/>
                  </a:srgbClr>
                </a:gs>
                <a:gs pos="42857">
                  <a:srgbClr val="FFFFB3">
                    <a:alpha val="17075"/>
                  </a:srgbClr>
                </a:gs>
                <a:gs pos="57143">
                  <a:srgbClr val="FFFFB3">
                    <a:alpha val="9855"/>
                  </a:srgbClr>
                </a:gs>
                <a:gs pos="71429">
                  <a:srgbClr val="FFFFB3">
                    <a:alpha val="4740"/>
                  </a:srgbClr>
                </a:gs>
                <a:gs pos="85714">
                  <a:srgbClr val="FFFFB3">
                    <a:alpha val="1902"/>
                  </a:srgbClr>
                </a:gs>
                <a:gs pos="100000">
                  <a:srgbClr val="FFFFB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Splat 303"/>
            <p:cNvSpPr>
              <a:spLocks noGrp="1"/>
            </p:cNvSpPr>
            <p:nvPr/>
          </p:nvSpPr>
          <p:spPr>
            <a:xfrm rot="-10182857">
              <a:off x="2637406" y="2128969"/>
              <a:ext cx="554335" cy="183590"/>
            </a:xfrm>
            <a:prstGeom prst="ellipse">
              <a:avLst/>
            </a:prstGeom>
            <a:gradFill>
              <a:gsLst>
                <a:gs pos="0">
                  <a:srgbClr val="C9B6AE">
                    <a:alpha val="32968"/>
                  </a:srgbClr>
                </a:gs>
                <a:gs pos="14286">
                  <a:srgbClr val="C9B6AE">
                    <a:alpha val="30764"/>
                  </a:srgbClr>
                </a:gs>
                <a:gs pos="28571">
                  <a:srgbClr val="C9B6AE">
                    <a:alpha val="24833"/>
                  </a:srgbClr>
                </a:gs>
                <a:gs pos="42857">
                  <a:srgbClr val="C9B6AE">
                    <a:alpha val="17075"/>
                  </a:srgbClr>
                </a:gs>
                <a:gs pos="57143">
                  <a:srgbClr val="C9B6AE">
                    <a:alpha val="9855"/>
                  </a:srgbClr>
                </a:gs>
                <a:gs pos="71429">
                  <a:srgbClr val="C9B6AE">
                    <a:alpha val="4740"/>
                  </a:srgbClr>
                </a:gs>
                <a:gs pos="85714">
                  <a:srgbClr val="C9B6AE">
                    <a:alpha val="1902"/>
                  </a:srgbClr>
                </a:gs>
                <a:gs pos="100000">
                  <a:srgbClr val="C9B6A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4" name="Splat 304"/>
            <p:cNvSpPr>
              <a:spLocks noGrp="1"/>
            </p:cNvSpPr>
            <p:nvPr/>
          </p:nvSpPr>
          <p:spPr>
            <a:xfrm rot="-10073781">
              <a:off x="1060966" y="1711397"/>
              <a:ext cx="490172" cy="33343"/>
            </a:xfrm>
            <a:prstGeom prst="ellipse">
              <a:avLst/>
            </a:prstGeom>
            <a:gradFill>
              <a:gsLst>
                <a:gs pos="0">
                  <a:srgbClr val="FFF7F1">
                    <a:alpha val="32968"/>
                  </a:srgbClr>
                </a:gs>
                <a:gs pos="14286">
                  <a:srgbClr val="FFF7F1">
                    <a:alpha val="30764"/>
                  </a:srgbClr>
                </a:gs>
                <a:gs pos="28571">
                  <a:srgbClr val="FFF7F1">
                    <a:alpha val="24833"/>
                  </a:srgbClr>
                </a:gs>
                <a:gs pos="42857">
                  <a:srgbClr val="FFF7F1">
                    <a:alpha val="17075"/>
                  </a:srgbClr>
                </a:gs>
                <a:gs pos="57143">
                  <a:srgbClr val="FFF7F1">
                    <a:alpha val="9855"/>
                  </a:srgbClr>
                </a:gs>
                <a:gs pos="71429">
                  <a:srgbClr val="FFF7F1">
                    <a:alpha val="4740"/>
                  </a:srgbClr>
                </a:gs>
                <a:gs pos="85714">
                  <a:srgbClr val="FFF7F1">
                    <a:alpha val="1902"/>
                  </a:srgbClr>
                </a:gs>
                <a:gs pos="100000">
                  <a:srgbClr val="FFF7F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5" name="Splat 305"/>
            <p:cNvSpPr>
              <a:spLocks noGrp="1"/>
            </p:cNvSpPr>
            <p:nvPr/>
          </p:nvSpPr>
          <p:spPr>
            <a:xfrm rot="-9082083">
              <a:off x="1636152" y="1547643"/>
              <a:ext cx="765710" cy="11106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6" name="Splat 306"/>
            <p:cNvSpPr>
              <a:spLocks noGrp="1"/>
            </p:cNvSpPr>
            <p:nvPr/>
          </p:nvSpPr>
          <p:spPr>
            <a:xfrm rot="-10611375">
              <a:off x="1813713" y="521639"/>
              <a:ext cx="595630" cy="2477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7" name="Splat 307"/>
            <p:cNvSpPr>
              <a:spLocks noGrp="1"/>
            </p:cNvSpPr>
            <p:nvPr/>
          </p:nvSpPr>
          <p:spPr>
            <a:xfrm rot="-9133033">
              <a:off x="3111788" y="-92036"/>
              <a:ext cx="549582" cy="438549"/>
            </a:xfrm>
            <a:prstGeom prst="ellipse">
              <a:avLst/>
            </a:prstGeom>
            <a:gradFill>
              <a:gsLst>
                <a:gs pos="0">
                  <a:srgbClr val="D39D00">
                    <a:alpha val="32968"/>
                  </a:srgbClr>
                </a:gs>
                <a:gs pos="14286">
                  <a:srgbClr val="D39D00">
                    <a:alpha val="30764"/>
                  </a:srgbClr>
                </a:gs>
                <a:gs pos="28571">
                  <a:srgbClr val="D39D00">
                    <a:alpha val="24833"/>
                  </a:srgbClr>
                </a:gs>
                <a:gs pos="42857">
                  <a:srgbClr val="D39D00">
                    <a:alpha val="17075"/>
                  </a:srgbClr>
                </a:gs>
                <a:gs pos="57143">
                  <a:srgbClr val="D39D00">
                    <a:alpha val="9855"/>
                  </a:srgbClr>
                </a:gs>
                <a:gs pos="71429">
                  <a:srgbClr val="D39D00">
                    <a:alpha val="4740"/>
                  </a:srgbClr>
                </a:gs>
                <a:gs pos="85714">
                  <a:srgbClr val="D39D00">
                    <a:alpha val="1902"/>
                  </a:srgbClr>
                </a:gs>
                <a:gs pos="100000">
                  <a:srgbClr val="D39D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8" name="Splat 308"/>
            <p:cNvSpPr>
              <a:spLocks noGrp="1"/>
            </p:cNvSpPr>
            <p:nvPr/>
          </p:nvSpPr>
          <p:spPr>
            <a:xfrm rot="-10726169">
              <a:off x="2203566" y="1998019"/>
              <a:ext cx="685815" cy="242647"/>
            </a:xfrm>
            <a:prstGeom prst="ellipse">
              <a:avLst/>
            </a:prstGeom>
            <a:gradFill>
              <a:gsLst>
                <a:gs pos="0">
                  <a:srgbClr val="A87000">
                    <a:alpha val="32968"/>
                  </a:srgbClr>
                </a:gs>
                <a:gs pos="14286">
                  <a:srgbClr val="A87000">
                    <a:alpha val="30764"/>
                  </a:srgbClr>
                </a:gs>
                <a:gs pos="28571">
                  <a:srgbClr val="A87000">
                    <a:alpha val="24833"/>
                  </a:srgbClr>
                </a:gs>
                <a:gs pos="42857">
                  <a:srgbClr val="A87000">
                    <a:alpha val="17075"/>
                  </a:srgbClr>
                </a:gs>
                <a:gs pos="57143">
                  <a:srgbClr val="A87000">
                    <a:alpha val="9855"/>
                  </a:srgbClr>
                </a:gs>
                <a:gs pos="71429">
                  <a:srgbClr val="A87000">
                    <a:alpha val="4740"/>
                  </a:srgbClr>
                </a:gs>
                <a:gs pos="85714">
                  <a:srgbClr val="A87000">
                    <a:alpha val="1902"/>
                  </a:srgbClr>
                </a:gs>
                <a:gs pos="100000">
                  <a:srgbClr val="A87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9" name="Splat 309"/>
            <p:cNvSpPr>
              <a:spLocks noGrp="1"/>
            </p:cNvSpPr>
            <p:nvPr/>
          </p:nvSpPr>
          <p:spPr>
            <a:xfrm rot="9924766">
              <a:off x="2583795" y="766003"/>
              <a:ext cx="166155" cy="5320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0" name="Splat 310"/>
            <p:cNvSpPr>
              <a:spLocks noGrp="1"/>
            </p:cNvSpPr>
            <p:nvPr/>
          </p:nvSpPr>
          <p:spPr>
            <a:xfrm rot="-8981247">
              <a:off x="2099371" y="1454931"/>
              <a:ext cx="288220" cy="87010"/>
            </a:xfrm>
            <a:prstGeom prst="ellipse">
              <a:avLst/>
            </a:prstGeom>
            <a:gradFill>
              <a:gsLst>
                <a:gs pos="0">
                  <a:srgbClr val="FFFAF4">
                    <a:alpha val="32968"/>
                  </a:srgbClr>
                </a:gs>
                <a:gs pos="14286">
                  <a:srgbClr val="FFFAF4">
                    <a:alpha val="30764"/>
                  </a:srgbClr>
                </a:gs>
                <a:gs pos="28571">
                  <a:srgbClr val="FFFAF4">
                    <a:alpha val="24833"/>
                  </a:srgbClr>
                </a:gs>
                <a:gs pos="42857">
                  <a:srgbClr val="FFFAF4">
                    <a:alpha val="17075"/>
                  </a:srgbClr>
                </a:gs>
                <a:gs pos="57143">
                  <a:srgbClr val="FFFAF4">
                    <a:alpha val="9855"/>
                  </a:srgbClr>
                </a:gs>
                <a:gs pos="71429">
                  <a:srgbClr val="FFFAF4">
                    <a:alpha val="4740"/>
                  </a:srgbClr>
                </a:gs>
                <a:gs pos="85714">
                  <a:srgbClr val="FFFAF4">
                    <a:alpha val="1902"/>
                  </a:srgbClr>
                </a:gs>
                <a:gs pos="100000">
                  <a:srgbClr val="FFFAF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1" name="Splat 311"/>
            <p:cNvSpPr>
              <a:spLocks noGrp="1"/>
            </p:cNvSpPr>
            <p:nvPr/>
          </p:nvSpPr>
          <p:spPr>
            <a:xfrm rot="9988654">
              <a:off x="2269693" y="1119711"/>
              <a:ext cx="242623" cy="143844"/>
            </a:xfrm>
            <a:prstGeom prst="ellipse">
              <a:avLst/>
            </a:prstGeom>
            <a:gradFill>
              <a:gsLst>
                <a:gs pos="0">
                  <a:srgbClr val="FFCBA4">
                    <a:alpha val="32968"/>
                  </a:srgbClr>
                </a:gs>
                <a:gs pos="14286">
                  <a:srgbClr val="FFCBA4">
                    <a:alpha val="30764"/>
                  </a:srgbClr>
                </a:gs>
                <a:gs pos="28571">
                  <a:srgbClr val="FFCBA4">
                    <a:alpha val="24833"/>
                  </a:srgbClr>
                </a:gs>
                <a:gs pos="42857">
                  <a:srgbClr val="FFCBA4">
                    <a:alpha val="17075"/>
                  </a:srgbClr>
                </a:gs>
                <a:gs pos="57143">
                  <a:srgbClr val="FFCBA4">
                    <a:alpha val="9855"/>
                  </a:srgbClr>
                </a:gs>
                <a:gs pos="71429">
                  <a:srgbClr val="FFCBA4">
                    <a:alpha val="4740"/>
                  </a:srgbClr>
                </a:gs>
                <a:gs pos="85714">
                  <a:srgbClr val="FFCBA4">
                    <a:alpha val="1902"/>
                  </a:srgbClr>
                </a:gs>
                <a:gs pos="100000">
                  <a:srgbClr val="FFCBA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2" name="Splat 312"/>
            <p:cNvSpPr>
              <a:spLocks noGrp="1"/>
            </p:cNvSpPr>
            <p:nvPr/>
          </p:nvSpPr>
          <p:spPr>
            <a:xfrm rot="9966752">
              <a:off x="1587010" y="1465591"/>
              <a:ext cx="402525" cy="58977"/>
            </a:xfrm>
            <a:prstGeom prst="ellipse">
              <a:avLst/>
            </a:prstGeom>
            <a:gradFill>
              <a:gsLst>
                <a:gs pos="0">
                  <a:srgbClr val="FEFFFF">
                    <a:alpha val="32968"/>
                  </a:srgbClr>
                </a:gs>
                <a:gs pos="14286">
                  <a:srgbClr val="FEFFFF">
                    <a:alpha val="30764"/>
                  </a:srgbClr>
                </a:gs>
                <a:gs pos="28571">
                  <a:srgbClr val="FEFFFF">
                    <a:alpha val="24833"/>
                  </a:srgbClr>
                </a:gs>
                <a:gs pos="42857">
                  <a:srgbClr val="FEFFFF">
                    <a:alpha val="17075"/>
                  </a:srgbClr>
                </a:gs>
                <a:gs pos="57143">
                  <a:srgbClr val="FEFFFF">
                    <a:alpha val="9855"/>
                  </a:srgbClr>
                </a:gs>
                <a:gs pos="71429">
                  <a:srgbClr val="FEFFFF">
                    <a:alpha val="4740"/>
                  </a:srgbClr>
                </a:gs>
                <a:gs pos="85714">
                  <a:srgbClr val="FEFFFF">
                    <a:alpha val="1902"/>
                  </a:srgbClr>
                </a:gs>
                <a:gs pos="100000">
                  <a:srgbClr val="FE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3" name="Splat 313"/>
            <p:cNvSpPr>
              <a:spLocks noGrp="1"/>
            </p:cNvSpPr>
            <p:nvPr/>
          </p:nvSpPr>
          <p:spPr>
            <a:xfrm rot="10658584">
              <a:off x="760900" y="352712"/>
              <a:ext cx="477223" cy="141333"/>
            </a:xfrm>
            <a:prstGeom prst="ellipse">
              <a:avLst/>
            </a:prstGeom>
            <a:gradFill>
              <a:gsLst>
                <a:gs pos="0">
                  <a:srgbClr val="FFEFEF">
                    <a:alpha val="20795"/>
                  </a:srgbClr>
                </a:gs>
                <a:gs pos="14286">
                  <a:srgbClr val="FFEFEF">
                    <a:alpha val="19287"/>
                  </a:srgbClr>
                </a:gs>
                <a:gs pos="28571">
                  <a:srgbClr val="FFEFEF">
                    <a:alpha val="15327"/>
                  </a:srgbClr>
                </a:gs>
                <a:gs pos="42857">
                  <a:srgbClr val="FFEFEF">
                    <a:alpha val="10338"/>
                  </a:srgbClr>
                </a:gs>
                <a:gs pos="57143">
                  <a:srgbClr val="FFEFEF">
                    <a:alpha val="5868"/>
                  </a:srgbClr>
                </a:gs>
                <a:gs pos="71429">
                  <a:srgbClr val="FFEFEF">
                    <a:alpha val="2791"/>
                  </a:srgbClr>
                </a:gs>
                <a:gs pos="85714">
                  <a:srgbClr val="FFEFEF">
                    <a:alpha val="1113"/>
                  </a:srgbClr>
                </a:gs>
                <a:gs pos="100000">
                  <a:srgbClr val="FFEFEF">
                    <a:alpha val="3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4" name="Splat 314"/>
            <p:cNvSpPr>
              <a:spLocks noGrp="1"/>
            </p:cNvSpPr>
            <p:nvPr/>
          </p:nvSpPr>
          <p:spPr>
            <a:xfrm rot="5491459">
              <a:off x="2270019" y="1440751"/>
              <a:ext cx="580896" cy="22278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5" name="Splat 315"/>
            <p:cNvSpPr>
              <a:spLocks noGrp="1"/>
            </p:cNvSpPr>
            <p:nvPr/>
          </p:nvSpPr>
          <p:spPr>
            <a:xfrm rot="10321466">
              <a:off x="986034" y="740963"/>
              <a:ext cx="326982" cy="117736"/>
            </a:xfrm>
            <a:prstGeom prst="ellipse">
              <a:avLst/>
            </a:prstGeom>
            <a:gradFill>
              <a:gsLst>
                <a:gs pos="0">
                  <a:srgbClr val="FFFCFF">
                    <a:alpha val="32968"/>
                  </a:srgbClr>
                </a:gs>
                <a:gs pos="14286">
                  <a:srgbClr val="FFFCFF">
                    <a:alpha val="30764"/>
                  </a:srgbClr>
                </a:gs>
                <a:gs pos="28571">
                  <a:srgbClr val="FFFCFF">
                    <a:alpha val="24833"/>
                  </a:srgbClr>
                </a:gs>
                <a:gs pos="42857">
                  <a:srgbClr val="FFFCFF">
                    <a:alpha val="17075"/>
                  </a:srgbClr>
                </a:gs>
                <a:gs pos="57143">
                  <a:srgbClr val="FFFCFF">
                    <a:alpha val="9855"/>
                  </a:srgbClr>
                </a:gs>
                <a:gs pos="71429">
                  <a:srgbClr val="FFFCFF">
                    <a:alpha val="4740"/>
                  </a:srgbClr>
                </a:gs>
                <a:gs pos="85714">
                  <a:srgbClr val="FFFCFF">
                    <a:alpha val="1902"/>
                  </a:srgbClr>
                </a:gs>
                <a:gs pos="100000">
                  <a:srgbClr val="FFFC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6" name="Splat 316"/>
            <p:cNvSpPr>
              <a:spLocks noGrp="1"/>
            </p:cNvSpPr>
            <p:nvPr/>
          </p:nvSpPr>
          <p:spPr>
            <a:xfrm rot="-10389673">
              <a:off x="1728075" y="615048"/>
              <a:ext cx="294675" cy="5467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7" name="Splat 317"/>
            <p:cNvSpPr>
              <a:spLocks noGrp="1"/>
            </p:cNvSpPr>
            <p:nvPr/>
          </p:nvSpPr>
          <p:spPr>
            <a:xfrm rot="4001274">
              <a:off x="2203293" y="984068"/>
              <a:ext cx="448587" cy="2492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8" name="Splat 318"/>
            <p:cNvSpPr>
              <a:spLocks noGrp="1"/>
            </p:cNvSpPr>
            <p:nvPr/>
          </p:nvSpPr>
          <p:spPr>
            <a:xfrm rot="10575261">
              <a:off x="2903617" y="582197"/>
              <a:ext cx="180437" cy="56600"/>
            </a:xfrm>
            <a:prstGeom prst="ellipse">
              <a:avLst/>
            </a:prstGeom>
            <a:gradFill>
              <a:gsLst>
                <a:gs pos="0">
                  <a:srgbClr val="FFFFDA">
                    <a:alpha val="32968"/>
                  </a:srgbClr>
                </a:gs>
                <a:gs pos="14286">
                  <a:srgbClr val="FFFFDA">
                    <a:alpha val="30764"/>
                  </a:srgbClr>
                </a:gs>
                <a:gs pos="28571">
                  <a:srgbClr val="FFFFDA">
                    <a:alpha val="24833"/>
                  </a:srgbClr>
                </a:gs>
                <a:gs pos="42857">
                  <a:srgbClr val="FFFFDA">
                    <a:alpha val="17075"/>
                  </a:srgbClr>
                </a:gs>
                <a:gs pos="57143">
                  <a:srgbClr val="FFFFDA">
                    <a:alpha val="9855"/>
                  </a:srgbClr>
                </a:gs>
                <a:gs pos="71429">
                  <a:srgbClr val="FFFFDA">
                    <a:alpha val="4740"/>
                  </a:srgbClr>
                </a:gs>
                <a:gs pos="85714">
                  <a:srgbClr val="FFFFDA">
                    <a:alpha val="1902"/>
                  </a:srgbClr>
                </a:gs>
                <a:gs pos="100000">
                  <a:srgbClr val="FFFFD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9" name="Splat 319"/>
            <p:cNvSpPr>
              <a:spLocks noGrp="1"/>
            </p:cNvSpPr>
            <p:nvPr/>
          </p:nvSpPr>
          <p:spPr>
            <a:xfrm rot="5893282">
              <a:off x="1944222" y="407477"/>
              <a:ext cx="616132" cy="495458"/>
            </a:xfrm>
            <a:prstGeom prst="ellipse">
              <a:avLst/>
            </a:prstGeom>
            <a:gradFill>
              <a:gsLst>
                <a:gs pos="0">
                  <a:srgbClr val="410000">
                    <a:alpha val="32968"/>
                  </a:srgbClr>
                </a:gs>
                <a:gs pos="14286">
                  <a:srgbClr val="410000">
                    <a:alpha val="30764"/>
                  </a:srgbClr>
                </a:gs>
                <a:gs pos="28571">
                  <a:srgbClr val="410000">
                    <a:alpha val="24833"/>
                  </a:srgbClr>
                </a:gs>
                <a:gs pos="42857">
                  <a:srgbClr val="410000">
                    <a:alpha val="17075"/>
                  </a:srgbClr>
                </a:gs>
                <a:gs pos="57143">
                  <a:srgbClr val="410000">
                    <a:alpha val="9855"/>
                  </a:srgbClr>
                </a:gs>
                <a:gs pos="71429">
                  <a:srgbClr val="410000">
                    <a:alpha val="4740"/>
                  </a:srgbClr>
                </a:gs>
                <a:gs pos="85714">
                  <a:srgbClr val="410000">
                    <a:alpha val="1902"/>
                  </a:srgbClr>
                </a:gs>
                <a:gs pos="100000">
                  <a:srgbClr val="41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0" name="Splat 320"/>
            <p:cNvSpPr>
              <a:spLocks noGrp="1"/>
            </p:cNvSpPr>
            <p:nvPr/>
          </p:nvSpPr>
          <p:spPr>
            <a:xfrm rot="-10766325">
              <a:off x="2182850" y="42449"/>
              <a:ext cx="635637" cy="4248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1" name="Splat 321"/>
            <p:cNvSpPr>
              <a:spLocks noGrp="1"/>
            </p:cNvSpPr>
            <p:nvPr/>
          </p:nvSpPr>
          <p:spPr>
            <a:xfrm rot="4025112">
              <a:off x="2525502" y="1375565"/>
              <a:ext cx="360600" cy="12687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2" name="Splat 322"/>
            <p:cNvSpPr>
              <a:spLocks noGrp="1"/>
            </p:cNvSpPr>
            <p:nvPr/>
          </p:nvSpPr>
          <p:spPr>
            <a:xfrm rot="-10520207">
              <a:off x="1672878" y="1821855"/>
              <a:ext cx="488417" cy="66262"/>
            </a:xfrm>
            <a:prstGeom prst="ellipse">
              <a:avLst/>
            </a:prstGeom>
            <a:gradFill>
              <a:gsLst>
                <a:gs pos="0">
                  <a:srgbClr val="FFF9F0">
                    <a:alpha val="32968"/>
                  </a:srgbClr>
                </a:gs>
                <a:gs pos="14286">
                  <a:srgbClr val="FFF9F0">
                    <a:alpha val="30764"/>
                  </a:srgbClr>
                </a:gs>
                <a:gs pos="28571">
                  <a:srgbClr val="FFF9F0">
                    <a:alpha val="24833"/>
                  </a:srgbClr>
                </a:gs>
                <a:gs pos="42857">
                  <a:srgbClr val="FFF9F0">
                    <a:alpha val="17075"/>
                  </a:srgbClr>
                </a:gs>
                <a:gs pos="57143">
                  <a:srgbClr val="FFF9F0">
                    <a:alpha val="9855"/>
                  </a:srgbClr>
                </a:gs>
                <a:gs pos="71429">
                  <a:srgbClr val="FFF9F0">
                    <a:alpha val="4740"/>
                  </a:srgbClr>
                </a:gs>
                <a:gs pos="85714">
                  <a:srgbClr val="FFF9F0">
                    <a:alpha val="1902"/>
                  </a:srgbClr>
                </a:gs>
                <a:gs pos="100000">
                  <a:srgbClr val="FFF9F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3" name="Splat 323"/>
            <p:cNvSpPr>
              <a:spLocks noGrp="1"/>
            </p:cNvSpPr>
            <p:nvPr/>
          </p:nvSpPr>
          <p:spPr>
            <a:xfrm rot="10254764">
              <a:off x="400028" y="933585"/>
              <a:ext cx="1086730" cy="44737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4" name="Splat 324"/>
            <p:cNvSpPr>
              <a:spLocks noGrp="1"/>
            </p:cNvSpPr>
            <p:nvPr/>
          </p:nvSpPr>
          <p:spPr>
            <a:xfrm rot="-10500886">
              <a:off x="3067043" y="831783"/>
              <a:ext cx="467789" cy="32831"/>
            </a:xfrm>
            <a:prstGeom prst="ellipse">
              <a:avLst/>
            </a:prstGeom>
            <a:gradFill>
              <a:gsLst>
                <a:gs pos="0">
                  <a:srgbClr val="FFFFF4">
                    <a:alpha val="32968"/>
                  </a:srgbClr>
                </a:gs>
                <a:gs pos="14286">
                  <a:srgbClr val="FFFFF4">
                    <a:alpha val="30764"/>
                  </a:srgbClr>
                </a:gs>
                <a:gs pos="28571">
                  <a:srgbClr val="FFFFF4">
                    <a:alpha val="24833"/>
                  </a:srgbClr>
                </a:gs>
                <a:gs pos="42857">
                  <a:srgbClr val="FFFFF4">
                    <a:alpha val="17075"/>
                  </a:srgbClr>
                </a:gs>
                <a:gs pos="57143">
                  <a:srgbClr val="FFFFF4">
                    <a:alpha val="9855"/>
                  </a:srgbClr>
                </a:gs>
                <a:gs pos="71429">
                  <a:srgbClr val="FFFFF4">
                    <a:alpha val="4740"/>
                  </a:srgbClr>
                </a:gs>
                <a:gs pos="85714">
                  <a:srgbClr val="FFFFF4">
                    <a:alpha val="1902"/>
                  </a:srgbClr>
                </a:gs>
                <a:gs pos="100000">
                  <a:srgbClr val="FFFFF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5" name="Splat 325"/>
            <p:cNvSpPr>
              <a:spLocks noGrp="1"/>
            </p:cNvSpPr>
            <p:nvPr/>
          </p:nvSpPr>
          <p:spPr>
            <a:xfrm rot="-9922693">
              <a:off x="2559467" y="1053597"/>
              <a:ext cx="110286" cy="96317"/>
            </a:xfrm>
            <a:prstGeom prst="ellipse">
              <a:avLst/>
            </a:prstGeom>
            <a:gradFill>
              <a:gsLst>
                <a:gs pos="0">
                  <a:srgbClr val="FFAB70">
                    <a:alpha val="32968"/>
                  </a:srgbClr>
                </a:gs>
                <a:gs pos="14286">
                  <a:srgbClr val="FFAB70">
                    <a:alpha val="30764"/>
                  </a:srgbClr>
                </a:gs>
                <a:gs pos="28571">
                  <a:srgbClr val="FFAB70">
                    <a:alpha val="24833"/>
                  </a:srgbClr>
                </a:gs>
                <a:gs pos="42857">
                  <a:srgbClr val="FFAB70">
                    <a:alpha val="17075"/>
                  </a:srgbClr>
                </a:gs>
                <a:gs pos="57143">
                  <a:srgbClr val="FFAB70">
                    <a:alpha val="9855"/>
                  </a:srgbClr>
                </a:gs>
                <a:gs pos="71429">
                  <a:srgbClr val="FFAB70">
                    <a:alpha val="4740"/>
                  </a:srgbClr>
                </a:gs>
                <a:gs pos="85714">
                  <a:srgbClr val="FFAB70">
                    <a:alpha val="1902"/>
                  </a:srgbClr>
                </a:gs>
                <a:gs pos="100000">
                  <a:srgbClr val="FFAB7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6" name="Splat 326"/>
            <p:cNvSpPr>
              <a:spLocks noGrp="1"/>
            </p:cNvSpPr>
            <p:nvPr/>
          </p:nvSpPr>
          <p:spPr>
            <a:xfrm rot="8650007">
              <a:off x="1888879" y="795941"/>
              <a:ext cx="199703" cy="7792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7" name="Splat 327"/>
            <p:cNvSpPr>
              <a:spLocks noGrp="1"/>
            </p:cNvSpPr>
            <p:nvPr/>
          </p:nvSpPr>
          <p:spPr>
            <a:xfrm rot="-9218128">
              <a:off x="1819149" y="614353"/>
              <a:ext cx="173103" cy="78883"/>
            </a:xfrm>
            <a:prstGeom prst="ellipse">
              <a:avLst/>
            </a:prstGeom>
            <a:gradFill>
              <a:gsLst>
                <a:gs pos="0">
                  <a:srgbClr val="FFFFFF">
                    <a:alpha val="25662"/>
                  </a:srgbClr>
                </a:gs>
                <a:gs pos="14286">
                  <a:srgbClr val="FFFFFF">
                    <a:alpha val="23857"/>
                  </a:srgbClr>
                </a:gs>
                <a:gs pos="28571">
                  <a:srgbClr val="FFFFFF">
                    <a:alpha val="19073"/>
                  </a:srgbClr>
                </a:gs>
                <a:gs pos="42857">
                  <a:srgbClr val="FFFFFF">
                    <a:alpha val="12961"/>
                  </a:srgbClr>
                </a:gs>
                <a:gs pos="57143">
                  <a:srgbClr val="FFFFFF">
                    <a:alpha val="7403"/>
                  </a:srgbClr>
                </a:gs>
                <a:gs pos="71429">
                  <a:srgbClr val="FFFFFF">
                    <a:alpha val="3536"/>
                  </a:srgbClr>
                </a:gs>
                <a:gs pos="85714">
                  <a:srgbClr val="FFFFFF">
                    <a:alpha val="1414"/>
                  </a:srgbClr>
                </a:gs>
                <a:gs pos="100000">
                  <a:srgbClr val="FFFFFF">
                    <a:alpha val="4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8" name="Splat 328"/>
            <p:cNvSpPr>
              <a:spLocks noGrp="1"/>
            </p:cNvSpPr>
            <p:nvPr/>
          </p:nvSpPr>
          <p:spPr>
            <a:xfrm rot="6271197">
              <a:off x="3231301" y="183844"/>
              <a:ext cx="351554" cy="158246"/>
            </a:xfrm>
            <a:prstGeom prst="ellipse">
              <a:avLst/>
            </a:prstGeom>
            <a:gradFill>
              <a:gsLst>
                <a:gs pos="0">
                  <a:srgbClr val="FFD28F">
                    <a:alpha val="32968"/>
                  </a:srgbClr>
                </a:gs>
                <a:gs pos="14286">
                  <a:srgbClr val="FFD28F">
                    <a:alpha val="30764"/>
                  </a:srgbClr>
                </a:gs>
                <a:gs pos="28571">
                  <a:srgbClr val="FFD28F">
                    <a:alpha val="24833"/>
                  </a:srgbClr>
                </a:gs>
                <a:gs pos="42857">
                  <a:srgbClr val="FFD28F">
                    <a:alpha val="17075"/>
                  </a:srgbClr>
                </a:gs>
                <a:gs pos="57143">
                  <a:srgbClr val="FFD28F">
                    <a:alpha val="9855"/>
                  </a:srgbClr>
                </a:gs>
                <a:gs pos="71429">
                  <a:srgbClr val="FFD28F">
                    <a:alpha val="4740"/>
                  </a:srgbClr>
                </a:gs>
                <a:gs pos="85714">
                  <a:srgbClr val="FFD28F">
                    <a:alpha val="1902"/>
                  </a:srgbClr>
                </a:gs>
                <a:gs pos="100000">
                  <a:srgbClr val="FFD28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9" name="Splat 329"/>
            <p:cNvSpPr>
              <a:spLocks noGrp="1"/>
            </p:cNvSpPr>
            <p:nvPr/>
          </p:nvSpPr>
          <p:spPr>
            <a:xfrm rot="-10742082">
              <a:off x="3024949" y="39124"/>
              <a:ext cx="703307" cy="6427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0" name="Splat 330"/>
            <p:cNvSpPr>
              <a:spLocks noGrp="1"/>
            </p:cNvSpPr>
            <p:nvPr/>
          </p:nvSpPr>
          <p:spPr>
            <a:xfrm rot="5335817">
              <a:off x="530076" y="202992"/>
              <a:ext cx="601346" cy="109448"/>
            </a:xfrm>
            <a:prstGeom prst="ellipse">
              <a:avLst/>
            </a:prstGeom>
            <a:gradFill>
              <a:gsLst>
                <a:gs pos="0">
                  <a:srgbClr val="FF8E00">
                    <a:alpha val="32968"/>
                  </a:srgbClr>
                </a:gs>
                <a:gs pos="14286">
                  <a:srgbClr val="FF8E00">
                    <a:alpha val="30764"/>
                  </a:srgbClr>
                </a:gs>
                <a:gs pos="28571">
                  <a:srgbClr val="FF8E00">
                    <a:alpha val="24833"/>
                  </a:srgbClr>
                </a:gs>
                <a:gs pos="42857">
                  <a:srgbClr val="FF8E00">
                    <a:alpha val="17075"/>
                  </a:srgbClr>
                </a:gs>
                <a:gs pos="57143">
                  <a:srgbClr val="FF8E00">
                    <a:alpha val="9855"/>
                  </a:srgbClr>
                </a:gs>
                <a:gs pos="71429">
                  <a:srgbClr val="FF8E00">
                    <a:alpha val="4740"/>
                  </a:srgbClr>
                </a:gs>
                <a:gs pos="85714">
                  <a:srgbClr val="FF8E00">
                    <a:alpha val="1902"/>
                  </a:srgbClr>
                </a:gs>
                <a:gs pos="100000">
                  <a:srgbClr val="FF8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1" name="Splat 331"/>
            <p:cNvSpPr>
              <a:spLocks noGrp="1"/>
            </p:cNvSpPr>
            <p:nvPr/>
          </p:nvSpPr>
          <p:spPr>
            <a:xfrm rot="6582163">
              <a:off x="1282192" y="401121"/>
              <a:ext cx="558135" cy="179176"/>
            </a:xfrm>
            <a:prstGeom prst="ellipse">
              <a:avLst/>
            </a:prstGeom>
            <a:gradFill>
              <a:gsLst>
                <a:gs pos="0">
                  <a:srgbClr val="FFD585">
                    <a:alpha val="32968"/>
                  </a:srgbClr>
                </a:gs>
                <a:gs pos="14286">
                  <a:srgbClr val="FFD585">
                    <a:alpha val="30764"/>
                  </a:srgbClr>
                </a:gs>
                <a:gs pos="28571">
                  <a:srgbClr val="FFD585">
                    <a:alpha val="24833"/>
                  </a:srgbClr>
                </a:gs>
                <a:gs pos="42857">
                  <a:srgbClr val="FFD585">
                    <a:alpha val="17075"/>
                  </a:srgbClr>
                </a:gs>
                <a:gs pos="57143">
                  <a:srgbClr val="FFD585">
                    <a:alpha val="9855"/>
                  </a:srgbClr>
                </a:gs>
                <a:gs pos="71429">
                  <a:srgbClr val="FFD585">
                    <a:alpha val="4740"/>
                  </a:srgbClr>
                </a:gs>
                <a:gs pos="85714">
                  <a:srgbClr val="FFD585">
                    <a:alpha val="1902"/>
                  </a:srgbClr>
                </a:gs>
                <a:gs pos="100000">
                  <a:srgbClr val="FFD58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2" name="Splat 332"/>
            <p:cNvSpPr>
              <a:spLocks noGrp="1"/>
            </p:cNvSpPr>
            <p:nvPr/>
          </p:nvSpPr>
          <p:spPr>
            <a:xfrm rot="4690390">
              <a:off x="2518387" y="242343"/>
              <a:ext cx="257997" cy="232223"/>
            </a:xfrm>
            <a:prstGeom prst="ellipse">
              <a:avLst/>
            </a:prstGeom>
            <a:gradFill>
              <a:gsLst>
                <a:gs pos="0">
                  <a:srgbClr val="FFD5A7">
                    <a:alpha val="32968"/>
                  </a:srgbClr>
                </a:gs>
                <a:gs pos="14286">
                  <a:srgbClr val="FFD5A7">
                    <a:alpha val="30764"/>
                  </a:srgbClr>
                </a:gs>
                <a:gs pos="28571">
                  <a:srgbClr val="FFD5A7">
                    <a:alpha val="24833"/>
                  </a:srgbClr>
                </a:gs>
                <a:gs pos="42857">
                  <a:srgbClr val="FFD5A7">
                    <a:alpha val="17075"/>
                  </a:srgbClr>
                </a:gs>
                <a:gs pos="57143">
                  <a:srgbClr val="FFD5A7">
                    <a:alpha val="9855"/>
                  </a:srgbClr>
                </a:gs>
                <a:gs pos="71429">
                  <a:srgbClr val="FFD5A7">
                    <a:alpha val="4740"/>
                  </a:srgbClr>
                </a:gs>
                <a:gs pos="85714">
                  <a:srgbClr val="FFD5A7">
                    <a:alpha val="1902"/>
                  </a:srgbClr>
                </a:gs>
                <a:gs pos="100000">
                  <a:srgbClr val="FFD5A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3" name="Splat 333"/>
            <p:cNvSpPr>
              <a:spLocks noGrp="1"/>
            </p:cNvSpPr>
            <p:nvPr/>
          </p:nvSpPr>
          <p:spPr>
            <a:xfrm rot="7668026">
              <a:off x="3063182" y="-135895"/>
              <a:ext cx="551363" cy="493769"/>
            </a:xfrm>
            <a:prstGeom prst="ellipse">
              <a:avLst/>
            </a:prstGeom>
            <a:gradFill>
              <a:gsLst>
                <a:gs pos="0">
                  <a:srgbClr val="000000">
                    <a:alpha val="3063"/>
                  </a:srgbClr>
                </a:gs>
                <a:gs pos="14286">
                  <a:srgbClr val="000000">
                    <a:alpha val="2819"/>
                  </a:srgbClr>
                </a:gs>
                <a:gs pos="28571">
                  <a:srgbClr val="000000">
                    <a:alpha val="2196"/>
                  </a:srgbClr>
                </a:gs>
                <a:gs pos="42857">
                  <a:srgbClr val="000000">
                    <a:alpha val="1446"/>
                  </a:srgbClr>
                </a:gs>
                <a:gs pos="57143">
                  <a:srgbClr val="000000">
                    <a:alpha val="804"/>
                  </a:srgbClr>
                </a:gs>
                <a:gs pos="71429">
                  <a:srgbClr val="000000">
                    <a:alpha val="377"/>
                  </a:srgbClr>
                </a:gs>
                <a:gs pos="85714">
                  <a:srgbClr val="000000">
                    <a:alpha val="149"/>
                  </a:srgbClr>
                </a:gs>
                <a:gs pos="100000">
                  <a:srgbClr val="000000">
                    <a:alpha val="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4" name="Splat 334"/>
            <p:cNvSpPr>
              <a:spLocks noGrp="1"/>
            </p:cNvSpPr>
            <p:nvPr/>
          </p:nvSpPr>
          <p:spPr>
            <a:xfrm rot="5497308">
              <a:off x="1301121" y="398575"/>
              <a:ext cx="648401" cy="8365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5" name="Splat 335"/>
            <p:cNvSpPr>
              <a:spLocks noGrp="1"/>
            </p:cNvSpPr>
            <p:nvPr/>
          </p:nvSpPr>
          <p:spPr>
            <a:xfrm rot="5290462">
              <a:off x="1698412" y="580260"/>
              <a:ext cx="540948" cy="5646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6" name="Splat 336"/>
            <p:cNvSpPr>
              <a:spLocks noGrp="1"/>
            </p:cNvSpPr>
            <p:nvPr/>
          </p:nvSpPr>
          <p:spPr>
            <a:xfrm rot="10586369">
              <a:off x="1552949" y="1983798"/>
              <a:ext cx="418766" cy="150577"/>
            </a:xfrm>
            <a:prstGeom prst="ellipse">
              <a:avLst/>
            </a:prstGeom>
            <a:gradFill>
              <a:gsLst>
                <a:gs pos="0">
                  <a:srgbClr val="FFFFF6">
                    <a:alpha val="32968"/>
                  </a:srgbClr>
                </a:gs>
                <a:gs pos="14286">
                  <a:srgbClr val="FFFFF6">
                    <a:alpha val="30764"/>
                  </a:srgbClr>
                </a:gs>
                <a:gs pos="28571">
                  <a:srgbClr val="FFFFF6">
                    <a:alpha val="24833"/>
                  </a:srgbClr>
                </a:gs>
                <a:gs pos="42857">
                  <a:srgbClr val="FFFFF6">
                    <a:alpha val="17075"/>
                  </a:srgbClr>
                </a:gs>
                <a:gs pos="57143">
                  <a:srgbClr val="FFFFF6">
                    <a:alpha val="9855"/>
                  </a:srgbClr>
                </a:gs>
                <a:gs pos="71429">
                  <a:srgbClr val="FFFFF6">
                    <a:alpha val="4740"/>
                  </a:srgbClr>
                </a:gs>
                <a:gs pos="85714">
                  <a:srgbClr val="FFFFF6">
                    <a:alpha val="1902"/>
                  </a:srgbClr>
                </a:gs>
                <a:gs pos="100000">
                  <a:srgbClr val="FFFFF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7" name="Splat 337"/>
            <p:cNvSpPr>
              <a:spLocks noGrp="1"/>
            </p:cNvSpPr>
            <p:nvPr/>
          </p:nvSpPr>
          <p:spPr>
            <a:xfrm rot="4596226">
              <a:off x="2478415" y="836985"/>
              <a:ext cx="269417" cy="70695"/>
            </a:xfrm>
            <a:prstGeom prst="ellipse">
              <a:avLst/>
            </a:prstGeom>
            <a:gradFill>
              <a:gsLst>
                <a:gs pos="0">
                  <a:srgbClr val="FFD89D">
                    <a:alpha val="32968"/>
                  </a:srgbClr>
                </a:gs>
                <a:gs pos="14286">
                  <a:srgbClr val="FFD89D">
                    <a:alpha val="30764"/>
                  </a:srgbClr>
                </a:gs>
                <a:gs pos="28571">
                  <a:srgbClr val="FFD89D">
                    <a:alpha val="24833"/>
                  </a:srgbClr>
                </a:gs>
                <a:gs pos="42857">
                  <a:srgbClr val="FFD89D">
                    <a:alpha val="17075"/>
                  </a:srgbClr>
                </a:gs>
                <a:gs pos="57143">
                  <a:srgbClr val="FFD89D">
                    <a:alpha val="9855"/>
                  </a:srgbClr>
                </a:gs>
                <a:gs pos="71429">
                  <a:srgbClr val="FFD89D">
                    <a:alpha val="4740"/>
                  </a:srgbClr>
                </a:gs>
                <a:gs pos="85714">
                  <a:srgbClr val="FFD89D">
                    <a:alpha val="1902"/>
                  </a:srgbClr>
                </a:gs>
                <a:gs pos="100000">
                  <a:srgbClr val="FFD89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8" name="Splat 338"/>
            <p:cNvSpPr>
              <a:spLocks noGrp="1"/>
            </p:cNvSpPr>
            <p:nvPr/>
          </p:nvSpPr>
          <p:spPr>
            <a:xfrm rot="4737070">
              <a:off x="1310875" y="641576"/>
              <a:ext cx="562119" cy="379729"/>
            </a:xfrm>
            <a:prstGeom prst="ellipse">
              <a:avLst/>
            </a:prstGeom>
            <a:gradFill>
              <a:gsLst>
                <a:gs pos="0">
                  <a:srgbClr val="5F0000">
                    <a:alpha val="32968"/>
                  </a:srgbClr>
                </a:gs>
                <a:gs pos="14286">
                  <a:srgbClr val="5F0000">
                    <a:alpha val="30764"/>
                  </a:srgbClr>
                </a:gs>
                <a:gs pos="28571">
                  <a:srgbClr val="5F0000">
                    <a:alpha val="24833"/>
                  </a:srgbClr>
                </a:gs>
                <a:gs pos="42857">
                  <a:srgbClr val="5F0000">
                    <a:alpha val="17075"/>
                  </a:srgbClr>
                </a:gs>
                <a:gs pos="57143">
                  <a:srgbClr val="5F0000">
                    <a:alpha val="9855"/>
                  </a:srgbClr>
                </a:gs>
                <a:gs pos="71429">
                  <a:srgbClr val="5F0000">
                    <a:alpha val="4740"/>
                  </a:srgbClr>
                </a:gs>
                <a:gs pos="85714">
                  <a:srgbClr val="5F0000">
                    <a:alpha val="1902"/>
                  </a:srgbClr>
                </a:gs>
                <a:gs pos="100000">
                  <a:srgbClr val="5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9" name="Splat 339"/>
            <p:cNvSpPr>
              <a:spLocks noGrp="1"/>
            </p:cNvSpPr>
            <p:nvPr/>
          </p:nvSpPr>
          <p:spPr>
            <a:xfrm rot="-10715980">
              <a:off x="2004453" y="395282"/>
              <a:ext cx="603789" cy="3710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0" name="Splat 340"/>
            <p:cNvSpPr>
              <a:spLocks noGrp="1"/>
            </p:cNvSpPr>
            <p:nvPr/>
          </p:nvSpPr>
          <p:spPr>
            <a:xfrm rot="9983581">
              <a:off x="1628885" y="408330"/>
              <a:ext cx="319391" cy="47551"/>
            </a:xfrm>
            <a:prstGeom prst="ellipse">
              <a:avLst/>
            </a:prstGeom>
            <a:gradFill>
              <a:gsLst>
                <a:gs pos="0">
                  <a:srgbClr val="FFDB00">
                    <a:alpha val="32968"/>
                  </a:srgbClr>
                </a:gs>
                <a:gs pos="14286">
                  <a:srgbClr val="FFDB00">
                    <a:alpha val="30764"/>
                  </a:srgbClr>
                </a:gs>
                <a:gs pos="28571">
                  <a:srgbClr val="FFDB00">
                    <a:alpha val="24833"/>
                  </a:srgbClr>
                </a:gs>
                <a:gs pos="42857">
                  <a:srgbClr val="FFDB00">
                    <a:alpha val="17075"/>
                  </a:srgbClr>
                </a:gs>
                <a:gs pos="57143">
                  <a:srgbClr val="FFDB00">
                    <a:alpha val="9855"/>
                  </a:srgbClr>
                </a:gs>
                <a:gs pos="71429">
                  <a:srgbClr val="FFDB00">
                    <a:alpha val="4740"/>
                  </a:srgbClr>
                </a:gs>
                <a:gs pos="85714">
                  <a:srgbClr val="FFDB00">
                    <a:alpha val="1902"/>
                  </a:srgbClr>
                </a:gs>
                <a:gs pos="100000">
                  <a:srgbClr val="FFD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1" name="Splat 341"/>
            <p:cNvSpPr>
              <a:spLocks noGrp="1"/>
            </p:cNvSpPr>
            <p:nvPr/>
          </p:nvSpPr>
          <p:spPr>
            <a:xfrm rot="-10393098">
              <a:off x="315753" y="613957"/>
              <a:ext cx="544944" cy="16186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2" name="Splat 342"/>
            <p:cNvSpPr>
              <a:spLocks noGrp="1"/>
            </p:cNvSpPr>
            <p:nvPr/>
          </p:nvSpPr>
          <p:spPr>
            <a:xfrm rot="-10515131">
              <a:off x="2816076" y="673511"/>
              <a:ext cx="638856" cy="2533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3" name="Splat 343"/>
            <p:cNvSpPr>
              <a:spLocks noGrp="1"/>
            </p:cNvSpPr>
            <p:nvPr/>
          </p:nvSpPr>
          <p:spPr>
            <a:xfrm rot="7330047">
              <a:off x="1852039" y="1338800"/>
              <a:ext cx="499696" cy="160892"/>
            </a:xfrm>
            <a:prstGeom prst="ellipse">
              <a:avLst/>
            </a:prstGeom>
            <a:gradFill>
              <a:gsLst>
                <a:gs pos="0">
                  <a:srgbClr val="740000">
                    <a:alpha val="3408"/>
                  </a:srgbClr>
                </a:gs>
                <a:gs pos="14286">
                  <a:srgbClr val="740000">
                    <a:alpha val="3136"/>
                  </a:srgbClr>
                </a:gs>
                <a:gs pos="28571">
                  <a:srgbClr val="740000">
                    <a:alpha val="2444"/>
                  </a:srgbClr>
                </a:gs>
                <a:gs pos="42857">
                  <a:srgbClr val="740000">
                    <a:alpha val="1610"/>
                  </a:srgbClr>
                </a:gs>
                <a:gs pos="57143">
                  <a:srgbClr val="740000">
                    <a:alpha val="895"/>
                  </a:srgbClr>
                </a:gs>
                <a:gs pos="71429">
                  <a:srgbClr val="740000">
                    <a:alpha val="420"/>
                  </a:srgbClr>
                </a:gs>
                <a:gs pos="85714">
                  <a:srgbClr val="740000">
                    <a:alpha val="166"/>
                  </a:srgbClr>
                </a:gs>
                <a:gs pos="100000">
                  <a:srgbClr val="740000">
                    <a:alpha val="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4" name="Splat 344"/>
            <p:cNvSpPr>
              <a:spLocks noGrp="1"/>
            </p:cNvSpPr>
            <p:nvPr/>
          </p:nvSpPr>
          <p:spPr>
            <a:xfrm rot="-9741165">
              <a:off x="2443347" y="1318978"/>
              <a:ext cx="607089" cy="26132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5" name="Splat 345"/>
            <p:cNvSpPr>
              <a:spLocks noGrp="1"/>
            </p:cNvSpPr>
            <p:nvPr/>
          </p:nvSpPr>
          <p:spPr>
            <a:xfrm rot="-9010344">
              <a:off x="1349191" y="-169587"/>
              <a:ext cx="650758" cy="462710"/>
            </a:xfrm>
            <a:prstGeom prst="ellipse">
              <a:avLst/>
            </a:prstGeom>
            <a:gradFill>
              <a:gsLst>
                <a:gs pos="0">
                  <a:srgbClr val="000622">
                    <a:alpha val="32968"/>
                  </a:srgbClr>
                </a:gs>
                <a:gs pos="14286">
                  <a:srgbClr val="000622">
                    <a:alpha val="30764"/>
                  </a:srgbClr>
                </a:gs>
                <a:gs pos="28571">
                  <a:srgbClr val="000622">
                    <a:alpha val="24833"/>
                  </a:srgbClr>
                </a:gs>
                <a:gs pos="42857">
                  <a:srgbClr val="000622">
                    <a:alpha val="17075"/>
                  </a:srgbClr>
                </a:gs>
                <a:gs pos="57143">
                  <a:srgbClr val="000622">
                    <a:alpha val="9855"/>
                  </a:srgbClr>
                </a:gs>
                <a:gs pos="71429">
                  <a:srgbClr val="000622">
                    <a:alpha val="4740"/>
                  </a:srgbClr>
                </a:gs>
                <a:gs pos="85714">
                  <a:srgbClr val="000622">
                    <a:alpha val="1902"/>
                  </a:srgbClr>
                </a:gs>
                <a:gs pos="100000">
                  <a:srgbClr val="00062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6" name="Splat 346"/>
            <p:cNvSpPr>
              <a:spLocks noGrp="1"/>
            </p:cNvSpPr>
            <p:nvPr/>
          </p:nvSpPr>
          <p:spPr>
            <a:xfrm rot="7875818">
              <a:off x="3002336" y="-116772"/>
              <a:ext cx="543740" cy="474389"/>
            </a:xfrm>
            <a:prstGeom prst="ellipse">
              <a:avLst/>
            </a:prstGeom>
            <a:gradFill>
              <a:gsLst>
                <a:gs pos="0">
                  <a:srgbClr val="6F0000">
                    <a:alpha val="20803"/>
                  </a:srgbClr>
                </a:gs>
                <a:gs pos="14286">
                  <a:srgbClr val="6F0000">
                    <a:alpha val="19295"/>
                  </a:srgbClr>
                </a:gs>
                <a:gs pos="28571">
                  <a:srgbClr val="6F0000">
                    <a:alpha val="15333"/>
                  </a:srgbClr>
                </a:gs>
                <a:gs pos="42857">
                  <a:srgbClr val="6F0000">
                    <a:alpha val="10343"/>
                  </a:srgbClr>
                </a:gs>
                <a:gs pos="57143">
                  <a:srgbClr val="6F0000">
                    <a:alpha val="5870"/>
                  </a:srgbClr>
                </a:gs>
                <a:gs pos="71429">
                  <a:srgbClr val="6F0000">
                    <a:alpha val="2792"/>
                  </a:srgbClr>
                </a:gs>
                <a:gs pos="85714">
                  <a:srgbClr val="6F0000">
                    <a:alpha val="1113"/>
                  </a:srgbClr>
                </a:gs>
                <a:gs pos="100000">
                  <a:srgbClr val="6F0000">
                    <a:alpha val="3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7" name="Splat 347"/>
            <p:cNvSpPr>
              <a:spLocks noGrp="1"/>
            </p:cNvSpPr>
            <p:nvPr/>
          </p:nvSpPr>
          <p:spPr>
            <a:xfrm rot="5690583">
              <a:off x="516709" y="71696"/>
              <a:ext cx="673350" cy="121022"/>
            </a:xfrm>
            <a:prstGeom prst="ellipse">
              <a:avLst/>
            </a:prstGeom>
            <a:gradFill>
              <a:gsLst>
                <a:gs pos="0">
                  <a:srgbClr val="EFA500">
                    <a:alpha val="16100"/>
                  </a:srgbClr>
                </a:gs>
                <a:gs pos="14286">
                  <a:srgbClr val="EFA500">
                    <a:alpha val="14900"/>
                  </a:srgbClr>
                </a:gs>
                <a:gs pos="28571">
                  <a:srgbClr val="EFA500">
                    <a:alpha val="11775"/>
                  </a:srgbClr>
                </a:gs>
                <a:gs pos="42857">
                  <a:srgbClr val="EFA500">
                    <a:alpha val="7889"/>
                  </a:srgbClr>
                </a:gs>
                <a:gs pos="57143">
                  <a:srgbClr val="EFA500">
                    <a:alpha val="4451"/>
                  </a:srgbClr>
                </a:gs>
                <a:gs pos="71429">
                  <a:srgbClr val="EFA500">
                    <a:alpha val="2109"/>
                  </a:srgbClr>
                </a:gs>
                <a:gs pos="85714">
                  <a:srgbClr val="EFA500">
                    <a:alpha val="839"/>
                  </a:srgbClr>
                </a:gs>
                <a:gs pos="100000">
                  <a:srgbClr val="EFA500">
                    <a:alpha val="2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8" name="Splat 348"/>
            <p:cNvSpPr>
              <a:spLocks noGrp="1"/>
            </p:cNvSpPr>
            <p:nvPr/>
          </p:nvSpPr>
          <p:spPr>
            <a:xfrm rot="4377288">
              <a:off x="1677092" y="38948"/>
              <a:ext cx="502007" cy="488451"/>
            </a:xfrm>
            <a:prstGeom prst="ellipse">
              <a:avLst/>
            </a:prstGeom>
            <a:gradFill>
              <a:gsLst>
                <a:gs pos="0">
                  <a:srgbClr val="FF0000">
                    <a:alpha val="3895"/>
                  </a:srgbClr>
                </a:gs>
                <a:gs pos="14286">
                  <a:srgbClr val="FF0000">
                    <a:alpha val="3585"/>
                  </a:srgbClr>
                </a:gs>
                <a:gs pos="28571">
                  <a:srgbClr val="FF0000">
                    <a:alpha val="2795"/>
                  </a:srgbClr>
                </a:gs>
                <a:gs pos="42857">
                  <a:srgbClr val="FF0000">
                    <a:alpha val="1842"/>
                  </a:srgbClr>
                </a:gs>
                <a:gs pos="57143">
                  <a:srgbClr val="FF0000">
                    <a:alpha val="1025"/>
                  </a:srgbClr>
                </a:gs>
                <a:gs pos="71429">
                  <a:srgbClr val="FF0000">
                    <a:alpha val="481"/>
                  </a:srgbClr>
                </a:gs>
                <a:gs pos="85714">
                  <a:srgbClr val="FF0000">
                    <a:alpha val="191"/>
                  </a:srgbClr>
                </a:gs>
                <a:gs pos="100000">
                  <a:srgbClr val="FF0000">
                    <a:alpha val="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9" name="Splat 349"/>
            <p:cNvSpPr>
              <a:spLocks noGrp="1"/>
            </p:cNvSpPr>
            <p:nvPr/>
          </p:nvSpPr>
          <p:spPr>
            <a:xfrm rot="5400000">
              <a:off x="2634117" y="572303"/>
              <a:ext cx="49641" cy="49641"/>
            </a:xfrm>
            <a:prstGeom prst="ellipse">
              <a:avLst/>
            </a:prstGeom>
            <a:gradFill>
              <a:gsLst>
                <a:gs pos="0">
                  <a:srgbClr val="E0C4AA">
                    <a:alpha val="16577"/>
                  </a:srgbClr>
                </a:gs>
                <a:gs pos="14286">
                  <a:srgbClr val="E0C4AA">
                    <a:alpha val="15345"/>
                  </a:srgbClr>
                </a:gs>
                <a:gs pos="28571">
                  <a:srgbClr val="E0C4AA">
                    <a:alpha val="12133"/>
                  </a:srgbClr>
                </a:gs>
                <a:gs pos="42857">
                  <a:srgbClr val="E0C4AA">
                    <a:alpha val="8134"/>
                  </a:srgbClr>
                </a:gs>
                <a:gs pos="57143">
                  <a:srgbClr val="E0C4AA">
                    <a:alpha val="4592"/>
                  </a:srgbClr>
                </a:gs>
                <a:gs pos="71429">
                  <a:srgbClr val="E0C4AA">
                    <a:alpha val="2176"/>
                  </a:srgbClr>
                </a:gs>
                <a:gs pos="85714">
                  <a:srgbClr val="E0C4AA">
                    <a:alpha val="866"/>
                  </a:srgbClr>
                </a:gs>
                <a:gs pos="100000">
                  <a:srgbClr val="E0C4AA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0" name="Splat 350"/>
            <p:cNvSpPr>
              <a:spLocks noGrp="1"/>
            </p:cNvSpPr>
            <p:nvPr/>
          </p:nvSpPr>
          <p:spPr>
            <a:xfrm rot="10505779">
              <a:off x="834920" y="1791773"/>
              <a:ext cx="520939" cy="7420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1" name="Splat 351"/>
            <p:cNvSpPr>
              <a:spLocks noGrp="1"/>
            </p:cNvSpPr>
            <p:nvPr/>
          </p:nvSpPr>
          <p:spPr>
            <a:xfrm rot="3888549">
              <a:off x="1790278" y="1268039"/>
              <a:ext cx="588381" cy="28908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2" name="Splat 352"/>
            <p:cNvSpPr>
              <a:spLocks noGrp="1"/>
            </p:cNvSpPr>
            <p:nvPr/>
          </p:nvSpPr>
          <p:spPr>
            <a:xfrm rot="10510846">
              <a:off x="2513659" y="783938"/>
              <a:ext cx="671473" cy="139613"/>
            </a:xfrm>
            <a:prstGeom prst="ellipse">
              <a:avLst/>
            </a:prstGeom>
            <a:gradFill>
              <a:gsLst>
                <a:gs pos="0">
                  <a:srgbClr val="000000">
                    <a:alpha val="12890"/>
                  </a:srgbClr>
                </a:gs>
                <a:gs pos="14286">
                  <a:srgbClr val="000000">
                    <a:alpha val="11912"/>
                  </a:srgbClr>
                </a:gs>
                <a:gs pos="28571">
                  <a:srgbClr val="000000">
                    <a:alpha val="9379"/>
                  </a:srgbClr>
                </a:gs>
                <a:gs pos="42857">
                  <a:srgbClr val="000000">
                    <a:alpha val="6255"/>
                  </a:srgbClr>
                </a:gs>
                <a:gs pos="57143">
                  <a:srgbClr val="000000">
                    <a:alpha val="3516"/>
                  </a:srgbClr>
                </a:gs>
                <a:gs pos="71429">
                  <a:srgbClr val="000000">
                    <a:alpha val="1661"/>
                  </a:srgbClr>
                </a:gs>
                <a:gs pos="85714">
                  <a:srgbClr val="000000">
                    <a:alpha val="660"/>
                  </a:srgbClr>
                </a:gs>
                <a:gs pos="100000">
                  <a:srgbClr val="000000">
                    <a:alpha val="2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3" name="Splat 353"/>
            <p:cNvSpPr>
              <a:spLocks noGrp="1"/>
            </p:cNvSpPr>
            <p:nvPr/>
          </p:nvSpPr>
          <p:spPr>
            <a:xfrm rot="3775682">
              <a:off x="2476899" y="1408091"/>
              <a:ext cx="321104" cy="85945"/>
            </a:xfrm>
            <a:prstGeom prst="ellipse">
              <a:avLst/>
            </a:prstGeom>
            <a:gradFill>
              <a:gsLst>
                <a:gs pos="0">
                  <a:srgbClr val="FFF6EB">
                    <a:alpha val="32968"/>
                  </a:srgbClr>
                </a:gs>
                <a:gs pos="14286">
                  <a:srgbClr val="FFF6EB">
                    <a:alpha val="30764"/>
                  </a:srgbClr>
                </a:gs>
                <a:gs pos="28571">
                  <a:srgbClr val="FFF6EB">
                    <a:alpha val="24833"/>
                  </a:srgbClr>
                </a:gs>
                <a:gs pos="42857">
                  <a:srgbClr val="FFF6EB">
                    <a:alpha val="17075"/>
                  </a:srgbClr>
                </a:gs>
                <a:gs pos="57143">
                  <a:srgbClr val="FFF6EB">
                    <a:alpha val="9855"/>
                  </a:srgbClr>
                </a:gs>
                <a:gs pos="71429">
                  <a:srgbClr val="FFF6EB">
                    <a:alpha val="4740"/>
                  </a:srgbClr>
                </a:gs>
                <a:gs pos="85714">
                  <a:srgbClr val="FFF6EB">
                    <a:alpha val="1902"/>
                  </a:srgbClr>
                </a:gs>
                <a:gs pos="100000">
                  <a:srgbClr val="FFF6E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4" name="Splat 354"/>
            <p:cNvSpPr>
              <a:spLocks noGrp="1"/>
            </p:cNvSpPr>
            <p:nvPr/>
          </p:nvSpPr>
          <p:spPr>
            <a:xfrm rot="6539638">
              <a:off x="1804159" y="1436520"/>
              <a:ext cx="537263" cy="6866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5" name="Splat 355"/>
            <p:cNvSpPr>
              <a:spLocks noGrp="1"/>
            </p:cNvSpPr>
            <p:nvPr/>
          </p:nvSpPr>
          <p:spPr>
            <a:xfrm rot="-10197682">
              <a:off x="2551504" y="867800"/>
              <a:ext cx="310245" cy="70836"/>
            </a:xfrm>
            <a:prstGeom prst="ellipse">
              <a:avLst/>
            </a:prstGeom>
            <a:gradFill>
              <a:gsLst>
                <a:gs pos="0">
                  <a:srgbClr val="FFCE84">
                    <a:alpha val="32968"/>
                  </a:srgbClr>
                </a:gs>
                <a:gs pos="14286">
                  <a:srgbClr val="FFCE84">
                    <a:alpha val="30764"/>
                  </a:srgbClr>
                </a:gs>
                <a:gs pos="28571">
                  <a:srgbClr val="FFCE84">
                    <a:alpha val="24833"/>
                  </a:srgbClr>
                </a:gs>
                <a:gs pos="42857">
                  <a:srgbClr val="FFCE84">
                    <a:alpha val="17075"/>
                  </a:srgbClr>
                </a:gs>
                <a:gs pos="57143">
                  <a:srgbClr val="FFCE84">
                    <a:alpha val="9855"/>
                  </a:srgbClr>
                </a:gs>
                <a:gs pos="71429">
                  <a:srgbClr val="FFCE84">
                    <a:alpha val="4740"/>
                  </a:srgbClr>
                </a:gs>
                <a:gs pos="85714">
                  <a:srgbClr val="FFCE84">
                    <a:alpha val="1902"/>
                  </a:srgbClr>
                </a:gs>
                <a:gs pos="100000">
                  <a:srgbClr val="FFCE8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6" name="Splat 356"/>
            <p:cNvSpPr>
              <a:spLocks noGrp="1"/>
            </p:cNvSpPr>
            <p:nvPr/>
          </p:nvSpPr>
          <p:spPr>
            <a:xfrm rot="5400000">
              <a:off x="2614630" y="1467889"/>
              <a:ext cx="60186" cy="60186"/>
            </a:xfrm>
            <a:prstGeom prst="ellipse">
              <a:avLst/>
            </a:prstGeom>
            <a:gradFill>
              <a:gsLst>
                <a:gs pos="0">
                  <a:srgbClr val="CFD5DD">
                    <a:alpha val="13794"/>
                  </a:srgbClr>
                </a:gs>
                <a:gs pos="14286">
                  <a:srgbClr val="CFD5DD">
                    <a:alpha val="12753"/>
                  </a:srgbClr>
                </a:gs>
                <a:gs pos="28571">
                  <a:srgbClr val="CFD5DD">
                    <a:alpha val="10051"/>
                  </a:srgbClr>
                </a:gs>
                <a:gs pos="42857">
                  <a:srgbClr val="CFD5DD">
                    <a:alpha val="6712"/>
                  </a:srgbClr>
                </a:gs>
                <a:gs pos="57143">
                  <a:srgbClr val="CFD5DD">
                    <a:alpha val="3777"/>
                  </a:srgbClr>
                </a:gs>
                <a:gs pos="71429">
                  <a:srgbClr val="CFD5DD">
                    <a:alpha val="1786"/>
                  </a:srgbClr>
                </a:gs>
                <a:gs pos="85714">
                  <a:srgbClr val="CFD5DD">
                    <a:alpha val="710"/>
                  </a:srgbClr>
                </a:gs>
                <a:gs pos="100000">
                  <a:srgbClr val="CFD5DD">
                    <a:alpha val="2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7" name="Splat 357"/>
            <p:cNvSpPr>
              <a:spLocks noGrp="1"/>
            </p:cNvSpPr>
            <p:nvPr/>
          </p:nvSpPr>
          <p:spPr>
            <a:xfrm rot="-10528001">
              <a:off x="2717919" y="640841"/>
              <a:ext cx="701767" cy="5171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8" name="Splat 358"/>
            <p:cNvSpPr>
              <a:spLocks noGrp="1"/>
            </p:cNvSpPr>
            <p:nvPr/>
          </p:nvSpPr>
          <p:spPr>
            <a:xfrm rot="6531073">
              <a:off x="1846481" y="1547102"/>
              <a:ext cx="811407" cy="372419"/>
            </a:xfrm>
            <a:prstGeom prst="ellipse">
              <a:avLst/>
            </a:prstGeom>
            <a:gradFill>
              <a:gsLst>
                <a:gs pos="0">
                  <a:srgbClr val="804D00">
                    <a:alpha val="32968"/>
                  </a:srgbClr>
                </a:gs>
                <a:gs pos="14286">
                  <a:srgbClr val="804D00">
                    <a:alpha val="30764"/>
                  </a:srgbClr>
                </a:gs>
                <a:gs pos="28571">
                  <a:srgbClr val="804D00">
                    <a:alpha val="24833"/>
                  </a:srgbClr>
                </a:gs>
                <a:gs pos="42857">
                  <a:srgbClr val="804D00">
                    <a:alpha val="17075"/>
                  </a:srgbClr>
                </a:gs>
                <a:gs pos="57143">
                  <a:srgbClr val="804D00">
                    <a:alpha val="9855"/>
                  </a:srgbClr>
                </a:gs>
                <a:gs pos="71429">
                  <a:srgbClr val="804D00">
                    <a:alpha val="4740"/>
                  </a:srgbClr>
                </a:gs>
                <a:gs pos="85714">
                  <a:srgbClr val="804D00">
                    <a:alpha val="1902"/>
                  </a:srgbClr>
                </a:gs>
                <a:gs pos="100000">
                  <a:srgbClr val="804D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9" name="Splat 359"/>
            <p:cNvSpPr>
              <a:spLocks noGrp="1"/>
            </p:cNvSpPr>
            <p:nvPr/>
          </p:nvSpPr>
          <p:spPr>
            <a:xfrm rot="7239982">
              <a:off x="798650" y="1357221"/>
              <a:ext cx="606355" cy="118636"/>
            </a:xfrm>
            <a:prstGeom prst="ellipse">
              <a:avLst/>
            </a:prstGeom>
            <a:gradFill>
              <a:gsLst>
                <a:gs pos="0">
                  <a:srgbClr val="1B0000">
                    <a:alpha val="32968"/>
                  </a:srgbClr>
                </a:gs>
                <a:gs pos="14286">
                  <a:srgbClr val="1B0000">
                    <a:alpha val="30764"/>
                  </a:srgbClr>
                </a:gs>
                <a:gs pos="28571">
                  <a:srgbClr val="1B0000">
                    <a:alpha val="24833"/>
                  </a:srgbClr>
                </a:gs>
                <a:gs pos="42857">
                  <a:srgbClr val="1B0000">
                    <a:alpha val="17075"/>
                  </a:srgbClr>
                </a:gs>
                <a:gs pos="57143">
                  <a:srgbClr val="1B0000">
                    <a:alpha val="9855"/>
                  </a:srgbClr>
                </a:gs>
                <a:gs pos="71429">
                  <a:srgbClr val="1B0000">
                    <a:alpha val="4740"/>
                  </a:srgbClr>
                </a:gs>
                <a:gs pos="85714">
                  <a:srgbClr val="1B0000">
                    <a:alpha val="1902"/>
                  </a:srgbClr>
                </a:gs>
                <a:gs pos="100000">
                  <a:srgbClr val="1B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0" name="Splat 360"/>
            <p:cNvSpPr>
              <a:spLocks noGrp="1"/>
            </p:cNvSpPr>
            <p:nvPr/>
          </p:nvSpPr>
          <p:spPr>
            <a:xfrm rot="-8314382">
              <a:off x="2798340" y="1005867"/>
              <a:ext cx="602570" cy="59526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1" name="Splat 361"/>
            <p:cNvSpPr>
              <a:spLocks noGrp="1"/>
            </p:cNvSpPr>
            <p:nvPr/>
          </p:nvSpPr>
          <p:spPr>
            <a:xfrm rot="-10303826">
              <a:off x="2487740" y="619195"/>
              <a:ext cx="788569" cy="41601"/>
            </a:xfrm>
            <a:prstGeom prst="ellipse">
              <a:avLst/>
            </a:prstGeom>
            <a:gradFill>
              <a:gsLst>
                <a:gs pos="0">
                  <a:srgbClr val="FFFFE9">
                    <a:alpha val="32968"/>
                  </a:srgbClr>
                </a:gs>
                <a:gs pos="14286">
                  <a:srgbClr val="FFFFE9">
                    <a:alpha val="30764"/>
                  </a:srgbClr>
                </a:gs>
                <a:gs pos="28571">
                  <a:srgbClr val="FFFFE9">
                    <a:alpha val="24833"/>
                  </a:srgbClr>
                </a:gs>
                <a:gs pos="42857">
                  <a:srgbClr val="FFFFE9">
                    <a:alpha val="17075"/>
                  </a:srgbClr>
                </a:gs>
                <a:gs pos="57143">
                  <a:srgbClr val="FFFFE9">
                    <a:alpha val="9855"/>
                  </a:srgbClr>
                </a:gs>
                <a:gs pos="71429">
                  <a:srgbClr val="FFFFE9">
                    <a:alpha val="4740"/>
                  </a:srgbClr>
                </a:gs>
                <a:gs pos="85714">
                  <a:srgbClr val="FFFFE9">
                    <a:alpha val="1902"/>
                  </a:srgbClr>
                </a:gs>
                <a:gs pos="100000">
                  <a:srgbClr val="FFFFE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2" name="Splat 362"/>
            <p:cNvSpPr>
              <a:spLocks noGrp="1"/>
            </p:cNvSpPr>
            <p:nvPr/>
          </p:nvSpPr>
          <p:spPr>
            <a:xfrm rot="4334512">
              <a:off x="1398568" y="138142"/>
              <a:ext cx="449915" cy="416298"/>
            </a:xfrm>
            <a:prstGeom prst="ellipse">
              <a:avLst/>
            </a:prstGeom>
            <a:gradFill>
              <a:gsLst>
                <a:gs pos="0">
                  <a:srgbClr val="EB0000">
                    <a:alpha val="12314"/>
                  </a:srgbClr>
                </a:gs>
                <a:gs pos="14286">
                  <a:srgbClr val="EB0000">
                    <a:alpha val="11377"/>
                  </a:srgbClr>
                </a:gs>
                <a:gs pos="28571">
                  <a:srgbClr val="EB0000">
                    <a:alpha val="8952"/>
                  </a:srgbClr>
                </a:gs>
                <a:gs pos="42857">
                  <a:srgbClr val="EB0000">
                    <a:alpha val="5966"/>
                  </a:srgbClr>
                </a:gs>
                <a:gs pos="57143">
                  <a:srgbClr val="EB0000">
                    <a:alpha val="3351"/>
                  </a:srgbClr>
                </a:gs>
                <a:gs pos="71429">
                  <a:srgbClr val="EB0000">
                    <a:alpha val="1583"/>
                  </a:srgbClr>
                </a:gs>
                <a:gs pos="85714">
                  <a:srgbClr val="EB0000">
                    <a:alpha val="629"/>
                  </a:srgbClr>
                </a:gs>
                <a:gs pos="100000">
                  <a:srgbClr val="EB0000">
                    <a:alpha val="2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3" name="Splat 363"/>
            <p:cNvSpPr>
              <a:spLocks noGrp="1"/>
            </p:cNvSpPr>
            <p:nvPr/>
          </p:nvSpPr>
          <p:spPr>
            <a:xfrm rot="-9273124">
              <a:off x="2706401" y="2054625"/>
              <a:ext cx="433683" cy="2657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4" name="Splat 364"/>
            <p:cNvSpPr>
              <a:spLocks noGrp="1"/>
            </p:cNvSpPr>
            <p:nvPr/>
          </p:nvSpPr>
          <p:spPr>
            <a:xfrm rot="-10128091">
              <a:off x="2703621" y="577567"/>
              <a:ext cx="472359" cy="100581"/>
            </a:xfrm>
            <a:prstGeom prst="ellipse">
              <a:avLst/>
            </a:prstGeom>
            <a:gradFill>
              <a:gsLst>
                <a:gs pos="0">
                  <a:srgbClr val="FF0000">
                    <a:alpha val="7236"/>
                  </a:srgbClr>
                </a:gs>
                <a:gs pos="14286">
                  <a:srgbClr val="FF0000">
                    <a:alpha val="6671"/>
                  </a:srgbClr>
                </a:gs>
                <a:gs pos="28571">
                  <a:srgbClr val="FF0000">
                    <a:alpha val="5219"/>
                  </a:srgbClr>
                </a:gs>
                <a:gs pos="42857">
                  <a:srgbClr val="FF0000">
                    <a:alpha val="3455"/>
                  </a:srgbClr>
                </a:gs>
                <a:gs pos="57143">
                  <a:srgbClr val="FF0000">
                    <a:alpha val="1929"/>
                  </a:srgbClr>
                </a:gs>
                <a:gs pos="71429">
                  <a:srgbClr val="FF0000">
                    <a:alpha val="908"/>
                  </a:srgbClr>
                </a:gs>
                <a:gs pos="85714">
                  <a:srgbClr val="FF0000">
                    <a:alpha val="360"/>
                  </a:srgbClr>
                </a:gs>
                <a:gs pos="100000">
                  <a:srgbClr val="FF0000">
                    <a:alpha val="1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5" name="Splat 365"/>
            <p:cNvSpPr>
              <a:spLocks noGrp="1"/>
            </p:cNvSpPr>
            <p:nvPr/>
          </p:nvSpPr>
          <p:spPr>
            <a:xfrm rot="5568876">
              <a:off x="2074685" y="-3528"/>
              <a:ext cx="937063" cy="32750"/>
            </a:xfrm>
            <a:prstGeom prst="ellipse">
              <a:avLst/>
            </a:prstGeom>
            <a:gradFill>
              <a:gsLst>
                <a:gs pos="0">
                  <a:srgbClr val="FAF1E9">
                    <a:alpha val="32968"/>
                  </a:srgbClr>
                </a:gs>
                <a:gs pos="14286">
                  <a:srgbClr val="FAF1E9">
                    <a:alpha val="30764"/>
                  </a:srgbClr>
                </a:gs>
                <a:gs pos="28571">
                  <a:srgbClr val="FAF1E9">
                    <a:alpha val="24833"/>
                  </a:srgbClr>
                </a:gs>
                <a:gs pos="42857">
                  <a:srgbClr val="FAF1E9">
                    <a:alpha val="17075"/>
                  </a:srgbClr>
                </a:gs>
                <a:gs pos="57143">
                  <a:srgbClr val="FAF1E9">
                    <a:alpha val="9855"/>
                  </a:srgbClr>
                </a:gs>
                <a:gs pos="71429">
                  <a:srgbClr val="FAF1E9">
                    <a:alpha val="4740"/>
                  </a:srgbClr>
                </a:gs>
                <a:gs pos="85714">
                  <a:srgbClr val="FAF1E9">
                    <a:alpha val="1902"/>
                  </a:srgbClr>
                </a:gs>
                <a:gs pos="100000">
                  <a:srgbClr val="FAF1E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6" name="Splat 366"/>
            <p:cNvSpPr>
              <a:spLocks noGrp="1"/>
            </p:cNvSpPr>
            <p:nvPr/>
          </p:nvSpPr>
          <p:spPr>
            <a:xfrm rot="6121916">
              <a:off x="855360" y="1695315"/>
              <a:ext cx="500996" cy="87407"/>
            </a:xfrm>
            <a:prstGeom prst="ellipse">
              <a:avLst/>
            </a:prstGeom>
            <a:gradFill>
              <a:gsLst>
                <a:gs pos="0">
                  <a:srgbClr val="FCF3EC">
                    <a:alpha val="17310"/>
                  </a:srgbClr>
                </a:gs>
                <a:gs pos="14286">
                  <a:srgbClr val="FCF3EC">
                    <a:alpha val="16029"/>
                  </a:srgbClr>
                </a:gs>
                <a:gs pos="28571">
                  <a:srgbClr val="FCF3EC">
                    <a:alpha val="12685"/>
                  </a:srgbClr>
                </a:gs>
                <a:gs pos="42857">
                  <a:srgbClr val="FCF3EC">
                    <a:alpha val="8513"/>
                  </a:srgbClr>
                </a:gs>
                <a:gs pos="57143">
                  <a:srgbClr val="FCF3EC">
                    <a:alpha val="4810"/>
                  </a:srgbClr>
                </a:gs>
                <a:gs pos="71429">
                  <a:srgbClr val="FCF3EC">
                    <a:alpha val="2281"/>
                  </a:srgbClr>
                </a:gs>
                <a:gs pos="85714">
                  <a:srgbClr val="FCF3EC">
                    <a:alpha val="908"/>
                  </a:srgbClr>
                </a:gs>
                <a:gs pos="100000">
                  <a:srgbClr val="FCF3EC">
                    <a:alpha val="3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7" name="Splat 367"/>
            <p:cNvSpPr>
              <a:spLocks noGrp="1"/>
            </p:cNvSpPr>
            <p:nvPr/>
          </p:nvSpPr>
          <p:spPr>
            <a:xfrm rot="8154298">
              <a:off x="2021185" y="1711502"/>
              <a:ext cx="363417" cy="69821"/>
            </a:xfrm>
            <a:prstGeom prst="ellipse">
              <a:avLst/>
            </a:prstGeom>
            <a:gradFill>
              <a:gsLst>
                <a:gs pos="0">
                  <a:srgbClr val="FFFCEB">
                    <a:alpha val="32968"/>
                  </a:srgbClr>
                </a:gs>
                <a:gs pos="14286">
                  <a:srgbClr val="FFFCEB">
                    <a:alpha val="30764"/>
                  </a:srgbClr>
                </a:gs>
                <a:gs pos="28571">
                  <a:srgbClr val="FFFCEB">
                    <a:alpha val="24833"/>
                  </a:srgbClr>
                </a:gs>
                <a:gs pos="42857">
                  <a:srgbClr val="FFFCEB">
                    <a:alpha val="17075"/>
                  </a:srgbClr>
                </a:gs>
                <a:gs pos="57143">
                  <a:srgbClr val="FFFCEB">
                    <a:alpha val="9855"/>
                  </a:srgbClr>
                </a:gs>
                <a:gs pos="71429">
                  <a:srgbClr val="FFFCEB">
                    <a:alpha val="4740"/>
                  </a:srgbClr>
                </a:gs>
                <a:gs pos="85714">
                  <a:srgbClr val="FFFCEB">
                    <a:alpha val="1902"/>
                  </a:srgbClr>
                </a:gs>
                <a:gs pos="100000">
                  <a:srgbClr val="FFFCE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8" name="Splat 368"/>
            <p:cNvSpPr>
              <a:spLocks noGrp="1"/>
            </p:cNvSpPr>
            <p:nvPr/>
          </p:nvSpPr>
          <p:spPr>
            <a:xfrm rot="7488431">
              <a:off x="1879728" y="1341916"/>
              <a:ext cx="564602" cy="81433"/>
            </a:xfrm>
            <a:prstGeom prst="ellipse">
              <a:avLst/>
            </a:prstGeom>
            <a:gradFill>
              <a:gsLst>
                <a:gs pos="0">
                  <a:srgbClr val="00006E">
                    <a:alpha val="32968"/>
                  </a:srgbClr>
                </a:gs>
                <a:gs pos="14286">
                  <a:srgbClr val="00006E">
                    <a:alpha val="30764"/>
                  </a:srgbClr>
                </a:gs>
                <a:gs pos="28571">
                  <a:srgbClr val="00006E">
                    <a:alpha val="24833"/>
                  </a:srgbClr>
                </a:gs>
                <a:gs pos="42857">
                  <a:srgbClr val="00006E">
                    <a:alpha val="17075"/>
                  </a:srgbClr>
                </a:gs>
                <a:gs pos="57143">
                  <a:srgbClr val="00006E">
                    <a:alpha val="9855"/>
                  </a:srgbClr>
                </a:gs>
                <a:gs pos="71429">
                  <a:srgbClr val="00006E">
                    <a:alpha val="4740"/>
                  </a:srgbClr>
                </a:gs>
                <a:gs pos="85714">
                  <a:srgbClr val="00006E">
                    <a:alpha val="1902"/>
                  </a:srgbClr>
                </a:gs>
                <a:gs pos="100000">
                  <a:srgbClr val="00006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9" name="Splat 369"/>
            <p:cNvSpPr>
              <a:spLocks noGrp="1"/>
            </p:cNvSpPr>
            <p:nvPr/>
          </p:nvSpPr>
          <p:spPr>
            <a:xfrm rot="5720241">
              <a:off x="1742914" y="1396003"/>
              <a:ext cx="672874" cy="113105"/>
            </a:xfrm>
            <a:prstGeom prst="ellipse">
              <a:avLst/>
            </a:prstGeom>
            <a:gradFill>
              <a:gsLst>
                <a:gs pos="0">
                  <a:srgbClr val="220000">
                    <a:alpha val="11623"/>
                  </a:srgbClr>
                </a:gs>
                <a:gs pos="14286">
                  <a:srgbClr val="220000">
                    <a:alpha val="10736"/>
                  </a:srgbClr>
                </a:gs>
                <a:gs pos="28571">
                  <a:srgbClr val="220000">
                    <a:alpha val="8440"/>
                  </a:srgbClr>
                </a:gs>
                <a:gs pos="42857">
                  <a:srgbClr val="220000">
                    <a:alpha val="5620"/>
                  </a:srgbClr>
                </a:gs>
                <a:gs pos="57143">
                  <a:srgbClr val="220000">
                    <a:alpha val="3154"/>
                  </a:srgbClr>
                </a:gs>
                <a:gs pos="71429">
                  <a:srgbClr val="220000">
                    <a:alpha val="1489"/>
                  </a:srgbClr>
                </a:gs>
                <a:gs pos="85714">
                  <a:srgbClr val="220000">
                    <a:alpha val="591"/>
                  </a:srgbClr>
                </a:gs>
                <a:gs pos="100000">
                  <a:srgbClr val="220000">
                    <a:alpha val="1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0" name="Splat 370"/>
            <p:cNvSpPr>
              <a:spLocks noGrp="1"/>
            </p:cNvSpPr>
            <p:nvPr/>
          </p:nvSpPr>
          <p:spPr>
            <a:xfrm rot="-10627849">
              <a:off x="2388537" y="1290566"/>
              <a:ext cx="612130" cy="6668"/>
            </a:xfrm>
            <a:prstGeom prst="ellipse">
              <a:avLst/>
            </a:prstGeom>
            <a:gradFill>
              <a:gsLst>
                <a:gs pos="0">
                  <a:srgbClr val="FFFFCE">
                    <a:alpha val="32968"/>
                  </a:srgbClr>
                </a:gs>
                <a:gs pos="14286">
                  <a:srgbClr val="FFFFCE">
                    <a:alpha val="30764"/>
                  </a:srgbClr>
                </a:gs>
                <a:gs pos="28571">
                  <a:srgbClr val="FFFFCE">
                    <a:alpha val="24833"/>
                  </a:srgbClr>
                </a:gs>
                <a:gs pos="42857">
                  <a:srgbClr val="FFFFCE">
                    <a:alpha val="17075"/>
                  </a:srgbClr>
                </a:gs>
                <a:gs pos="57143">
                  <a:srgbClr val="FFFFCE">
                    <a:alpha val="9855"/>
                  </a:srgbClr>
                </a:gs>
                <a:gs pos="71429">
                  <a:srgbClr val="FFFFCE">
                    <a:alpha val="4740"/>
                  </a:srgbClr>
                </a:gs>
                <a:gs pos="85714">
                  <a:srgbClr val="FFFFCE">
                    <a:alpha val="1902"/>
                  </a:srgbClr>
                </a:gs>
                <a:gs pos="100000">
                  <a:srgbClr val="FFFFC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1" name="Splat 371"/>
            <p:cNvSpPr>
              <a:spLocks noGrp="1"/>
            </p:cNvSpPr>
            <p:nvPr/>
          </p:nvSpPr>
          <p:spPr>
            <a:xfrm rot="-9270237">
              <a:off x="819734" y="1754285"/>
              <a:ext cx="594033" cy="60581"/>
            </a:xfrm>
            <a:prstGeom prst="ellipse">
              <a:avLst/>
            </a:prstGeom>
            <a:gradFill>
              <a:gsLst>
                <a:gs pos="0">
                  <a:srgbClr val="000000">
                    <a:alpha val="28873"/>
                  </a:srgbClr>
                </a:gs>
                <a:gs pos="14286">
                  <a:srgbClr val="000000">
                    <a:alpha val="26885"/>
                  </a:srgbClr>
                </a:gs>
                <a:gs pos="28571">
                  <a:srgbClr val="000000">
                    <a:alpha val="21584"/>
                  </a:srgbClr>
                </a:gs>
                <a:gs pos="42857">
                  <a:srgbClr val="000000">
                    <a:alpha val="14741"/>
                  </a:srgbClr>
                </a:gs>
                <a:gs pos="57143">
                  <a:srgbClr val="000000">
                    <a:alpha val="8458"/>
                  </a:srgbClr>
                </a:gs>
                <a:gs pos="71429">
                  <a:srgbClr val="000000">
                    <a:alpha val="4052"/>
                  </a:srgbClr>
                </a:gs>
                <a:gs pos="85714">
                  <a:srgbClr val="000000">
                    <a:alpha val="1622"/>
                  </a:srgbClr>
                </a:gs>
                <a:gs pos="100000">
                  <a:srgbClr val="000000">
                    <a:alpha val="5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2" name="Splat 372"/>
            <p:cNvSpPr>
              <a:spLocks noGrp="1"/>
            </p:cNvSpPr>
            <p:nvPr/>
          </p:nvSpPr>
          <p:spPr>
            <a:xfrm rot="6731476">
              <a:off x="1779635" y="1435533"/>
              <a:ext cx="679987" cy="63420"/>
            </a:xfrm>
            <a:prstGeom prst="ellipse">
              <a:avLst/>
            </a:prstGeom>
            <a:gradFill>
              <a:gsLst>
                <a:gs pos="0">
                  <a:srgbClr val="FBFDFF">
                    <a:alpha val="22151"/>
                  </a:srgbClr>
                </a:gs>
                <a:gs pos="14286">
                  <a:srgbClr val="FBFDFF">
                    <a:alpha val="20558"/>
                  </a:srgbClr>
                </a:gs>
                <a:gs pos="28571">
                  <a:srgbClr val="FBFDFF">
                    <a:alpha val="16364"/>
                  </a:srgbClr>
                </a:gs>
                <a:gs pos="42857">
                  <a:srgbClr val="FBFDFF">
                    <a:alpha val="11060"/>
                  </a:srgbClr>
                </a:gs>
                <a:gs pos="57143">
                  <a:srgbClr val="FBFDFF">
                    <a:alpha val="6288"/>
                  </a:srgbClr>
                </a:gs>
                <a:gs pos="71429">
                  <a:srgbClr val="FBFDFF">
                    <a:alpha val="2994"/>
                  </a:srgbClr>
                </a:gs>
                <a:gs pos="85714">
                  <a:srgbClr val="FBFDFF">
                    <a:alpha val="1195"/>
                  </a:srgbClr>
                </a:gs>
                <a:gs pos="100000">
                  <a:srgbClr val="FBFDFF">
                    <a:alpha val="4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3" name="Splat 373"/>
            <p:cNvSpPr>
              <a:spLocks noGrp="1"/>
            </p:cNvSpPr>
            <p:nvPr/>
          </p:nvSpPr>
          <p:spPr>
            <a:xfrm rot="-10537233">
              <a:off x="2745604" y="642898"/>
              <a:ext cx="722109" cy="5241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4" name="Splat 374"/>
            <p:cNvSpPr>
              <a:spLocks noGrp="1"/>
            </p:cNvSpPr>
            <p:nvPr/>
          </p:nvSpPr>
          <p:spPr>
            <a:xfrm rot="3295817">
              <a:off x="2558211" y="1230610"/>
              <a:ext cx="591869" cy="16873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5" name="Splat 375"/>
            <p:cNvSpPr>
              <a:spLocks noGrp="1"/>
            </p:cNvSpPr>
            <p:nvPr/>
          </p:nvSpPr>
          <p:spPr>
            <a:xfrm rot="7297730">
              <a:off x="798880" y="1357613"/>
              <a:ext cx="608402" cy="115093"/>
            </a:xfrm>
            <a:prstGeom prst="ellipse">
              <a:avLst/>
            </a:prstGeom>
            <a:gradFill>
              <a:gsLst>
                <a:gs pos="0">
                  <a:srgbClr val="030000">
                    <a:alpha val="32968"/>
                  </a:srgbClr>
                </a:gs>
                <a:gs pos="14286">
                  <a:srgbClr val="030000">
                    <a:alpha val="30764"/>
                  </a:srgbClr>
                </a:gs>
                <a:gs pos="28571">
                  <a:srgbClr val="030000">
                    <a:alpha val="24833"/>
                  </a:srgbClr>
                </a:gs>
                <a:gs pos="42857">
                  <a:srgbClr val="030000">
                    <a:alpha val="17075"/>
                  </a:srgbClr>
                </a:gs>
                <a:gs pos="57143">
                  <a:srgbClr val="030000">
                    <a:alpha val="9855"/>
                  </a:srgbClr>
                </a:gs>
                <a:gs pos="71429">
                  <a:srgbClr val="030000">
                    <a:alpha val="4740"/>
                  </a:srgbClr>
                </a:gs>
                <a:gs pos="85714">
                  <a:srgbClr val="030000">
                    <a:alpha val="1902"/>
                  </a:srgbClr>
                </a:gs>
                <a:gs pos="100000">
                  <a:srgbClr val="03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6" name="Splat 376"/>
            <p:cNvSpPr>
              <a:spLocks noGrp="1"/>
            </p:cNvSpPr>
            <p:nvPr/>
          </p:nvSpPr>
          <p:spPr>
            <a:xfrm rot="8196953">
              <a:off x="1509221" y="166515"/>
              <a:ext cx="424749" cy="37778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7" name="Splat 377"/>
            <p:cNvSpPr>
              <a:spLocks noGrp="1"/>
            </p:cNvSpPr>
            <p:nvPr/>
          </p:nvSpPr>
          <p:spPr>
            <a:xfrm rot="-8174276">
              <a:off x="1854762" y="1435235"/>
              <a:ext cx="610330" cy="234208"/>
            </a:xfrm>
            <a:prstGeom prst="ellipse">
              <a:avLst/>
            </a:prstGeom>
            <a:gradFill>
              <a:gsLst>
                <a:gs pos="0">
                  <a:srgbClr val="003200">
                    <a:alpha val="15835"/>
                  </a:srgbClr>
                </a:gs>
                <a:gs pos="14286">
                  <a:srgbClr val="003200">
                    <a:alpha val="14653"/>
                  </a:srgbClr>
                </a:gs>
                <a:gs pos="28571">
                  <a:srgbClr val="003200">
                    <a:alpha val="11576"/>
                  </a:srgbClr>
                </a:gs>
                <a:gs pos="42857">
                  <a:srgbClr val="003200">
                    <a:alpha val="7752"/>
                  </a:srgbClr>
                </a:gs>
                <a:gs pos="57143">
                  <a:srgbClr val="003200">
                    <a:alpha val="4373"/>
                  </a:srgbClr>
                </a:gs>
                <a:gs pos="71429">
                  <a:srgbClr val="003200">
                    <a:alpha val="2071"/>
                  </a:srgbClr>
                </a:gs>
                <a:gs pos="85714">
                  <a:srgbClr val="003200">
                    <a:alpha val="824"/>
                  </a:srgbClr>
                </a:gs>
                <a:gs pos="100000">
                  <a:srgbClr val="003200">
                    <a:alpha val="2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8" name="Splat 378"/>
            <p:cNvSpPr>
              <a:spLocks noGrp="1"/>
            </p:cNvSpPr>
            <p:nvPr/>
          </p:nvSpPr>
          <p:spPr>
            <a:xfrm rot="10761226">
              <a:off x="2868976" y="629952"/>
              <a:ext cx="667247" cy="31868"/>
            </a:xfrm>
            <a:prstGeom prst="ellipse">
              <a:avLst/>
            </a:prstGeom>
            <a:gradFill>
              <a:gsLst>
                <a:gs pos="0">
                  <a:srgbClr val="FFFDFF">
                    <a:alpha val="32968"/>
                  </a:srgbClr>
                </a:gs>
                <a:gs pos="14286">
                  <a:srgbClr val="FFFDFF">
                    <a:alpha val="30764"/>
                  </a:srgbClr>
                </a:gs>
                <a:gs pos="28571">
                  <a:srgbClr val="FFFDFF">
                    <a:alpha val="24833"/>
                  </a:srgbClr>
                </a:gs>
                <a:gs pos="42857">
                  <a:srgbClr val="FFFDFF">
                    <a:alpha val="17075"/>
                  </a:srgbClr>
                </a:gs>
                <a:gs pos="57143">
                  <a:srgbClr val="FFFDFF">
                    <a:alpha val="9855"/>
                  </a:srgbClr>
                </a:gs>
                <a:gs pos="71429">
                  <a:srgbClr val="FFFDFF">
                    <a:alpha val="4740"/>
                  </a:srgbClr>
                </a:gs>
                <a:gs pos="85714">
                  <a:srgbClr val="FFFDFF">
                    <a:alpha val="1902"/>
                  </a:srgbClr>
                </a:gs>
                <a:gs pos="100000">
                  <a:srgbClr val="FFFD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9" name="Splat 379"/>
            <p:cNvSpPr>
              <a:spLocks noGrp="1"/>
            </p:cNvSpPr>
            <p:nvPr/>
          </p:nvSpPr>
          <p:spPr>
            <a:xfrm rot="-10682765">
              <a:off x="3014834" y="633599"/>
              <a:ext cx="488820" cy="3531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0" name="Splat 380"/>
            <p:cNvSpPr>
              <a:spLocks noGrp="1"/>
            </p:cNvSpPr>
            <p:nvPr/>
          </p:nvSpPr>
          <p:spPr>
            <a:xfrm rot="-9148552">
              <a:off x="2599846" y="619109"/>
              <a:ext cx="546322" cy="137959"/>
            </a:xfrm>
            <a:prstGeom prst="ellipse">
              <a:avLst/>
            </a:prstGeom>
            <a:gradFill>
              <a:gsLst>
                <a:gs pos="0">
                  <a:srgbClr val="FF0000">
                    <a:alpha val="4481"/>
                  </a:srgbClr>
                </a:gs>
                <a:gs pos="14286">
                  <a:srgbClr val="FF0000">
                    <a:alpha val="4126"/>
                  </a:srgbClr>
                </a:gs>
                <a:gs pos="28571">
                  <a:srgbClr val="FF0000">
                    <a:alpha val="3219"/>
                  </a:srgbClr>
                </a:gs>
                <a:gs pos="42857">
                  <a:srgbClr val="FF0000">
                    <a:alpha val="2123"/>
                  </a:srgbClr>
                </a:gs>
                <a:gs pos="57143">
                  <a:srgbClr val="FF0000">
                    <a:alpha val="1182"/>
                  </a:srgbClr>
                </a:gs>
                <a:gs pos="71429">
                  <a:srgbClr val="FF0000">
                    <a:alpha val="555"/>
                  </a:srgbClr>
                </a:gs>
                <a:gs pos="85714">
                  <a:srgbClr val="FF0000">
                    <a:alpha val="220"/>
                  </a:srgbClr>
                </a:gs>
                <a:gs pos="100000">
                  <a:srgbClr val="FF0000">
                    <a:alpha val="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1" name="Splat 381"/>
            <p:cNvSpPr>
              <a:spLocks noGrp="1"/>
            </p:cNvSpPr>
            <p:nvPr/>
          </p:nvSpPr>
          <p:spPr>
            <a:xfrm rot="5400000">
              <a:off x="2667588" y="875537"/>
              <a:ext cx="56487" cy="56487"/>
            </a:xfrm>
            <a:prstGeom prst="ellipse">
              <a:avLst/>
            </a:prstGeom>
            <a:gradFill>
              <a:gsLst>
                <a:gs pos="0">
                  <a:srgbClr val="FF3054">
                    <a:alpha val="14780"/>
                  </a:srgbClr>
                </a:gs>
                <a:gs pos="14286">
                  <a:srgbClr val="FF3054">
                    <a:alpha val="13671"/>
                  </a:srgbClr>
                </a:gs>
                <a:gs pos="28571">
                  <a:srgbClr val="FF3054">
                    <a:alpha val="10787"/>
                  </a:srgbClr>
                </a:gs>
                <a:gs pos="42857">
                  <a:srgbClr val="FF3054">
                    <a:alpha val="7213"/>
                  </a:srgbClr>
                </a:gs>
                <a:gs pos="57143">
                  <a:srgbClr val="FF3054">
                    <a:alpha val="4064"/>
                  </a:srgbClr>
                </a:gs>
                <a:gs pos="71429">
                  <a:srgbClr val="FF3054">
                    <a:alpha val="1923"/>
                  </a:srgbClr>
                </a:gs>
                <a:gs pos="85714">
                  <a:srgbClr val="FF3054">
                    <a:alpha val="765"/>
                  </a:srgbClr>
                </a:gs>
                <a:gs pos="100000">
                  <a:srgbClr val="FF3054">
                    <a:alpha val="2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2" name="Splat 382"/>
            <p:cNvSpPr>
              <a:spLocks noGrp="1"/>
            </p:cNvSpPr>
            <p:nvPr/>
          </p:nvSpPr>
          <p:spPr>
            <a:xfrm rot="-8984761">
              <a:off x="767397" y="1398643"/>
              <a:ext cx="587644" cy="16317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3" name="Splat 383"/>
            <p:cNvSpPr>
              <a:spLocks noGrp="1"/>
            </p:cNvSpPr>
            <p:nvPr/>
          </p:nvSpPr>
          <p:spPr>
            <a:xfrm rot="2994101">
              <a:off x="1275951" y="1713188"/>
              <a:ext cx="621374" cy="134985"/>
            </a:xfrm>
            <a:prstGeom prst="ellipse">
              <a:avLst/>
            </a:prstGeom>
            <a:gradFill>
              <a:gsLst>
                <a:gs pos="0">
                  <a:srgbClr val="000028">
                    <a:alpha val="32968"/>
                  </a:srgbClr>
                </a:gs>
                <a:gs pos="14286">
                  <a:srgbClr val="000028">
                    <a:alpha val="30764"/>
                  </a:srgbClr>
                </a:gs>
                <a:gs pos="28571">
                  <a:srgbClr val="000028">
                    <a:alpha val="24833"/>
                  </a:srgbClr>
                </a:gs>
                <a:gs pos="42857">
                  <a:srgbClr val="000028">
                    <a:alpha val="17075"/>
                  </a:srgbClr>
                </a:gs>
                <a:gs pos="57143">
                  <a:srgbClr val="000028">
                    <a:alpha val="9855"/>
                  </a:srgbClr>
                </a:gs>
                <a:gs pos="71429">
                  <a:srgbClr val="000028">
                    <a:alpha val="4740"/>
                  </a:srgbClr>
                </a:gs>
                <a:gs pos="85714">
                  <a:srgbClr val="000028">
                    <a:alpha val="1902"/>
                  </a:srgbClr>
                </a:gs>
                <a:gs pos="100000">
                  <a:srgbClr val="00002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4" name="Splat 384"/>
            <p:cNvSpPr>
              <a:spLocks noGrp="1"/>
            </p:cNvSpPr>
            <p:nvPr/>
          </p:nvSpPr>
          <p:spPr>
            <a:xfrm rot="8878570">
              <a:off x="1284171" y="1610485"/>
              <a:ext cx="1046495" cy="139638"/>
            </a:xfrm>
            <a:prstGeom prst="ellipse">
              <a:avLst/>
            </a:prstGeom>
            <a:gradFill>
              <a:gsLst>
                <a:gs pos="0">
                  <a:srgbClr val="1F0000">
                    <a:alpha val="32968"/>
                  </a:srgbClr>
                </a:gs>
                <a:gs pos="14286">
                  <a:srgbClr val="1F0000">
                    <a:alpha val="30764"/>
                  </a:srgbClr>
                </a:gs>
                <a:gs pos="28571">
                  <a:srgbClr val="1F0000">
                    <a:alpha val="24833"/>
                  </a:srgbClr>
                </a:gs>
                <a:gs pos="42857">
                  <a:srgbClr val="1F0000">
                    <a:alpha val="17075"/>
                  </a:srgbClr>
                </a:gs>
                <a:gs pos="57143">
                  <a:srgbClr val="1F0000">
                    <a:alpha val="9855"/>
                  </a:srgbClr>
                </a:gs>
                <a:gs pos="71429">
                  <a:srgbClr val="1F0000">
                    <a:alpha val="4740"/>
                  </a:srgbClr>
                </a:gs>
                <a:gs pos="85714">
                  <a:srgbClr val="1F0000">
                    <a:alpha val="1902"/>
                  </a:srgbClr>
                </a:gs>
                <a:gs pos="100000">
                  <a:srgbClr val="1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5" name="Splat 385"/>
            <p:cNvSpPr>
              <a:spLocks noGrp="1"/>
            </p:cNvSpPr>
            <p:nvPr/>
          </p:nvSpPr>
          <p:spPr>
            <a:xfrm rot="-10156154">
              <a:off x="2661780" y="1233367"/>
              <a:ext cx="139917" cy="67873"/>
            </a:xfrm>
            <a:prstGeom prst="ellipse">
              <a:avLst/>
            </a:prstGeom>
            <a:gradFill>
              <a:gsLst>
                <a:gs pos="0">
                  <a:srgbClr val="FFFFDD">
                    <a:alpha val="32968"/>
                  </a:srgbClr>
                </a:gs>
                <a:gs pos="14286">
                  <a:srgbClr val="FFFFDD">
                    <a:alpha val="30764"/>
                  </a:srgbClr>
                </a:gs>
                <a:gs pos="28571">
                  <a:srgbClr val="FFFFDD">
                    <a:alpha val="24833"/>
                  </a:srgbClr>
                </a:gs>
                <a:gs pos="42857">
                  <a:srgbClr val="FFFFDD">
                    <a:alpha val="17075"/>
                  </a:srgbClr>
                </a:gs>
                <a:gs pos="57143">
                  <a:srgbClr val="FFFFDD">
                    <a:alpha val="9855"/>
                  </a:srgbClr>
                </a:gs>
                <a:gs pos="71429">
                  <a:srgbClr val="FFFFDD">
                    <a:alpha val="4740"/>
                  </a:srgbClr>
                </a:gs>
                <a:gs pos="85714">
                  <a:srgbClr val="FFFFDD">
                    <a:alpha val="1902"/>
                  </a:srgbClr>
                </a:gs>
                <a:gs pos="100000">
                  <a:srgbClr val="FFFFD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6" name="Splat 386"/>
            <p:cNvSpPr>
              <a:spLocks noGrp="1"/>
            </p:cNvSpPr>
            <p:nvPr/>
          </p:nvSpPr>
          <p:spPr>
            <a:xfrm rot="3783220">
              <a:off x="2554812" y="1770915"/>
              <a:ext cx="570872" cy="104076"/>
            </a:xfrm>
            <a:prstGeom prst="ellipse">
              <a:avLst/>
            </a:prstGeom>
            <a:gradFill>
              <a:gsLst>
                <a:gs pos="0">
                  <a:srgbClr val="FF9400">
                    <a:alpha val="5403"/>
                  </a:srgbClr>
                </a:gs>
                <a:gs pos="14286">
                  <a:srgbClr val="FF9400">
                    <a:alpha val="4977"/>
                  </a:srgbClr>
                </a:gs>
                <a:gs pos="28571">
                  <a:srgbClr val="FF9400">
                    <a:alpha val="3886"/>
                  </a:srgbClr>
                </a:gs>
                <a:gs pos="42857">
                  <a:srgbClr val="FF9400">
                    <a:alpha val="2567"/>
                  </a:srgbClr>
                </a:gs>
                <a:gs pos="57143">
                  <a:srgbClr val="FF9400">
                    <a:alpha val="1430"/>
                  </a:srgbClr>
                </a:gs>
                <a:gs pos="71429">
                  <a:srgbClr val="FF9400">
                    <a:alpha val="672"/>
                  </a:srgbClr>
                </a:gs>
                <a:gs pos="85714">
                  <a:srgbClr val="FF9400">
                    <a:alpha val="266"/>
                  </a:srgbClr>
                </a:gs>
                <a:gs pos="100000">
                  <a:srgbClr val="FF9400">
                    <a:alpha val="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7" name="Splat 387"/>
            <p:cNvSpPr>
              <a:spLocks noGrp="1"/>
            </p:cNvSpPr>
            <p:nvPr/>
          </p:nvSpPr>
          <p:spPr>
            <a:xfrm rot="9149285">
              <a:off x="730690" y="1575397"/>
              <a:ext cx="727677" cy="78372"/>
            </a:xfrm>
            <a:prstGeom prst="ellipse">
              <a:avLst/>
            </a:prstGeom>
            <a:gradFill>
              <a:gsLst>
                <a:gs pos="0">
                  <a:srgbClr val="FFEAE0">
                    <a:alpha val="5937"/>
                  </a:srgbClr>
                </a:gs>
                <a:gs pos="14286">
                  <a:srgbClr val="FFEAE0">
                    <a:alpha val="5470"/>
                  </a:srgbClr>
                </a:gs>
                <a:gs pos="28571">
                  <a:srgbClr val="FFEAE0">
                    <a:alpha val="4274"/>
                  </a:srgbClr>
                </a:gs>
                <a:gs pos="42857">
                  <a:srgbClr val="FFEAE0">
                    <a:alpha val="2824"/>
                  </a:srgbClr>
                </a:gs>
                <a:gs pos="57143">
                  <a:srgbClr val="FFEAE0">
                    <a:alpha val="1575"/>
                  </a:srgbClr>
                </a:gs>
                <a:gs pos="71429">
                  <a:srgbClr val="FFEAE0">
                    <a:alpha val="740"/>
                  </a:srgbClr>
                </a:gs>
                <a:gs pos="85714">
                  <a:srgbClr val="FFEAE0">
                    <a:alpha val="293"/>
                  </a:srgbClr>
                </a:gs>
                <a:gs pos="100000">
                  <a:srgbClr val="FFEAE0">
                    <a:alpha val="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8" name="Splat 388"/>
            <p:cNvSpPr>
              <a:spLocks noGrp="1"/>
            </p:cNvSpPr>
            <p:nvPr/>
          </p:nvSpPr>
          <p:spPr>
            <a:xfrm rot="2710769">
              <a:off x="2809320" y="1025921"/>
              <a:ext cx="582767" cy="57501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9" name="Splat 389"/>
            <p:cNvSpPr>
              <a:spLocks noGrp="1"/>
            </p:cNvSpPr>
            <p:nvPr/>
          </p:nvSpPr>
          <p:spPr>
            <a:xfrm rot="5400000">
              <a:off x="554062" y="1131675"/>
              <a:ext cx="58814" cy="58814"/>
            </a:xfrm>
            <a:prstGeom prst="ellipse">
              <a:avLst/>
            </a:prstGeom>
            <a:gradFill>
              <a:gsLst>
                <a:gs pos="0">
                  <a:srgbClr val="FF003A">
                    <a:alpha val="14161"/>
                  </a:srgbClr>
                </a:gs>
                <a:gs pos="14286">
                  <a:srgbClr val="FF003A">
                    <a:alpha val="13094"/>
                  </a:srgbClr>
                </a:gs>
                <a:gs pos="28571">
                  <a:srgbClr val="FF003A">
                    <a:alpha val="10324"/>
                  </a:srgbClr>
                </a:gs>
                <a:gs pos="42857">
                  <a:srgbClr val="FF003A">
                    <a:alpha val="6898"/>
                  </a:srgbClr>
                </a:gs>
                <a:gs pos="57143">
                  <a:srgbClr val="FF003A">
                    <a:alpha val="3883"/>
                  </a:srgbClr>
                </a:gs>
                <a:gs pos="71429">
                  <a:srgbClr val="FF003A">
                    <a:alpha val="1837"/>
                  </a:srgbClr>
                </a:gs>
                <a:gs pos="85714">
                  <a:srgbClr val="FF003A">
                    <a:alpha val="730"/>
                  </a:srgbClr>
                </a:gs>
                <a:gs pos="100000">
                  <a:srgbClr val="FF003A">
                    <a:alpha val="2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0" name="Splat 390"/>
            <p:cNvSpPr>
              <a:spLocks noGrp="1"/>
            </p:cNvSpPr>
            <p:nvPr/>
          </p:nvSpPr>
          <p:spPr>
            <a:xfrm rot="5400000">
              <a:off x="1629477" y="1155198"/>
              <a:ext cx="57277" cy="57277"/>
            </a:xfrm>
            <a:prstGeom prst="ellipse">
              <a:avLst/>
            </a:prstGeom>
            <a:gradFill>
              <a:gsLst>
                <a:gs pos="0">
                  <a:srgbClr val="001517">
                    <a:alpha val="14571"/>
                  </a:srgbClr>
                </a:gs>
                <a:gs pos="14286">
                  <a:srgbClr val="001517">
                    <a:alpha val="13476"/>
                  </a:srgbClr>
                </a:gs>
                <a:gs pos="28571">
                  <a:srgbClr val="001517">
                    <a:alpha val="10630"/>
                  </a:srgbClr>
                </a:gs>
                <a:gs pos="42857">
                  <a:srgbClr val="001517">
                    <a:alpha val="7106"/>
                  </a:srgbClr>
                </a:gs>
                <a:gs pos="57143">
                  <a:srgbClr val="001517">
                    <a:alpha val="4002"/>
                  </a:srgbClr>
                </a:gs>
                <a:gs pos="71429">
                  <a:srgbClr val="001517">
                    <a:alpha val="1894"/>
                  </a:srgbClr>
                </a:gs>
                <a:gs pos="85714">
                  <a:srgbClr val="001517">
                    <a:alpha val="753"/>
                  </a:srgbClr>
                </a:gs>
                <a:gs pos="100000">
                  <a:srgbClr val="001517">
                    <a:alpha val="2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1" name="Splat 391"/>
            <p:cNvSpPr>
              <a:spLocks noGrp="1"/>
            </p:cNvSpPr>
            <p:nvPr/>
          </p:nvSpPr>
          <p:spPr>
            <a:xfrm rot="-8585478">
              <a:off x="1601825" y="300844"/>
              <a:ext cx="475379" cy="40899"/>
            </a:xfrm>
            <a:prstGeom prst="ellipse">
              <a:avLst/>
            </a:prstGeom>
            <a:gradFill>
              <a:gsLst>
                <a:gs pos="0">
                  <a:srgbClr val="FFF0C3">
                    <a:alpha val="32968"/>
                  </a:srgbClr>
                </a:gs>
                <a:gs pos="14286">
                  <a:srgbClr val="FFF0C3">
                    <a:alpha val="30764"/>
                  </a:srgbClr>
                </a:gs>
                <a:gs pos="28571">
                  <a:srgbClr val="FFF0C3">
                    <a:alpha val="24833"/>
                  </a:srgbClr>
                </a:gs>
                <a:gs pos="42857">
                  <a:srgbClr val="FFF0C3">
                    <a:alpha val="17075"/>
                  </a:srgbClr>
                </a:gs>
                <a:gs pos="57143">
                  <a:srgbClr val="FFF0C3">
                    <a:alpha val="9855"/>
                  </a:srgbClr>
                </a:gs>
                <a:gs pos="71429">
                  <a:srgbClr val="FFF0C3">
                    <a:alpha val="4740"/>
                  </a:srgbClr>
                </a:gs>
                <a:gs pos="85714">
                  <a:srgbClr val="FFF0C3">
                    <a:alpha val="1902"/>
                  </a:srgbClr>
                </a:gs>
                <a:gs pos="100000">
                  <a:srgbClr val="FFF0C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2" name="Splat 392"/>
            <p:cNvSpPr>
              <a:spLocks noGrp="1"/>
            </p:cNvSpPr>
            <p:nvPr/>
          </p:nvSpPr>
          <p:spPr>
            <a:xfrm rot="6446605">
              <a:off x="1849482" y="298705"/>
              <a:ext cx="470285" cy="140424"/>
            </a:xfrm>
            <a:prstGeom prst="ellipse">
              <a:avLst/>
            </a:prstGeom>
            <a:gradFill>
              <a:gsLst>
                <a:gs pos="0">
                  <a:srgbClr val="720000">
                    <a:alpha val="10168"/>
                  </a:srgbClr>
                </a:gs>
                <a:gs pos="14286">
                  <a:srgbClr val="720000">
                    <a:alpha val="9385"/>
                  </a:srgbClr>
                </a:gs>
                <a:gs pos="28571">
                  <a:srgbClr val="720000">
                    <a:alpha val="7367"/>
                  </a:srgbClr>
                </a:gs>
                <a:gs pos="42857">
                  <a:srgbClr val="720000">
                    <a:alpha val="4895"/>
                  </a:srgbClr>
                </a:gs>
                <a:gs pos="57143">
                  <a:srgbClr val="720000">
                    <a:alpha val="2743"/>
                  </a:srgbClr>
                </a:gs>
                <a:gs pos="71429">
                  <a:srgbClr val="720000">
                    <a:alpha val="1293"/>
                  </a:srgbClr>
                </a:gs>
                <a:gs pos="85714">
                  <a:srgbClr val="720000">
                    <a:alpha val="513"/>
                  </a:srgbClr>
                </a:gs>
                <a:gs pos="100000">
                  <a:srgbClr val="720000">
                    <a:alpha val="1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3" name="Splat 393"/>
            <p:cNvSpPr>
              <a:spLocks noGrp="1"/>
            </p:cNvSpPr>
            <p:nvPr/>
          </p:nvSpPr>
          <p:spPr>
            <a:xfrm rot="-9301599">
              <a:off x="1429730" y="111369"/>
              <a:ext cx="487248" cy="35492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4" name="Splat 394"/>
            <p:cNvSpPr>
              <a:spLocks noGrp="1"/>
            </p:cNvSpPr>
            <p:nvPr/>
          </p:nvSpPr>
          <p:spPr>
            <a:xfrm rot="-8740005">
              <a:off x="2196660" y="-127164"/>
              <a:ext cx="449951" cy="441317"/>
            </a:xfrm>
            <a:prstGeom prst="ellipse">
              <a:avLst/>
            </a:prstGeom>
            <a:gradFill>
              <a:gsLst>
                <a:gs pos="0">
                  <a:srgbClr val="000000">
                    <a:alpha val="6309"/>
                  </a:srgbClr>
                </a:gs>
                <a:gs pos="14286">
                  <a:srgbClr val="000000">
                    <a:alpha val="5814"/>
                  </a:srgbClr>
                </a:gs>
                <a:gs pos="28571">
                  <a:srgbClr val="000000">
                    <a:alpha val="4545"/>
                  </a:srgbClr>
                </a:gs>
                <a:gs pos="42857">
                  <a:srgbClr val="000000">
                    <a:alpha val="3005"/>
                  </a:srgbClr>
                </a:gs>
                <a:gs pos="57143">
                  <a:srgbClr val="000000">
                    <a:alpha val="1676"/>
                  </a:srgbClr>
                </a:gs>
                <a:gs pos="71429">
                  <a:srgbClr val="000000">
                    <a:alpha val="788"/>
                  </a:srgbClr>
                </a:gs>
                <a:gs pos="85714">
                  <a:srgbClr val="000000">
                    <a:alpha val="312"/>
                  </a:srgbClr>
                </a:gs>
                <a:gs pos="100000">
                  <a:srgbClr val="000000">
                    <a:alpha val="1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5" name="Splat 395"/>
            <p:cNvSpPr>
              <a:spLocks noGrp="1"/>
            </p:cNvSpPr>
            <p:nvPr/>
          </p:nvSpPr>
          <p:spPr>
            <a:xfrm rot="-9702950">
              <a:off x="652367" y="1782013"/>
              <a:ext cx="490847" cy="59113"/>
            </a:xfrm>
            <a:prstGeom prst="ellipse">
              <a:avLst/>
            </a:prstGeom>
            <a:gradFill>
              <a:gsLst>
                <a:gs pos="0">
                  <a:srgbClr val="FFFBFC">
                    <a:alpha val="31319"/>
                  </a:srgbClr>
                </a:gs>
                <a:gs pos="14286">
                  <a:srgbClr val="FFFBFC">
                    <a:alpha val="29200"/>
                  </a:srgbClr>
                </a:gs>
                <a:gs pos="28571">
                  <a:srgbClr val="FFFBFC">
                    <a:alpha val="23518"/>
                  </a:srgbClr>
                </a:gs>
                <a:gs pos="42857">
                  <a:srgbClr val="FFFBFC">
                    <a:alpha val="16127"/>
                  </a:srgbClr>
                </a:gs>
                <a:gs pos="57143">
                  <a:srgbClr val="FFFBFC">
                    <a:alpha val="9285"/>
                  </a:srgbClr>
                </a:gs>
                <a:gs pos="71429">
                  <a:srgbClr val="FFFBFC">
                    <a:alpha val="4459"/>
                  </a:srgbClr>
                </a:gs>
                <a:gs pos="85714">
                  <a:srgbClr val="FFFBFC">
                    <a:alpha val="1788"/>
                  </a:srgbClr>
                </a:gs>
                <a:gs pos="100000">
                  <a:srgbClr val="FFFBFC">
                    <a:alpha val="6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6" name="Splat 396"/>
            <p:cNvSpPr>
              <a:spLocks noGrp="1"/>
            </p:cNvSpPr>
            <p:nvPr/>
          </p:nvSpPr>
          <p:spPr>
            <a:xfrm rot="8292198">
              <a:off x="1480096" y="1860205"/>
              <a:ext cx="433971" cy="397553"/>
            </a:xfrm>
            <a:prstGeom prst="ellipse">
              <a:avLst/>
            </a:prstGeom>
            <a:gradFill>
              <a:gsLst>
                <a:gs pos="0">
                  <a:srgbClr val="FFA700">
                    <a:alpha val="3164"/>
                  </a:srgbClr>
                </a:gs>
                <a:gs pos="14286">
                  <a:srgbClr val="FFA700">
                    <a:alpha val="2912"/>
                  </a:srgbClr>
                </a:gs>
                <a:gs pos="28571">
                  <a:srgbClr val="FFA700">
                    <a:alpha val="2268"/>
                  </a:srgbClr>
                </a:gs>
                <a:gs pos="42857">
                  <a:srgbClr val="FFA700">
                    <a:alpha val="1494"/>
                  </a:srgbClr>
                </a:gs>
                <a:gs pos="57143">
                  <a:srgbClr val="FFA700">
                    <a:alpha val="830"/>
                  </a:srgbClr>
                </a:gs>
                <a:gs pos="71429">
                  <a:srgbClr val="FFA700">
                    <a:alpha val="390"/>
                  </a:srgbClr>
                </a:gs>
                <a:gs pos="85714">
                  <a:srgbClr val="FFA700">
                    <a:alpha val="154"/>
                  </a:srgbClr>
                </a:gs>
                <a:gs pos="100000">
                  <a:srgbClr val="FFA700">
                    <a:alpha val="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7" name="Splat 397"/>
            <p:cNvSpPr>
              <a:spLocks noGrp="1"/>
            </p:cNvSpPr>
            <p:nvPr/>
          </p:nvSpPr>
          <p:spPr>
            <a:xfrm rot="5400000">
              <a:off x="2065555" y="920325"/>
              <a:ext cx="59539" cy="59539"/>
            </a:xfrm>
            <a:prstGeom prst="ellipse">
              <a:avLst/>
            </a:prstGeom>
            <a:gradFill>
              <a:gsLst>
                <a:gs pos="0">
                  <a:srgbClr val="FF2529">
                    <a:alpha val="13967"/>
                  </a:srgbClr>
                </a:gs>
                <a:gs pos="14286">
                  <a:srgbClr val="FF2529">
                    <a:alpha val="12914"/>
                  </a:srgbClr>
                </a:gs>
                <a:gs pos="28571">
                  <a:srgbClr val="FF2529">
                    <a:alpha val="10180"/>
                  </a:srgbClr>
                </a:gs>
                <a:gs pos="42857">
                  <a:srgbClr val="FF2529">
                    <a:alpha val="6800"/>
                  </a:srgbClr>
                </a:gs>
                <a:gs pos="57143">
                  <a:srgbClr val="FF2529">
                    <a:alpha val="3827"/>
                  </a:srgbClr>
                </a:gs>
                <a:gs pos="71429">
                  <a:srgbClr val="FF2529">
                    <a:alpha val="1810"/>
                  </a:srgbClr>
                </a:gs>
                <a:gs pos="85714">
                  <a:srgbClr val="FF2529">
                    <a:alpha val="720"/>
                  </a:srgbClr>
                </a:gs>
                <a:gs pos="100000">
                  <a:srgbClr val="FF2529">
                    <a:alpha val="2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8" name="Splat 398"/>
            <p:cNvSpPr>
              <a:spLocks noGrp="1"/>
            </p:cNvSpPr>
            <p:nvPr/>
          </p:nvSpPr>
          <p:spPr>
            <a:xfrm rot="7877827">
              <a:off x="1495864" y="1575969"/>
              <a:ext cx="512710" cy="27496"/>
            </a:xfrm>
            <a:prstGeom prst="ellipse">
              <a:avLst/>
            </a:prstGeom>
            <a:gradFill>
              <a:gsLst>
                <a:gs pos="0">
                  <a:srgbClr val="EAF5FF">
                    <a:alpha val="19210"/>
                  </a:srgbClr>
                </a:gs>
                <a:gs pos="14286">
                  <a:srgbClr val="EAF5FF">
                    <a:alpha val="17804"/>
                  </a:srgbClr>
                </a:gs>
                <a:gs pos="28571">
                  <a:srgbClr val="EAF5FF">
                    <a:alpha val="14121"/>
                  </a:srgbClr>
                </a:gs>
                <a:gs pos="42857">
                  <a:srgbClr val="EAF5FF">
                    <a:alpha val="9503"/>
                  </a:srgbClr>
                </a:gs>
                <a:gs pos="57143">
                  <a:srgbClr val="EAF5FF">
                    <a:alpha val="5383"/>
                  </a:srgbClr>
                </a:gs>
                <a:gs pos="71429">
                  <a:srgbClr val="EAF5FF">
                    <a:alpha val="2557"/>
                  </a:srgbClr>
                </a:gs>
                <a:gs pos="85714">
                  <a:srgbClr val="EAF5FF">
                    <a:alpha val="1019"/>
                  </a:srgbClr>
                </a:gs>
                <a:gs pos="100000">
                  <a:srgbClr val="EAF5FF">
                    <a:alpha val="3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9" name="Splat 399"/>
            <p:cNvSpPr>
              <a:spLocks noGrp="1"/>
            </p:cNvSpPr>
            <p:nvPr/>
          </p:nvSpPr>
          <p:spPr>
            <a:xfrm rot="6372050">
              <a:off x="1530987" y="1519781"/>
              <a:ext cx="408124" cy="7096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0" name="Splat 400"/>
            <p:cNvSpPr>
              <a:spLocks noGrp="1"/>
            </p:cNvSpPr>
            <p:nvPr/>
          </p:nvSpPr>
          <p:spPr>
            <a:xfrm rot="7001645">
              <a:off x="2692404" y="721843"/>
              <a:ext cx="734373" cy="458609"/>
            </a:xfrm>
            <a:prstGeom prst="ellipse">
              <a:avLst/>
            </a:prstGeom>
            <a:gradFill>
              <a:gsLst>
                <a:gs pos="0">
                  <a:srgbClr val="040000">
                    <a:alpha val="32968"/>
                  </a:srgbClr>
                </a:gs>
                <a:gs pos="14286">
                  <a:srgbClr val="040000">
                    <a:alpha val="30764"/>
                  </a:srgbClr>
                </a:gs>
                <a:gs pos="28571">
                  <a:srgbClr val="040000">
                    <a:alpha val="24833"/>
                  </a:srgbClr>
                </a:gs>
                <a:gs pos="42857">
                  <a:srgbClr val="040000">
                    <a:alpha val="17075"/>
                  </a:srgbClr>
                </a:gs>
                <a:gs pos="57143">
                  <a:srgbClr val="040000">
                    <a:alpha val="9855"/>
                  </a:srgbClr>
                </a:gs>
                <a:gs pos="71429">
                  <a:srgbClr val="040000">
                    <a:alpha val="4740"/>
                  </a:srgbClr>
                </a:gs>
                <a:gs pos="85714">
                  <a:srgbClr val="040000">
                    <a:alpha val="1902"/>
                  </a:srgbClr>
                </a:gs>
                <a:gs pos="100000">
                  <a:srgbClr val="04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1" name="Splat 401"/>
            <p:cNvSpPr>
              <a:spLocks noGrp="1"/>
            </p:cNvSpPr>
            <p:nvPr/>
          </p:nvSpPr>
          <p:spPr>
            <a:xfrm rot="5990883">
              <a:off x="2887664" y="708246"/>
              <a:ext cx="228256" cy="11689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2" name="Splat 402"/>
            <p:cNvSpPr>
              <a:spLocks noGrp="1"/>
            </p:cNvSpPr>
            <p:nvPr/>
          </p:nvSpPr>
          <p:spPr>
            <a:xfrm rot="-10338358">
              <a:off x="843915" y="1299307"/>
              <a:ext cx="322673" cy="4016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3" name="Splat 403"/>
            <p:cNvSpPr>
              <a:spLocks noGrp="1"/>
            </p:cNvSpPr>
            <p:nvPr/>
          </p:nvSpPr>
          <p:spPr>
            <a:xfrm rot="5400000">
              <a:off x="561275" y="1150891"/>
              <a:ext cx="60197" cy="60197"/>
            </a:xfrm>
            <a:prstGeom prst="ellipse">
              <a:avLst/>
            </a:prstGeom>
            <a:gradFill>
              <a:gsLst>
                <a:gs pos="0">
                  <a:srgbClr val="FF003B">
                    <a:alpha val="13791"/>
                  </a:srgbClr>
                </a:gs>
                <a:gs pos="14286">
                  <a:srgbClr val="FF003B">
                    <a:alpha val="12750"/>
                  </a:srgbClr>
                </a:gs>
                <a:gs pos="28571">
                  <a:srgbClr val="FF003B">
                    <a:alpha val="10049"/>
                  </a:srgbClr>
                </a:gs>
                <a:gs pos="42857">
                  <a:srgbClr val="FF003B">
                    <a:alpha val="6711"/>
                  </a:srgbClr>
                </a:gs>
                <a:gs pos="57143">
                  <a:srgbClr val="FF003B">
                    <a:alpha val="3776"/>
                  </a:srgbClr>
                </a:gs>
                <a:gs pos="71429">
                  <a:srgbClr val="FF003B">
                    <a:alpha val="1786"/>
                  </a:srgbClr>
                </a:gs>
                <a:gs pos="85714">
                  <a:srgbClr val="FF003B">
                    <a:alpha val="710"/>
                  </a:srgbClr>
                </a:gs>
                <a:gs pos="100000">
                  <a:srgbClr val="FF003B">
                    <a:alpha val="2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4" name="Splat 404"/>
            <p:cNvSpPr>
              <a:spLocks noGrp="1"/>
            </p:cNvSpPr>
            <p:nvPr/>
          </p:nvSpPr>
          <p:spPr>
            <a:xfrm rot="7074020">
              <a:off x="2258674" y="22169"/>
              <a:ext cx="463598" cy="146327"/>
            </a:xfrm>
            <a:prstGeom prst="ellipse">
              <a:avLst/>
            </a:prstGeom>
            <a:gradFill>
              <a:gsLst>
                <a:gs pos="0">
                  <a:srgbClr val="3A0000">
                    <a:alpha val="32968"/>
                  </a:srgbClr>
                </a:gs>
                <a:gs pos="14286">
                  <a:srgbClr val="3A0000">
                    <a:alpha val="30764"/>
                  </a:srgbClr>
                </a:gs>
                <a:gs pos="28571">
                  <a:srgbClr val="3A0000">
                    <a:alpha val="24833"/>
                  </a:srgbClr>
                </a:gs>
                <a:gs pos="42857">
                  <a:srgbClr val="3A0000">
                    <a:alpha val="17075"/>
                  </a:srgbClr>
                </a:gs>
                <a:gs pos="57143">
                  <a:srgbClr val="3A0000">
                    <a:alpha val="9855"/>
                  </a:srgbClr>
                </a:gs>
                <a:gs pos="71429">
                  <a:srgbClr val="3A0000">
                    <a:alpha val="4740"/>
                  </a:srgbClr>
                </a:gs>
                <a:gs pos="85714">
                  <a:srgbClr val="3A0000">
                    <a:alpha val="1902"/>
                  </a:srgbClr>
                </a:gs>
                <a:gs pos="100000">
                  <a:srgbClr val="3A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5" name="Splat 405"/>
            <p:cNvSpPr>
              <a:spLocks noGrp="1"/>
            </p:cNvSpPr>
            <p:nvPr/>
          </p:nvSpPr>
          <p:spPr>
            <a:xfrm rot="-10624884">
              <a:off x="1568650" y="453061"/>
              <a:ext cx="897301" cy="80265"/>
            </a:xfrm>
            <a:prstGeom prst="ellipse">
              <a:avLst/>
            </a:prstGeom>
            <a:gradFill>
              <a:gsLst>
                <a:gs pos="0">
                  <a:srgbClr val="6C859C">
                    <a:alpha val="32968"/>
                  </a:srgbClr>
                </a:gs>
                <a:gs pos="14286">
                  <a:srgbClr val="6C859C">
                    <a:alpha val="30764"/>
                  </a:srgbClr>
                </a:gs>
                <a:gs pos="28571">
                  <a:srgbClr val="6C859C">
                    <a:alpha val="24833"/>
                  </a:srgbClr>
                </a:gs>
                <a:gs pos="42857">
                  <a:srgbClr val="6C859C">
                    <a:alpha val="17075"/>
                  </a:srgbClr>
                </a:gs>
                <a:gs pos="57143">
                  <a:srgbClr val="6C859C">
                    <a:alpha val="9855"/>
                  </a:srgbClr>
                </a:gs>
                <a:gs pos="71429">
                  <a:srgbClr val="6C859C">
                    <a:alpha val="4740"/>
                  </a:srgbClr>
                </a:gs>
                <a:gs pos="85714">
                  <a:srgbClr val="6C859C">
                    <a:alpha val="1902"/>
                  </a:srgbClr>
                </a:gs>
                <a:gs pos="100000">
                  <a:srgbClr val="6C859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6" name="Splat 406"/>
            <p:cNvSpPr>
              <a:spLocks noGrp="1"/>
            </p:cNvSpPr>
            <p:nvPr/>
          </p:nvSpPr>
          <p:spPr>
            <a:xfrm rot="-10551619">
              <a:off x="2909635" y="682982"/>
              <a:ext cx="713803" cy="2590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7" name="Splat 407"/>
            <p:cNvSpPr>
              <a:spLocks noGrp="1"/>
            </p:cNvSpPr>
            <p:nvPr/>
          </p:nvSpPr>
          <p:spPr>
            <a:xfrm rot="6700198">
              <a:off x="2860527" y="664334"/>
              <a:ext cx="205726" cy="19194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8" name="Splat 408"/>
            <p:cNvSpPr>
              <a:spLocks noGrp="1"/>
            </p:cNvSpPr>
            <p:nvPr/>
          </p:nvSpPr>
          <p:spPr>
            <a:xfrm rot="9501441">
              <a:off x="1202843" y="652716"/>
              <a:ext cx="493446" cy="430127"/>
            </a:xfrm>
            <a:prstGeom prst="ellipse">
              <a:avLst/>
            </a:prstGeom>
            <a:gradFill>
              <a:gsLst>
                <a:gs pos="0">
                  <a:srgbClr val="930000">
                    <a:alpha val="8278"/>
                  </a:srgbClr>
                </a:gs>
                <a:gs pos="14286">
                  <a:srgbClr val="930000">
                    <a:alpha val="7635"/>
                  </a:srgbClr>
                </a:gs>
                <a:gs pos="28571">
                  <a:srgbClr val="930000">
                    <a:alpha val="5980"/>
                  </a:srgbClr>
                </a:gs>
                <a:gs pos="42857">
                  <a:srgbClr val="930000">
                    <a:alpha val="3964"/>
                  </a:srgbClr>
                </a:gs>
                <a:gs pos="57143">
                  <a:srgbClr val="930000">
                    <a:alpha val="2216"/>
                  </a:srgbClr>
                </a:gs>
                <a:gs pos="71429">
                  <a:srgbClr val="930000">
                    <a:alpha val="1044"/>
                  </a:srgbClr>
                </a:gs>
                <a:gs pos="85714">
                  <a:srgbClr val="930000">
                    <a:alpha val="414"/>
                  </a:srgbClr>
                </a:gs>
                <a:gs pos="100000">
                  <a:srgbClr val="930000">
                    <a:alpha val="1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9" name="Splat 409"/>
            <p:cNvSpPr>
              <a:spLocks noGrp="1"/>
            </p:cNvSpPr>
            <p:nvPr/>
          </p:nvSpPr>
          <p:spPr>
            <a:xfrm rot="-8297629">
              <a:off x="1790159" y="324675"/>
              <a:ext cx="355945" cy="92754"/>
            </a:xfrm>
            <a:prstGeom prst="ellipse">
              <a:avLst/>
            </a:prstGeom>
            <a:gradFill>
              <a:gsLst>
                <a:gs pos="0">
                  <a:srgbClr val="FFE63C">
                    <a:alpha val="32968"/>
                  </a:srgbClr>
                </a:gs>
                <a:gs pos="14286">
                  <a:srgbClr val="FFE63C">
                    <a:alpha val="30764"/>
                  </a:srgbClr>
                </a:gs>
                <a:gs pos="28571">
                  <a:srgbClr val="FFE63C">
                    <a:alpha val="24833"/>
                  </a:srgbClr>
                </a:gs>
                <a:gs pos="42857">
                  <a:srgbClr val="FFE63C">
                    <a:alpha val="17075"/>
                  </a:srgbClr>
                </a:gs>
                <a:gs pos="57143">
                  <a:srgbClr val="FFE63C">
                    <a:alpha val="9855"/>
                  </a:srgbClr>
                </a:gs>
                <a:gs pos="71429">
                  <a:srgbClr val="FFE63C">
                    <a:alpha val="4740"/>
                  </a:srgbClr>
                </a:gs>
                <a:gs pos="85714">
                  <a:srgbClr val="FFE63C">
                    <a:alpha val="1902"/>
                  </a:srgbClr>
                </a:gs>
                <a:gs pos="100000">
                  <a:srgbClr val="FFE63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0" name="Splat 410"/>
            <p:cNvSpPr>
              <a:spLocks noGrp="1"/>
            </p:cNvSpPr>
            <p:nvPr/>
          </p:nvSpPr>
          <p:spPr>
            <a:xfrm rot="10411188">
              <a:off x="2593053" y="1266880"/>
              <a:ext cx="617852" cy="25339"/>
            </a:xfrm>
            <a:prstGeom prst="ellipse">
              <a:avLst/>
            </a:prstGeom>
            <a:gradFill>
              <a:gsLst>
                <a:gs pos="0">
                  <a:srgbClr val="FFFFD9">
                    <a:alpha val="32968"/>
                  </a:srgbClr>
                </a:gs>
                <a:gs pos="14286">
                  <a:srgbClr val="FFFFD9">
                    <a:alpha val="30764"/>
                  </a:srgbClr>
                </a:gs>
                <a:gs pos="28571">
                  <a:srgbClr val="FFFFD9">
                    <a:alpha val="24833"/>
                  </a:srgbClr>
                </a:gs>
                <a:gs pos="42857">
                  <a:srgbClr val="FFFFD9">
                    <a:alpha val="17075"/>
                  </a:srgbClr>
                </a:gs>
                <a:gs pos="57143">
                  <a:srgbClr val="FFFFD9">
                    <a:alpha val="9855"/>
                  </a:srgbClr>
                </a:gs>
                <a:gs pos="71429">
                  <a:srgbClr val="FFFFD9">
                    <a:alpha val="4740"/>
                  </a:srgbClr>
                </a:gs>
                <a:gs pos="85714">
                  <a:srgbClr val="FFFFD9">
                    <a:alpha val="1902"/>
                  </a:srgbClr>
                </a:gs>
                <a:gs pos="100000">
                  <a:srgbClr val="FFFFD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1" name="Splat 411"/>
            <p:cNvSpPr>
              <a:spLocks noGrp="1"/>
            </p:cNvSpPr>
            <p:nvPr/>
          </p:nvSpPr>
          <p:spPr>
            <a:xfrm rot="9756452">
              <a:off x="492923" y="1500332"/>
              <a:ext cx="969049" cy="141142"/>
            </a:xfrm>
            <a:prstGeom prst="ellipse">
              <a:avLst/>
            </a:prstGeom>
            <a:gradFill>
              <a:gsLst>
                <a:gs pos="0">
                  <a:srgbClr val="100000">
                    <a:alpha val="21434"/>
                  </a:srgbClr>
                </a:gs>
                <a:gs pos="14286">
                  <a:srgbClr val="100000">
                    <a:alpha val="19886"/>
                  </a:srgbClr>
                </a:gs>
                <a:gs pos="28571">
                  <a:srgbClr val="100000">
                    <a:alpha val="15815"/>
                  </a:srgbClr>
                </a:gs>
                <a:gs pos="42857">
                  <a:srgbClr val="100000">
                    <a:alpha val="10678"/>
                  </a:srgbClr>
                </a:gs>
                <a:gs pos="57143">
                  <a:srgbClr val="100000">
                    <a:alpha val="6065"/>
                  </a:srgbClr>
                </a:gs>
                <a:gs pos="71429">
                  <a:srgbClr val="100000">
                    <a:alpha val="2886"/>
                  </a:srgbClr>
                </a:gs>
                <a:gs pos="85714">
                  <a:srgbClr val="100000">
                    <a:alpha val="1151"/>
                  </a:srgbClr>
                </a:gs>
                <a:gs pos="100000">
                  <a:srgbClr val="100000">
                    <a:alpha val="3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2" name="Splat 412"/>
            <p:cNvSpPr>
              <a:spLocks noGrp="1"/>
            </p:cNvSpPr>
            <p:nvPr/>
          </p:nvSpPr>
          <p:spPr>
            <a:xfrm rot="5400000">
              <a:off x="2789089" y="633018"/>
              <a:ext cx="61311" cy="61311"/>
            </a:xfrm>
            <a:prstGeom prst="ellipse">
              <a:avLst/>
            </a:prstGeom>
            <a:gradFill>
              <a:gsLst>
                <a:gs pos="0">
                  <a:srgbClr val="F26E00">
                    <a:alpha val="13492"/>
                  </a:srgbClr>
                </a:gs>
                <a:gs pos="14286">
                  <a:srgbClr val="F26E00">
                    <a:alpha val="12471"/>
                  </a:srgbClr>
                </a:gs>
                <a:gs pos="28571">
                  <a:srgbClr val="F26E00">
                    <a:alpha val="9826"/>
                  </a:srgbClr>
                </a:gs>
                <a:gs pos="42857">
                  <a:srgbClr val="F26E00">
                    <a:alpha val="6559"/>
                  </a:srgbClr>
                </a:gs>
                <a:gs pos="57143">
                  <a:srgbClr val="F26E00">
                    <a:alpha val="3689"/>
                  </a:srgbClr>
                </a:gs>
                <a:gs pos="71429">
                  <a:srgbClr val="F26E00">
                    <a:alpha val="1744"/>
                  </a:srgbClr>
                </a:gs>
                <a:gs pos="85714">
                  <a:srgbClr val="F26E00">
                    <a:alpha val="693"/>
                  </a:srgbClr>
                </a:gs>
                <a:gs pos="100000">
                  <a:srgbClr val="F26E00">
                    <a:alpha val="2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3" name="Splat 413"/>
            <p:cNvSpPr>
              <a:spLocks noGrp="1"/>
            </p:cNvSpPr>
            <p:nvPr/>
          </p:nvSpPr>
          <p:spPr>
            <a:xfrm rot="10441707">
              <a:off x="2670396" y="735726"/>
              <a:ext cx="380851" cy="128888"/>
            </a:xfrm>
            <a:prstGeom prst="ellipse">
              <a:avLst/>
            </a:prstGeom>
            <a:gradFill>
              <a:gsLst>
                <a:gs pos="0">
                  <a:srgbClr val="FFFFF8">
                    <a:alpha val="32968"/>
                  </a:srgbClr>
                </a:gs>
                <a:gs pos="14286">
                  <a:srgbClr val="FFFFF8">
                    <a:alpha val="30764"/>
                  </a:srgbClr>
                </a:gs>
                <a:gs pos="28571">
                  <a:srgbClr val="FFFFF8">
                    <a:alpha val="24833"/>
                  </a:srgbClr>
                </a:gs>
                <a:gs pos="42857">
                  <a:srgbClr val="FFFFF8">
                    <a:alpha val="17075"/>
                  </a:srgbClr>
                </a:gs>
                <a:gs pos="57143">
                  <a:srgbClr val="FFFFF8">
                    <a:alpha val="9855"/>
                  </a:srgbClr>
                </a:gs>
                <a:gs pos="71429">
                  <a:srgbClr val="FFFFF8">
                    <a:alpha val="4740"/>
                  </a:srgbClr>
                </a:gs>
                <a:gs pos="85714">
                  <a:srgbClr val="FFFFF8">
                    <a:alpha val="1902"/>
                  </a:srgbClr>
                </a:gs>
                <a:gs pos="100000">
                  <a:srgbClr val="FFFFF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4" name="Splat 414"/>
            <p:cNvSpPr>
              <a:spLocks noGrp="1"/>
            </p:cNvSpPr>
            <p:nvPr/>
          </p:nvSpPr>
          <p:spPr>
            <a:xfrm rot="5400000">
              <a:off x="2095232" y="1368576"/>
              <a:ext cx="61328" cy="61328"/>
            </a:xfrm>
            <a:prstGeom prst="ellipse">
              <a:avLst/>
            </a:prstGeom>
            <a:gradFill>
              <a:gsLst>
                <a:gs pos="0">
                  <a:srgbClr val="C7BFB6">
                    <a:alpha val="13487"/>
                  </a:srgbClr>
                </a:gs>
                <a:gs pos="14286">
                  <a:srgbClr val="C7BFB6">
                    <a:alpha val="12467"/>
                  </a:srgbClr>
                </a:gs>
                <a:gs pos="28571">
                  <a:srgbClr val="C7BFB6">
                    <a:alpha val="9822"/>
                  </a:srgbClr>
                </a:gs>
                <a:gs pos="42857">
                  <a:srgbClr val="C7BFB6">
                    <a:alpha val="6557"/>
                  </a:srgbClr>
                </a:gs>
                <a:gs pos="57143">
                  <a:srgbClr val="C7BFB6">
                    <a:alpha val="3688"/>
                  </a:srgbClr>
                </a:gs>
                <a:gs pos="71429">
                  <a:srgbClr val="C7BFB6">
                    <a:alpha val="1744"/>
                  </a:srgbClr>
                </a:gs>
                <a:gs pos="85714">
                  <a:srgbClr val="C7BFB6">
                    <a:alpha val="693"/>
                  </a:srgbClr>
                </a:gs>
                <a:gs pos="100000">
                  <a:srgbClr val="C7BFB6">
                    <a:alpha val="2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5" name="Splat 415"/>
            <p:cNvSpPr>
              <a:spLocks noGrp="1"/>
            </p:cNvSpPr>
            <p:nvPr/>
          </p:nvSpPr>
          <p:spPr>
            <a:xfrm rot="3319348">
              <a:off x="1657979" y="1470813"/>
              <a:ext cx="482252" cy="162134"/>
            </a:xfrm>
            <a:prstGeom prst="ellipse">
              <a:avLst/>
            </a:prstGeom>
            <a:gradFill>
              <a:gsLst>
                <a:gs pos="0">
                  <a:srgbClr val="FFD6A4">
                    <a:alpha val="11432"/>
                  </a:srgbClr>
                </a:gs>
                <a:gs pos="14286">
                  <a:srgbClr val="FFD6A4">
                    <a:alpha val="10558"/>
                  </a:srgbClr>
                </a:gs>
                <a:gs pos="28571">
                  <a:srgbClr val="FFD6A4">
                    <a:alpha val="8299"/>
                  </a:srgbClr>
                </a:gs>
                <a:gs pos="42857">
                  <a:srgbClr val="FFD6A4">
                    <a:alpha val="5524"/>
                  </a:srgbClr>
                </a:gs>
                <a:gs pos="57143">
                  <a:srgbClr val="FFD6A4">
                    <a:alpha val="3100"/>
                  </a:srgbClr>
                </a:gs>
                <a:gs pos="71429">
                  <a:srgbClr val="FFD6A4">
                    <a:alpha val="1463"/>
                  </a:srgbClr>
                </a:gs>
                <a:gs pos="85714">
                  <a:srgbClr val="FFD6A4">
                    <a:alpha val="581"/>
                  </a:srgbClr>
                </a:gs>
                <a:gs pos="100000">
                  <a:srgbClr val="FFD6A4">
                    <a:alpha val="1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6" name="Splat 416"/>
            <p:cNvSpPr>
              <a:spLocks noGrp="1"/>
            </p:cNvSpPr>
            <p:nvPr/>
          </p:nvSpPr>
          <p:spPr>
            <a:xfrm rot="8941253">
              <a:off x="912817" y="1463827"/>
              <a:ext cx="355675" cy="5728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7" name="Splat 417"/>
            <p:cNvSpPr>
              <a:spLocks noGrp="1"/>
            </p:cNvSpPr>
            <p:nvPr/>
          </p:nvSpPr>
          <p:spPr>
            <a:xfrm rot="9707355">
              <a:off x="911108" y="1798190"/>
              <a:ext cx="401776" cy="5105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8" name="Splat 418"/>
            <p:cNvSpPr>
              <a:spLocks noGrp="1"/>
            </p:cNvSpPr>
            <p:nvPr/>
          </p:nvSpPr>
          <p:spPr>
            <a:xfrm rot="3192980">
              <a:off x="1726939" y="1463441"/>
              <a:ext cx="514845" cy="54711"/>
            </a:xfrm>
            <a:prstGeom prst="ellipse">
              <a:avLst/>
            </a:prstGeom>
            <a:gradFill>
              <a:gsLst>
                <a:gs pos="0">
                  <a:srgbClr val="FFFEFF">
                    <a:alpha val="32968"/>
                  </a:srgbClr>
                </a:gs>
                <a:gs pos="14286">
                  <a:srgbClr val="FFFEFF">
                    <a:alpha val="30764"/>
                  </a:srgbClr>
                </a:gs>
                <a:gs pos="28571">
                  <a:srgbClr val="FFFEFF">
                    <a:alpha val="24833"/>
                  </a:srgbClr>
                </a:gs>
                <a:gs pos="42857">
                  <a:srgbClr val="FFFEFF">
                    <a:alpha val="17075"/>
                  </a:srgbClr>
                </a:gs>
                <a:gs pos="57143">
                  <a:srgbClr val="FFFEFF">
                    <a:alpha val="9855"/>
                  </a:srgbClr>
                </a:gs>
                <a:gs pos="71429">
                  <a:srgbClr val="FFFEFF">
                    <a:alpha val="4740"/>
                  </a:srgbClr>
                </a:gs>
                <a:gs pos="85714">
                  <a:srgbClr val="FFFEFF">
                    <a:alpha val="1902"/>
                  </a:srgbClr>
                </a:gs>
                <a:gs pos="100000">
                  <a:srgbClr val="FFF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9" name="Splat 419"/>
            <p:cNvSpPr>
              <a:spLocks noGrp="1"/>
            </p:cNvSpPr>
            <p:nvPr/>
          </p:nvSpPr>
          <p:spPr>
            <a:xfrm rot="7035100">
              <a:off x="1968537" y="1324057"/>
              <a:ext cx="457229" cy="372422"/>
            </a:xfrm>
            <a:prstGeom prst="ellipse">
              <a:avLst/>
            </a:prstGeom>
            <a:gradFill>
              <a:gsLst>
                <a:gs pos="0">
                  <a:srgbClr val="FF9800">
                    <a:alpha val="3365"/>
                  </a:srgbClr>
                </a:gs>
                <a:gs pos="14286">
                  <a:srgbClr val="FF9800">
                    <a:alpha val="3097"/>
                  </a:srgbClr>
                </a:gs>
                <a:gs pos="28571">
                  <a:srgbClr val="FF9800">
                    <a:alpha val="2413"/>
                  </a:srgbClr>
                </a:gs>
                <a:gs pos="42857">
                  <a:srgbClr val="FF9800">
                    <a:alpha val="1590"/>
                  </a:srgbClr>
                </a:gs>
                <a:gs pos="57143">
                  <a:srgbClr val="FF9800">
                    <a:alpha val="884"/>
                  </a:srgbClr>
                </a:gs>
                <a:gs pos="71429">
                  <a:srgbClr val="FF9800">
                    <a:alpha val="415"/>
                  </a:srgbClr>
                </a:gs>
                <a:gs pos="85714">
                  <a:srgbClr val="FF9800">
                    <a:alpha val="164"/>
                  </a:srgbClr>
                </a:gs>
                <a:gs pos="100000">
                  <a:srgbClr val="FF9800">
                    <a:alpha val="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0" name="Splat 420"/>
            <p:cNvSpPr>
              <a:spLocks noGrp="1"/>
            </p:cNvSpPr>
            <p:nvPr/>
          </p:nvSpPr>
          <p:spPr>
            <a:xfrm rot="5545749">
              <a:off x="1353131" y="513984"/>
              <a:ext cx="593097" cy="64736"/>
            </a:xfrm>
            <a:prstGeom prst="ellipse">
              <a:avLst/>
            </a:prstGeom>
            <a:gradFill>
              <a:gsLst>
                <a:gs pos="0">
                  <a:srgbClr val="DE7E00">
                    <a:alpha val="19981"/>
                  </a:srgbClr>
                </a:gs>
                <a:gs pos="14286">
                  <a:srgbClr val="DE7E00">
                    <a:alpha val="18525"/>
                  </a:srgbClr>
                </a:gs>
                <a:gs pos="28571">
                  <a:srgbClr val="DE7E00">
                    <a:alpha val="14706"/>
                  </a:srgbClr>
                </a:gs>
                <a:gs pos="42857">
                  <a:srgbClr val="DE7E00">
                    <a:alpha val="9908"/>
                  </a:srgbClr>
                </a:gs>
                <a:gs pos="57143">
                  <a:srgbClr val="DE7E00">
                    <a:alpha val="5617"/>
                  </a:srgbClr>
                </a:gs>
                <a:gs pos="71429">
                  <a:srgbClr val="DE7E00">
                    <a:alpha val="2670"/>
                  </a:srgbClr>
                </a:gs>
                <a:gs pos="85714">
                  <a:srgbClr val="DE7E00">
                    <a:alpha val="1064"/>
                  </a:srgbClr>
                </a:gs>
                <a:gs pos="100000">
                  <a:srgbClr val="DE7E00">
                    <a:alpha val="3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1" name="Splat 421"/>
            <p:cNvSpPr>
              <a:spLocks noGrp="1"/>
            </p:cNvSpPr>
            <p:nvPr/>
          </p:nvSpPr>
          <p:spPr>
            <a:xfrm rot="5400000">
              <a:off x="578720" y="1091784"/>
              <a:ext cx="62737" cy="62737"/>
            </a:xfrm>
            <a:prstGeom prst="ellipse">
              <a:avLst/>
            </a:prstGeom>
            <a:gradFill>
              <a:gsLst>
                <a:gs pos="0">
                  <a:srgbClr val="FF4C68">
                    <a:alpha val="13107"/>
                  </a:srgbClr>
                </a:gs>
                <a:gs pos="14286">
                  <a:srgbClr val="FF4C68">
                    <a:alpha val="12114"/>
                  </a:srgbClr>
                </a:gs>
                <a:gs pos="28571">
                  <a:srgbClr val="FF4C68">
                    <a:alpha val="9540"/>
                  </a:srgbClr>
                </a:gs>
                <a:gs pos="42857">
                  <a:srgbClr val="FF4C68">
                    <a:alpha val="6365"/>
                  </a:srgbClr>
                </a:gs>
                <a:gs pos="57143">
                  <a:srgbClr val="FF4C68">
                    <a:alpha val="3578"/>
                  </a:srgbClr>
                </a:gs>
                <a:gs pos="71429">
                  <a:srgbClr val="FF4C68">
                    <a:alpha val="1691"/>
                  </a:srgbClr>
                </a:gs>
                <a:gs pos="85714">
                  <a:srgbClr val="FF4C68">
                    <a:alpha val="672"/>
                  </a:srgbClr>
                </a:gs>
                <a:gs pos="100000">
                  <a:srgbClr val="FF4C68">
                    <a:alpha val="2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2" name="Splat 422"/>
            <p:cNvSpPr>
              <a:spLocks noGrp="1"/>
            </p:cNvSpPr>
            <p:nvPr/>
          </p:nvSpPr>
          <p:spPr>
            <a:xfrm rot="5400000">
              <a:off x="2532319" y="1352332"/>
              <a:ext cx="62454" cy="62454"/>
            </a:xfrm>
            <a:prstGeom prst="ellipse">
              <a:avLst/>
            </a:prstGeom>
            <a:gradFill>
              <a:gsLst>
                <a:gs pos="0">
                  <a:srgbClr val="C6B1A1">
                    <a:alpha val="13183"/>
                  </a:srgbClr>
                </a:gs>
                <a:gs pos="14286">
                  <a:srgbClr val="C6B1A1">
                    <a:alpha val="12185"/>
                  </a:srgbClr>
                </a:gs>
                <a:gs pos="28571">
                  <a:srgbClr val="C6B1A1">
                    <a:alpha val="9597"/>
                  </a:srgbClr>
                </a:gs>
                <a:gs pos="42857">
                  <a:srgbClr val="C6B1A1">
                    <a:alpha val="6403"/>
                  </a:srgbClr>
                </a:gs>
                <a:gs pos="57143">
                  <a:srgbClr val="C6B1A1">
                    <a:alpha val="3600"/>
                  </a:srgbClr>
                </a:gs>
                <a:gs pos="71429">
                  <a:srgbClr val="C6B1A1">
                    <a:alpha val="1702"/>
                  </a:srgbClr>
                </a:gs>
                <a:gs pos="85714">
                  <a:srgbClr val="C6B1A1">
                    <a:alpha val="676"/>
                  </a:srgbClr>
                </a:gs>
                <a:gs pos="100000">
                  <a:srgbClr val="C6B1A1">
                    <a:alpha val="2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3" name="Splat 423"/>
            <p:cNvSpPr>
              <a:spLocks noGrp="1"/>
            </p:cNvSpPr>
            <p:nvPr/>
          </p:nvSpPr>
          <p:spPr>
            <a:xfrm rot="-8403109">
              <a:off x="3210405" y="477676"/>
              <a:ext cx="543957" cy="38864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4" name="Splat 424"/>
            <p:cNvSpPr>
              <a:spLocks noGrp="1"/>
            </p:cNvSpPr>
            <p:nvPr/>
          </p:nvSpPr>
          <p:spPr>
            <a:xfrm rot="8910716">
              <a:off x="1630289" y="350222"/>
              <a:ext cx="502388" cy="61692"/>
            </a:xfrm>
            <a:prstGeom prst="ellipse">
              <a:avLst/>
            </a:prstGeom>
            <a:gradFill>
              <a:gsLst>
                <a:gs pos="0">
                  <a:srgbClr val="FFF8FF">
                    <a:alpha val="32968"/>
                  </a:srgbClr>
                </a:gs>
                <a:gs pos="14286">
                  <a:srgbClr val="FFF8FF">
                    <a:alpha val="30764"/>
                  </a:srgbClr>
                </a:gs>
                <a:gs pos="28571">
                  <a:srgbClr val="FFF8FF">
                    <a:alpha val="24833"/>
                  </a:srgbClr>
                </a:gs>
                <a:gs pos="42857">
                  <a:srgbClr val="FFF8FF">
                    <a:alpha val="17075"/>
                  </a:srgbClr>
                </a:gs>
                <a:gs pos="57143">
                  <a:srgbClr val="FFF8FF">
                    <a:alpha val="9855"/>
                  </a:srgbClr>
                </a:gs>
                <a:gs pos="71429">
                  <a:srgbClr val="FFF8FF">
                    <a:alpha val="4740"/>
                  </a:srgbClr>
                </a:gs>
                <a:gs pos="85714">
                  <a:srgbClr val="FFF8FF">
                    <a:alpha val="1902"/>
                  </a:srgbClr>
                </a:gs>
                <a:gs pos="100000">
                  <a:srgbClr val="FFF8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5" name="Splat 425"/>
            <p:cNvSpPr>
              <a:spLocks noGrp="1"/>
            </p:cNvSpPr>
            <p:nvPr/>
          </p:nvSpPr>
          <p:spPr>
            <a:xfrm rot="5400000">
              <a:off x="1271855" y="1340006"/>
              <a:ext cx="62469" cy="62469"/>
            </a:xfrm>
            <a:prstGeom prst="ellipse">
              <a:avLst/>
            </a:prstGeom>
            <a:gradFill>
              <a:gsLst>
                <a:gs pos="0">
                  <a:srgbClr val="D92023">
                    <a:alpha val="13179"/>
                  </a:srgbClr>
                </a:gs>
                <a:gs pos="14286">
                  <a:srgbClr val="D92023">
                    <a:alpha val="12181"/>
                  </a:srgbClr>
                </a:gs>
                <a:gs pos="28571">
                  <a:srgbClr val="D92023">
                    <a:alpha val="9594"/>
                  </a:srgbClr>
                </a:gs>
                <a:gs pos="42857">
                  <a:srgbClr val="D92023">
                    <a:alpha val="6401"/>
                  </a:srgbClr>
                </a:gs>
                <a:gs pos="57143">
                  <a:srgbClr val="D92023">
                    <a:alpha val="3599"/>
                  </a:srgbClr>
                </a:gs>
                <a:gs pos="71429">
                  <a:srgbClr val="D92023">
                    <a:alpha val="1701"/>
                  </a:srgbClr>
                </a:gs>
                <a:gs pos="85714">
                  <a:srgbClr val="D92023">
                    <a:alpha val="676"/>
                  </a:srgbClr>
                </a:gs>
                <a:gs pos="100000">
                  <a:srgbClr val="D92023">
                    <a:alpha val="2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6" name="Splat 426"/>
            <p:cNvSpPr>
              <a:spLocks noGrp="1"/>
            </p:cNvSpPr>
            <p:nvPr/>
          </p:nvSpPr>
          <p:spPr>
            <a:xfrm rot="5400000">
              <a:off x="1422831" y="1175941"/>
              <a:ext cx="63052" cy="63052"/>
            </a:xfrm>
            <a:prstGeom prst="ellipse">
              <a:avLst/>
            </a:prstGeom>
            <a:gradFill>
              <a:gsLst>
                <a:gs pos="0">
                  <a:srgbClr val="FF304B">
                    <a:alpha val="13022"/>
                  </a:srgbClr>
                </a:gs>
                <a:gs pos="14286">
                  <a:srgbClr val="FF304B">
                    <a:alpha val="12035"/>
                  </a:srgbClr>
                </a:gs>
                <a:gs pos="28571">
                  <a:srgbClr val="FF304B">
                    <a:alpha val="9476"/>
                  </a:srgbClr>
                </a:gs>
                <a:gs pos="42857">
                  <a:srgbClr val="FF304B">
                    <a:alpha val="6322"/>
                  </a:srgbClr>
                </a:gs>
                <a:gs pos="57143">
                  <a:srgbClr val="FF304B">
                    <a:alpha val="3554"/>
                  </a:srgbClr>
                </a:gs>
                <a:gs pos="71429">
                  <a:srgbClr val="FF304B">
                    <a:alpha val="1680"/>
                  </a:srgbClr>
                </a:gs>
                <a:gs pos="85714">
                  <a:srgbClr val="FF304B">
                    <a:alpha val="668"/>
                  </a:srgbClr>
                </a:gs>
                <a:gs pos="100000">
                  <a:srgbClr val="FF304B">
                    <a:alpha val="2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7" name="Splat 427"/>
            <p:cNvSpPr>
              <a:spLocks noGrp="1"/>
            </p:cNvSpPr>
            <p:nvPr/>
          </p:nvSpPr>
          <p:spPr>
            <a:xfrm rot="-8406773">
              <a:off x="1777301" y="279314"/>
              <a:ext cx="244959" cy="167356"/>
            </a:xfrm>
            <a:prstGeom prst="ellipse">
              <a:avLst/>
            </a:prstGeom>
            <a:gradFill>
              <a:gsLst>
                <a:gs pos="0">
                  <a:srgbClr val="FDFDFF">
                    <a:alpha val="32968"/>
                  </a:srgbClr>
                </a:gs>
                <a:gs pos="14286">
                  <a:srgbClr val="FDFDFF">
                    <a:alpha val="30764"/>
                  </a:srgbClr>
                </a:gs>
                <a:gs pos="28571">
                  <a:srgbClr val="FDFDFF">
                    <a:alpha val="24833"/>
                  </a:srgbClr>
                </a:gs>
                <a:gs pos="42857">
                  <a:srgbClr val="FDFDFF">
                    <a:alpha val="17075"/>
                  </a:srgbClr>
                </a:gs>
                <a:gs pos="57143">
                  <a:srgbClr val="FDFDFF">
                    <a:alpha val="9855"/>
                  </a:srgbClr>
                </a:gs>
                <a:gs pos="71429">
                  <a:srgbClr val="FDFDFF">
                    <a:alpha val="4740"/>
                  </a:srgbClr>
                </a:gs>
                <a:gs pos="85714">
                  <a:srgbClr val="FDFDFF">
                    <a:alpha val="1902"/>
                  </a:srgbClr>
                </a:gs>
                <a:gs pos="100000">
                  <a:srgbClr val="FDFD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8" name="Splat 428"/>
            <p:cNvSpPr>
              <a:spLocks noGrp="1"/>
            </p:cNvSpPr>
            <p:nvPr/>
          </p:nvSpPr>
          <p:spPr>
            <a:xfrm rot="5400000">
              <a:off x="2956868" y="1271412"/>
              <a:ext cx="63416" cy="63416"/>
            </a:xfrm>
            <a:prstGeom prst="ellipse">
              <a:avLst/>
            </a:prstGeom>
            <a:gradFill>
              <a:gsLst>
                <a:gs pos="0">
                  <a:srgbClr val="FFDFC0">
                    <a:alpha val="12923"/>
                  </a:srgbClr>
                </a:gs>
                <a:gs pos="14286">
                  <a:srgbClr val="FFDFC0">
                    <a:alpha val="11943"/>
                  </a:srgbClr>
                </a:gs>
                <a:gs pos="28571">
                  <a:srgbClr val="FFDFC0">
                    <a:alpha val="9403"/>
                  </a:srgbClr>
                </a:gs>
                <a:gs pos="42857">
                  <a:srgbClr val="FFDFC0">
                    <a:alpha val="6272"/>
                  </a:srgbClr>
                </a:gs>
                <a:gs pos="57143">
                  <a:srgbClr val="FFDFC0">
                    <a:alpha val="3526"/>
                  </a:srgbClr>
                </a:gs>
                <a:gs pos="71429">
                  <a:srgbClr val="FFDFC0">
                    <a:alpha val="1666"/>
                  </a:srgbClr>
                </a:gs>
                <a:gs pos="85714">
                  <a:srgbClr val="FFDFC0">
                    <a:alpha val="662"/>
                  </a:srgbClr>
                </a:gs>
                <a:gs pos="100000">
                  <a:srgbClr val="FFDFC0">
                    <a:alpha val="2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9" name="Splat 429"/>
            <p:cNvSpPr>
              <a:spLocks noGrp="1"/>
            </p:cNvSpPr>
            <p:nvPr/>
          </p:nvSpPr>
          <p:spPr>
            <a:xfrm rot="5400000">
              <a:off x="1149058" y="1728460"/>
              <a:ext cx="62957" cy="62957"/>
            </a:xfrm>
            <a:prstGeom prst="ellipse">
              <a:avLst/>
            </a:prstGeom>
            <a:gradFill>
              <a:gsLst>
                <a:gs pos="0">
                  <a:srgbClr val="9A9596">
                    <a:alpha val="13047"/>
                  </a:srgbClr>
                </a:gs>
                <a:gs pos="14286">
                  <a:srgbClr val="9A9596">
                    <a:alpha val="12059"/>
                  </a:srgbClr>
                </a:gs>
                <a:gs pos="28571">
                  <a:srgbClr val="9A9596">
                    <a:alpha val="9496"/>
                  </a:srgbClr>
                </a:gs>
                <a:gs pos="42857">
                  <a:srgbClr val="9A9596">
                    <a:alpha val="6335"/>
                  </a:srgbClr>
                </a:gs>
                <a:gs pos="57143">
                  <a:srgbClr val="9A9596">
                    <a:alpha val="3561"/>
                  </a:srgbClr>
                </a:gs>
                <a:gs pos="71429">
                  <a:srgbClr val="9A9596">
                    <a:alpha val="1683"/>
                  </a:srgbClr>
                </a:gs>
                <a:gs pos="85714">
                  <a:srgbClr val="9A9596">
                    <a:alpha val="669"/>
                  </a:srgbClr>
                </a:gs>
                <a:gs pos="100000">
                  <a:srgbClr val="9A9596">
                    <a:alpha val="2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0" name="Splat 430"/>
            <p:cNvSpPr>
              <a:spLocks noGrp="1"/>
            </p:cNvSpPr>
            <p:nvPr/>
          </p:nvSpPr>
          <p:spPr>
            <a:xfrm rot="-8280967">
              <a:off x="1234423" y="1687007"/>
              <a:ext cx="574187" cy="5204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1" name="Splat 431"/>
            <p:cNvSpPr>
              <a:spLocks noGrp="1"/>
            </p:cNvSpPr>
            <p:nvPr/>
          </p:nvSpPr>
          <p:spPr>
            <a:xfrm rot="5400000">
              <a:off x="2578801" y="1365875"/>
              <a:ext cx="63081" cy="63081"/>
            </a:xfrm>
            <a:prstGeom prst="ellipse">
              <a:avLst/>
            </a:prstGeom>
            <a:gradFill>
              <a:gsLst>
                <a:gs pos="0">
                  <a:srgbClr val="A7A8B0">
                    <a:alpha val="13014"/>
                  </a:srgbClr>
                </a:gs>
                <a:gs pos="14286">
                  <a:srgbClr val="A7A8B0">
                    <a:alpha val="12027"/>
                  </a:srgbClr>
                </a:gs>
                <a:gs pos="28571">
                  <a:srgbClr val="A7A8B0">
                    <a:alpha val="9471"/>
                  </a:srgbClr>
                </a:gs>
                <a:gs pos="42857">
                  <a:srgbClr val="A7A8B0">
                    <a:alpha val="6318"/>
                  </a:srgbClr>
                </a:gs>
                <a:gs pos="57143">
                  <a:srgbClr val="A7A8B0">
                    <a:alpha val="3552"/>
                  </a:srgbClr>
                </a:gs>
                <a:gs pos="71429">
                  <a:srgbClr val="A7A8B0">
                    <a:alpha val="1678"/>
                  </a:srgbClr>
                </a:gs>
                <a:gs pos="85714">
                  <a:srgbClr val="A7A8B0">
                    <a:alpha val="667"/>
                  </a:srgbClr>
                </a:gs>
                <a:gs pos="100000">
                  <a:srgbClr val="A7A8B0">
                    <a:alpha val="2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2" name="Splat 432"/>
            <p:cNvSpPr>
              <a:spLocks noGrp="1"/>
            </p:cNvSpPr>
            <p:nvPr/>
          </p:nvSpPr>
          <p:spPr>
            <a:xfrm rot="5400000">
              <a:off x="1893059" y="1184933"/>
              <a:ext cx="62856" cy="62856"/>
            </a:xfrm>
            <a:prstGeom prst="ellipse">
              <a:avLst/>
            </a:prstGeom>
            <a:gradFill>
              <a:gsLst>
                <a:gs pos="0">
                  <a:srgbClr val="92918D">
                    <a:alpha val="13075"/>
                  </a:srgbClr>
                </a:gs>
                <a:gs pos="14286">
                  <a:srgbClr val="92918D">
                    <a:alpha val="12084"/>
                  </a:srgbClr>
                </a:gs>
                <a:gs pos="28571">
                  <a:srgbClr val="92918D">
                    <a:alpha val="9516"/>
                  </a:srgbClr>
                </a:gs>
                <a:gs pos="42857">
                  <a:srgbClr val="92918D">
                    <a:alpha val="6348"/>
                  </a:srgbClr>
                </a:gs>
                <a:gs pos="57143">
                  <a:srgbClr val="92918D">
                    <a:alpha val="3569"/>
                  </a:srgbClr>
                </a:gs>
                <a:gs pos="71429">
                  <a:srgbClr val="92918D">
                    <a:alpha val="1687"/>
                  </a:srgbClr>
                </a:gs>
                <a:gs pos="85714">
                  <a:srgbClr val="92918D">
                    <a:alpha val="670"/>
                  </a:srgbClr>
                </a:gs>
                <a:gs pos="100000">
                  <a:srgbClr val="92918D">
                    <a:alpha val="2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3" name="Splat 433"/>
            <p:cNvSpPr>
              <a:spLocks noGrp="1"/>
            </p:cNvSpPr>
            <p:nvPr/>
          </p:nvSpPr>
          <p:spPr>
            <a:xfrm rot="5400000">
              <a:off x="2206306" y="843724"/>
              <a:ext cx="63373" cy="63373"/>
            </a:xfrm>
            <a:prstGeom prst="ellipse">
              <a:avLst/>
            </a:prstGeom>
            <a:gradFill>
              <a:gsLst>
                <a:gs pos="0">
                  <a:srgbClr val="EC342F">
                    <a:alpha val="12935"/>
                  </a:srgbClr>
                </a:gs>
                <a:gs pos="14286">
                  <a:srgbClr val="EC342F">
                    <a:alpha val="11954"/>
                  </a:srgbClr>
                </a:gs>
                <a:gs pos="28571">
                  <a:srgbClr val="EC342F">
                    <a:alpha val="9412"/>
                  </a:srgbClr>
                </a:gs>
                <a:gs pos="42857">
                  <a:srgbClr val="EC342F">
                    <a:alpha val="6278"/>
                  </a:srgbClr>
                </a:gs>
                <a:gs pos="57143">
                  <a:srgbClr val="EC342F">
                    <a:alpha val="3529"/>
                  </a:srgbClr>
                </a:gs>
                <a:gs pos="71429">
                  <a:srgbClr val="EC342F">
                    <a:alpha val="1668"/>
                  </a:srgbClr>
                </a:gs>
                <a:gs pos="85714">
                  <a:srgbClr val="EC342F">
                    <a:alpha val="663"/>
                  </a:srgbClr>
                </a:gs>
                <a:gs pos="100000">
                  <a:srgbClr val="EC342F">
                    <a:alpha val="2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4" name="Splat 434"/>
            <p:cNvSpPr>
              <a:spLocks noGrp="1"/>
            </p:cNvSpPr>
            <p:nvPr/>
          </p:nvSpPr>
          <p:spPr>
            <a:xfrm rot="9942080">
              <a:off x="378185" y="1190956"/>
              <a:ext cx="770907" cy="171288"/>
            </a:xfrm>
            <a:prstGeom prst="ellipse">
              <a:avLst/>
            </a:prstGeom>
            <a:gradFill>
              <a:gsLst>
                <a:gs pos="0">
                  <a:srgbClr val="F5F7FF">
                    <a:alpha val="32968"/>
                  </a:srgbClr>
                </a:gs>
                <a:gs pos="14286">
                  <a:srgbClr val="F5F7FF">
                    <a:alpha val="30764"/>
                  </a:srgbClr>
                </a:gs>
                <a:gs pos="28571">
                  <a:srgbClr val="F5F7FF">
                    <a:alpha val="24833"/>
                  </a:srgbClr>
                </a:gs>
                <a:gs pos="42857">
                  <a:srgbClr val="F5F7FF">
                    <a:alpha val="17075"/>
                  </a:srgbClr>
                </a:gs>
                <a:gs pos="57143">
                  <a:srgbClr val="F5F7FF">
                    <a:alpha val="9855"/>
                  </a:srgbClr>
                </a:gs>
                <a:gs pos="71429">
                  <a:srgbClr val="F5F7FF">
                    <a:alpha val="4740"/>
                  </a:srgbClr>
                </a:gs>
                <a:gs pos="85714">
                  <a:srgbClr val="F5F7FF">
                    <a:alpha val="1902"/>
                  </a:srgbClr>
                </a:gs>
                <a:gs pos="100000">
                  <a:srgbClr val="F5F7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5" name="Splat 435"/>
            <p:cNvSpPr>
              <a:spLocks noGrp="1"/>
            </p:cNvSpPr>
            <p:nvPr/>
          </p:nvSpPr>
          <p:spPr>
            <a:xfrm rot="-10103591">
              <a:off x="476336" y="1016054"/>
              <a:ext cx="693255" cy="95003"/>
            </a:xfrm>
            <a:prstGeom prst="ellipse">
              <a:avLst/>
            </a:prstGeom>
            <a:gradFill>
              <a:gsLst>
                <a:gs pos="0">
                  <a:srgbClr val="FFB6AE">
                    <a:alpha val="32968"/>
                  </a:srgbClr>
                </a:gs>
                <a:gs pos="14286">
                  <a:srgbClr val="FFB6AE">
                    <a:alpha val="30764"/>
                  </a:srgbClr>
                </a:gs>
                <a:gs pos="28571">
                  <a:srgbClr val="FFB6AE">
                    <a:alpha val="24833"/>
                  </a:srgbClr>
                </a:gs>
                <a:gs pos="42857">
                  <a:srgbClr val="FFB6AE">
                    <a:alpha val="17075"/>
                  </a:srgbClr>
                </a:gs>
                <a:gs pos="57143">
                  <a:srgbClr val="FFB6AE">
                    <a:alpha val="9855"/>
                  </a:srgbClr>
                </a:gs>
                <a:gs pos="71429">
                  <a:srgbClr val="FFB6AE">
                    <a:alpha val="4740"/>
                  </a:srgbClr>
                </a:gs>
                <a:gs pos="85714">
                  <a:srgbClr val="FFB6AE">
                    <a:alpha val="1902"/>
                  </a:srgbClr>
                </a:gs>
                <a:gs pos="100000">
                  <a:srgbClr val="FFB6A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6" name="Splat 436"/>
            <p:cNvSpPr>
              <a:spLocks noGrp="1"/>
            </p:cNvSpPr>
            <p:nvPr/>
          </p:nvSpPr>
          <p:spPr>
            <a:xfrm rot="5400000">
              <a:off x="910171" y="1070237"/>
              <a:ext cx="63582" cy="63582"/>
            </a:xfrm>
            <a:prstGeom prst="ellipse">
              <a:avLst/>
            </a:prstGeom>
            <a:gradFill>
              <a:gsLst>
                <a:gs pos="0">
                  <a:srgbClr val="FF0022">
                    <a:alpha val="12878"/>
                  </a:srgbClr>
                </a:gs>
                <a:gs pos="14286">
                  <a:srgbClr val="FF0022">
                    <a:alpha val="11901"/>
                  </a:srgbClr>
                </a:gs>
                <a:gs pos="28571">
                  <a:srgbClr val="FF0022">
                    <a:alpha val="9370"/>
                  </a:srgbClr>
                </a:gs>
                <a:gs pos="42857">
                  <a:srgbClr val="FF0022">
                    <a:alpha val="6249"/>
                  </a:srgbClr>
                </a:gs>
                <a:gs pos="57143">
                  <a:srgbClr val="FF0022">
                    <a:alpha val="3513"/>
                  </a:srgbClr>
                </a:gs>
                <a:gs pos="71429">
                  <a:srgbClr val="FF0022">
                    <a:alpha val="1660"/>
                  </a:srgbClr>
                </a:gs>
                <a:gs pos="85714">
                  <a:srgbClr val="FF0022">
                    <a:alpha val="660"/>
                  </a:srgbClr>
                </a:gs>
                <a:gs pos="100000">
                  <a:srgbClr val="FF0022">
                    <a:alpha val="2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7" name="Splat 437"/>
            <p:cNvSpPr>
              <a:spLocks noGrp="1"/>
            </p:cNvSpPr>
            <p:nvPr/>
          </p:nvSpPr>
          <p:spPr>
            <a:xfrm rot="5400000">
              <a:off x="2234073" y="559165"/>
              <a:ext cx="63352" cy="63352"/>
            </a:xfrm>
            <a:prstGeom prst="ellipse">
              <a:avLst/>
            </a:prstGeom>
            <a:gradFill>
              <a:gsLst>
                <a:gs pos="0">
                  <a:srgbClr val="A97F60">
                    <a:alpha val="12940"/>
                  </a:srgbClr>
                </a:gs>
                <a:gs pos="14286">
                  <a:srgbClr val="A97F60">
                    <a:alpha val="11959"/>
                  </a:srgbClr>
                </a:gs>
                <a:gs pos="28571">
                  <a:srgbClr val="A97F60">
                    <a:alpha val="9416"/>
                  </a:srgbClr>
                </a:gs>
                <a:gs pos="42857">
                  <a:srgbClr val="A97F60">
                    <a:alpha val="6281"/>
                  </a:srgbClr>
                </a:gs>
                <a:gs pos="57143">
                  <a:srgbClr val="A97F60">
                    <a:alpha val="3530"/>
                  </a:srgbClr>
                </a:gs>
                <a:gs pos="71429">
                  <a:srgbClr val="A97F60">
                    <a:alpha val="1668"/>
                  </a:srgbClr>
                </a:gs>
                <a:gs pos="85714">
                  <a:srgbClr val="A97F60">
                    <a:alpha val="663"/>
                  </a:srgbClr>
                </a:gs>
                <a:gs pos="100000">
                  <a:srgbClr val="A97F60">
                    <a:alpha val="2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8" name="Splat 438"/>
            <p:cNvSpPr>
              <a:spLocks noGrp="1"/>
            </p:cNvSpPr>
            <p:nvPr/>
          </p:nvSpPr>
          <p:spPr>
            <a:xfrm rot="5400000">
              <a:off x="2967363" y="336761"/>
              <a:ext cx="63793" cy="63793"/>
            </a:xfrm>
            <a:prstGeom prst="ellipse">
              <a:avLst/>
            </a:prstGeom>
            <a:gradFill>
              <a:gsLst>
                <a:gs pos="0">
                  <a:srgbClr val="FCD5B4">
                    <a:alpha val="12821"/>
                  </a:srgbClr>
                </a:gs>
                <a:gs pos="14286">
                  <a:srgbClr val="FCD5B4">
                    <a:alpha val="11848"/>
                  </a:srgbClr>
                </a:gs>
                <a:gs pos="28571">
                  <a:srgbClr val="FCD5B4">
                    <a:alpha val="9327"/>
                  </a:srgbClr>
                </a:gs>
                <a:gs pos="42857">
                  <a:srgbClr val="FCD5B4">
                    <a:alpha val="6221"/>
                  </a:srgbClr>
                </a:gs>
                <a:gs pos="57143">
                  <a:srgbClr val="FCD5B4">
                    <a:alpha val="3496"/>
                  </a:srgbClr>
                </a:gs>
                <a:gs pos="71429">
                  <a:srgbClr val="FCD5B4">
                    <a:alpha val="1652"/>
                  </a:srgbClr>
                </a:gs>
                <a:gs pos="85714">
                  <a:srgbClr val="FCD5B4">
                    <a:alpha val="657"/>
                  </a:srgbClr>
                </a:gs>
                <a:gs pos="100000">
                  <a:srgbClr val="FCD5B4">
                    <a:alpha val="2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9" name="Splat 439"/>
            <p:cNvSpPr>
              <a:spLocks noGrp="1"/>
            </p:cNvSpPr>
            <p:nvPr/>
          </p:nvSpPr>
          <p:spPr>
            <a:xfrm rot="5400000">
              <a:off x="2168344" y="1175325"/>
              <a:ext cx="63787" cy="63787"/>
            </a:xfrm>
            <a:prstGeom prst="ellipse">
              <a:avLst/>
            </a:prstGeom>
            <a:gradFill>
              <a:gsLst>
                <a:gs pos="0">
                  <a:srgbClr val="A99B81">
                    <a:alpha val="12822"/>
                  </a:srgbClr>
                </a:gs>
                <a:gs pos="14286">
                  <a:srgbClr val="A99B81">
                    <a:alpha val="11849"/>
                  </a:srgbClr>
                </a:gs>
                <a:gs pos="28571">
                  <a:srgbClr val="A99B81">
                    <a:alpha val="9329"/>
                  </a:srgbClr>
                </a:gs>
                <a:gs pos="42857">
                  <a:srgbClr val="A99B81">
                    <a:alpha val="6221"/>
                  </a:srgbClr>
                </a:gs>
                <a:gs pos="57143">
                  <a:srgbClr val="A99B81">
                    <a:alpha val="3497"/>
                  </a:srgbClr>
                </a:gs>
                <a:gs pos="71429">
                  <a:srgbClr val="A99B81">
                    <a:alpha val="1652"/>
                  </a:srgbClr>
                </a:gs>
                <a:gs pos="85714">
                  <a:srgbClr val="A99B81">
                    <a:alpha val="657"/>
                  </a:srgbClr>
                </a:gs>
                <a:gs pos="100000">
                  <a:srgbClr val="A99B81">
                    <a:alpha val="2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0" name="Splat 440"/>
            <p:cNvSpPr>
              <a:spLocks noGrp="1"/>
            </p:cNvSpPr>
            <p:nvPr/>
          </p:nvSpPr>
          <p:spPr>
            <a:xfrm rot="5013240">
              <a:off x="1722481" y="345083"/>
              <a:ext cx="215748" cy="3336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1" name="Splat 441"/>
            <p:cNvSpPr>
              <a:spLocks noGrp="1"/>
            </p:cNvSpPr>
            <p:nvPr/>
          </p:nvSpPr>
          <p:spPr>
            <a:xfrm rot="-8869548">
              <a:off x="3020981" y="224737"/>
              <a:ext cx="638555" cy="479502"/>
            </a:xfrm>
            <a:prstGeom prst="ellipse">
              <a:avLst/>
            </a:prstGeom>
            <a:gradFill>
              <a:gsLst>
                <a:gs pos="0">
                  <a:srgbClr val="A00000">
                    <a:alpha val="32968"/>
                  </a:srgbClr>
                </a:gs>
                <a:gs pos="14286">
                  <a:srgbClr val="A00000">
                    <a:alpha val="30764"/>
                  </a:srgbClr>
                </a:gs>
                <a:gs pos="28571">
                  <a:srgbClr val="A00000">
                    <a:alpha val="24833"/>
                  </a:srgbClr>
                </a:gs>
                <a:gs pos="42857">
                  <a:srgbClr val="A00000">
                    <a:alpha val="17075"/>
                  </a:srgbClr>
                </a:gs>
                <a:gs pos="57143">
                  <a:srgbClr val="A00000">
                    <a:alpha val="9855"/>
                  </a:srgbClr>
                </a:gs>
                <a:gs pos="71429">
                  <a:srgbClr val="A00000">
                    <a:alpha val="4740"/>
                  </a:srgbClr>
                </a:gs>
                <a:gs pos="85714">
                  <a:srgbClr val="A00000">
                    <a:alpha val="1902"/>
                  </a:srgbClr>
                </a:gs>
                <a:gs pos="100000">
                  <a:srgbClr val="A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2" name="Splat 442"/>
            <p:cNvSpPr>
              <a:spLocks noGrp="1"/>
            </p:cNvSpPr>
            <p:nvPr/>
          </p:nvSpPr>
          <p:spPr>
            <a:xfrm rot="5400000">
              <a:off x="784784" y="1671685"/>
              <a:ext cx="63970" cy="63970"/>
            </a:xfrm>
            <a:prstGeom prst="ellipse">
              <a:avLst/>
            </a:prstGeom>
            <a:gradFill>
              <a:gsLst>
                <a:gs pos="0">
                  <a:srgbClr val="8F8889">
                    <a:alpha val="12773"/>
                  </a:srgbClr>
                </a:gs>
                <a:gs pos="14286">
                  <a:srgbClr val="8F8889">
                    <a:alpha val="11803"/>
                  </a:srgbClr>
                </a:gs>
                <a:gs pos="28571">
                  <a:srgbClr val="8F8889">
                    <a:alpha val="9292"/>
                  </a:srgbClr>
                </a:gs>
                <a:gs pos="42857">
                  <a:srgbClr val="8F8889">
                    <a:alpha val="6196"/>
                  </a:srgbClr>
                </a:gs>
                <a:gs pos="57143">
                  <a:srgbClr val="8F8889">
                    <a:alpha val="3482"/>
                  </a:srgbClr>
                </a:gs>
                <a:gs pos="71429">
                  <a:srgbClr val="8F8889">
                    <a:alpha val="1645"/>
                  </a:srgbClr>
                </a:gs>
                <a:gs pos="85714">
                  <a:srgbClr val="8F8889">
                    <a:alpha val="654"/>
                  </a:srgbClr>
                </a:gs>
                <a:gs pos="100000">
                  <a:srgbClr val="8F8889">
                    <a:alpha val="2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3" name="Splat 443"/>
            <p:cNvSpPr>
              <a:spLocks noGrp="1"/>
            </p:cNvSpPr>
            <p:nvPr/>
          </p:nvSpPr>
          <p:spPr>
            <a:xfrm rot="5400000">
              <a:off x="651683" y="1253172"/>
              <a:ext cx="64080" cy="64080"/>
            </a:xfrm>
            <a:prstGeom prst="ellipse">
              <a:avLst/>
            </a:prstGeom>
            <a:gradFill>
              <a:gsLst>
                <a:gs pos="0">
                  <a:srgbClr val="9FA1A8">
                    <a:alpha val="12743"/>
                  </a:srgbClr>
                </a:gs>
                <a:gs pos="14286">
                  <a:srgbClr val="9FA1A8">
                    <a:alpha val="11775"/>
                  </a:srgbClr>
                </a:gs>
                <a:gs pos="28571">
                  <a:srgbClr val="9FA1A8">
                    <a:alpha val="9270"/>
                  </a:srgbClr>
                </a:gs>
                <a:gs pos="42857">
                  <a:srgbClr val="9FA1A8">
                    <a:alpha val="6181"/>
                  </a:srgbClr>
                </a:gs>
                <a:gs pos="57143">
                  <a:srgbClr val="9FA1A8">
                    <a:alpha val="3474"/>
                  </a:srgbClr>
                </a:gs>
                <a:gs pos="71429">
                  <a:srgbClr val="9FA1A8">
                    <a:alpha val="1641"/>
                  </a:srgbClr>
                </a:gs>
                <a:gs pos="85714">
                  <a:srgbClr val="9FA1A8">
                    <a:alpha val="652"/>
                  </a:srgbClr>
                </a:gs>
                <a:gs pos="100000">
                  <a:srgbClr val="9FA1A8">
                    <a:alpha val="2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4" name="Splat 444"/>
            <p:cNvSpPr>
              <a:spLocks noGrp="1"/>
            </p:cNvSpPr>
            <p:nvPr/>
          </p:nvSpPr>
          <p:spPr>
            <a:xfrm rot="5875771">
              <a:off x="734747" y="1634189"/>
              <a:ext cx="336497" cy="41129"/>
            </a:xfrm>
            <a:prstGeom prst="ellipse">
              <a:avLst/>
            </a:prstGeom>
            <a:gradFill>
              <a:gsLst>
                <a:gs pos="0">
                  <a:srgbClr val="2F1A13">
                    <a:alpha val="32692"/>
                  </a:srgbClr>
                </a:gs>
                <a:gs pos="14286">
                  <a:srgbClr val="2F1A13">
                    <a:alpha val="30502"/>
                  </a:srgbClr>
                </a:gs>
                <a:gs pos="28571">
                  <a:srgbClr val="2F1A13">
                    <a:alpha val="24613"/>
                  </a:srgbClr>
                </a:gs>
                <a:gs pos="42857">
                  <a:srgbClr val="2F1A13">
                    <a:alpha val="16916"/>
                  </a:srgbClr>
                </a:gs>
                <a:gs pos="57143">
                  <a:srgbClr val="2F1A13">
                    <a:alpha val="9759"/>
                  </a:srgbClr>
                </a:gs>
                <a:gs pos="71429">
                  <a:srgbClr val="2F1A13">
                    <a:alpha val="4693"/>
                  </a:srgbClr>
                </a:gs>
                <a:gs pos="85714">
                  <a:srgbClr val="2F1A13">
                    <a:alpha val="1883"/>
                  </a:srgbClr>
                </a:gs>
                <a:gs pos="100000">
                  <a:srgbClr val="2F1A13">
                    <a:alpha val="6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5" name="Splat 445"/>
            <p:cNvSpPr>
              <a:spLocks noGrp="1"/>
            </p:cNvSpPr>
            <p:nvPr/>
          </p:nvSpPr>
          <p:spPr>
            <a:xfrm rot="5509447">
              <a:off x="561681" y="22090"/>
              <a:ext cx="629227" cy="67406"/>
            </a:xfrm>
            <a:prstGeom prst="ellipse">
              <a:avLst/>
            </a:prstGeom>
            <a:gradFill>
              <a:gsLst>
                <a:gs pos="0">
                  <a:srgbClr val="67DAEB">
                    <a:alpha val="14896"/>
                  </a:srgbClr>
                </a:gs>
                <a:gs pos="14286">
                  <a:srgbClr val="67DAEB">
                    <a:alpha val="13778"/>
                  </a:srgbClr>
                </a:gs>
                <a:gs pos="28571">
                  <a:srgbClr val="67DAEB">
                    <a:alpha val="10873"/>
                  </a:srgbClr>
                </a:gs>
                <a:gs pos="42857">
                  <a:srgbClr val="67DAEB">
                    <a:alpha val="7272"/>
                  </a:srgbClr>
                </a:gs>
                <a:gs pos="57143">
                  <a:srgbClr val="67DAEB">
                    <a:alpha val="4097"/>
                  </a:srgbClr>
                </a:gs>
                <a:gs pos="71429">
                  <a:srgbClr val="67DAEB">
                    <a:alpha val="1939"/>
                  </a:srgbClr>
                </a:gs>
                <a:gs pos="85714">
                  <a:srgbClr val="67DAEB">
                    <a:alpha val="771"/>
                  </a:srgbClr>
                </a:gs>
                <a:gs pos="100000">
                  <a:srgbClr val="67DAEB">
                    <a:alpha val="2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6" name="Splat 446"/>
            <p:cNvSpPr>
              <a:spLocks noGrp="1"/>
            </p:cNvSpPr>
            <p:nvPr/>
          </p:nvSpPr>
          <p:spPr>
            <a:xfrm rot="-10368897">
              <a:off x="2722241" y="624959"/>
              <a:ext cx="372753" cy="5126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7" name="Splat 447"/>
            <p:cNvSpPr>
              <a:spLocks noGrp="1"/>
            </p:cNvSpPr>
            <p:nvPr/>
          </p:nvSpPr>
          <p:spPr>
            <a:xfrm rot="5328308">
              <a:off x="1886334" y="1216367"/>
              <a:ext cx="241475" cy="33809"/>
            </a:xfrm>
            <a:prstGeom prst="ellipse">
              <a:avLst/>
            </a:prstGeom>
            <a:gradFill>
              <a:gsLst>
                <a:gs pos="0">
                  <a:srgbClr val="FFFFFE">
                    <a:alpha val="32968"/>
                  </a:srgbClr>
                </a:gs>
                <a:gs pos="14286">
                  <a:srgbClr val="FFFFFE">
                    <a:alpha val="30764"/>
                  </a:srgbClr>
                </a:gs>
                <a:gs pos="28571">
                  <a:srgbClr val="FFFFFE">
                    <a:alpha val="24833"/>
                  </a:srgbClr>
                </a:gs>
                <a:gs pos="42857">
                  <a:srgbClr val="FFFFFE">
                    <a:alpha val="17075"/>
                  </a:srgbClr>
                </a:gs>
                <a:gs pos="57143">
                  <a:srgbClr val="FFFFFE">
                    <a:alpha val="9855"/>
                  </a:srgbClr>
                </a:gs>
                <a:gs pos="71429">
                  <a:srgbClr val="FFFFFE">
                    <a:alpha val="4740"/>
                  </a:srgbClr>
                </a:gs>
                <a:gs pos="85714">
                  <a:srgbClr val="FFFFFE">
                    <a:alpha val="1902"/>
                  </a:srgbClr>
                </a:gs>
                <a:gs pos="100000">
                  <a:srgbClr val="FF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8" name="Splat 448"/>
            <p:cNvSpPr>
              <a:spLocks noGrp="1"/>
            </p:cNvSpPr>
            <p:nvPr/>
          </p:nvSpPr>
          <p:spPr>
            <a:xfrm rot="6291786">
              <a:off x="3198121" y="390510"/>
              <a:ext cx="199031" cy="102863"/>
            </a:xfrm>
            <a:prstGeom prst="ellipse">
              <a:avLst/>
            </a:prstGeom>
            <a:gradFill>
              <a:gsLst>
                <a:gs pos="0">
                  <a:srgbClr val="FFFFF8">
                    <a:alpha val="32968"/>
                  </a:srgbClr>
                </a:gs>
                <a:gs pos="14286">
                  <a:srgbClr val="FFFFF8">
                    <a:alpha val="30764"/>
                  </a:srgbClr>
                </a:gs>
                <a:gs pos="28571">
                  <a:srgbClr val="FFFFF8">
                    <a:alpha val="24833"/>
                  </a:srgbClr>
                </a:gs>
                <a:gs pos="42857">
                  <a:srgbClr val="FFFFF8">
                    <a:alpha val="17075"/>
                  </a:srgbClr>
                </a:gs>
                <a:gs pos="57143">
                  <a:srgbClr val="FFFFF8">
                    <a:alpha val="9855"/>
                  </a:srgbClr>
                </a:gs>
                <a:gs pos="71429">
                  <a:srgbClr val="FFFFF8">
                    <a:alpha val="4740"/>
                  </a:srgbClr>
                </a:gs>
                <a:gs pos="85714">
                  <a:srgbClr val="FFFFF8">
                    <a:alpha val="1902"/>
                  </a:srgbClr>
                </a:gs>
                <a:gs pos="100000">
                  <a:srgbClr val="FFFFF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9" name="Splat 449"/>
            <p:cNvSpPr>
              <a:spLocks noGrp="1"/>
            </p:cNvSpPr>
            <p:nvPr/>
          </p:nvSpPr>
          <p:spPr>
            <a:xfrm rot="-9843400">
              <a:off x="3179762" y="596130"/>
              <a:ext cx="297224" cy="114907"/>
            </a:xfrm>
            <a:prstGeom prst="ellipse">
              <a:avLst/>
            </a:prstGeom>
            <a:gradFill>
              <a:gsLst>
                <a:gs pos="0">
                  <a:srgbClr val="FFFAFF">
                    <a:alpha val="32968"/>
                  </a:srgbClr>
                </a:gs>
                <a:gs pos="14286">
                  <a:srgbClr val="FFFAFF">
                    <a:alpha val="30764"/>
                  </a:srgbClr>
                </a:gs>
                <a:gs pos="28571">
                  <a:srgbClr val="FFFAFF">
                    <a:alpha val="24833"/>
                  </a:srgbClr>
                </a:gs>
                <a:gs pos="42857">
                  <a:srgbClr val="FFFAFF">
                    <a:alpha val="17075"/>
                  </a:srgbClr>
                </a:gs>
                <a:gs pos="57143">
                  <a:srgbClr val="FFFAFF">
                    <a:alpha val="9855"/>
                  </a:srgbClr>
                </a:gs>
                <a:gs pos="71429">
                  <a:srgbClr val="FFFAFF">
                    <a:alpha val="4740"/>
                  </a:srgbClr>
                </a:gs>
                <a:gs pos="85714">
                  <a:srgbClr val="FFFAFF">
                    <a:alpha val="1902"/>
                  </a:srgbClr>
                </a:gs>
                <a:gs pos="100000">
                  <a:srgbClr val="FFFA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0" name="Splat 450"/>
            <p:cNvSpPr>
              <a:spLocks noGrp="1"/>
            </p:cNvSpPr>
            <p:nvPr/>
          </p:nvSpPr>
          <p:spPr>
            <a:xfrm rot="9922138">
              <a:off x="1991009" y="-162679"/>
              <a:ext cx="673351" cy="325358"/>
            </a:xfrm>
            <a:prstGeom prst="ellipse">
              <a:avLst/>
            </a:prstGeom>
            <a:gradFill>
              <a:gsLst>
                <a:gs pos="0">
                  <a:srgbClr val="0000C2">
                    <a:alpha val="5855"/>
                  </a:srgbClr>
                </a:gs>
                <a:gs pos="14286">
                  <a:srgbClr val="0000C2">
                    <a:alpha val="5395"/>
                  </a:srgbClr>
                </a:gs>
                <a:gs pos="28571">
                  <a:srgbClr val="0000C2">
                    <a:alpha val="4215"/>
                  </a:srgbClr>
                </a:gs>
                <a:gs pos="42857">
                  <a:srgbClr val="0000C2">
                    <a:alpha val="2785"/>
                  </a:srgbClr>
                </a:gs>
                <a:gs pos="57143">
                  <a:srgbClr val="0000C2">
                    <a:alpha val="1553"/>
                  </a:srgbClr>
                </a:gs>
                <a:gs pos="71429">
                  <a:srgbClr val="0000C2">
                    <a:alpha val="730"/>
                  </a:srgbClr>
                </a:gs>
                <a:gs pos="85714">
                  <a:srgbClr val="0000C2">
                    <a:alpha val="289"/>
                  </a:srgbClr>
                </a:gs>
                <a:gs pos="100000">
                  <a:srgbClr val="0000C2">
                    <a:alpha val="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1" name="Splat 451"/>
            <p:cNvSpPr>
              <a:spLocks noGrp="1"/>
            </p:cNvSpPr>
            <p:nvPr/>
          </p:nvSpPr>
          <p:spPr>
            <a:xfrm rot="5400000">
              <a:off x="2480319" y="866450"/>
              <a:ext cx="64285" cy="64285"/>
            </a:xfrm>
            <a:prstGeom prst="ellipse">
              <a:avLst/>
            </a:prstGeom>
            <a:gradFill>
              <a:gsLst>
                <a:gs pos="0">
                  <a:srgbClr val="855B66">
                    <a:alpha val="12687"/>
                  </a:srgbClr>
                </a:gs>
                <a:gs pos="14286">
                  <a:srgbClr val="855B66">
                    <a:alpha val="11724"/>
                  </a:srgbClr>
                </a:gs>
                <a:gs pos="28571">
                  <a:srgbClr val="855B66">
                    <a:alpha val="9228"/>
                  </a:srgbClr>
                </a:gs>
                <a:gs pos="42857">
                  <a:srgbClr val="855B66">
                    <a:alpha val="6153"/>
                  </a:srgbClr>
                </a:gs>
                <a:gs pos="57143">
                  <a:srgbClr val="855B66">
                    <a:alpha val="3458"/>
                  </a:srgbClr>
                </a:gs>
                <a:gs pos="71429">
                  <a:srgbClr val="855B66">
                    <a:alpha val="1634"/>
                  </a:srgbClr>
                </a:gs>
                <a:gs pos="85714">
                  <a:srgbClr val="855B66">
                    <a:alpha val="649"/>
                  </a:srgbClr>
                </a:gs>
                <a:gs pos="100000">
                  <a:srgbClr val="855B66">
                    <a:alpha val="2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2" name="Splat 452"/>
            <p:cNvSpPr>
              <a:spLocks noGrp="1"/>
            </p:cNvSpPr>
            <p:nvPr/>
          </p:nvSpPr>
          <p:spPr>
            <a:xfrm rot="5400000">
              <a:off x="2266422" y="1441901"/>
              <a:ext cx="64299" cy="64299"/>
            </a:xfrm>
            <a:prstGeom prst="ellipse">
              <a:avLst/>
            </a:prstGeom>
            <a:gradFill>
              <a:gsLst>
                <a:gs pos="0">
                  <a:srgbClr val="A78477">
                    <a:alpha val="12683"/>
                  </a:srgbClr>
                </a:gs>
                <a:gs pos="14286">
                  <a:srgbClr val="A78477">
                    <a:alpha val="11720"/>
                  </a:srgbClr>
                </a:gs>
                <a:gs pos="28571">
                  <a:srgbClr val="A78477">
                    <a:alpha val="9225"/>
                  </a:srgbClr>
                </a:gs>
                <a:gs pos="42857">
                  <a:srgbClr val="A78477">
                    <a:alpha val="6151"/>
                  </a:srgbClr>
                </a:gs>
                <a:gs pos="57143">
                  <a:srgbClr val="A78477">
                    <a:alpha val="3457"/>
                  </a:srgbClr>
                </a:gs>
                <a:gs pos="71429">
                  <a:srgbClr val="A78477">
                    <a:alpha val="1633"/>
                  </a:srgbClr>
                </a:gs>
                <a:gs pos="85714">
                  <a:srgbClr val="A78477">
                    <a:alpha val="649"/>
                  </a:srgbClr>
                </a:gs>
                <a:gs pos="100000">
                  <a:srgbClr val="A78477">
                    <a:alpha val="2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3" name="Splat 453"/>
            <p:cNvSpPr>
              <a:spLocks noGrp="1"/>
            </p:cNvSpPr>
            <p:nvPr/>
          </p:nvSpPr>
          <p:spPr>
            <a:xfrm rot="5400000">
              <a:off x="1698330" y="1646669"/>
              <a:ext cx="64427" cy="64427"/>
            </a:xfrm>
            <a:prstGeom prst="ellipse">
              <a:avLst/>
            </a:prstGeom>
            <a:gradFill>
              <a:gsLst>
                <a:gs pos="0">
                  <a:srgbClr val="676566">
                    <a:alpha val="12649"/>
                  </a:srgbClr>
                </a:gs>
                <a:gs pos="14286">
                  <a:srgbClr val="676566">
                    <a:alpha val="11688"/>
                  </a:srgbClr>
                </a:gs>
                <a:gs pos="28571">
                  <a:srgbClr val="676566">
                    <a:alpha val="9200"/>
                  </a:srgbClr>
                </a:gs>
                <a:gs pos="42857">
                  <a:srgbClr val="676566">
                    <a:alpha val="6134"/>
                  </a:srgbClr>
                </a:gs>
                <a:gs pos="57143">
                  <a:srgbClr val="676566">
                    <a:alpha val="3447"/>
                  </a:srgbClr>
                </a:gs>
                <a:gs pos="71429">
                  <a:srgbClr val="676566">
                    <a:alpha val="1628"/>
                  </a:srgbClr>
                </a:gs>
                <a:gs pos="85714">
                  <a:srgbClr val="676566">
                    <a:alpha val="647"/>
                  </a:srgbClr>
                </a:gs>
                <a:gs pos="100000">
                  <a:srgbClr val="676566">
                    <a:alpha val="2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4" name="Splat 454"/>
            <p:cNvSpPr>
              <a:spLocks noGrp="1"/>
            </p:cNvSpPr>
            <p:nvPr/>
          </p:nvSpPr>
          <p:spPr>
            <a:xfrm rot="5400000">
              <a:off x="2900110" y="1416269"/>
              <a:ext cx="64685" cy="64685"/>
            </a:xfrm>
            <a:prstGeom prst="ellipse">
              <a:avLst/>
            </a:prstGeom>
            <a:gradFill>
              <a:gsLst>
                <a:gs pos="0">
                  <a:srgbClr val="F53237">
                    <a:alpha val="12578"/>
                  </a:srgbClr>
                </a:gs>
                <a:gs pos="14286">
                  <a:srgbClr val="F53237">
                    <a:alpha val="11623"/>
                  </a:srgbClr>
                </a:gs>
                <a:gs pos="28571">
                  <a:srgbClr val="F53237">
                    <a:alpha val="9148"/>
                  </a:srgbClr>
                </a:gs>
                <a:gs pos="42857">
                  <a:srgbClr val="F53237">
                    <a:alpha val="6099"/>
                  </a:srgbClr>
                </a:gs>
                <a:gs pos="57143">
                  <a:srgbClr val="F53237">
                    <a:alpha val="3427"/>
                  </a:srgbClr>
                </a:gs>
                <a:gs pos="71429">
                  <a:srgbClr val="F53237">
                    <a:alpha val="1619"/>
                  </a:srgbClr>
                </a:gs>
                <a:gs pos="85714">
                  <a:srgbClr val="F53237">
                    <a:alpha val="643"/>
                  </a:srgbClr>
                </a:gs>
                <a:gs pos="100000">
                  <a:srgbClr val="F53237">
                    <a:alpha val="2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5" name="Splat 455"/>
            <p:cNvSpPr>
              <a:spLocks noGrp="1"/>
            </p:cNvSpPr>
            <p:nvPr/>
          </p:nvSpPr>
          <p:spPr>
            <a:xfrm rot="6883432">
              <a:off x="1288474" y="349328"/>
              <a:ext cx="696429" cy="290054"/>
            </a:xfrm>
            <a:prstGeom prst="ellipse">
              <a:avLst/>
            </a:prstGeom>
            <a:gradFill>
              <a:gsLst>
                <a:gs pos="0">
                  <a:srgbClr val="0F0000">
                    <a:alpha val="31077"/>
                  </a:srgbClr>
                </a:gs>
                <a:gs pos="14286">
                  <a:srgbClr val="0F0000">
                    <a:alpha val="28970"/>
                  </a:srgbClr>
                </a:gs>
                <a:gs pos="28571">
                  <a:srgbClr val="0F0000">
                    <a:alpha val="23325"/>
                  </a:srgbClr>
                </a:gs>
                <a:gs pos="42857">
                  <a:srgbClr val="0F0000">
                    <a:alpha val="15988"/>
                  </a:srgbClr>
                </a:gs>
                <a:gs pos="57143">
                  <a:srgbClr val="0F0000">
                    <a:alpha val="9202"/>
                  </a:srgbClr>
                </a:gs>
                <a:gs pos="71429">
                  <a:srgbClr val="0F0000">
                    <a:alpha val="4418"/>
                  </a:srgbClr>
                </a:gs>
                <a:gs pos="85714">
                  <a:srgbClr val="0F0000">
                    <a:alpha val="1771"/>
                  </a:srgbClr>
                </a:gs>
                <a:gs pos="100000">
                  <a:srgbClr val="0F0000">
                    <a:alpha val="5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6" name="Splat 456"/>
            <p:cNvSpPr>
              <a:spLocks noGrp="1"/>
            </p:cNvSpPr>
            <p:nvPr/>
          </p:nvSpPr>
          <p:spPr>
            <a:xfrm rot="5400000">
              <a:off x="1923130" y="27997"/>
              <a:ext cx="64624" cy="64624"/>
            </a:xfrm>
            <a:prstGeom prst="ellipse">
              <a:avLst/>
            </a:prstGeom>
            <a:gradFill>
              <a:gsLst>
                <a:gs pos="0">
                  <a:srgbClr val="C58A6C">
                    <a:alpha val="12595"/>
                  </a:srgbClr>
                </a:gs>
                <a:gs pos="14286">
                  <a:srgbClr val="C58A6C">
                    <a:alpha val="11638"/>
                  </a:srgbClr>
                </a:gs>
                <a:gs pos="28571">
                  <a:srgbClr val="C58A6C">
                    <a:alpha val="9160"/>
                  </a:srgbClr>
                </a:gs>
                <a:gs pos="42857">
                  <a:srgbClr val="C58A6C">
                    <a:alpha val="6107"/>
                  </a:srgbClr>
                </a:gs>
                <a:gs pos="57143">
                  <a:srgbClr val="C58A6C">
                    <a:alpha val="3431"/>
                  </a:srgbClr>
                </a:gs>
                <a:gs pos="71429">
                  <a:srgbClr val="C58A6C">
                    <a:alpha val="1621"/>
                  </a:srgbClr>
                </a:gs>
                <a:gs pos="85714">
                  <a:srgbClr val="C58A6C">
                    <a:alpha val="644"/>
                  </a:srgbClr>
                </a:gs>
                <a:gs pos="100000">
                  <a:srgbClr val="C58A6C">
                    <a:alpha val="2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7" name="Splat 457"/>
            <p:cNvSpPr>
              <a:spLocks noGrp="1"/>
            </p:cNvSpPr>
            <p:nvPr/>
          </p:nvSpPr>
          <p:spPr>
            <a:xfrm rot="4610994">
              <a:off x="1915564" y="1232484"/>
              <a:ext cx="764674" cy="170516"/>
            </a:xfrm>
            <a:prstGeom prst="ellipse">
              <a:avLst/>
            </a:prstGeom>
            <a:gradFill>
              <a:gsLst>
                <a:gs pos="0">
                  <a:srgbClr val="210000">
                    <a:alpha val="32968"/>
                  </a:srgbClr>
                </a:gs>
                <a:gs pos="14286">
                  <a:srgbClr val="210000">
                    <a:alpha val="30764"/>
                  </a:srgbClr>
                </a:gs>
                <a:gs pos="28571">
                  <a:srgbClr val="210000">
                    <a:alpha val="24833"/>
                  </a:srgbClr>
                </a:gs>
                <a:gs pos="42857">
                  <a:srgbClr val="210000">
                    <a:alpha val="17075"/>
                  </a:srgbClr>
                </a:gs>
                <a:gs pos="57143">
                  <a:srgbClr val="210000">
                    <a:alpha val="9855"/>
                  </a:srgbClr>
                </a:gs>
                <a:gs pos="71429">
                  <a:srgbClr val="210000">
                    <a:alpha val="4740"/>
                  </a:srgbClr>
                </a:gs>
                <a:gs pos="85714">
                  <a:srgbClr val="210000">
                    <a:alpha val="1902"/>
                  </a:srgbClr>
                </a:gs>
                <a:gs pos="100000">
                  <a:srgbClr val="21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8" name="Splat 458"/>
            <p:cNvSpPr>
              <a:spLocks noGrp="1"/>
            </p:cNvSpPr>
            <p:nvPr/>
          </p:nvSpPr>
          <p:spPr>
            <a:xfrm rot="-9909735">
              <a:off x="3145627" y="-198248"/>
              <a:ext cx="573291" cy="397874"/>
            </a:xfrm>
            <a:prstGeom prst="ellipse">
              <a:avLst/>
            </a:prstGeom>
            <a:gradFill>
              <a:gsLst>
                <a:gs pos="0">
                  <a:srgbClr val="000000">
                    <a:alpha val="8139"/>
                  </a:srgbClr>
                </a:gs>
                <a:gs pos="14286">
                  <a:srgbClr val="000000">
                    <a:alpha val="7506"/>
                  </a:srgbClr>
                </a:gs>
                <a:gs pos="28571">
                  <a:srgbClr val="000000">
                    <a:alpha val="5878"/>
                  </a:srgbClr>
                </a:gs>
                <a:gs pos="42857">
                  <a:srgbClr val="000000">
                    <a:alpha val="3896"/>
                  </a:srgbClr>
                </a:gs>
                <a:gs pos="57143">
                  <a:srgbClr val="000000">
                    <a:alpha val="2178"/>
                  </a:srgbClr>
                </a:gs>
                <a:gs pos="71429">
                  <a:srgbClr val="000000">
                    <a:alpha val="1025"/>
                  </a:srgbClr>
                </a:gs>
                <a:gs pos="85714">
                  <a:srgbClr val="000000">
                    <a:alpha val="407"/>
                  </a:srgbClr>
                </a:gs>
                <a:gs pos="100000">
                  <a:srgbClr val="000000">
                    <a:alpha val="1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9" name="Splat 459"/>
            <p:cNvSpPr>
              <a:spLocks noGrp="1"/>
            </p:cNvSpPr>
            <p:nvPr/>
          </p:nvSpPr>
          <p:spPr>
            <a:xfrm rot="-10471527">
              <a:off x="2948354" y="1089860"/>
              <a:ext cx="541786" cy="474185"/>
            </a:xfrm>
            <a:prstGeom prst="ellipse">
              <a:avLst/>
            </a:prstGeom>
            <a:gradFill>
              <a:gsLst>
                <a:gs pos="0">
                  <a:srgbClr val="F05E00">
                    <a:alpha val="32968"/>
                  </a:srgbClr>
                </a:gs>
                <a:gs pos="14286">
                  <a:srgbClr val="F05E00">
                    <a:alpha val="30764"/>
                  </a:srgbClr>
                </a:gs>
                <a:gs pos="28571">
                  <a:srgbClr val="F05E00">
                    <a:alpha val="24833"/>
                  </a:srgbClr>
                </a:gs>
                <a:gs pos="42857">
                  <a:srgbClr val="F05E00">
                    <a:alpha val="17075"/>
                  </a:srgbClr>
                </a:gs>
                <a:gs pos="57143">
                  <a:srgbClr val="F05E00">
                    <a:alpha val="9855"/>
                  </a:srgbClr>
                </a:gs>
                <a:gs pos="71429">
                  <a:srgbClr val="F05E00">
                    <a:alpha val="4740"/>
                  </a:srgbClr>
                </a:gs>
                <a:gs pos="85714">
                  <a:srgbClr val="F05E00">
                    <a:alpha val="1902"/>
                  </a:srgbClr>
                </a:gs>
                <a:gs pos="100000">
                  <a:srgbClr val="F05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0" name="Splat 460"/>
            <p:cNvSpPr>
              <a:spLocks noGrp="1"/>
            </p:cNvSpPr>
            <p:nvPr/>
          </p:nvSpPr>
          <p:spPr>
            <a:xfrm rot="5311987">
              <a:off x="1358454" y="257985"/>
              <a:ext cx="454110" cy="51842"/>
            </a:xfrm>
            <a:prstGeom prst="ellipse">
              <a:avLst/>
            </a:prstGeom>
            <a:gradFill>
              <a:gsLst>
                <a:gs pos="0">
                  <a:srgbClr val="FDD5AA">
                    <a:alpha val="32079"/>
                  </a:srgbClr>
                </a:gs>
                <a:gs pos="14286">
                  <a:srgbClr val="FDD5AA">
                    <a:alpha val="29920"/>
                  </a:srgbClr>
                </a:gs>
                <a:gs pos="28571">
                  <a:srgbClr val="FDD5AA">
                    <a:alpha val="24123"/>
                  </a:srgbClr>
                </a:gs>
                <a:gs pos="42857">
                  <a:srgbClr val="FDD5AA">
                    <a:alpha val="16562"/>
                  </a:srgbClr>
                </a:gs>
                <a:gs pos="57143">
                  <a:srgbClr val="FDD5AA">
                    <a:alpha val="9546"/>
                  </a:srgbClr>
                </a:gs>
                <a:gs pos="71429">
                  <a:srgbClr val="FDD5AA">
                    <a:alpha val="4588"/>
                  </a:srgbClr>
                </a:gs>
                <a:gs pos="85714">
                  <a:srgbClr val="FDD5AA">
                    <a:alpha val="1840"/>
                  </a:srgbClr>
                </a:gs>
                <a:gs pos="100000">
                  <a:srgbClr val="FDD5AA">
                    <a:alpha val="6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1" name="Splat 461"/>
            <p:cNvSpPr>
              <a:spLocks noGrp="1"/>
            </p:cNvSpPr>
            <p:nvPr/>
          </p:nvSpPr>
          <p:spPr>
            <a:xfrm rot="5400000">
              <a:off x="1643594" y="1674655"/>
              <a:ext cx="64904" cy="64904"/>
            </a:xfrm>
            <a:prstGeom prst="ellipse">
              <a:avLst/>
            </a:prstGeom>
            <a:gradFill>
              <a:gsLst>
                <a:gs pos="0">
                  <a:srgbClr val="9A9A9A">
                    <a:alpha val="12519"/>
                  </a:srgbClr>
                </a:gs>
                <a:gs pos="14286">
                  <a:srgbClr val="9A9A9A">
                    <a:alpha val="11567"/>
                  </a:srgbClr>
                </a:gs>
                <a:gs pos="28571">
                  <a:srgbClr val="9A9A9A">
                    <a:alpha val="9103"/>
                  </a:srgbClr>
                </a:gs>
                <a:gs pos="42857">
                  <a:srgbClr val="9A9A9A">
                    <a:alpha val="6069"/>
                  </a:srgbClr>
                </a:gs>
                <a:gs pos="57143">
                  <a:srgbClr val="9A9A9A">
                    <a:alpha val="3410"/>
                  </a:srgbClr>
                </a:gs>
                <a:gs pos="71429">
                  <a:srgbClr val="9A9A9A">
                    <a:alpha val="1611"/>
                  </a:srgbClr>
                </a:gs>
                <a:gs pos="85714">
                  <a:srgbClr val="9A9A9A">
                    <a:alpha val="640"/>
                  </a:srgbClr>
                </a:gs>
                <a:gs pos="100000">
                  <a:srgbClr val="9A9A9A">
                    <a:alpha val="2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2" name="Splat 462"/>
            <p:cNvSpPr>
              <a:spLocks noGrp="1"/>
            </p:cNvSpPr>
            <p:nvPr/>
          </p:nvSpPr>
          <p:spPr>
            <a:xfrm rot="5400000">
              <a:off x="1841886" y="1265771"/>
              <a:ext cx="64997" cy="64997"/>
            </a:xfrm>
            <a:prstGeom prst="ellipse">
              <a:avLst/>
            </a:prstGeom>
            <a:gradFill>
              <a:gsLst>
                <a:gs pos="0">
                  <a:srgbClr val="69625F">
                    <a:alpha val="12493"/>
                  </a:srgbClr>
                </a:gs>
                <a:gs pos="14286">
                  <a:srgbClr val="69625F">
                    <a:alpha val="11544"/>
                  </a:srgbClr>
                </a:gs>
                <a:gs pos="28571">
                  <a:srgbClr val="69625F">
                    <a:alpha val="9085"/>
                  </a:srgbClr>
                </a:gs>
                <a:gs pos="42857">
                  <a:srgbClr val="69625F">
                    <a:alpha val="6056"/>
                  </a:srgbClr>
                </a:gs>
                <a:gs pos="57143">
                  <a:srgbClr val="69625F">
                    <a:alpha val="3402"/>
                  </a:srgbClr>
                </a:gs>
                <a:gs pos="71429">
                  <a:srgbClr val="69625F">
                    <a:alpha val="1607"/>
                  </a:srgbClr>
                </a:gs>
                <a:gs pos="85714">
                  <a:srgbClr val="69625F">
                    <a:alpha val="639"/>
                  </a:srgbClr>
                </a:gs>
                <a:gs pos="100000">
                  <a:srgbClr val="69625F">
                    <a:alpha val="2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3" name="Splat 463"/>
            <p:cNvSpPr>
              <a:spLocks noGrp="1"/>
            </p:cNvSpPr>
            <p:nvPr/>
          </p:nvSpPr>
          <p:spPr>
            <a:xfrm rot="5400000">
              <a:off x="1085203" y="1300950"/>
              <a:ext cx="65025" cy="65025"/>
            </a:xfrm>
            <a:prstGeom prst="ellipse">
              <a:avLst/>
            </a:prstGeom>
            <a:gradFill>
              <a:gsLst>
                <a:gs pos="0">
                  <a:srgbClr val="76747A">
                    <a:alpha val="12486"/>
                  </a:srgbClr>
                </a:gs>
                <a:gs pos="14286">
                  <a:srgbClr val="76747A">
                    <a:alpha val="11537"/>
                  </a:srgbClr>
                </a:gs>
                <a:gs pos="28571">
                  <a:srgbClr val="76747A">
                    <a:alpha val="9079"/>
                  </a:srgbClr>
                </a:gs>
                <a:gs pos="42857">
                  <a:srgbClr val="76747A">
                    <a:alpha val="6052"/>
                  </a:srgbClr>
                </a:gs>
                <a:gs pos="57143">
                  <a:srgbClr val="76747A">
                    <a:alpha val="3400"/>
                  </a:srgbClr>
                </a:gs>
                <a:gs pos="71429">
                  <a:srgbClr val="76747A">
                    <a:alpha val="1606"/>
                  </a:srgbClr>
                </a:gs>
                <a:gs pos="85714">
                  <a:srgbClr val="76747A">
                    <a:alpha val="638"/>
                  </a:srgbClr>
                </a:gs>
                <a:gs pos="100000">
                  <a:srgbClr val="76747A">
                    <a:alpha val="2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4" name="Splat 464"/>
            <p:cNvSpPr>
              <a:spLocks noGrp="1"/>
            </p:cNvSpPr>
            <p:nvPr/>
          </p:nvSpPr>
          <p:spPr>
            <a:xfrm rot="5400000">
              <a:off x="2615524" y="1112880"/>
              <a:ext cx="65167" cy="65167"/>
            </a:xfrm>
            <a:prstGeom prst="ellipse">
              <a:avLst/>
            </a:prstGeom>
            <a:gradFill>
              <a:gsLst>
                <a:gs pos="0">
                  <a:srgbClr val="DF3026">
                    <a:alpha val="12447"/>
                  </a:srgbClr>
                </a:gs>
                <a:gs pos="14286">
                  <a:srgbClr val="DF3026">
                    <a:alpha val="11501"/>
                  </a:srgbClr>
                </a:gs>
                <a:gs pos="28571">
                  <a:srgbClr val="DF3026">
                    <a:alpha val="9050"/>
                  </a:srgbClr>
                </a:gs>
                <a:gs pos="42857">
                  <a:srgbClr val="DF3026">
                    <a:alpha val="6033"/>
                  </a:srgbClr>
                </a:gs>
                <a:gs pos="57143">
                  <a:srgbClr val="DF3026">
                    <a:alpha val="3389"/>
                  </a:srgbClr>
                </a:gs>
                <a:gs pos="71429">
                  <a:srgbClr val="DF3026">
                    <a:alpha val="1601"/>
                  </a:srgbClr>
                </a:gs>
                <a:gs pos="85714">
                  <a:srgbClr val="DF3026">
                    <a:alpha val="636"/>
                  </a:srgbClr>
                </a:gs>
                <a:gs pos="100000">
                  <a:srgbClr val="DF3026">
                    <a:alpha val="2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5" name="Splat 465"/>
            <p:cNvSpPr>
              <a:spLocks noGrp="1"/>
            </p:cNvSpPr>
            <p:nvPr/>
          </p:nvSpPr>
          <p:spPr>
            <a:xfrm rot="5555478">
              <a:off x="1274449" y="377480"/>
              <a:ext cx="752482" cy="30053"/>
            </a:xfrm>
            <a:prstGeom prst="ellipse">
              <a:avLst/>
            </a:prstGeom>
            <a:gradFill>
              <a:gsLst>
                <a:gs pos="0">
                  <a:srgbClr val="FFFFED">
                    <a:alpha val="32968"/>
                  </a:srgbClr>
                </a:gs>
                <a:gs pos="14286">
                  <a:srgbClr val="FFFFED">
                    <a:alpha val="30764"/>
                  </a:srgbClr>
                </a:gs>
                <a:gs pos="28571">
                  <a:srgbClr val="FFFFED">
                    <a:alpha val="24833"/>
                  </a:srgbClr>
                </a:gs>
                <a:gs pos="42857">
                  <a:srgbClr val="FFFFED">
                    <a:alpha val="17075"/>
                  </a:srgbClr>
                </a:gs>
                <a:gs pos="57143">
                  <a:srgbClr val="FFFFED">
                    <a:alpha val="9855"/>
                  </a:srgbClr>
                </a:gs>
                <a:gs pos="71429">
                  <a:srgbClr val="FFFFED">
                    <a:alpha val="4740"/>
                  </a:srgbClr>
                </a:gs>
                <a:gs pos="85714">
                  <a:srgbClr val="FFFFED">
                    <a:alpha val="1902"/>
                  </a:srgbClr>
                </a:gs>
                <a:gs pos="100000">
                  <a:srgbClr val="FFFFE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6" name="Splat 466"/>
            <p:cNvSpPr>
              <a:spLocks noGrp="1"/>
            </p:cNvSpPr>
            <p:nvPr/>
          </p:nvSpPr>
          <p:spPr>
            <a:xfrm rot="4074730">
              <a:off x="1292773" y="1659490"/>
              <a:ext cx="411606" cy="54046"/>
            </a:xfrm>
            <a:prstGeom prst="ellipse">
              <a:avLst/>
            </a:prstGeom>
            <a:gradFill>
              <a:gsLst>
                <a:gs pos="0">
                  <a:srgbClr val="F5F8FF">
                    <a:alpha val="15251"/>
                  </a:srgbClr>
                </a:gs>
                <a:gs pos="14286">
                  <a:srgbClr val="F5F8FF">
                    <a:alpha val="14109"/>
                  </a:srgbClr>
                </a:gs>
                <a:gs pos="28571">
                  <a:srgbClr val="F5F8FF">
                    <a:alpha val="11138"/>
                  </a:srgbClr>
                </a:gs>
                <a:gs pos="42857">
                  <a:srgbClr val="F5F8FF">
                    <a:alpha val="7453"/>
                  </a:srgbClr>
                </a:gs>
                <a:gs pos="57143">
                  <a:srgbClr val="F5F8FF">
                    <a:alpha val="4201"/>
                  </a:srgbClr>
                </a:gs>
                <a:gs pos="71429">
                  <a:srgbClr val="F5F8FF">
                    <a:alpha val="1989"/>
                  </a:srgbClr>
                </a:gs>
                <a:gs pos="85714">
                  <a:srgbClr val="F5F8FF">
                    <a:alpha val="791"/>
                  </a:srgbClr>
                </a:gs>
                <a:gs pos="100000">
                  <a:srgbClr val="F5F8FF">
                    <a:alpha val="2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7" name="Splat 467"/>
            <p:cNvSpPr>
              <a:spLocks noGrp="1"/>
            </p:cNvSpPr>
            <p:nvPr/>
          </p:nvSpPr>
          <p:spPr>
            <a:xfrm rot="10540444">
              <a:off x="3076118" y="370757"/>
              <a:ext cx="308237" cy="13016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8" name="Splat 468"/>
            <p:cNvSpPr>
              <a:spLocks noGrp="1"/>
            </p:cNvSpPr>
            <p:nvPr/>
          </p:nvSpPr>
          <p:spPr>
            <a:xfrm rot="-9089717">
              <a:off x="512619" y="718267"/>
              <a:ext cx="572301" cy="55411"/>
            </a:xfrm>
            <a:prstGeom prst="ellipse">
              <a:avLst/>
            </a:prstGeom>
            <a:gradFill>
              <a:gsLst>
                <a:gs pos="0">
                  <a:srgbClr val="001E42">
                    <a:alpha val="32968"/>
                  </a:srgbClr>
                </a:gs>
                <a:gs pos="14286">
                  <a:srgbClr val="001E42">
                    <a:alpha val="30764"/>
                  </a:srgbClr>
                </a:gs>
                <a:gs pos="28571">
                  <a:srgbClr val="001E42">
                    <a:alpha val="24833"/>
                  </a:srgbClr>
                </a:gs>
                <a:gs pos="42857">
                  <a:srgbClr val="001E42">
                    <a:alpha val="17075"/>
                  </a:srgbClr>
                </a:gs>
                <a:gs pos="57143">
                  <a:srgbClr val="001E42">
                    <a:alpha val="9855"/>
                  </a:srgbClr>
                </a:gs>
                <a:gs pos="71429">
                  <a:srgbClr val="001E42">
                    <a:alpha val="4740"/>
                  </a:srgbClr>
                </a:gs>
                <a:gs pos="85714">
                  <a:srgbClr val="001E42">
                    <a:alpha val="1902"/>
                  </a:srgbClr>
                </a:gs>
                <a:gs pos="100000">
                  <a:srgbClr val="001E4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9" name="Splat 469"/>
            <p:cNvSpPr>
              <a:spLocks noGrp="1"/>
            </p:cNvSpPr>
            <p:nvPr/>
          </p:nvSpPr>
          <p:spPr>
            <a:xfrm rot="6936981">
              <a:off x="1126783" y="6351"/>
              <a:ext cx="706056" cy="63962"/>
            </a:xfrm>
            <a:prstGeom prst="ellipse">
              <a:avLst/>
            </a:prstGeom>
            <a:gradFill>
              <a:gsLst>
                <a:gs pos="0">
                  <a:srgbClr val="5C1600">
                    <a:alpha val="32968"/>
                  </a:srgbClr>
                </a:gs>
                <a:gs pos="14286">
                  <a:srgbClr val="5C1600">
                    <a:alpha val="30764"/>
                  </a:srgbClr>
                </a:gs>
                <a:gs pos="28571">
                  <a:srgbClr val="5C1600">
                    <a:alpha val="24833"/>
                  </a:srgbClr>
                </a:gs>
                <a:gs pos="42857">
                  <a:srgbClr val="5C1600">
                    <a:alpha val="17075"/>
                  </a:srgbClr>
                </a:gs>
                <a:gs pos="57143">
                  <a:srgbClr val="5C1600">
                    <a:alpha val="9855"/>
                  </a:srgbClr>
                </a:gs>
                <a:gs pos="71429">
                  <a:srgbClr val="5C1600">
                    <a:alpha val="4740"/>
                  </a:srgbClr>
                </a:gs>
                <a:gs pos="85714">
                  <a:srgbClr val="5C1600">
                    <a:alpha val="1902"/>
                  </a:srgbClr>
                </a:gs>
                <a:gs pos="100000">
                  <a:srgbClr val="5C1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0" name="Splat 470"/>
            <p:cNvSpPr>
              <a:spLocks noGrp="1"/>
            </p:cNvSpPr>
            <p:nvPr/>
          </p:nvSpPr>
          <p:spPr>
            <a:xfrm rot="-10038901">
              <a:off x="1653822" y="397750"/>
              <a:ext cx="387504" cy="373493"/>
            </a:xfrm>
            <a:prstGeom prst="ellipse">
              <a:avLst/>
            </a:prstGeom>
            <a:gradFill>
              <a:gsLst>
                <a:gs pos="0">
                  <a:srgbClr val="910000">
                    <a:alpha val="2891"/>
                  </a:srgbClr>
                </a:gs>
                <a:gs pos="14286">
                  <a:srgbClr val="910000">
                    <a:alpha val="2660"/>
                  </a:srgbClr>
                </a:gs>
                <a:gs pos="28571">
                  <a:srgbClr val="910000">
                    <a:alpha val="2072"/>
                  </a:srgbClr>
                </a:gs>
                <a:gs pos="42857">
                  <a:srgbClr val="910000">
                    <a:alpha val="1364"/>
                  </a:srgbClr>
                </a:gs>
                <a:gs pos="57143">
                  <a:srgbClr val="910000">
                    <a:alpha val="758"/>
                  </a:srgbClr>
                </a:gs>
                <a:gs pos="71429">
                  <a:srgbClr val="910000">
                    <a:alpha val="356"/>
                  </a:srgbClr>
                </a:gs>
                <a:gs pos="85714">
                  <a:srgbClr val="910000">
                    <a:alpha val="141"/>
                  </a:srgbClr>
                </a:gs>
                <a:gs pos="100000">
                  <a:srgbClr val="910000">
                    <a:alpha val="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1" name="Splat 471"/>
            <p:cNvSpPr>
              <a:spLocks noGrp="1"/>
            </p:cNvSpPr>
            <p:nvPr/>
          </p:nvSpPr>
          <p:spPr>
            <a:xfrm rot="-8487329">
              <a:off x="1887238" y="114743"/>
              <a:ext cx="622233" cy="36201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2" name="Splat 472"/>
            <p:cNvSpPr>
              <a:spLocks noGrp="1"/>
            </p:cNvSpPr>
            <p:nvPr/>
          </p:nvSpPr>
          <p:spPr>
            <a:xfrm rot="-9947804">
              <a:off x="1725489" y="143453"/>
              <a:ext cx="759557" cy="190624"/>
            </a:xfrm>
            <a:prstGeom prst="ellipse">
              <a:avLst/>
            </a:prstGeom>
            <a:gradFill>
              <a:gsLst>
                <a:gs pos="0">
                  <a:srgbClr val="C25800">
                    <a:alpha val="32968"/>
                  </a:srgbClr>
                </a:gs>
                <a:gs pos="14286">
                  <a:srgbClr val="C25800">
                    <a:alpha val="30764"/>
                  </a:srgbClr>
                </a:gs>
                <a:gs pos="28571">
                  <a:srgbClr val="C25800">
                    <a:alpha val="24833"/>
                  </a:srgbClr>
                </a:gs>
                <a:gs pos="42857">
                  <a:srgbClr val="C25800">
                    <a:alpha val="17075"/>
                  </a:srgbClr>
                </a:gs>
                <a:gs pos="57143">
                  <a:srgbClr val="C25800">
                    <a:alpha val="9855"/>
                  </a:srgbClr>
                </a:gs>
                <a:gs pos="71429">
                  <a:srgbClr val="C25800">
                    <a:alpha val="4740"/>
                  </a:srgbClr>
                </a:gs>
                <a:gs pos="85714">
                  <a:srgbClr val="C25800">
                    <a:alpha val="1902"/>
                  </a:srgbClr>
                </a:gs>
                <a:gs pos="100000">
                  <a:srgbClr val="C258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3" name="Splat 473"/>
            <p:cNvSpPr>
              <a:spLocks noGrp="1"/>
            </p:cNvSpPr>
            <p:nvPr/>
          </p:nvSpPr>
          <p:spPr>
            <a:xfrm rot="-9711986">
              <a:off x="476970" y="1128280"/>
              <a:ext cx="613144" cy="325155"/>
            </a:xfrm>
            <a:prstGeom prst="ellipse">
              <a:avLst/>
            </a:prstGeom>
            <a:gradFill>
              <a:gsLst>
                <a:gs pos="0">
                  <a:srgbClr val="140000">
                    <a:alpha val="32968"/>
                  </a:srgbClr>
                </a:gs>
                <a:gs pos="14286">
                  <a:srgbClr val="140000">
                    <a:alpha val="30764"/>
                  </a:srgbClr>
                </a:gs>
                <a:gs pos="28571">
                  <a:srgbClr val="140000">
                    <a:alpha val="24833"/>
                  </a:srgbClr>
                </a:gs>
                <a:gs pos="42857">
                  <a:srgbClr val="140000">
                    <a:alpha val="17075"/>
                  </a:srgbClr>
                </a:gs>
                <a:gs pos="57143">
                  <a:srgbClr val="140000">
                    <a:alpha val="9855"/>
                  </a:srgbClr>
                </a:gs>
                <a:gs pos="71429">
                  <a:srgbClr val="140000">
                    <a:alpha val="4740"/>
                  </a:srgbClr>
                </a:gs>
                <a:gs pos="85714">
                  <a:srgbClr val="140000">
                    <a:alpha val="1902"/>
                  </a:srgbClr>
                </a:gs>
                <a:gs pos="100000">
                  <a:srgbClr val="14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4" name="Splat 474"/>
            <p:cNvSpPr>
              <a:spLocks noGrp="1"/>
            </p:cNvSpPr>
            <p:nvPr/>
          </p:nvSpPr>
          <p:spPr>
            <a:xfrm rot="-8591447">
              <a:off x="1822493" y="1546058"/>
              <a:ext cx="144650" cy="82810"/>
            </a:xfrm>
            <a:prstGeom prst="ellipse">
              <a:avLst/>
            </a:prstGeom>
            <a:gradFill>
              <a:gsLst>
                <a:gs pos="0">
                  <a:srgbClr val="FFFFEE">
                    <a:alpha val="32968"/>
                  </a:srgbClr>
                </a:gs>
                <a:gs pos="14286">
                  <a:srgbClr val="FFFFEE">
                    <a:alpha val="30764"/>
                  </a:srgbClr>
                </a:gs>
                <a:gs pos="28571">
                  <a:srgbClr val="FFFFEE">
                    <a:alpha val="24833"/>
                  </a:srgbClr>
                </a:gs>
                <a:gs pos="42857">
                  <a:srgbClr val="FFFFEE">
                    <a:alpha val="17075"/>
                  </a:srgbClr>
                </a:gs>
                <a:gs pos="57143">
                  <a:srgbClr val="FFFFEE">
                    <a:alpha val="9855"/>
                  </a:srgbClr>
                </a:gs>
                <a:gs pos="71429">
                  <a:srgbClr val="FFFFEE">
                    <a:alpha val="4740"/>
                  </a:srgbClr>
                </a:gs>
                <a:gs pos="85714">
                  <a:srgbClr val="FFFFEE">
                    <a:alpha val="1902"/>
                  </a:srgbClr>
                </a:gs>
                <a:gs pos="100000">
                  <a:srgbClr val="FFFFE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5" name="Splat 475"/>
            <p:cNvSpPr>
              <a:spLocks noGrp="1"/>
            </p:cNvSpPr>
            <p:nvPr/>
          </p:nvSpPr>
          <p:spPr>
            <a:xfrm rot="7244425">
              <a:off x="2624257" y="571925"/>
              <a:ext cx="372488" cy="162625"/>
            </a:xfrm>
            <a:prstGeom prst="ellipse">
              <a:avLst/>
            </a:prstGeom>
            <a:gradFill>
              <a:gsLst>
                <a:gs pos="0">
                  <a:srgbClr val="FF0000">
                    <a:alpha val="32968"/>
                  </a:srgbClr>
                </a:gs>
                <a:gs pos="14286">
                  <a:srgbClr val="FF0000">
                    <a:alpha val="30764"/>
                  </a:srgbClr>
                </a:gs>
                <a:gs pos="28571">
                  <a:srgbClr val="FF0000">
                    <a:alpha val="24833"/>
                  </a:srgbClr>
                </a:gs>
                <a:gs pos="42857">
                  <a:srgbClr val="FF0000">
                    <a:alpha val="17075"/>
                  </a:srgbClr>
                </a:gs>
                <a:gs pos="57143">
                  <a:srgbClr val="FF0000">
                    <a:alpha val="9855"/>
                  </a:srgbClr>
                </a:gs>
                <a:gs pos="71429">
                  <a:srgbClr val="FF0000">
                    <a:alpha val="4740"/>
                  </a:srgbClr>
                </a:gs>
                <a:gs pos="85714">
                  <a:srgbClr val="FF0000">
                    <a:alpha val="1902"/>
                  </a:srgbClr>
                </a:gs>
                <a:gs pos="100000">
                  <a:srgbClr val="F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6" name="Splat 476"/>
            <p:cNvSpPr>
              <a:spLocks noGrp="1"/>
            </p:cNvSpPr>
            <p:nvPr/>
          </p:nvSpPr>
          <p:spPr>
            <a:xfrm rot="4384222">
              <a:off x="628678" y="735163"/>
              <a:ext cx="391632" cy="372218"/>
            </a:xfrm>
            <a:prstGeom prst="ellipse">
              <a:avLst/>
            </a:prstGeom>
            <a:gradFill>
              <a:gsLst>
                <a:gs pos="0">
                  <a:srgbClr val="0000FF">
                    <a:alpha val="2984"/>
                  </a:srgbClr>
                </a:gs>
                <a:gs pos="14286">
                  <a:srgbClr val="0000FF">
                    <a:alpha val="2746"/>
                  </a:srgbClr>
                </a:gs>
                <a:gs pos="28571">
                  <a:srgbClr val="0000FF">
                    <a:alpha val="2139"/>
                  </a:srgbClr>
                </a:gs>
                <a:gs pos="42857">
                  <a:srgbClr val="0000FF">
                    <a:alpha val="1408"/>
                  </a:srgbClr>
                </a:gs>
                <a:gs pos="57143">
                  <a:srgbClr val="0000FF">
                    <a:alpha val="783"/>
                  </a:srgbClr>
                </a:gs>
                <a:gs pos="71429">
                  <a:srgbClr val="0000FF">
                    <a:alpha val="367"/>
                  </a:srgbClr>
                </a:gs>
                <a:gs pos="85714">
                  <a:srgbClr val="0000FF">
                    <a:alpha val="145"/>
                  </a:srgbClr>
                </a:gs>
                <a:gs pos="100000">
                  <a:srgbClr val="0000FF">
                    <a:alpha val="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7" name="Splat 477"/>
            <p:cNvSpPr>
              <a:spLocks noGrp="1"/>
            </p:cNvSpPr>
            <p:nvPr/>
          </p:nvSpPr>
          <p:spPr>
            <a:xfrm rot="6263220">
              <a:off x="1204269" y="796419"/>
              <a:ext cx="564336" cy="8105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8" name="Splat 478"/>
            <p:cNvSpPr>
              <a:spLocks noGrp="1"/>
            </p:cNvSpPr>
            <p:nvPr/>
          </p:nvSpPr>
          <p:spPr>
            <a:xfrm rot="4265492">
              <a:off x="2884555" y="1425926"/>
              <a:ext cx="466899" cy="372090"/>
            </a:xfrm>
            <a:prstGeom prst="ellipse">
              <a:avLst/>
            </a:prstGeom>
            <a:gradFill>
              <a:gsLst>
                <a:gs pos="0">
                  <a:srgbClr val="240000">
                    <a:alpha val="10417"/>
                  </a:srgbClr>
                </a:gs>
                <a:gs pos="14286">
                  <a:srgbClr val="240000">
                    <a:alpha val="9616"/>
                  </a:srgbClr>
                </a:gs>
                <a:gs pos="28571">
                  <a:srgbClr val="240000">
                    <a:alpha val="7550"/>
                  </a:srgbClr>
                </a:gs>
                <a:gs pos="42857">
                  <a:srgbClr val="240000">
                    <a:alpha val="5019"/>
                  </a:srgbClr>
                </a:gs>
                <a:gs pos="57143">
                  <a:srgbClr val="240000">
                    <a:alpha val="2813"/>
                  </a:srgbClr>
                </a:gs>
                <a:gs pos="71429">
                  <a:srgbClr val="240000">
                    <a:alpha val="1327"/>
                  </a:srgbClr>
                </a:gs>
                <a:gs pos="85714">
                  <a:srgbClr val="240000">
                    <a:alpha val="527"/>
                  </a:srgbClr>
                </a:gs>
                <a:gs pos="100000">
                  <a:srgbClr val="240000">
                    <a:alpha val="1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9" name="Splat 479"/>
            <p:cNvSpPr>
              <a:spLocks noGrp="1"/>
            </p:cNvSpPr>
            <p:nvPr/>
          </p:nvSpPr>
          <p:spPr>
            <a:xfrm rot="8265812">
              <a:off x="1119018" y="447985"/>
              <a:ext cx="497392" cy="132653"/>
            </a:xfrm>
            <a:prstGeom prst="ellipse">
              <a:avLst/>
            </a:prstGeom>
            <a:gradFill>
              <a:gsLst>
                <a:gs pos="0">
                  <a:srgbClr val="4D2600">
                    <a:alpha val="19968"/>
                  </a:srgbClr>
                </a:gs>
                <a:gs pos="14286">
                  <a:srgbClr val="4D2600">
                    <a:alpha val="18513"/>
                  </a:srgbClr>
                </a:gs>
                <a:gs pos="28571">
                  <a:srgbClr val="4D2600">
                    <a:alpha val="14697"/>
                  </a:srgbClr>
                </a:gs>
                <a:gs pos="42857">
                  <a:srgbClr val="4D2600">
                    <a:alpha val="9901"/>
                  </a:srgbClr>
                </a:gs>
                <a:gs pos="57143">
                  <a:srgbClr val="4D2600">
                    <a:alpha val="5614"/>
                  </a:srgbClr>
                </a:gs>
                <a:gs pos="71429">
                  <a:srgbClr val="4D2600">
                    <a:alpha val="2668"/>
                  </a:srgbClr>
                </a:gs>
                <a:gs pos="85714">
                  <a:srgbClr val="4D2600">
                    <a:alpha val="1064"/>
                  </a:srgbClr>
                </a:gs>
                <a:gs pos="100000">
                  <a:srgbClr val="4D2600">
                    <a:alpha val="3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0" name="Splat 480"/>
            <p:cNvSpPr>
              <a:spLocks noGrp="1"/>
            </p:cNvSpPr>
            <p:nvPr/>
          </p:nvSpPr>
          <p:spPr>
            <a:xfrm rot="-10663024">
              <a:off x="1788607" y="303187"/>
              <a:ext cx="284258" cy="2847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1" name="Splat 481"/>
            <p:cNvSpPr>
              <a:spLocks noGrp="1"/>
            </p:cNvSpPr>
            <p:nvPr/>
          </p:nvSpPr>
          <p:spPr>
            <a:xfrm rot="10681644">
              <a:off x="2397565" y="-189786"/>
              <a:ext cx="516118" cy="379573"/>
            </a:xfrm>
            <a:prstGeom prst="ellipse">
              <a:avLst/>
            </a:prstGeom>
            <a:gradFill>
              <a:gsLst>
                <a:gs pos="0">
                  <a:srgbClr val="0072FF">
                    <a:alpha val="2842"/>
                  </a:srgbClr>
                </a:gs>
                <a:gs pos="14286">
                  <a:srgbClr val="0072FF">
                    <a:alpha val="2615"/>
                  </a:srgbClr>
                </a:gs>
                <a:gs pos="28571">
                  <a:srgbClr val="0072FF">
                    <a:alpha val="2037"/>
                  </a:srgbClr>
                </a:gs>
                <a:gs pos="42857">
                  <a:srgbClr val="0072FF">
                    <a:alpha val="1341"/>
                  </a:srgbClr>
                </a:gs>
                <a:gs pos="57143">
                  <a:srgbClr val="0072FF">
                    <a:alpha val="745"/>
                  </a:srgbClr>
                </a:gs>
                <a:gs pos="71429">
                  <a:srgbClr val="0072FF">
                    <a:alpha val="349"/>
                  </a:srgbClr>
                </a:gs>
                <a:gs pos="85714">
                  <a:srgbClr val="0072FF">
                    <a:alpha val="138"/>
                  </a:srgbClr>
                </a:gs>
                <a:gs pos="100000">
                  <a:srgbClr val="0072FF">
                    <a:alpha val="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2" name="Splat 482"/>
            <p:cNvSpPr>
              <a:spLocks noGrp="1"/>
            </p:cNvSpPr>
            <p:nvPr/>
          </p:nvSpPr>
          <p:spPr>
            <a:xfrm rot="10402670">
              <a:off x="2705531" y="658737"/>
              <a:ext cx="339573" cy="17563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3" name="Splat 483"/>
            <p:cNvSpPr>
              <a:spLocks noGrp="1"/>
            </p:cNvSpPr>
            <p:nvPr/>
          </p:nvSpPr>
          <p:spPr>
            <a:xfrm rot="-10197459">
              <a:off x="2614748" y="-150274"/>
              <a:ext cx="555651" cy="303129"/>
            </a:xfrm>
            <a:prstGeom prst="ellipse">
              <a:avLst/>
            </a:prstGeom>
            <a:gradFill>
              <a:gsLst>
                <a:gs pos="0">
                  <a:srgbClr val="B7E7FF">
                    <a:alpha val="20807"/>
                  </a:srgbClr>
                </a:gs>
                <a:gs pos="14286">
                  <a:srgbClr val="B7E7FF">
                    <a:alpha val="19299"/>
                  </a:srgbClr>
                </a:gs>
                <a:gs pos="28571">
                  <a:srgbClr val="B7E7FF">
                    <a:alpha val="15336"/>
                  </a:srgbClr>
                </a:gs>
                <a:gs pos="42857">
                  <a:srgbClr val="B7E7FF">
                    <a:alpha val="10345"/>
                  </a:srgbClr>
                </a:gs>
                <a:gs pos="57143">
                  <a:srgbClr val="B7E7FF">
                    <a:alpha val="5871"/>
                  </a:srgbClr>
                </a:gs>
                <a:gs pos="71429">
                  <a:srgbClr val="B7E7FF">
                    <a:alpha val="2793"/>
                  </a:srgbClr>
                </a:gs>
                <a:gs pos="85714">
                  <a:srgbClr val="B7E7FF">
                    <a:alpha val="1114"/>
                  </a:srgbClr>
                </a:gs>
                <a:gs pos="100000">
                  <a:srgbClr val="B7E7FF">
                    <a:alpha val="3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4" name="Splat 484"/>
            <p:cNvSpPr>
              <a:spLocks noGrp="1"/>
            </p:cNvSpPr>
            <p:nvPr/>
          </p:nvSpPr>
          <p:spPr>
            <a:xfrm rot="5115628">
              <a:off x="2908720" y="1150560"/>
              <a:ext cx="513233" cy="369705"/>
            </a:xfrm>
            <a:prstGeom prst="ellipse">
              <a:avLst/>
            </a:prstGeom>
            <a:gradFill>
              <a:gsLst>
                <a:gs pos="0">
                  <a:srgbClr val="9E8869">
                    <a:alpha val="32968"/>
                  </a:srgbClr>
                </a:gs>
                <a:gs pos="14286">
                  <a:srgbClr val="9E8869">
                    <a:alpha val="30764"/>
                  </a:srgbClr>
                </a:gs>
                <a:gs pos="28571">
                  <a:srgbClr val="9E8869">
                    <a:alpha val="24833"/>
                  </a:srgbClr>
                </a:gs>
                <a:gs pos="42857">
                  <a:srgbClr val="9E8869">
                    <a:alpha val="17075"/>
                  </a:srgbClr>
                </a:gs>
                <a:gs pos="57143">
                  <a:srgbClr val="9E8869">
                    <a:alpha val="9855"/>
                  </a:srgbClr>
                </a:gs>
                <a:gs pos="71429">
                  <a:srgbClr val="9E8869">
                    <a:alpha val="4740"/>
                  </a:srgbClr>
                </a:gs>
                <a:gs pos="85714">
                  <a:srgbClr val="9E8869">
                    <a:alpha val="1902"/>
                  </a:srgbClr>
                </a:gs>
                <a:gs pos="100000">
                  <a:srgbClr val="9E886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5" name="Splat 485"/>
            <p:cNvSpPr>
              <a:spLocks noGrp="1"/>
            </p:cNvSpPr>
            <p:nvPr/>
          </p:nvSpPr>
          <p:spPr>
            <a:xfrm rot="-8224838">
              <a:off x="696732" y="1316756"/>
              <a:ext cx="386102" cy="370034"/>
            </a:xfrm>
            <a:prstGeom prst="ellipse">
              <a:avLst/>
            </a:prstGeom>
            <a:gradFill>
              <a:gsLst>
                <a:gs pos="0">
                  <a:srgbClr val="FF6A00">
                    <a:alpha val="1424"/>
                  </a:srgbClr>
                </a:gs>
                <a:gs pos="14286">
                  <a:srgbClr val="FF6A00">
                    <a:alpha val="1309"/>
                  </a:srgbClr>
                </a:gs>
                <a:gs pos="28571">
                  <a:srgbClr val="FF6A00">
                    <a:alpha val="1018"/>
                  </a:srgbClr>
                </a:gs>
                <a:gs pos="42857">
                  <a:srgbClr val="FF6A00">
                    <a:alpha val="669"/>
                  </a:srgbClr>
                </a:gs>
                <a:gs pos="57143">
                  <a:srgbClr val="FF6A00">
                    <a:alpha val="371"/>
                  </a:srgbClr>
                </a:gs>
                <a:gs pos="71429">
                  <a:srgbClr val="FF6A00">
                    <a:alpha val="174"/>
                  </a:srgbClr>
                </a:gs>
                <a:gs pos="85714">
                  <a:srgbClr val="FF6A00">
                    <a:alpha val="69"/>
                  </a:srgbClr>
                </a:gs>
                <a:gs pos="100000">
                  <a:srgbClr val="FF6A00">
                    <a:alpha val="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6" name="Splat 486"/>
            <p:cNvSpPr>
              <a:spLocks noGrp="1"/>
            </p:cNvSpPr>
            <p:nvPr/>
          </p:nvSpPr>
          <p:spPr>
            <a:xfrm rot="8058157">
              <a:off x="852426" y="1375186"/>
              <a:ext cx="530206" cy="6827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7" name="Splat 487"/>
            <p:cNvSpPr>
              <a:spLocks noGrp="1"/>
            </p:cNvSpPr>
            <p:nvPr/>
          </p:nvSpPr>
          <p:spPr>
            <a:xfrm rot="-9873890">
              <a:off x="1752855" y="1540981"/>
              <a:ext cx="483605" cy="391984"/>
            </a:xfrm>
            <a:prstGeom prst="ellipse">
              <a:avLst/>
            </a:prstGeom>
            <a:gradFill>
              <a:gsLst>
                <a:gs pos="0">
                  <a:srgbClr val="FFD100">
                    <a:alpha val="2632"/>
                  </a:srgbClr>
                </a:gs>
                <a:gs pos="14286">
                  <a:srgbClr val="FFD100">
                    <a:alpha val="2421"/>
                  </a:srgbClr>
                </a:gs>
                <a:gs pos="28571">
                  <a:srgbClr val="FFD100">
                    <a:alpha val="1885"/>
                  </a:srgbClr>
                </a:gs>
                <a:gs pos="42857">
                  <a:srgbClr val="FFD100">
                    <a:alpha val="1241"/>
                  </a:srgbClr>
                </a:gs>
                <a:gs pos="57143">
                  <a:srgbClr val="FFD100">
                    <a:alpha val="689"/>
                  </a:srgbClr>
                </a:gs>
                <a:gs pos="71429">
                  <a:srgbClr val="FFD100">
                    <a:alpha val="323"/>
                  </a:srgbClr>
                </a:gs>
                <a:gs pos="85714">
                  <a:srgbClr val="FFD100">
                    <a:alpha val="128"/>
                  </a:srgbClr>
                </a:gs>
                <a:gs pos="100000">
                  <a:srgbClr val="FFD100">
                    <a:alpha val="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8" name="Splat 488"/>
            <p:cNvSpPr>
              <a:spLocks noGrp="1"/>
            </p:cNvSpPr>
            <p:nvPr/>
          </p:nvSpPr>
          <p:spPr>
            <a:xfrm rot="6651418">
              <a:off x="2430106" y="1106886"/>
              <a:ext cx="343869" cy="127068"/>
            </a:xfrm>
            <a:prstGeom prst="ellipse">
              <a:avLst/>
            </a:prstGeom>
            <a:gradFill>
              <a:gsLst>
                <a:gs pos="0">
                  <a:srgbClr val="FF0011">
                    <a:alpha val="32968"/>
                  </a:srgbClr>
                </a:gs>
                <a:gs pos="14286">
                  <a:srgbClr val="FF0011">
                    <a:alpha val="30764"/>
                  </a:srgbClr>
                </a:gs>
                <a:gs pos="28571">
                  <a:srgbClr val="FF0011">
                    <a:alpha val="24833"/>
                  </a:srgbClr>
                </a:gs>
                <a:gs pos="42857">
                  <a:srgbClr val="FF0011">
                    <a:alpha val="17075"/>
                  </a:srgbClr>
                </a:gs>
                <a:gs pos="57143">
                  <a:srgbClr val="FF0011">
                    <a:alpha val="9855"/>
                  </a:srgbClr>
                </a:gs>
                <a:gs pos="71429">
                  <a:srgbClr val="FF0011">
                    <a:alpha val="4740"/>
                  </a:srgbClr>
                </a:gs>
                <a:gs pos="85714">
                  <a:srgbClr val="FF0011">
                    <a:alpha val="1902"/>
                  </a:srgbClr>
                </a:gs>
                <a:gs pos="100000">
                  <a:srgbClr val="FF001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9" name="Splat 489"/>
            <p:cNvSpPr>
              <a:spLocks noGrp="1"/>
            </p:cNvSpPr>
            <p:nvPr/>
          </p:nvSpPr>
          <p:spPr>
            <a:xfrm rot="4856634">
              <a:off x="2234674" y="252938"/>
              <a:ext cx="531198" cy="5064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0" name="Splat 490"/>
            <p:cNvSpPr>
              <a:spLocks noGrp="1"/>
            </p:cNvSpPr>
            <p:nvPr/>
          </p:nvSpPr>
          <p:spPr>
            <a:xfrm rot="-8607515">
              <a:off x="2549272" y="793742"/>
              <a:ext cx="511911" cy="6366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1" name="Splat 491"/>
            <p:cNvSpPr>
              <a:spLocks noGrp="1"/>
            </p:cNvSpPr>
            <p:nvPr/>
          </p:nvSpPr>
          <p:spPr>
            <a:xfrm rot="-10048823">
              <a:off x="1877795" y="1611053"/>
              <a:ext cx="448059" cy="47287"/>
            </a:xfrm>
            <a:prstGeom prst="ellipse">
              <a:avLst/>
            </a:prstGeom>
            <a:gradFill>
              <a:gsLst>
                <a:gs pos="0">
                  <a:srgbClr val="FFEFDA">
                    <a:alpha val="27592"/>
                  </a:srgbClr>
                </a:gs>
                <a:gs pos="14286">
                  <a:srgbClr val="FFEFDA">
                    <a:alpha val="25676"/>
                  </a:srgbClr>
                </a:gs>
                <a:gs pos="28571">
                  <a:srgbClr val="FFEFDA">
                    <a:alpha val="20578"/>
                  </a:srgbClr>
                </a:gs>
                <a:gs pos="42857">
                  <a:srgbClr val="FFEFDA">
                    <a:alpha val="14026"/>
                  </a:srgbClr>
                </a:gs>
                <a:gs pos="57143">
                  <a:srgbClr val="FFEFDA">
                    <a:alpha val="8033"/>
                  </a:srgbClr>
                </a:gs>
                <a:gs pos="71429">
                  <a:srgbClr val="FFEFDA">
                    <a:alpha val="3844"/>
                  </a:srgbClr>
                </a:gs>
                <a:gs pos="85714">
                  <a:srgbClr val="FFEFDA">
                    <a:alpha val="1538"/>
                  </a:srgbClr>
                </a:gs>
                <a:gs pos="100000">
                  <a:srgbClr val="FFEFDA">
                    <a:alpha val="5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2" name="Splat 492"/>
            <p:cNvSpPr>
              <a:spLocks noGrp="1"/>
            </p:cNvSpPr>
            <p:nvPr/>
          </p:nvSpPr>
          <p:spPr>
            <a:xfrm rot="9713620">
              <a:off x="2818850" y="-191933"/>
              <a:ext cx="620890" cy="383866"/>
            </a:xfrm>
            <a:prstGeom prst="ellipse">
              <a:avLst/>
            </a:prstGeom>
            <a:gradFill>
              <a:gsLst>
                <a:gs pos="0">
                  <a:srgbClr val="70CEFF">
                    <a:alpha val="2299"/>
                  </a:srgbClr>
                </a:gs>
                <a:gs pos="14286">
                  <a:srgbClr val="70CEFF">
                    <a:alpha val="2115"/>
                  </a:srgbClr>
                </a:gs>
                <a:gs pos="28571">
                  <a:srgbClr val="70CEFF">
                    <a:alpha val="1646"/>
                  </a:srgbClr>
                </a:gs>
                <a:gs pos="42857">
                  <a:srgbClr val="70CEFF">
                    <a:alpha val="1083"/>
                  </a:srgbClr>
                </a:gs>
                <a:gs pos="57143">
                  <a:srgbClr val="70CEFF">
                    <a:alpha val="602"/>
                  </a:srgbClr>
                </a:gs>
                <a:gs pos="71429">
                  <a:srgbClr val="70CEFF">
                    <a:alpha val="282"/>
                  </a:srgbClr>
                </a:gs>
                <a:gs pos="85714">
                  <a:srgbClr val="70CEFF">
                    <a:alpha val="112"/>
                  </a:srgbClr>
                </a:gs>
                <a:gs pos="100000">
                  <a:srgbClr val="70CEFF">
                    <a:alpha val="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3" name="Splat 493"/>
            <p:cNvSpPr>
              <a:spLocks noGrp="1"/>
            </p:cNvSpPr>
            <p:nvPr/>
          </p:nvSpPr>
          <p:spPr>
            <a:xfrm rot="-9189355">
              <a:off x="1853201" y="1568979"/>
              <a:ext cx="519947" cy="76585"/>
            </a:xfrm>
            <a:prstGeom prst="ellipse">
              <a:avLst/>
            </a:prstGeom>
            <a:gradFill>
              <a:gsLst>
                <a:gs pos="0">
                  <a:srgbClr val="714C00">
                    <a:alpha val="32968"/>
                  </a:srgbClr>
                </a:gs>
                <a:gs pos="14286">
                  <a:srgbClr val="714C00">
                    <a:alpha val="30764"/>
                  </a:srgbClr>
                </a:gs>
                <a:gs pos="28571">
                  <a:srgbClr val="714C00">
                    <a:alpha val="24833"/>
                  </a:srgbClr>
                </a:gs>
                <a:gs pos="42857">
                  <a:srgbClr val="714C00">
                    <a:alpha val="17075"/>
                  </a:srgbClr>
                </a:gs>
                <a:gs pos="57143">
                  <a:srgbClr val="714C00">
                    <a:alpha val="9855"/>
                  </a:srgbClr>
                </a:gs>
                <a:gs pos="71429">
                  <a:srgbClr val="714C00">
                    <a:alpha val="4740"/>
                  </a:srgbClr>
                </a:gs>
                <a:gs pos="85714">
                  <a:srgbClr val="714C00">
                    <a:alpha val="1902"/>
                  </a:srgbClr>
                </a:gs>
                <a:gs pos="100000">
                  <a:srgbClr val="714C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4" name="Splat 494"/>
            <p:cNvSpPr>
              <a:spLocks noGrp="1"/>
            </p:cNvSpPr>
            <p:nvPr/>
          </p:nvSpPr>
          <p:spPr>
            <a:xfrm rot="3844978">
              <a:off x="2648266" y="1049423"/>
              <a:ext cx="468114" cy="310119"/>
            </a:xfrm>
            <a:prstGeom prst="ellipse">
              <a:avLst/>
            </a:prstGeom>
            <a:gradFill>
              <a:gsLst>
                <a:gs pos="0">
                  <a:srgbClr val="FF0000">
                    <a:alpha val="28904"/>
                  </a:srgbClr>
                </a:gs>
                <a:gs pos="14286">
                  <a:srgbClr val="FF0000">
                    <a:alpha val="26915"/>
                  </a:srgbClr>
                </a:gs>
                <a:gs pos="28571">
                  <a:srgbClr val="FF0000">
                    <a:alpha val="21608"/>
                  </a:srgbClr>
                </a:gs>
                <a:gs pos="42857">
                  <a:srgbClr val="FF0000">
                    <a:alpha val="14759"/>
                  </a:srgbClr>
                </a:gs>
                <a:gs pos="57143">
                  <a:srgbClr val="FF0000">
                    <a:alpha val="8468"/>
                  </a:srgbClr>
                </a:gs>
                <a:gs pos="71429">
                  <a:srgbClr val="FF0000">
                    <a:alpha val="4057"/>
                  </a:srgbClr>
                </a:gs>
                <a:gs pos="85714">
                  <a:srgbClr val="FF0000">
                    <a:alpha val="1624"/>
                  </a:srgbClr>
                </a:gs>
                <a:gs pos="100000">
                  <a:srgbClr val="FF0000">
                    <a:alpha val="5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5" name="Splat 495"/>
            <p:cNvSpPr>
              <a:spLocks noGrp="1"/>
            </p:cNvSpPr>
            <p:nvPr/>
          </p:nvSpPr>
          <p:spPr>
            <a:xfrm rot="4514188">
              <a:off x="1871757" y="168802"/>
              <a:ext cx="501761" cy="46048"/>
            </a:xfrm>
            <a:prstGeom prst="ellipse">
              <a:avLst/>
            </a:prstGeom>
            <a:gradFill>
              <a:gsLst>
                <a:gs pos="0">
                  <a:srgbClr val="FFE6BF">
                    <a:alpha val="32968"/>
                  </a:srgbClr>
                </a:gs>
                <a:gs pos="14286">
                  <a:srgbClr val="FFE6BF">
                    <a:alpha val="30764"/>
                  </a:srgbClr>
                </a:gs>
                <a:gs pos="28571">
                  <a:srgbClr val="FFE6BF">
                    <a:alpha val="24833"/>
                  </a:srgbClr>
                </a:gs>
                <a:gs pos="42857">
                  <a:srgbClr val="FFE6BF">
                    <a:alpha val="17075"/>
                  </a:srgbClr>
                </a:gs>
                <a:gs pos="57143">
                  <a:srgbClr val="FFE6BF">
                    <a:alpha val="9855"/>
                  </a:srgbClr>
                </a:gs>
                <a:gs pos="71429">
                  <a:srgbClr val="FFE6BF">
                    <a:alpha val="4740"/>
                  </a:srgbClr>
                </a:gs>
                <a:gs pos="85714">
                  <a:srgbClr val="FFE6BF">
                    <a:alpha val="1902"/>
                  </a:srgbClr>
                </a:gs>
                <a:gs pos="100000">
                  <a:srgbClr val="FFE6B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6" name="Splat 496"/>
            <p:cNvSpPr>
              <a:spLocks noGrp="1"/>
            </p:cNvSpPr>
            <p:nvPr/>
          </p:nvSpPr>
          <p:spPr>
            <a:xfrm rot="10787876">
              <a:off x="2740461" y="495144"/>
              <a:ext cx="1043668" cy="107569"/>
            </a:xfrm>
            <a:prstGeom prst="ellipse">
              <a:avLst/>
            </a:prstGeom>
            <a:gradFill>
              <a:gsLst>
                <a:gs pos="0">
                  <a:srgbClr val="5F8F9F">
                    <a:alpha val="32968"/>
                  </a:srgbClr>
                </a:gs>
                <a:gs pos="14286">
                  <a:srgbClr val="5F8F9F">
                    <a:alpha val="30764"/>
                  </a:srgbClr>
                </a:gs>
                <a:gs pos="28571">
                  <a:srgbClr val="5F8F9F">
                    <a:alpha val="24833"/>
                  </a:srgbClr>
                </a:gs>
                <a:gs pos="42857">
                  <a:srgbClr val="5F8F9F">
                    <a:alpha val="17075"/>
                  </a:srgbClr>
                </a:gs>
                <a:gs pos="57143">
                  <a:srgbClr val="5F8F9F">
                    <a:alpha val="9855"/>
                  </a:srgbClr>
                </a:gs>
                <a:gs pos="71429">
                  <a:srgbClr val="5F8F9F">
                    <a:alpha val="4740"/>
                  </a:srgbClr>
                </a:gs>
                <a:gs pos="85714">
                  <a:srgbClr val="5F8F9F">
                    <a:alpha val="1902"/>
                  </a:srgbClr>
                </a:gs>
                <a:gs pos="100000">
                  <a:srgbClr val="5F8F9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7" name="Splat 497"/>
            <p:cNvSpPr>
              <a:spLocks noGrp="1"/>
            </p:cNvSpPr>
            <p:nvPr/>
          </p:nvSpPr>
          <p:spPr>
            <a:xfrm rot="10743894">
              <a:off x="2561216" y="833755"/>
              <a:ext cx="484445" cy="216931"/>
            </a:xfrm>
            <a:prstGeom prst="ellipse">
              <a:avLst/>
            </a:prstGeom>
            <a:gradFill>
              <a:gsLst>
                <a:gs pos="0">
                  <a:srgbClr val="FF0000">
                    <a:alpha val="32968"/>
                  </a:srgbClr>
                </a:gs>
                <a:gs pos="14286">
                  <a:srgbClr val="FF0000">
                    <a:alpha val="30764"/>
                  </a:srgbClr>
                </a:gs>
                <a:gs pos="28571">
                  <a:srgbClr val="FF0000">
                    <a:alpha val="24833"/>
                  </a:srgbClr>
                </a:gs>
                <a:gs pos="42857">
                  <a:srgbClr val="FF0000">
                    <a:alpha val="17075"/>
                  </a:srgbClr>
                </a:gs>
                <a:gs pos="57143">
                  <a:srgbClr val="FF0000">
                    <a:alpha val="9855"/>
                  </a:srgbClr>
                </a:gs>
                <a:gs pos="71429">
                  <a:srgbClr val="FF0000">
                    <a:alpha val="4740"/>
                  </a:srgbClr>
                </a:gs>
                <a:gs pos="85714">
                  <a:srgbClr val="FF0000">
                    <a:alpha val="1902"/>
                  </a:srgbClr>
                </a:gs>
                <a:gs pos="100000">
                  <a:srgbClr val="F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8" name="Splat 498"/>
            <p:cNvSpPr>
              <a:spLocks noGrp="1"/>
            </p:cNvSpPr>
            <p:nvPr/>
          </p:nvSpPr>
          <p:spPr>
            <a:xfrm rot="6206164">
              <a:off x="2702432" y="1023572"/>
              <a:ext cx="388366" cy="315060"/>
            </a:xfrm>
            <a:prstGeom prst="ellipse">
              <a:avLst/>
            </a:prstGeom>
            <a:gradFill>
              <a:gsLst>
                <a:gs pos="0">
                  <a:srgbClr val="FF7576">
                    <a:alpha val="8005"/>
                  </a:srgbClr>
                </a:gs>
                <a:gs pos="14286">
                  <a:srgbClr val="FF7576">
                    <a:alpha val="7382"/>
                  </a:srgbClr>
                </a:gs>
                <a:gs pos="28571">
                  <a:srgbClr val="FF7576">
                    <a:alpha val="5780"/>
                  </a:srgbClr>
                </a:gs>
                <a:gs pos="42857">
                  <a:srgbClr val="FF7576">
                    <a:alpha val="3830"/>
                  </a:srgbClr>
                </a:gs>
                <a:gs pos="57143">
                  <a:srgbClr val="FF7576">
                    <a:alpha val="2141"/>
                  </a:srgbClr>
                </a:gs>
                <a:gs pos="71429">
                  <a:srgbClr val="FF7576">
                    <a:alpha val="1008"/>
                  </a:srgbClr>
                </a:gs>
                <a:gs pos="85714">
                  <a:srgbClr val="FF7576">
                    <a:alpha val="400"/>
                  </a:srgbClr>
                </a:gs>
                <a:gs pos="100000">
                  <a:srgbClr val="FF7576">
                    <a:alpha val="1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9" name="Splat 499"/>
            <p:cNvSpPr>
              <a:spLocks noGrp="1"/>
            </p:cNvSpPr>
            <p:nvPr/>
          </p:nvSpPr>
          <p:spPr>
            <a:xfrm rot="-8523407">
              <a:off x="2921240" y="382828"/>
              <a:ext cx="429068" cy="209763"/>
            </a:xfrm>
            <a:prstGeom prst="ellipse">
              <a:avLst/>
            </a:prstGeom>
            <a:gradFill>
              <a:gsLst>
                <a:gs pos="0">
                  <a:srgbClr val="CC0000">
                    <a:alpha val="8189"/>
                  </a:srgbClr>
                </a:gs>
                <a:gs pos="14286">
                  <a:srgbClr val="CC0000">
                    <a:alpha val="7552"/>
                  </a:srgbClr>
                </a:gs>
                <a:gs pos="28571">
                  <a:srgbClr val="CC0000">
                    <a:alpha val="5915"/>
                  </a:srgbClr>
                </a:gs>
                <a:gs pos="42857">
                  <a:srgbClr val="CC0000">
                    <a:alpha val="3920"/>
                  </a:srgbClr>
                </a:gs>
                <a:gs pos="57143">
                  <a:srgbClr val="CC0000">
                    <a:alpha val="2192"/>
                  </a:srgbClr>
                </a:gs>
                <a:gs pos="71429">
                  <a:srgbClr val="CC0000">
                    <a:alpha val="1032"/>
                  </a:srgbClr>
                </a:gs>
                <a:gs pos="85714">
                  <a:srgbClr val="CC0000">
                    <a:alpha val="409"/>
                  </a:srgbClr>
                </a:gs>
                <a:gs pos="100000">
                  <a:srgbClr val="CC0000">
                    <a:alpha val="1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0" name="Splat 500"/>
            <p:cNvSpPr>
              <a:spLocks noGrp="1"/>
            </p:cNvSpPr>
            <p:nvPr/>
          </p:nvSpPr>
          <p:spPr>
            <a:xfrm rot="4223361">
              <a:off x="1369576" y="294561"/>
              <a:ext cx="836978" cy="103250"/>
            </a:xfrm>
            <a:prstGeom prst="ellipse">
              <a:avLst/>
            </a:prstGeom>
            <a:gradFill>
              <a:gsLst>
                <a:gs pos="0">
                  <a:srgbClr val="000000">
                    <a:alpha val="12893"/>
                  </a:srgbClr>
                </a:gs>
                <a:gs pos="14286">
                  <a:srgbClr val="000000">
                    <a:alpha val="11915"/>
                  </a:srgbClr>
                </a:gs>
                <a:gs pos="28571">
                  <a:srgbClr val="000000">
                    <a:alpha val="9381"/>
                  </a:srgbClr>
                </a:gs>
                <a:gs pos="42857">
                  <a:srgbClr val="000000">
                    <a:alpha val="6257"/>
                  </a:srgbClr>
                </a:gs>
                <a:gs pos="57143">
                  <a:srgbClr val="000000">
                    <a:alpha val="3517"/>
                  </a:srgbClr>
                </a:gs>
                <a:gs pos="71429">
                  <a:srgbClr val="000000">
                    <a:alpha val="1662"/>
                  </a:srgbClr>
                </a:gs>
                <a:gs pos="85714">
                  <a:srgbClr val="000000">
                    <a:alpha val="660"/>
                  </a:srgbClr>
                </a:gs>
                <a:gs pos="100000">
                  <a:srgbClr val="000000">
                    <a:alpha val="2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1" name="Splat 501"/>
            <p:cNvSpPr>
              <a:spLocks noGrp="1"/>
            </p:cNvSpPr>
            <p:nvPr/>
          </p:nvSpPr>
          <p:spPr>
            <a:xfrm rot="7707764">
              <a:off x="676279" y="1241916"/>
              <a:ext cx="393678" cy="166181"/>
            </a:xfrm>
            <a:prstGeom prst="ellipse">
              <a:avLst/>
            </a:prstGeom>
            <a:gradFill>
              <a:gsLst>
                <a:gs pos="0">
                  <a:srgbClr val="070000">
                    <a:alpha val="32968"/>
                  </a:srgbClr>
                </a:gs>
                <a:gs pos="14286">
                  <a:srgbClr val="070000">
                    <a:alpha val="30764"/>
                  </a:srgbClr>
                </a:gs>
                <a:gs pos="28571">
                  <a:srgbClr val="070000">
                    <a:alpha val="24833"/>
                  </a:srgbClr>
                </a:gs>
                <a:gs pos="42857">
                  <a:srgbClr val="070000">
                    <a:alpha val="17075"/>
                  </a:srgbClr>
                </a:gs>
                <a:gs pos="57143">
                  <a:srgbClr val="070000">
                    <a:alpha val="9855"/>
                  </a:srgbClr>
                </a:gs>
                <a:gs pos="71429">
                  <a:srgbClr val="070000">
                    <a:alpha val="4740"/>
                  </a:srgbClr>
                </a:gs>
                <a:gs pos="85714">
                  <a:srgbClr val="070000">
                    <a:alpha val="1902"/>
                  </a:srgbClr>
                </a:gs>
                <a:gs pos="100000">
                  <a:srgbClr val="07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2" name="Splat 502"/>
            <p:cNvSpPr>
              <a:spLocks noGrp="1"/>
            </p:cNvSpPr>
            <p:nvPr/>
          </p:nvSpPr>
          <p:spPr>
            <a:xfrm rot="8930561">
              <a:off x="980661" y="335400"/>
              <a:ext cx="575117" cy="323880"/>
            </a:xfrm>
            <a:prstGeom prst="ellipse">
              <a:avLst/>
            </a:prstGeom>
            <a:gradFill>
              <a:gsLst>
                <a:gs pos="0">
                  <a:srgbClr val="24D3EB">
                    <a:alpha val="6887"/>
                  </a:srgbClr>
                </a:gs>
                <a:gs pos="14286">
                  <a:srgbClr val="24D3EB">
                    <a:alpha val="6348"/>
                  </a:srgbClr>
                </a:gs>
                <a:gs pos="28571">
                  <a:srgbClr val="24D3EB">
                    <a:alpha val="4965"/>
                  </a:srgbClr>
                </a:gs>
                <a:gs pos="42857">
                  <a:srgbClr val="24D3EB">
                    <a:alpha val="3285"/>
                  </a:srgbClr>
                </a:gs>
                <a:gs pos="57143">
                  <a:srgbClr val="24D3EB">
                    <a:alpha val="1834"/>
                  </a:srgbClr>
                </a:gs>
                <a:gs pos="71429">
                  <a:srgbClr val="24D3EB">
                    <a:alpha val="863"/>
                  </a:srgbClr>
                </a:gs>
                <a:gs pos="85714">
                  <a:srgbClr val="24D3EB">
                    <a:alpha val="342"/>
                  </a:srgbClr>
                </a:gs>
                <a:gs pos="100000">
                  <a:srgbClr val="24D3EB">
                    <a:alpha val="1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3" name="Splat 503"/>
            <p:cNvSpPr>
              <a:spLocks noGrp="1"/>
            </p:cNvSpPr>
            <p:nvPr/>
          </p:nvSpPr>
          <p:spPr>
            <a:xfrm rot="-10728911">
              <a:off x="2565787" y="804973"/>
              <a:ext cx="421017" cy="36373"/>
            </a:xfrm>
            <a:prstGeom prst="ellipse">
              <a:avLst/>
            </a:prstGeom>
            <a:gradFill>
              <a:gsLst>
                <a:gs pos="0">
                  <a:srgbClr val="FFDA94">
                    <a:alpha val="32968"/>
                  </a:srgbClr>
                </a:gs>
                <a:gs pos="14286">
                  <a:srgbClr val="FFDA94">
                    <a:alpha val="30764"/>
                  </a:srgbClr>
                </a:gs>
                <a:gs pos="28571">
                  <a:srgbClr val="FFDA94">
                    <a:alpha val="24833"/>
                  </a:srgbClr>
                </a:gs>
                <a:gs pos="42857">
                  <a:srgbClr val="FFDA94">
                    <a:alpha val="17075"/>
                  </a:srgbClr>
                </a:gs>
                <a:gs pos="57143">
                  <a:srgbClr val="FFDA94">
                    <a:alpha val="9855"/>
                  </a:srgbClr>
                </a:gs>
                <a:gs pos="71429">
                  <a:srgbClr val="FFDA94">
                    <a:alpha val="4740"/>
                  </a:srgbClr>
                </a:gs>
                <a:gs pos="85714">
                  <a:srgbClr val="FFDA94">
                    <a:alpha val="1902"/>
                  </a:srgbClr>
                </a:gs>
                <a:gs pos="100000">
                  <a:srgbClr val="FFDA9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4" name="Splat 504"/>
            <p:cNvSpPr>
              <a:spLocks noGrp="1"/>
            </p:cNvSpPr>
            <p:nvPr/>
          </p:nvSpPr>
          <p:spPr>
            <a:xfrm rot="7785310">
              <a:off x="939916" y="1450898"/>
              <a:ext cx="326294" cy="6077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5" name="Splat 505"/>
            <p:cNvSpPr>
              <a:spLocks noGrp="1"/>
            </p:cNvSpPr>
            <p:nvPr/>
          </p:nvSpPr>
          <p:spPr>
            <a:xfrm rot="-10694782">
              <a:off x="722126" y="-178998"/>
              <a:ext cx="378499" cy="371081"/>
            </a:xfrm>
            <a:prstGeom prst="ellipse">
              <a:avLst/>
            </a:prstGeom>
            <a:gradFill>
              <a:gsLst>
                <a:gs pos="0">
                  <a:srgbClr val="A1686F">
                    <a:alpha val="6522"/>
                  </a:srgbClr>
                </a:gs>
                <a:gs pos="14286">
                  <a:srgbClr val="A1686F">
                    <a:alpha val="6011"/>
                  </a:srgbClr>
                </a:gs>
                <a:gs pos="28571">
                  <a:srgbClr val="A1686F">
                    <a:alpha val="4699"/>
                  </a:srgbClr>
                </a:gs>
                <a:gs pos="42857">
                  <a:srgbClr val="A1686F">
                    <a:alpha val="3108"/>
                  </a:srgbClr>
                </a:gs>
                <a:gs pos="57143">
                  <a:srgbClr val="A1686F">
                    <a:alpha val="1734"/>
                  </a:srgbClr>
                </a:gs>
                <a:gs pos="71429">
                  <a:srgbClr val="A1686F">
                    <a:alpha val="815"/>
                  </a:srgbClr>
                </a:gs>
                <a:gs pos="85714">
                  <a:srgbClr val="A1686F">
                    <a:alpha val="323"/>
                  </a:srgbClr>
                </a:gs>
                <a:gs pos="100000">
                  <a:srgbClr val="A1686F">
                    <a:alpha val="1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6" name="Splat 506"/>
            <p:cNvSpPr>
              <a:spLocks noGrp="1"/>
            </p:cNvSpPr>
            <p:nvPr/>
          </p:nvSpPr>
          <p:spPr>
            <a:xfrm rot="-10570642">
              <a:off x="2598736" y="837365"/>
              <a:ext cx="559058" cy="77299"/>
            </a:xfrm>
            <a:prstGeom prst="ellipse">
              <a:avLst/>
            </a:prstGeom>
            <a:gradFill>
              <a:gsLst>
                <a:gs pos="0">
                  <a:srgbClr val="0097A5">
                    <a:alpha val="32968"/>
                  </a:srgbClr>
                </a:gs>
                <a:gs pos="14286">
                  <a:srgbClr val="0097A5">
                    <a:alpha val="30764"/>
                  </a:srgbClr>
                </a:gs>
                <a:gs pos="28571">
                  <a:srgbClr val="0097A5">
                    <a:alpha val="24833"/>
                  </a:srgbClr>
                </a:gs>
                <a:gs pos="42857">
                  <a:srgbClr val="0097A5">
                    <a:alpha val="17075"/>
                  </a:srgbClr>
                </a:gs>
                <a:gs pos="57143">
                  <a:srgbClr val="0097A5">
                    <a:alpha val="9855"/>
                  </a:srgbClr>
                </a:gs>
                <a:gs pos="71429">
                  <a:srgbClr val="0097A5">
                    <a:alpha val="4740"/>
                  </a:srgbClr>
                </a:gs>
                <a:gs pos="85714">
                  <a:srgbClr val="0097A5">
                    <a:alpha val="1902"/>
                  </a:srgbClr>
                </a:gs>
                <a:gs pos="100000">
                  <a:srgbClr val="0097A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7" name="Splat 507"/>
            <p:cNvSpPr>
              <a:spLocks noGrp="1"/>
            </p:cNvSpPr>
            <p:nvPr/>
          </p:nvSpPr>
          <p:spPr>
            <a:xfrm rot="8939136">
              <a:off x="1880933" y="1445638"/>
              <a:ext cx="584731" cy="451866"/>
            </a:xfrm>
            <a:prstGeom prst="ellipse">
              <a:avLst/>
            </a:prstGeom>
            <a:gradFill>
              <a:gsLst>
                <a:gs pos="0">
                  <a:srgbClr val="6C0000">
                    <a:alpha val="3181"/>
                  </a:srgbClr>
                </a:gs>
                <a:gs pos="14286">
                  <a:srgbClr val="6C0000">
                    <a:alpha val="2928"/>
                  </a:srgbClr>
                </a:gs>
                <a:gs pos="28571">
                  <a:srgbClr val="6C0000">
                    <a:alpha val="2281"/>
                  </a:srgbClr>
                </a:gs>
                <a:gs pos="42857">
                  <a:srgbClr val="6C0000">
                    <a:alpha val="1502"/>
                  </a:srgbClr>
                </a:gs>
                <a:gs pos="57143">
                  <a:srgbClr val="6C0000">
                    <a:alpha val="835"/>
                  </a:srgbClr>
                </a:gs>
                <a:gs pos="71429">
                  <a:srgbClr val="6C0000">
                    <a:alpha val="392"/>
                  </a:srgbClr>
                </a:gs>
                <a:gs pos="85714">
                  <a:srgbClr val="6C0000">
                    <a:alpha val="155"/>
                  </a:srgbClr>
                </a:gs>
                <a:gs pos="100000">
                  <a:srgbClr val="6C0000">
                    <a:alpha val="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8" name="Splat 508"/>
            <p:cNvSpPr>
              <a:spLocks noGrp="1"/>
            </p:cNvSpPr>
            <p:nvPr/>
          </p:nvSpPr>
          <p:spPr>
            <a:xfrm rot="6237818">
              <a:off x="1237736" y="799913"/>
              <a:ext cx="462250" cy="30352"/>
            </a:xfrm>
            <a:prstGeom prst="ellipse">
              <a:avLst/>
            </a:prstGeom>
            <a:gradFill>
              <a:gsLst>
                <a:gs pos="0">
                  <a:srgbClr val="FFFCD0">
                    <a:alpha val="32968"/>
                  </a:srgbClr>
                </a:gs>
                <a:gs pos="14286">
                  <a:srgbClr val="FFFCD0">
                    <a:alpha val="30764"/>
                  </a:srgbClr>
                </a:gs>
                <a:gs pos="28571">
                  <a:srgbClr val="FFFCD0">
                    <a:alpha val="24833"/>
                  </a:srgbClr>
                </a:gs>
                <a:gs pos="42857">
                  <a:srgbClr val="FFFCD0">
                    <a:alpha val="17075"/>
                  </a:srgbClr>
                </a:gs>
                <a:gs pos="57143">
                  <a:srgbClr val="FFFCD0">
                    <a:alpha val="9855"/>
                  </a:srgbClr>
                </a:gs>
                <a:gs pos="71429">
                  <a:srgbClr val="FFFCD0">
                    <a:alpha val="4740"/>
                  </a:srgbClr>
                </a:gs>
                <a:gs pos="85714">
                  <a:srgbClr val="FFFCD0">
                    <a:alpha val="1902"/>
                  </a:srgbClr>
                </a:gs>
                <a:gs pos="100000">
                  <a:srgbClr val="FFFCD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9" name="Splat 509"/>
            <p:cNvSpPr>
              <a:spLocks noGrp="1"/>
            </p:cNvSpPr>
            <p:nvPr/>
          </p:nvSpPr>
          <p:spPr>
            <a:xfrm rot="7087016">
              <a:off x="1944095" y="1212251"/>
              <a:ext cx="547333" cy="280030"/>
            </a:xfrm>
            <a:prstGeom prst="ellipse">
              <a:avLst/>
            </a:prstGeom>
            <a:gradFill>
              <a:gsLst>
                <a:gs pos="0">
                  <a:srgbClr val="FFE859">
                    <a:alpha val="6759"/>
                  </a:srgbClr>
                </a:gs>
                <a:gs pos="14286">
                  <a:srgbClr val="FFE859">
                    <a:alpha val="6230"/>
                  </a:srgbClr>
                </a:gs>
                <a:gs pos="28571">
                  <a:srgbClr val="FFE859">
                    <a:alpha val="4872"/>
                  </a:srgbClr>
                </a:gs>
                <a:gs pos="42857">
                  <a:srgbClr val="FFE859">
                    <a:alpha val="3223"/>
                  </a:srgbClr>
                </a:gs>
                <a:gs pos="57143">
                  <a:srgbClr val="FFE859">
                    <a:alpha val="1799"/>
                  </a:srgbClr>
                </a:gs>
                <a:gs pos="71429">
                  <a:srgbClr val="FFE859">
                    <a:alpha val="846"/>
                  </a:srgbClr>
                </a:gs>
                <a:gs pos="85714">
                  <a:srgbClr val="FFE859">
                    <a:alpha val="335"/>
                  </a:srgbClr>
                </a:gs>
                <a:gs pos="100000">
                  <a:srgbClr val="FFE859">
                    <a:alpha val="1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0" name="Splat 510"/>
            <p:cNvSpPr>
              <a:spLocks noGrp="1"/>
            </p:cNvSpPr>
            <p:nvPr/>
          </p:nvSpPr>
          <p:spPr>
            <a:xfrm rot="7418657">
              <a:off x="1486309" y="1540487"/>
              <a:ext cx="483254" cy="85510"/>
            </a:xfrm>
            <a:prstGeom prst="ellipse">
              <a:avLst/>
            </a:prstGeom>
            <a:gradFill>
              <a:gsLst>
                <a:gs pos="0">
                  <a:srgbClr val="FCFEFF">
                    <a:alpha val="31601"/>
                  </a:srgbClr>
                </a:gs>
                <a:gs pos="14286">
                  <a:srgbClr val="FCFEFF">
                    <a:alpha val="29467"/>
                  </a:srgbClr>
                </a:gs>
                <a:gs pos="28571">
                  <a:srgbClr val="FCFEFF">
                    <a:alpha val="23742"/>
                  </a:srgbClr>
                </a:gs>
                <a:gs pos="42857">
                  <a:srgbClr val="FCFEFF">
                    <a:alpha val="16288"/>
                  </a:srgbClr>
                </a:gs>
                <a:gs pos="57143">
                  <a:srgbClr val="FCFEFF">
                    <a:alpha val="9381"/>
                  </a:srgbClr>
                </a:gs>
                <a:gs pos="71429">
                  <a:srgbClr val="FCFEFF">
                    <a:alpha val="4507"/>
                  </a:srgbClr>
                </a:gs>
                <a:gs pos="85714">
                  <a:srgbClr val="FCFEFF">
                    <a:alpha val="1807"/>
                  </a:srgbClr>
                </a:gs>
                <a:gs pos="100000">
                  <a:srgbClr val="FCFEFF">
                    <a:alpha val="6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1" name="Splat 511"/>
            <p:cNvSpPr>
              <a:spLocks noGrp="1"/>
            </p:cNvSpPr>
            <p:nvPr/>
          </p:nvSpPr>
          <p:spPr>
            <a:xfrm rot="5215872">
              <a:off x="1198521" y="514511"/>
              <a:ext cx="834774" cy="4539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2" name="Splat 512"/>
            <p:cNvSpPr>
              <a:spLocks noGrp="1"/>
            </p:cNvSpPr>
            <p:nvPr/>
          </p:nvSpPr>
          <p:spPr>
            <a:xfrm rot="4584681">
              <a:off x="2297616" y="1226074"/>
              <a:ext cx="649889" cy="41927"/>
            </a:xfrm>
            <a:prstGeom prst="ellipse">
              <a:avLst/>
            </a:prstGeom>
            <a:gradFill>
              <a:gsLst>
                <a:gs pos="0">
                  <a:srgbClr val="FF8B75">
                    <a:alpha val="32968"/>
                  </a:srgbClr>
                </a:gs>
                <a:gs pos="14286">
                  <a:srgbClr val="FF8B75">
                    <a:alpha val="30764"/>
                  </a:srgbClr>
                </a:gs>
                <a:gs pos="28571">
                  <a:srgbClr val="FF8B75">
                    <a:alpha val="24833"/>
                  </a:srgbClr>
                </a:gs>
                <a:gs pos="42857">
                  <a:srgbClr val="FF8B75">
                    <a:alpha val="17075"/>
                  </a:srgbClr>
                </a:gs>
                <a:gs pos="57143">
                  <a:srgbClr val="FF8B75">
                    <a:alpha val="9855"/>
                  </a:srgbClr>
                </a:gs>
                <a:gs pos="71429">
                  <a:srgbClr val="FF8B75">
                    <a:alpha val="4740"/>
                  </a:srgbClr>
                </a:gs>
                <a:gs pos="85714">
                  <a:srgbClr val="FF8B75">
                    <a:alpha val="1902"/>
                  </a:srgbClr>
                </a:gs>
                <a:gs pos="100000">
                  <a:srgbClr val="FF8B7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3" name="Splat 513"/>
            <p:cNvSpPr>
              <a:spLocks noGrp="1"/>
            </p:cNvSpPr>
            <p:nvPr/>
          </p:nvSpPr>
          <p:spPr>
            <a:xfrm rot="3084885">
              <a:off x="3250069" y="631646"/>
              <a:ext cx="292547" cy="78461"/>
            </a:xfrm>
            <a:prstGeom prst="ellipse">
              <a:avLst/>
            </a:prstGeom>
            <a:gradFill>
              <a:gsLst>
                <a:gs pos="0">
                  <a:srgbClr val="FFF9FF">
                    <a:alpha val="32968"/>
                  </a:srgbClr>
                </a:gs>
                <a:gs pos="14286">
                  <a:srgbClr val="FFF9FF">
                    <a:alpha val="30764"/>
                  </a:srgbClr>
                </a:gs>
                <a:gs pos="28571">
                  <a:srgbClr val="FFF9FF">
                    <a:alpha val="24833"/>
                  </a:srgbClr>
                </a:gs>
                <a:gs pos="42857">
                  <a:srgbClr val="FFF9FF">
                    <a:alpha val="17075"/>
                  </a:srgbClr>
                </a:gs>
                <a:gs pos="57143">
                  <a:srgbClr val="FFF9FF">
                    <a:alpha val="9855"/>
                  </a:srgbClr>
                </a:gs>
                <a:gs pos="71429">
                  <a:srgbClr val="FFF9FF">
                    <a:alpha val="4740"/>
                  </a:srgbClr>
                </a:gs>
                <a:gs pos="85714">
                  <a:srgbClr val="FFF9FF">
                    <a:alpha val="1902"/>
                  </a:srgbClr>
                </a:gs>
                <a:gs pos="100000">
                  <a:srgbClr val="FFF9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4" name="Splat 514"/>
            <p:cNvSpPr>
              <a:spLocks noGrp="1"/>
            </p:cNvSpPr>
            <p:nvPr/>
          </p:nvSpPr>
          <p:spPr>
            <a:xfrm rot="3122010">
              <a:off x="2541541" y="-180551"/>
              <a:ext cx="805402" cy="565343"/>
            </a:xfrm>
            <a:prstGeom prst="ellipse">
              <a:avLst/>
            </a:prstGeom>
            <a:gradFill>
              <a:gsLst>
                <a:gs pos="0">
                  <a:srgbClr val="530000">
                    <a:alpha val="32968"/>
                  </a:srgbClr>
                </a:gs>
                <a:gs pos="14286">
                  <a:srgbClr val="530000">
                    <a:alpha val="30764"/>
                  </a:srgbClr>
                </a:gs>
                <a:gs pos="28571">
                  <a:srgbClr val="530000">
                    <a:alpha val="24833"/>
                  </a:srgbClr>
                </a:gs>
                <a:gs pos="42857">
                  <a:srgbClr val="530000">
                    <a:alpha val="17075"/>
                  </a:srgbClr>
                </a:gs>
                <a:gs pos="57143">
                  <a:srgbClr val="530000">
                    <a:alpha val="9855"/>
                  </a:srgbClr>
                </a:gs>
                <a:gs pos="71429">
                  <a:srgbClr val="530000">
                    <a:alpha val="4740"/>
                  </a:srgbClr>
                </a:gs>
                <a:gs pos="85714">
                  <a:srgbClr val="530000">
                    <a:alpha val="1902"/>
                  </a:srgbClr>
                </a:gs>
                <a:gs pos="100000">
                  <a:srgbClr val="53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5" name="Splat 515"/>
            <p:cNvSpPr>
              <a:spLocks noGrp="1"/>
            </p:cNvSpPr>
            <p:nvPr/>
          </p:nvSpPr>
          <p:spPr>
            <a:xfrm rot="6011286">
              <a:off x="3178508" y="121317"/>
              <a:ext cx="530590" cy="98262"/>
            </a:xfrm>
            <a:prstGeom prst="ellipse">
              <a:avLst/>
            </a:prstGeom>
            <a:gradFill>
              <a:gsLst>
                <a:gs pos="0">
                  <a:srgbClr val="770000">
                    <a:alpha val="19085"/>
                  </a:srgbClr>
                </a:gs>
                <a:gs pos="14286">
                  <a:srgbClr val="770000">
                    <a:alpha val="17687"/>
                  </a:srgbClr>
                </a:gs>
                <a:gs pos="28571">
                  <a:srgbClr val="770000">
                    <a:alpha val="14027"/>
                  </a:srgbClr>
                </a:gs>
                <a:gs pos="42857">
                  <a:srgbClr val="770000">
                    <a:alpha val="9438"/>
                  </a:srgbClr>
                </a:gs>
                <a:gs pos="57143">
                  <a:srgbClr val="770000">
                    <a:alpha val="5345"/>
                  </a:srgbClr>
                </a:gs>
                <a:gs pos="71429">
                  <a:srgbClr val="770000">
                    <a:alpha val="2538"/>
                  </a:srgbClr>
                </a:gs>
                <a:gs pos="85714">
                  <a:srgbClr val="770000">
                    <a:alpha val="1012"/>
                  </a:srgbClr>
                </a:gs>
                <a:gs pos="100000">
                  <a:srgbClr val="770000">
                    <a:alpha val="3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6" name="Splat 516"/>
            <p:cNvSpPr>
              <a:spLocks noGrp="1"/>
            </p:cNvSpPr>
            <p:nvPr/>
          </p:nvSpPr>
          <p:spPr>
            <a:xfrm rot="10710098">
              <a:off x="3012661" y="431630"/>
              <a:ext cx="351342" cy="96472"/>
            </a:xfrm>
            <a:prstGeom prst="ellipse">
              <a:avLst/>
            </a:prstGeom>
            <a:gradFill>
              <a:gsLst>
                <a:gs pos="0">
                  <a:srgbClr val="FFFFE9">
                    <a:alpha val="32968"/>
                  </a:srgbClr>
                </a:gs>
                <a:gs pos="14286">
                  <a:srgbClr val="FFFFE9">
                    <a:alpha val="30764"/>
                  </a:srgbClr>
                </a:gs>
                <a:gs pos="28571">
                  <a:srgbClr val="FFFFE9">
                    <a:alpha val="24833"/>
                  </a:srgbClr>
                </a:gs>
                <a:gs pos="42857">
                  <a:srgbClr val="FFFFE9">
                    <a:alpha val="17075"/>
                  </a:srgbClr>
                </a:gs>
                <a:gs pos="57143">
                  <a:srgbClr val="FFFFE9">
                    <a:alpha val="9855"/>
                  </a:srgbClr>
                </a:gs>
                <a:gs pos="71429">
                  <a:srgbClr val="FFFFE9">
                    <a:alpha val="4740"/>
                  </a:srgbClr>
                </a:gs>
                <a:gs pos="85714">
                  <a:srgbClr val="FFFFE9">
                    <a:alpha val="1902"/>
                  </a:srgbClr>
                </a:gs>
                <a:gs pos="100000">
                  <a:srgbClr val="FFFFE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7" name="Splat 517"/>
            <p:cNvSpPr>
              <a:spLocks noGrp="1"/>
            </p:cNvSpPr>
            <p:nvPr/>
          </p:nvSpPr>
          <p:spPr>
            <a:xfrm rot="3769730">
              <a:off x="3337483" y="71427"/>
              <a:ext cx="517978" cy="180856"/>
            </a:xfrm>
            <a:prstGeom prst="ellipse">
              <a:avLst/>
            </a:prstGeom>
            <a:gradFill>
              <a:gsLst>
                <a:gs pos="0">
                  <a:srgbClr val="FFA700">
                    <a:alpha val="32968"/>
                  </a:srgbClr>
                </a:gs>
                <a:gs pos="14286">
                  <a:srgbClr val="FFA700">
                    <a:alpha val="30764"/>
                  </a:srgbClr>
                </a:gs>
                <a:gs pos="28571">
                  <a:srgbClr val="FFA700">
                    <a:alpha val="24833"/>
                  </a:srgbClr>
                </a:gs>
                <a:gs pos="42857">
                  <a:srgbClr val="FFA700">
                    <a:alpha val="17075"/>
                  </a:srgbClr>
                </a:gs>
                <a:gs pos="57143">
                  <a:srgbClr val="FFA700">
                    <a:alpha val="9855"/>
                  </a:srgbClr>
                </a:gs>
                <a:gs pos="71429">
                  <a:srgbClr val="FFA700">
                    <a:alpha val="4740"/>
                  </a:srgbClr>
                </a:gs>
                <a:gs pos="85714">
                  <a:srgbClr val="FFA700">
                    <a:alpha val="1902"/>
                  </a:srgbClr>
                </a:gs>
                <a:gs pos="100000">
                  <a:srgbClr val="FFA7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8" name="Splat 518"/>
            <p:cNvSpPr>
              <a:spLocks noGrp="1"/>
            </p:cNvSpPr>
            <p:nvPr/>
          </p:nvSpPr>
          <p:spPr>
            <a:xfrm rot="-10767361">
              <a:off x="1858437" y="-1225"/>
              <a:ext cx="684387" cy="272446"/>
            </a:xfrm>
            <a:prstGeom prst="ellipse">
              <a:avLst/>
            </a:prstGeom>
            <a:gradFill>
              <a:gsLst>
                <a:gs pos="0">
                  <a:srgbClr val="E98300">
                    <a:alpha val="32968"/>
                  </a:srgbClr>
                </a:gs>
                <a:gs pos="14286">
                  <a:srgbClr val="E98300">
                    <a:alpha val="30764"/>
                  </a:srgbClr>
                </a:gs>
                <a:gs pos="28571">
                  <a:srgbClr val="E98300">
                    <a:alpha val="24833"/>
                  </a:srgbClr>
                </a:gs>
                <a:gs pos="42857">
                  <a:srgbClr val="E98300">
                    <a:alpha val="17075"/>
                  </a:srgbClr>
                </a:gs>
                <a:gs pos="57143">
                  <a:srgbClr val="E98300">
                    <a:alpha val="9855"/>
                  </a:srgbClr>
                </a:gs>
                <a:gs pos="71429">
                  <a:srgbClr val="E98300">
                    <a:alpha val="4740"/>
                  </a:srgbClr>
                </a:gs>
                <a:gs pos="85714">
                  <a:srgbClr val="E98300">
                    <a:alpha val="1902"/>
                  </a:srgbClr>
                </a:gs>
                <a:gs pos="100000">
                  <a:srgbClr val="E983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9" name="Splat 519"/>
            <p:cNvSpPr>
              <a:spLocks noGrp="1"/>
            </p:cNvSpPr>
            <p:nvPr/>
          </p:nvSpPr>
          <p:spPr>
            <a:xfrm rot="-9128972">
              <a:off x="2981837" y="393048"/>
              <a:ext cx="462578" cy="93545"/>
            </a:xfrm>
            <a:prstGeom prst="ellipse">
              <a:avLst/>
            </a:prstGeom>
            <a:gradFill>
              <a:gsLst>
                <a:gs pos="0">
                  <a:srgbClr val="FFF4D8">
                    <a:alpha val="32968"/>
                  </a:srgbClr>
                </a:gs>
                <a:gs pos="14286">
                  <a:srgbClr val="FFF4D8">
                    <a:alpha val="30764"/>
                  </a:srgbClr>
                </a:gs>
                <a:gs pos="28571">
                  <a:srgbClr val="FFF4D8">
                    <a:alpha val="24833"/>
                  </a:srgbClr>
                </a:gs>
                <a:gs pos="42857">
                  <a:srgbClr val="FFF4D8">
                    <a:alpha val="17075"/>
                  </a:srgbClr>
                </a:gs>
                <a:gs pos="57143">
                  <a:srgbClr val="FFF4D8">
                    <a:alpha val="9855"/>
                  </a:srgbClr>
                </a:gs>
                <a:gs pos="71429">
                  <a:srgbClr val="FFF4D8">
                    <a:alpha val="4740"/>
                  </a:srgbClr>
                </a:gs>
                <a:gs pos="85714">
                  <a:srgbClr val="FFF4D8">
                    <a:alpha val="1902"/>
                  </a:srgbClr>
                </a:gs>
                <a:gs pos="100000">
                  <a:srgbClr val="FFF4D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0" name="Splat 520"/>
            <p:cNvSpPr>
              <a:spLocks noGrp="1"/>
            </p:cNvSpPr>
            <p:nvPr/>
          </p:nvSpPr>
          <p:spPr>
            <a:xfrm rot="7271295">
              <a:off x="1096271" y="-30458"/>
              <a:ext cx="859434" cy="31014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1" name="Splat 521"/>
            <p:cNvSpPr>
              <a:spLocks noGrp="1"/>
            </p:cNvSpPr>
            <p:nvPr/>
          </p:nvSpPr>
          <p:spPr>
            <a:xfrm rot="-10104624">
              <a:off x="746459" y="1709385"/>
              <a:ext cx="409802" cy="374895"/>
            </a:xfrm>
            <a:prstGeom prst="ellipse">
              <a:avLst/>
            </a:prstGeom>
            <a:gradFill>
              <a:gsLst>
                <a:gs pos="0">
                  <a:srgbClr val="008BC9">
                    <a:alpha val="2238"/>
                  </a:srgbClr>
                </a:gs>
                <a:gs pos="14286">
                  <a:srgbClr val="008BC9">
                    <a:alpha val="2059"/>
                  </a:srgbClr>
                </a:gs>
                <a:gs pos="28571">
                  <a:srgbClr val="008BC9">
                    <a:alpha val="1603"/>
                  </a:srgbClr>
                </a:gs>
                <a:gs pos="42857">
                  <a:srgbClr val="008BC9">
                    <a:alpha val="1054"/>
                  </a:srgbClr>
                </a:gs>
                <a:gs pos="57143">
                  <a:srgbClr val="008BC9">
                    <a:alpha val="585"/>
                  </a:srgbClr>
                </a:gs>
                <a:gs pos="71429">
                  <a:srgbClr val="008BC9">
                    <a:alpha val="274"/>
                  </a:srgbClr>
                </a:gs>
                <a:gs pos="85714">
                  <a:srgbClr val="008BC9">
                    <a:alpha val="109"/>
                  </a:srgbClr>
                </a:gs>
                <a:gs pos="100000">
                  <a:srgbClr val="008BC9">
                    <a:alpha val="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2" name="Splat 522"/>
            <p:cNvSpPr>
              <a:spLocks noGrp="1"/>
            </p:cNvSpPr>
            <p:nvPr/>
          </p:nvSpPr>
          <p:spPr>
            <a:xfrm rot="-8686623">
              <a:off x="349744" y="1753945"/>
              <a:ext cx="867038" cy="154212"/>
            </a:xfrm>
            <a:prstGeom prst="ellipse">
              <a:avLst/>
            </a:prstGeom>
            <a:gradFill>
              <a:gsLst>
                <a:gs pos="0">
                  <a:srgbClr val="000012">
                    <a:alpha val="32968"/>
                  </a:srgbClr>
                </a:gs>
                <a:gs pos="14286">
                  <a:srgbClr val="000012">
                    <a:alpha val="30764"/>
                  </a:srgbClr>
                </a:gs>
                <a:gs pos="28571">
                  <a:srgbClr val="000012">
                    <a:alpha val="24833"/>
                  </a:srgbClr>
                </a:gs>
                <a:gs pos="42857">
                  <a:srgbClr val="000012">
                    <a:alpha val="17075"/>
                  </a:srgbClr>
                </a:gs>
                <a:gs pos="57143">
                  <a:srgbClr val="000012">
                    <a:alpha val="9855"/>
                  </a:srgbClr>
                </a:gs>
                <a:gs pos="71429">
                  <a:srgbClr val="000012">
                    <a:alpha val="4740"/>
                  </a:srgbClr>
                </a:gs>
                <a:gs pos="85714">
                  <a:srgbClr val="000012">
                    <a:alpha val="1902"/>
                  </a:srgbClr>
                </a:gs>
                <a:gs pos="100000">
                  <a:srgbClr val="00001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3" name="Splat 523"/>
            <p:cNvSpPr>
              <a:spLocks noGrp="1"/>
            </p:cNvSpPr>
            <p:nvPr/>
          </p:nvSpPr>
          <p:spPr>
            <a:xfrm rot="-10096617">
              <a:off x="2753027" y="1276685"/>
              <a:ext cx="311501" cy="49234"/>
            </a:xfrm>
            <a:prstGeom prst="ellipse">
              <a:avLst/>
            </a:prstGeom>
            <a:gradFill>
              <a:gsLst>
                <a:gs pos="0">
                  <a:srgbClr val="FFFFDA">
                    <a:alpha val="32968"/>
                  </a:srgbClr>
                </a:gs>
                <a:gs pos="14286">
                  <a:srgbClr val="FFFFDA">
                    <a:alpha val="30764"/>
                  </a:srgbClr>
                </a:gs>
                <a:gs pos="28571">
                  <a:srgbClr val="FFFFDA">
                    <a:alpha val="24833"/>
                  </a:srgbClr>
                </a:gs>
                <a:gs pos="42857">
                  <a:srgbClr val="FFFFDA">
                    <a:alpha val="17075"/>
                  </a:srgbClr>
                </a:gs>
                <a:gs pos="57143">
                  <a:srgbClr val="FFFFDA">
                    <a:alpha val="9855"/>
                  </a:srgbClr>
                </a:gs>
                <a:gs pos="71429">
                  <a:srgbClr val="FFFFDA">
                    <a:alpha val="4740"/>
                  </a:srgbClr>
                </a:gs>
                <a:gs pos="85714">
                  <a:srgbClr val="FFFFDA">
                    <a:alpha val="1902"/>
                  </a:srgbClr>
                </a:gs>
                <a:gs pos="100000">
                  <a:srgbClr val="FFFFD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4" name="Splat 524"/>
            <p:cNvSpPr>
              <a:spLocks noGrp="1"/>
            </p:cNvSpPr>
            <p:nvPr/>
          </p:nvSpPr>
          <p:spPr>
            <a:xfrm rot="-10389282">
              <a:off x="491229" y="1025406"/>
              <a:ext cx="694560" cy="128571"/>
            </a:xfrm>
            <a:prstGeom prst="ellipse">
              <a:avLst/>
            </a:prstGeom>
            <a:gradFill>
              <a:gsLst>
                <a:gs pos="0">
                  <a:srgbClr val="FFDC9C">
                    <a:alpha val="32968"/>
                  </a:srgbClr>
                </a:gs>
                <a:gs pos="14286">
                  <a:srgbClr val="FFDC9C">
                    <a:alpha val="30764"/>
                  </a:srgbClr>
                </a:gs>
                <a:gs pos="28571">
                  <a:srgbClr val="FFDC9C">
                    <a:alpha val="24833"/>
                  </a:srgbClr>
                </a:gs>
                <a:gs pos="42857">
                  <a:srgbClr val="FFDC9C">
                    <a:alpha val="17075"/>
                  </a:srgbClr>
                </a:gs>
                <a:gs pos="57143">
                  <a:srgbClr val="FFDC9C">
                    <a:alpha val="9855"/>
                  </a:srgbClr>
                </a:gs>
                <a:gs pos="71429">
                  <a:srgbClr val="FFDC9C">
                    <a:alpha val="4740"/>
                  </a:srgbClr>
                </a:gs>
                <a:gs pos="85714">
                  <a:srgbClr val="FFDC9C">
                    <a:alpha val="1902"/>
                  </a:srgbClr>
                </a:gs>
                <a:gs pos="100000">
                  <a:srgbClr val="FFDC9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5" name="Splat 525"/>
            <p:cNvSpPr>
              <a:spLocks noGrp="1"/>
            </p:cNvSpPr>
            <p:nvPr/>
          </p:nvSpPr>
          <p:spPr>
            <a:xfrm rot="5891152">
              <a:off x="2094082" y="1290392"/>
              <a:ext cx="261483" cy="49635"/>
            </a:xfrm>
            <a:prstGeom prst="ellipse">
              <a:avLst/>
            </a:prstGeom>
            <a:gradFill>
              <a:gsLst>
                <a:gs pos="0">
                  <a:srgbClr val="FFFFFD">
                    <a:alpha val="32968"/>
                  </a:srgbClr>
                </a:gs>
                <a:gs pos="14286">
                  <a:srgbClr val="FFFFFD">
                    <a:alpha val="30764"/>
                  </a:srgbClr>
                </a:gs>
                <a:gs pos="28571">
                  <a:srgbClr val="FFFFFD">
                    <a:alpha val="24833"/>
                  </a:srgbClr>
                </a:gs>
                <a:gs pos="42857">
                  <a:srgbClr val="FFFFFD">
                    <a:alpha val="17075"/>
                  </a:srgbClr>
                </a:gs>
                <a:gs pos="57143">
                  <a:srgbClr val="FFFFFD">
                    <a:alpha val="9855"/>
                  </a:srgbClr>
                </a:gs>
                <a:gs pos="71429">
                  <a:srgbClr val="FFFFFD">
                    <a:alpha val="4740"/>
                  </a:srgbClr>
                </a:gs>
                <a:gs pos="85714">
                  <a:srgbClr val="FFFFFD">
                    <a:alpha val="1902"/>
                  </a:srgbClr>
                </a:gs>
                <a:gs pos="100000">
                  <a:srgbClr val="FFFFF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6" name="Splat 526"/>
            <p:cNvSpPr>
              <a:spLocks noGrp="1"/>
            </p:cNvSpPr>
            <p:nvPr/>
          </p:nvSpPr>
          <p:spPr>
            <a:xfrm rot="5227419">
              <a:off x="1871868" y="1327705"/>
              <a:ext cx="408590" cy="55155"/>
            </a:xfrm>
            <a:prstGeom prst="ellipse">
              <a:avLst/>
            </a:prstGeom>
            <a:gradFill>
              <a:gsLst>
                <a:gs pos="0">
                  <a:srgbClr val="FFF5E5">
                    <a:alpha val="32968"/>
                  </a:srgbClr>
                </a:gs>
                <a:gs pos="14286">
                  <a:srgbClr val="FFF5E5">
                    <a:alpha val="30764"/>
                  </a:srgbClr>
                </a:gs>
                <a:gs pos="28571">
                  <a:srgbClr val="FFF5E5">
                    <a:alpha val="24833"/>
                  </a:srgbClr>
                </a:gs>
                <a:gs pos="42857">
                  <a:srgbClr val="FFF5E5">
                    <a:alpha val="17075"/>
                  </a:srgbClr>
                </a:gs>
                <a:gs pos="57143">
                  <a:srgbClr val="FFF5E5">
                    <a:alpha val="9855"/>
                  </a:srgbClr>
                </a:gs>
                <a:gs pos="71429">
                  <a:srgbClr val="FFF5E5">
                    <a:alpha val="4740"/>
                  </a:srgbClr>
                </a:gs>
                <a:gs pos="85714">
                  <a:srgbClr val="FFF5E5">
                    <a:alpha val="1902"/>
                  </a:srgbClr>
                </a:gs>
                <a:gs pos="100000">
                  <a:srgbClr val="FFF5E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7" name="Splat 527"/>
            <p:cNvSpPr>
              <a:spLocks noGrp="1"/>
            </p:cNvSpPr>
            <p:nvPr/>
          </p:nvSpPr>
          <p:spPr>
            <a:xfrm rot="-10690087">
              <a:off x="1618794" y="445687"/>
              <a:ext cx="383505" cy="314071"/>
            </a:xfrm>
            <a:prstGeom prst="ellipse">
              <a:avLst/>
            </a:prstGeom>
            <a:gradFill>
              <a:gsLst>
                <a:gs pos="0">
                  <a:srgbClr val="7E0000">
                    <a:alpha val="15760"/>
                  </a:srgbClr>
                </a:gs>
                <a:gs pos="14286">
                  <a:srgbClr val="7E0000">
                    <a:alpha val="14583"/>
                  </a:srgbClr>
                </a:gs>
                <a:gs pos="28571">
                  <a:srgbClr val="7E0000">
                    <a:alpha val="11520"/>
                  </a:srgbClr>
                </a:gs>
                <a:gs pos="42857">
                  <a:srgbClr val="7E0000">
                    <a:alpha val="7714"/>
                  </a:srgbClr>
                </a:gs>
                <a:gs pos="57143">
                  <a:srgbClr val="7E0000">
                    <a:alpha val="4351"/>
                  </a:srgbClr>
                </a:gs>
                <a:gs pos="71429">
                  <a:srgbClr val="7E0000">
                    <a:alpha val="2061"/>
                  </a:srgbClr>
                </a:gs>
                <a:gs pos="85714">
                  <a:srgbClr val="7E0000">
                    <a:alpha val="820"/>
                  </a:srgbClr>
                </a:gs>
                <a:gs pos="100000">
                  <a:srgbClr val="7E0000">
                    <a:alpha val="2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8" name="Splat 528"/>
            <p:cNvSpPr>
              <a:spLocks noGrp="1"/>
            </p:cNvSpPr>
            <p:nvPr/>
          </p:nvSpPr>
          <p:spPr>
            <a:xfrm rot="-10107597">
              <a:off x="941393" y="430093"/>
              <a:ext cx="747022" cy="489489"/>
            </a:xfrm>
            <a:prstGeom prst="ellipse">
              <a:avLst/>
            </a:prstGeom>
            <a:gradFill>
              <a:gsLst>
                <a:gs pos="0">
                  <a:srgbClr val="000000">
                    <a:alpha val="3583"/>
                  </a:srgbClr>
                </a:gs>
                <a:gs pos="14286">
                  <a:srgbClr val="000000">
                    <a:alpha val="3298"/>
                  </a:srgbClr>
                </a:gs>
                <a:gs pos="28571">
                  <a:srgbClr val="000000">
                    <a:alpha val="2570"/>
                  </a:srgbClr>
                </a:gs>
                <a:gs pos="42857">
                  <a:srgbClr val="000000">
                    <a:alpha val="1693"/>
                  </a:srgbClr>
                </a:gs>
                <a:gs pos="57143">
                  <a:srgbClr val="000000">
                    <a:alpha val="942"/>
                  </a:srgbClr>
                </a:gs>
                <a:gs pos="71429">
                  <a:srgbClr val="000000">
                    <a:alpha val="442"/>
                  </a:srgbClr>
                </a:gs>
                <a:gs pos="85714">
                  <a:srgbClr val="000000">
                    <a:alpha val="175"/>
                  </a:srgbClr>
                </a:gs>
                <a:gs pos="100000">
                  <a:srgbClr val="000000">
                    <a:alpha val="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9" name="Splat 529"/>
            <p:cNvSpPr>
              <a:spLocks noGrp="1"/>
            </p:cNvSpPr>
            <p:nvPr/>
          </p:nvSpPr>
          <p:spPr>
            <a:xfrm rot="9958587">
              <a:off x="1919490" y="279274"/>
              <a:ext cx="211237" cy="36536"/>
            </a:xfrm>
            <a:prstGeom prst="ellipse">
              <a:avLst/>
            </a:prstGeom>
            <a:gradFill>
              <a:gsLst>
                <a:gs pos="0">
                  <a:srgbClr val="FFF633">
                    <a:alpha val="32968"/>
                  </a:srgbClr>
                </a:gs>
                <a:gs pos="14286">
                  <a:srgbClr val="FFF633">
                    <a:alpha val="30764"/>
                  </a:srgbClr>
                </a:gs>
                <a:gs pos="28571">
                  <a:srgbClr val="FFF633">
                    <a:alpha val="24833"/>
                  </a:srgbClr>
                </a:gs>
                <a:gs pos="42857">
                  <a:srgbClr val="FFF633">
                    <a:alpha val="17075"/>
                  </a:srgbClr>
                </a:gs>
                <a:gs pos="57143">
                  <a:srgbClr val="FFF633">
                    <a:alpha val="9855"/>
                  </a:srgbClr>
                </a:gs>
                <a:gs pos="71429">
                  <a:srgbClr val="FFF633">
                    <a:alpha val="4740"/>
                  </a:srgbClr>
                </a:gs>
                <a:gs pos="85714">
                  <a:srgbClr val="FFF633">
                    <a:alpha val="1902"/>
                  </a:srgbClr>
                </a:gs>
                <a:gs pos="100000">
                  <a:srgbClr val="FFF63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0" name="Splat 530"/>
            <p:cNvSpPr>
              <a:spLocks noGrp="1"/>
            </p:cNvSpPr>
            <p:nvPr/>
          </p:nvSpPr>
          <p:spPr>
            <a:xfrm rot="5838911">
              <a:off x="2901961" y="401581"/>
              <a:ext cx="454607" cy="4833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1" name="Splat 531"/>
            <p:cNvSpPr>
              <a:spLocks noGrp="1"/>
            </p:cNvSpPr>
            <p:nvPr/>
          </p:nvSpPr>
          <p:spPr>
            <a:xfrm rot="3990145">
              <a:off x="665569" y="489257"/>
              <a:ext cx="488088" cy="330291"/>
            </a:xfrm>
            <a:prstGeom prst="ellipse">
              <a:avLst/>
            </a:prstGeom>
            <a:gradFill>
              <a:gsLst>
                <a:gs pos="0">
                  <a:srgbClr val="F2D100">
                    <a:alpha val="3446"/>
                  </a:srgbClr>
                </a:gs>
                <a:gs pos="14286">
                  <a:srgbClr val="F2D100">
                    <a:alpha val="3172"/>
                  </a:srgbClr>
                </a:gs>
                <a:gs pos="28571">
                  <a:srgbClr val="F2D100">
                    <a:alpha val="2472"/>
                  </a:srgbClr>
                </a:gs>
                <a:gs pos="42857">
                  <a:srgbClr val="F2D100">
                    <a:alpha val="1628"/>
                  </a:srgbClr>
                </a:gs>
                <a:gs pos="57143">
                  <a:srgbClr val="F2D100">
                    <a:alpha val="905"/>
                  </a:srgbClr>
                </a:gs>
                <a:gs pos="71429">
                  <a:srgbClr val="F2D100">
                    <a:alpha val="425"/>
                  </a:srgbClr>
                </a:gs>
                <a:gs pos="85714">
                  <a:srgbClr val="F2D100">
                    <a:alpha val="168"/>
                  </a:srgbClr>
                </a:gs>
                <a:gs pos="100000">
                  <a:srgbClr val="F2D100">
                    <a:alpha val="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2" name="Splat 532"/>
            <p:cNvSpPr>
              <a:spLocks noGrp="1"/>
            </p:cNvSpPr>
            <p:nvPr/>
          </p:nvSpPr>
          <p:spPr>
            <a:xfrm rot="-9608341">
              <a:off x="3371825" y="502525"/>
              <a:ext cx="296915" cy="272743"/>
            </a:xfrm>
            <a:prstGeom prst="ellipse">
              <a:avLst/>
            </a:prstGeom>
            <a:gradFill>
              <a:gsLst>
                <a:gs pos="0">
                  <a:srgbClr val="FFCFAB">
                    <a:alpha val="17919"/>
                  </a:srgbClr>
                </a:gs>
                <a:gs pos="14286">
                  <a:srgbClr val="FFCFAB">
                    <a:alpha val="16598"/>
                  </a:srgbClr>
                </a:gs>
                <a:gs pos="28571">
                  <a:srgbClr val="FFCFAB">
                    <a:alpha val="13144"/>
                  </a:srgbClr>
                </a:gs>
                <a:gs pos="42857">
                  <a:srgbClr val="FFCFAB">
                    <a:alpha val="8829"/>
                  </a:srgbClr>
                </a:gs>
                <a:gs pos="57143">
                  <a:srgbClr val="FFCFAB">
                    <a:alpha val="4993"/>
                  </a:srgbClr>
                </a:gs>
                <a:gs pos="71429">
                  <a:srgbClr val="FFCFAB">
                    <a:alpha val="2369"/>
                  </a:srgbClr>
                </a:gs>
                <a:gs pos="85714">
                  <a:srgbClr val="FFCFAB">
                    <a:alpha val="944"/>
                  </a:srgbClr>
                </a:gs>
                <a:gs pos="100000">
                  <a:srgbClr val="FFCFAB">
                    <a:alpha val="3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3" name="Splat 533"/>
            <p:cNvSpPr>
              <a:spLocks noGrp="1"/>
            </p:cNvSpPr>
            <p:nvPr/>
          </p:nvSpPr>
          <p:spPr>
            <a:xfrm rot="-10683656">
              <a:off x="3237447" y="487478"/>
              <a:ext cx="330954" cy="40280"/>
            </a:xfrm>
            <a:prstGeom prst="ellipse">
              <a:avLst/>
            </a:prstGeom>
            <a:gradFill>
              <a:gsLst>
                <a:gs pos="0">
                  <a:srgbClr val="FFEB9C">
                    <a:alpha val="32968"/>
                  </a:srgbClr>
                </a:gs>
                <a:gs pos="14286">
                  <a:srgbClr val="FFEB9C">
                    <a:alpha val="30764"/>
                  </a:srgbClr>
                </a:gs>
                <a:gs pos="28571">
                  <a:srgbClr val="FFEB9C">
                    <a:alpha val="24833"/>
                  </a:srgbClr>
                </a:gs>
                <a:gs pos="42857">
                  <a:srgbClr val="FFEB9C">
                    <a:alpha val="17075"/>
                  </a:srgbClr>
                </a:gs>
                <a:gs pos="57143">
                  <a:srgbClr val="FFEB9C">
                    <a:alpha val="9855"/>
                  </a:srgbClr>
                </a:gs>
                <a:gs pos="71429">
                  <a:srgbClr val="FFEB9C">
                    <a:alpha val="4740"/>
                  </a:srgbClr>
                </a:gs>
                <a:gs pos="85714">
                  <a:srgbClr val="FFEB9C">
                    <a:alpha val="1902"/>
                  </a:srgbClr>
                </a:gs>
                <a:gs pos="100000">
                  <a:srgbClr val="FFEB9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4" name="Splat 534"/>
            <p:cNvSpPr>
              <a:spLocks noGrp="1"/>
            </p:cNvSpPr>
            <p:nvPr/>
          </p:nvSpPr>
          <p:spPr>
            <a:xfrm rot="7189452">
              <a:off x="3049423" y="657666"/>
              <a:ext cx="573275" cy="559504"/>
            </a:xfrm>
            <a:prstGeom prst="ellipse">
              <a:avLst/>
            </a:prstGeom>
            <a:gradFill>
              <a:gsLst>
                <a:gs pos="0">
                  <a:srgbClr val="000028">
                    <a:alpha val="32968"/>
                  </a:srgbClr>
                </a:gs>
                <a:gs pos="14286">
                  <a:srgbClr val="000028">
                    <a:alpha val="30764"/>
                  </a:srgbClr>
                </a:gs>
                <a:gs pos="28571">
                  <a:srgbClr val="000028">
                    <a:alpha val="24833"/>
                  </a:srgbClr>
                </a:gs>
                <a:gs pos="42857">
                  <a:srgbClr val="000028">
                    <a:alpha val="17075"/>
                  </a:srgbClr>
                </a:gs>
                <a:gs pos="57143">
                  <a:srgbClr val="000028">
                    <a:alpha val="9855"/>
                  </a:srgbClr>
                </a:gs>
                <a:gs pos="71429">
                  <a:srgbClr val="000028">
                    <a:alpha val="4740"/>
                  </a:srgbClr>
                </a:gs>
                <a:gs pos="85714">
                  <a:srgbClr val="000028">
                    <a:alpha val="1902"/>
                  </a:srgbClr>
                </a:gs>
                <a:gs pos="100000">
                  <a:srgbClr val="00002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5" name="Splat 535"/>
            <p:cNvSpPr>
              <a:spLocks noGrp="1"/>
            </p:cNvSpPr>
            <p:nvPr/>
          </p:nvSpPr>
          <p:spPr>
            <a:xfrm rot="10199464">
              <a:off x="2622106" y="1758581"/>
              <a:ext cx="431186" cy="280249"/>
            </a:xfrm>
            <a:prstGeom prst="ellipse">
              <a:avLst/>
            </a:prstGeom>
            <a:gradFill>
              <a:gsLst>
                <a:gs pos="0">
                  <a:srgbClr val="370000">
                    <a:alpha val="21556"/>
                  </a:srgbClr>
                </a:gs>
                <a:gs pos="14286">
                  <a:srgbClr val="370000">
                    <a:alpha val="20001"/>
                  </a:srgbClr>
                </a:gs>
                <a:gs pos="28571">
                  <a:srgbClr val="370000">
                    <a:alpha val="15909"/>
                  </a:srgbClr>
                </a:gs>
                <a:gs pos="42857">
                  <a:srgbClr val="370000">
                    <a:alpha val="10743"/>
                  </a:srgbClr>
                </a:gs>
                <a:gs pos="57143">
                  <a:srgbClr val="370000">
                    <a:alpha val="6103"/>
                  </a:srgbClr>
                </a:gs>
                <a:gs pos="71429">
                  <a:srgbClr val="370000">
                    <a:alpha val="2905"/>
                  </a:srgbClr>
                </a:gs>
                <a:gs pos="85714">
                  <a:srgbClr val="370000">
                    <a:alpha val="1159"/>
                  </a:srgbClr>
                </a:gs>
                <a:gs pos="100000">
                  <a:srgbClr val="370000">
                    <a:alpha val="3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6" name="Splat 536"/>
            <p:cNvSpPr>
              <a:spLocks noGrp="1"/>
            </p:cNvSpPr>
            <p:nvPr/>
          </p:nvSpPr>
          <p:spPr>
            <a:xfrm rot="-8200632">
              <a:off x="3000335" y="764152"/>
              <a:ext cx="383122" cy="332640"/>
            </a:xfrm>
            <a:prstGeom prst="ellipse">
              <a:avLst/>
            </a:prstGeom>
            <a:gradFill>
              <a:gsLst>
                <a:gs pos="0">
                  <a:srgbClr val="009EE5">
                    <a:alpha val="9804"/>
                  </a:srgbClr>
                </a:gs>
                <a:gs pos="14286">
                  <a:srgbClr val="009EE5">
                    <a:alpha val="9048"/>
                  </a:srgbClr>
                </a:gs>
                <a:gs pos="28571">
                  <a:srgbClr val="009EE5">
                    <a:alpha val="7099"/>
                  </a:srgbClr>
                </a:gs>
                <a:gs pos="42857">
                  <a:srgbClr val="009EE5">
                    <a:alpha val="4715"/>
                  </a:srgbClr>
                </a:gs>
                <a:gs pos="57143">
                  <a:srgbClr val="009EE5">
                    <a:alpha val="2641"/>
                  </a:srgbClr>
                </a:gs>
                <a:gs pos="71429">
                  <a:srgbClr val="009EE5">
                    <a:alpha val="1245"/>
                  </a:srgbClr>
                </a:gs>
                <a:gs pos="85714">
                  <a:srgbClr val="009EE5">
                    <a:alpha val="494"/>
                  </a:srgbClr>
                </a:gs>
                <a:gs pos="100000">
                  <a:srgbClr val="009EE5">
                    <a:alpha val="1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7" name="Splat 537"/>
            <p:cNvSpPr>
              <a:spLocks noGrp="1"/>
            </p:cNvSpPr>
            <p:nvPr/>
          </p:nvSpPr>
          <p:spPr>
            <a:xfrm rot="8882197">
              <a:off x="737845" y="386457"/>
              <a:ext cx="453947" cy="286925"/>
            </a:xfrm>
            <a:prstGeom prst="ellipse">
              <a:avLst/>
            </a:prstGeom>
            <a:gradFill>
              <a:gsLst>
                <a:gs pos="0">
                  <a:srgbClr val="E6EDFF">
                    <a:alpha val="14184"/>
                  </a:srgbClr>
                </a:gs>
                <a:gs pos="14286">
                  <a:srgbClr val="E6EDFF">
                    <a:alpha val="13116"/>
                  </a:srgbClr>
                </a:gs>
                <a:gs pos="28571">
                  <a:srgbClr val="E6EDFF">
                    <a:alpha val="10341"/>
                  </a:srgbClr>
                </a:gs>
                <a:gs pos="42857">
                  <a:srgbClr val="E6EDFF">
                    <a:alpha val="6910"/>
                  </a:srgbClr>
                </a:gs>
                <a:gs pos="57143">
                  <a:srgbClr val="E6EDFF">
                    <a:alpha val="3890"/>
                  </a:srgbClr>
                </a:gs>
                <a:gs pos="71429">
                  <a:srgbClr val="E6EDFF">
                    <a:alpha val="1840"/>
                  </a:srgbClr>
                </a:gs>
                <a:gs pos="85714">
                  <a:srgbClr val="E6EDFF">
                    <a:alpha val="732"/>
                  </a:srgbClr>
                </a:gs>
                <a:gs pos="100000">
                  <a:srgbClr val="E6EDFF">
                    <a:alpha val="2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8" name="Splat 538"/>
            <p:cNvSpPr>
              <a:spLocks noGrp="1"/>
            </p:cNvSpPr>
            <p:nvPr/>
          </p:nvSpPr>
          <p:spPr>
            <a:xfrm rot="8143442">
              <a:off x="3327215" y="141700"/>
              <a:ext cx="388516" cy="331545"/>
            </a:xfrm>
            <a:prstGeom prst="ellipse">
              <a:avLst/>
            </a:prstGeom>
            <a:gradFill>
              <a:gsLst>
                <a:gs pos="0">
                  <a:srgbClr val="002B00">
                    <a:alpha val="16192"/>
                  </a:srgbClr>
                </a:gs>
                <a:gs pos="14286">
                  <a:srgbClr val="002B00">
                    <a:alpha val="14986"/>
                  </a:srgbClr>
                </a:gs>
                <a:gs pos="28571">
                  <a:srgbClr val="002B00">
                    <a:alpha val="11843"/>
                  </a:srgbClr>
                </a:gs>
                <a:gs pos="42857">
                  <a:srgbClr val="002B00">
                    <a:alpha val="7936"/>
                  </a:srgbClr>
                </a:gs>
                <a:gs pos="57143">
                  <a:srgbClr val="002B00">
                    <a:alpha val="4478"/>
                  </a:srgbClr>
                </a:gs>
                <a:gs pos="71429">
                  <a:srgbClr val="002B00">
                    <a:alpha val="2122"/>
                  </a:srgbClr>
                </a:gs>
                <a:gs pos="85714">
                  <a:srgbClr val="002B00">
                    <a:alpha val="844"/>
                  </a:srgbClr>
                </a:gs>
                <a:gs pos="100000">
                  <a:srgbClr val="002B00">
                    <a:alpha val="2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9" name="Splat 539"/>
            <p:cNvSpPr>
              <a:spLocks noGrp="1"/>
            </p:cNvSpPr>
            <p:nvPr/>
          </p:nvSpPr>
          <p:spPr>
            <a:xfrm rot="-10622160">
              <a:off x="1769937" y="436836"/>
              <a:ext cx="349325" cy="343192"/>
            </a:xfrm>
            <a:prstGeom prst="ellipse">
              <a:avLst/>
            </a:prstGeom>
            <a:gradFill>
              <a:gsLst>
                <a:gs pos="0">
                  <a:srgbClr val="CE0000">
                    <a:alpha val="1862"/>
                  </a:srgbClr>
                </a:gs>
                <a:gs pos="14286">
                  <a:srgbClr val="CE0000">
                    <a:alpha val="1713"/>
                  </a:srgbClr>
                </a:gs>
                <a:gs pos="28571">
                  <a:srgbClr val="CE0000">
                    <a:alpha val="1332"/>
                  </a:srgbClr>
                </a:gs>
                <a:gs pos="42857">
                  <a:srgbClr val="CE0000">
                    <a:alpha val="876"/>
                  </a:srgbClr>
                </a:gs>
                <a:gs pos="57143">
                  <a:srgbClr val="CE0000">
                    <a:alpha val="486"/>
                  </a:srgbClr>
                </a:gs>
                <a:gs pos="71429">
                  <a:srgbClr val="CE0000">
                    <a:alpha val="228"/>
                  </a:srgbClr>
                </a:gs>
                <a:gs pos="85714">
                  <a:srgbClr val="CE0000">
                    <a:alpha val="90"/>
                  </a:srgbClr>
                </a:gs>
                <a:gs pos="100000">
                  <a:srgbClr val="CE0000">
                    <a:alpha val="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0" name="Splat 540"/>
            <p:cNvSpPr>
              <a:spLocks noGrp="1"/>
            </p:cNvSpPr>
            <p:nvPr/>
          </p:nvSpPr>
          <p:spPr>
            <a:xfrm rot="5427752">
              <a:off x="1399259" y="1886998"/>
              <a:ext cx="355880" cy="354499"/>
            </a:xfrm>
            <a:prstGeom prst="ellipse">
              <a:avLst/>
            </a:prstGeom>
            <a:gradFill>
              <a:gsLst>
                <a:gs pos="0">
                  <a:srgbClr val="D8D400">
                    <a:alpha val="1416"/>
                  </a:srgbClr>
                </a:gs>
                <a:gs pos="14286">
                  <a:srgbClr val="D8D400">
                    <a:alpha val="1302"/>
                  </a:srgbClr>
                </a:gs>
                <a:gs pos="28571">
                  <a:srgbClr val="D8D400">
                    <a:alpha val="1013"/>
                  </a:srgbClr>
                </a:gs>
                <a:gs pos="42857">
                  <a:srgbClr val="D8D400">
                    <a:alpha val="665"/>
                  </a:srgbClr>
                </a:gs>
                <a:gs pos="57143">
                  <a:srgbClr val="D8D400">
                    <a:alpha val="369"/>
                  </a:srgbClr>
                </a:gs>
                <a:gs pos="71429">
                  <a:srgbClr val="D8D400">
                    <a:alpha val="173"/>
                  </a:srgbClr>
                </a:gs>
                <a:gs pos="85714">
                  <a:srgbClr val="D8D400">
                    <a:alpha val="68"/>
                  </a:srgbClr>
                </a:gs>
                <a:gs pos="100000">
                  <a:srgbClr val="D8D400">
                    <a:alpha val="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1" name="Splat 541"/>
            <p:cNvSpPr>
              <a:spLocks noGrp="1"/>
            </p:cNvSpPr>
            <p:nvPr/>
          </p:nvSpPr>
          <p:spPr>
            <a:xfrm rot="5958840">
              <a:off x="1173637" y="65567"/>
              <a:ext cx="636327" cy="183620"/>
            </a:xfrm>
            <a:prstGeom prst="ellipse">
              <a:avLst/>
            </a:prstGeom>
            <a:gradFill>
              <a:gsLst>
                <a:gs pos="0">
                  <a:srgbClr val="770000">
                    <a:alpha val="32968"/>
                  </a:srgbClr>
                </a:gs>
                <a:gs pos="14286">
                  <a:srgbClr val="770000">
                    <a:alpha val="30764"/>
                  </a:srgbClr>
                </a:gs>
                <a:gs pos="28571">
                  <a:srgbClr val="770000">
                    <a:alpha val="24833"/>
                  </a:srgbClr>
                </a:gs>
                <a:gs pos="42857">
                  <a:srgbClr val="770000">
                    <a:alpha val="17075"/>
                  </a:srgbClr>
                </a:gs>
                <a:gs pos="57143">
                  <a:srgbClr val="770000">
                    <a:alpha val="9855"/>
                  </a:srgbClr>
                </a:gs>
                <a:gs pos="71429">
                  <a:srgbClr val="770000">
                    <a:alpha val="4740"/>
                  </a:srgbClr>
                </a:gs>
                <a:gs pos="85714">
                  <a:srgbClr val="770000">
                    <a:alpha val="1902"/>
                  </a:srgbClr>
                </a:gs>
                <a:gs pos="100000">
                  <a:srgbClr val="77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2" name="Splat 542"/>
            <p:cNvSpPr>
              <a:spLocks noGrp="1"/>
            </p:cNvSpPr>
            <p:nvPr/>
          </p:nvSpPr>
          <p:spPr>
            <a:xfrm rot="10537378">
              <a:off x="1344548" y="1547259"/>
              <a:ext cx="210691" cy="3569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3" name="Splat 543"/>
            <p:cNvSpPr>
              <a:spLocks noGrp="1"/>
            </p:cNvSpPr>
            <p:nvPr/>
          </p:nvSpPr>
          <p:spPr>
            <a:xfrm rot="-9996145">
              <a:off x="3180160" y="2166788"/>
              <a:ext cx="722155" cy="403415"/>
            </a:xfrm>
            <a:prstGeom prst="ellipse">
              <a:avLst/>
            </a:prstGeom>
            <a:gradFill>
              <a:gsLst>
                <a:gs pos="0">
                  <a:srgbClr val="CDAFA1">
                    <a:alpha val="25744"/>
                  </a:srgbClr>
                </a:gs>
                <a:gs pos="14286">
                  <a:srgbClr val="CDAFA1">
                    <a:alpha val="23935"/>
                  </a:srgbClr>
                </a:gs>
                <a:gs pos="28571">
                  <a:srgbClr val="CDAFA1">
                    <a:alpha val="19137"/>
                  </a:srgbClr>
                </a:gs>
                <a:gs pos="42857">
                  <a:srgbClr val="CDAFA1">
                    <a:alpha val="13006"/>
                  </a:srgbClr>
                </a:gs>
                <a:gs pos="57143">
                  <a:srgbClr val="CDAFA1">
                    <a:alpha val="7430"/>
                  </a:srgbClr>
                </a:gs>
                <a:gs pos="71429">
                  <a:srgbClr val="CDAFA1">
                    <a:alpha val="3549"/>
                  </a:srgbClr>
                </a:gs>
                <a:gs pos="85714">
                  <a:srgbClr val="CDAFA1">
                    <a:alpha val="1419"/>
                  </a:srgbClr>
                </a:gs>
                <a:gs pos="100000">
                  <a:srgbClr val="CDAFA1">
                    <a:alpha val="4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4" name="Splat 544"/>
            <p:cNvSpPr>
              <a:spLocks noGrp="1"/>
            </p:cNvSpPr>
            <p:nvPr/>
          </p:nvSpPr>
          <p:spPr>
            <a:xfrm rot="-10797319">
              <a:off x="2993472" y="36184"/>
              <a:ext cx="543289" cy="31655"/>
            </a:xfrm>
            <a:prstGeom prst="ellipse">
              <a:avLst/>
            </a:prstGeom>
            <a:gradFill>
              <a:gsLst>
                <a:gs pos="0">
                  <a:srgbClr val="A4CBF3">
                    <a:alpha val="13425"/>
                  </a:srgbClr>
                </a:gs>
                <a:gs pos="14286">
                  <a:srgbClr val="A4CBF3">
                    <a:alpha val="12410"/>
                  </a:srgbClr>
                </a:gs>
                <a:gs pos="28571">
                  <a:srgbClr val="A4CBF3">
                    <a:alpha val="9777"/>
                  </a:srgbClr>
                </a:gs>
                <a:gs pos="42857">
                  <a:srgbClr val="A4CBF3">
                    <a:alpha val="6525"/>
                  </a:srgbClr>
                </a:gs>
                <a:gs pos="57143">
                  <a:srgbClr val="A4CBF3">
                    <a:alpha val="3670"/>
                  </a:srgbClr>
                </a:gs>
                <a:gs pos="71429">
                  <a:srgbClr val="A4CBF3">
                    <a:alpha val="1735"/>
                  </a:srgbClr>
                </a:gs>
                <a:gs pos="85714">
                  <a:srgbClr val="A4CBF3">
                    <a:alpha val="690"/>
                  </a:srgbClr>
                </a:gs>
                <a:gs pos="100000">
                  <a:srgbClr val="A4CBF3">
                    <a:alpha val="2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5" name="Splat 545"/>
            <p:cNvSpPr>
              <a:spLocks noGrp="1"/>
            </p:cNvSpPr>
            <p:nvPr/>
          </p:nvSpPr>
          <p:spPr>
            <a:xfrm rot="-10319274">
              <a:off x="3024705" y="654892"/>
              <a:ext cx="546733" cy="56720"/>
            </a:xfrm>
            <a:prstGeom prst="ellipse">
              <a:avLst/>
            </a:prstGeom>
            <a:gradFill>
              <a:gsLst>
                <a:gs pos="0">
                  <a:srgbClr val="FFFAFF">
                    <a:alpha val="32968"/>
                  </a:srgbClr>
                </a:gs>
                <a:gs pos="14286">
                  <a:srgbClr val="FFFAFF">
                    <a:alpha val="30764"/>
                  </a:srgbClr>
                </a:gs>
                <a:gs pos="28571">
                  <a:srgbClr val="FFFAFF">
                    <a:alpha val="24833"/>
                  </a:srgbClr>
                </a:gs>
                <a:gs pos="42857">
                  <a:srgbClr val="FFFAFF">
                    <a:alpha val="17075"/>
                  </a:srgbClr>
                </a:gs>
                <a:gs pos="57143">
                  <a:srgbClr val="FFFAFF">
                    <a:alpha val="9855"/>
                  </a:srgbClr>
                </a:gs>
                <a:gs pos="71429">
                  <a:srgbClr val="FFFAFF">
                    <a:alpha val="4740"/>
                  </a:srgbClr>
                </a:gs>
                <a:gs pos="85714">
                  <a:srgbClr val="FFFAFF">
                    <a:alpha val="1902"/>
                  </a:srgbClr>
                </a:gs>
                <a:gs pos="100000">
                  <a:srgbClr val="FFFA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6" name="Splat 546"/>
            <p:cNvSpPr>
              <a:spLocks noGrp="1"/>
            </p:cNvSpPr>
            <p:nvPr/>
          </p:nvSpPr>
          <p:spPr>
            <a:xfrm rot="7112973">
              <a:off x="279516" y="689698"/>
              <a:ext cx="767176" cy="10858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7" name="Splat 547"/>
            <p:cNvSpPr>
              <a:spLocks noGrp="1"/>
            </p:cNvSpPr>
            <p:nvPr/>
          </p:nvSpPr>
          <p:spPr>
            <a:xfrm rot="5490141">
              <a:off x="3328421" y="110440"/>
              <a:ext cx="441255" cy="308684"/>
            </a:xfrm>
            <a:prstGeom prst="ellipse">
              <a:avLst/>
            </a:prstGeom>
            <a:gradFill>
              <a:gsLst>
                <a:gs pos="0">
                  <a:srgbClr val="520000">
                    <a:alpha val="25410"/>
                  </a:srgbClr>
                </a:gs>
                <a:gs pos="14286">
                  <a:srgbClr val="520000">
                    <a:alpha val="23620"/>
                  </a:srgbClr>
                </a:gs>
                <a:gs pos="28571">
                  <a:srgbClr val="520000">
                    <a:alpha val="18877"/>
                  </a:srgbClr>
                </a:gs>
                <a:gs pos="42857">
                  <a:srgbClr val="520000">
                    <a:alpha val="12823"/>
                  </a:srgbClr>
                </a:gs>
                <a:gs pos="57143">
                  <a:srgbClr val="520000">
                    <a:alpha val="7322"/>
                  </a:srgbClr>
                </a:gs>
                <a:gs pos="71429">
                  <a:srgbClr val="520000">
                    <a:alpha val="3497"/>
                  </a:srgbClr>
                </a:gs>
                <a:gs pos="85714">
                  <a:srgbClr val="520000">
                    <a:alpha val="1398"/>
                  </a:srgbClr>
                </a:gs>
                <a:gs pos="100000">
                  <a:srgbClr val="520000">
                    <a:alpha val="4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8" name="Splat 548"/>
            <p:cNvSpPr>
              <a:spLocks noGrp="1"/>
            </p:cNvSpPr>
            <p:nvPr/>
          </p:nvSpPr>
          <p:spPr>
            <a:xfrm rot="7650535">
              <a:off x="1618060" y="1615353"/>
              <a:ext cx="532030" cy="321844"/>
            </a:xfrm>
            <a:prstGeom prst="ellipse">
              <a:avLst/>
            </a:prstGeom>
            <a:gradFill>
              <a:gsLst>
                <a:gs pos="0">
                  <a:srgbClr val="624000">
                    <a:alpha val="26520"/>
                  </a:srgbClr>
                </a:gs>
                <a:gs pos="14286">
                  <a:srgbClr val="624000">
                    <a:alpha val="24666"/>
                  </a:srgbClr>
                </a:gs>
                <a:gs pos="28571">
                  <a:srgbClr val="624000">
                    <a:alpha val="19742"/>
                  </a:srgbClr>
                </a:gs>
                <a:gs pos="42857">
                  <a:srgbClr val="624000">
                    <a:alpha val="13433"/>
                  </a:srgbClr>
                </a:gs>
                <a:gs pos="57143">
                  <a:srgbClr val="624000">
                    <a:alpha val="7682"/>
                  </a:srgbClr>
                </a:gs>
                <a:gs pos="71429">
                  <a:srgbClr val="624000">
                    <a:alpha val="3672"/>
                  </a:srgbClr>
                </a:gs>
                <a:gs pos="85714">
                  <a:srgbClr val="624000">
                    <a:alpha val="1469"/>
                  </a:srgbClr>
                </a:gs>
                <a:gs pos="100000">
                  <a:srgbClr val="624000">
                    <a:alpha val="4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9" name="Splat 549"/>
            <p:cNvSpPr>
              <a:spLocks noGrp="1"/>
            </p:cNvSpPr>
            <p:nvPr/>
          </p:nvSpPr>
          <p:spPr>
            <a:xfrm rot="8403650">
              <a:off x="1879491" y="-159018"/>
              <a:ext cx="620808" cy="366283"/>
            </a:xfrm>
            <a:prstGeom prst="ellipse">
              <a:avLst/>
            </a:prstGeom>
            <a:gradFill>
              <a:gsLst>
                <a:gs pos="0">
                  <a:srgbClr val="4FC700">
                    <a:alpha val="5086"/>
                  </a:srgbClr>
                </a:gs>
                <a:gs pos="14286">
                  <a:srgbClr val="4FC700">
                    <a:alpha val="4685"/>
                  </a:srgbClr>
                </a:gs>
                <a:gs pos="28571">
                  <a:srgbClr val="4FC700">
                    <a:alpha val="3657"/>
                  </a:srgbClr>
                </a:gs>
                <a:gs pos="42857">
                  <a:srgbClr val="4FC700">
                    <a:alpha val="2414"/>
                  </a:srgbClr>
                </a:gs>
                <a:gs pos="57143">
                  <a:srgbClr val="4FC700">
                    <a:alpha val="1345"/>
                  </a:srgbClr>
                </a:gs>
                <a:gs pos="71429">
                  <a:srgbClr val="4FC700">
                    <a:alpha val="632"/>
                  </a:srgbClr>
                </a:gs>
                <a:gs pos="85714">
                  <a:srgbClr val="4FC700">
                    <a:alpha val="250"/>
                  </a:srgbClr>
                </a:gs>
                <a:gs pos="100000">
                  <a:srgbClr val="4FC700">
                    <a:alpha val="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0" name="Splat 550"/>
            <p:cNvSpPr>
              <a:spLocks noGrp="1"/>
            </p:cNvSpPr>
            <p:nvPr/>
          </p:nvSpPr>
          <p:spPr>
            <a:xfrm rot="5793593">
              <a:off x="2125772" y="281677"/>
              <a:ext cx="893581" cy="9991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1" name="Splat 551"/>
            <p:cNvSpPr>
              <a:spLocks noGrp="1"/>
            </p:cNvSpPr>
            <p:nvPr/>
          </p:nvSpPr>
          <p:spPr>
            <a:xfrm rot="4642482">
              <a:off x="1378862" y="2006102"/>
              <a:ext cx="404332" cy="312694"/>
            </a:xfrm>
            <a:prstGeom prst="ellipse">
              <a:avLst/>
            </a:prstGeom>
            <a:gradFill>
              <a:gsLst>
                <a:gs pos="0">
                  <a:srgbClr val="F8E6DB">
                    <a:alpha val="7640"/>
                  </a:srgbClr>
                </a:gs>
                <a:gs pos="14286">
                  <a:srgbClr val="F8E6DB">
                    <a:alpha val="7044"/>
                  </a:srgbClr>
                </a:gs>
                <a:gs pos="28571">
                  <a:srgbClr val="F8E6DB">
                    <a:alpha val="5514"/>
                  </a:srgbClr>
                </a:gs>
                <a:gs pos="42857">
                  <a:srgbClr val="F8E6DB">
                    <a:alpha val="3652"/>
                  </a:srgbClr>
                </a:gs>
                <a:gs pos="57143">
                  <a:srgbClr val="F8E6DB">
                    <a:alpha val="2040"/>
                  </a:srgbClr>
                </a:gs>
                <a:gs pos="71429">
                  <a:srgbClr val="F8E6DB">
                    <a:alpha val="960"/>
                  </a:srgbClr>
                </a:gs>
                <a:gs pos="85714">
                  <a:srgbClr val="F8E6DB">
                    <a:alpha val="381"/>
                  </a:srgbClr>
                </a:gs>
                <a:gs pos="100000">
                  <a:srgbClr val="F8E6DB">
                    <a:alpha val="1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2" name="Splat 552"/>
            <p:cNvSpPr>
              <a:spLocks noGrp="1"/>
            </p:cNvSpPr>
            <p:nvPr/>
          </p:nvSpPr>
          <p:spPr>
            <a:xfrm rot="8040739">
              <a:off x="1135251" y="1203879"/>
              <a:ext cx="579123" cy="42567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3" name="Splat 553"/>
            <p:cNvSpPr>
              <a:spLocks noGrp="1"/>
            </p:cNvSpPr>
            <p:nvPr/>
          </p:nvSpPr>
          <p:spPr>
            <a:xfrm rot="-10172174">
              <a:off x="1006760" y="533194"/>
              <a:ext cx="390394" cy="339479"/>
            </a:xfrm>
            <a:prstGeom prst="ellipse">
              <a:avLst/>
            </a:prstGeom>
            <a:gradFill>
              <a:gsLst>
                <a:gs pos="0">
                  <a:srgbClr val="7D5700">
                    <a:alpha val="13990"/>
                  </a:srgbClr>
                </a:gs>
                <a:gs pos="14286">
                  <a:srgbClr val="7D5700">
                    <a:alpha val="12935"/>
                  </a:srgbClr>
                </a:gs>
                <a:gs pos="28571">
                  <a:srgbClr val="7D5700">
                    <a:alpha val="10197"/>
                  </a:srgbClr>
                </a:gs>
                <a:gs pos="42857">
                  <a:srgbClr val="7D5700">
                    <a:alpha val="6811"/>
                  </a:srgbClr>
                </a:gs>
                <a:gs pos="57143">
                  <a:srgbClr val="7D5700">
                    <a:alpha val="3833"/>
                  </a:srgbClr>
                </a:gs>
                <a:gs pos="71429">
                  <a:srgbClr val="7D5700">
                    <a:alpha val="1813"/>
                  </a:srgbClr>
                </a:gs>
                <a:gs pos="85714">
                  <a:srgbClr val="7D5700">
                    <a:alpha val="721"/>
                  </a:srgbClr>
                </a:gs>
                <a:gs pos="100000">
                  <a:srgbClr val="7D5700">
                    <a:alpha val="2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4" name="Splat 554"/>
            <p:cNvSpPr>
              <a:spLocks noGrp="1"/>
            </p:cNvSpPr>
            <p:nvPr/>
          </p:nvSpPr>
          <p:spPr>
            <a:xfrm rot="-10050618">
              <a:off x="449158" y="1052852"/>
              <a:ext cx="327626" cy="267526"/>
            </a:xfrm>
            <a:prstGeom prst="ellipse">
              <a:avLst/>
            </a:prstGeom>
            <a:gradFill>
              <a:gsLst>
                <a:gs pos="0">
                  <a:srgbClr val="3C0000">
                    <a:alpha val="30831"/>
                  </a:srgbClr>
                </a:gs>
                <a:gs pos="14286">
                  <a:srgbClr val="3C0000">
                    <a:alpha val="28738"/>
                  </a:srgbClr>
                </a:gs>
                <a:gs pos="28571">
                  <a:srgbClr val="3C0000">
                    <a:alpha val="23131"/>
                  </a:srgbClr>
                </a:gs>
                <a:gs pos="42857">
                  <a:srgbClr val="3C0000">
                    <a:alpha val="15848"/>
                  </a:srgbClr>
                </a:gs>
                <a:gs pos="57143">
                  <a:srgbClr val="3C0000">
                    <a:alpha val="9118"/>
                  </a:srgbClr>
                </a:gs>
                <a:gs pos="71429">
                  <a:srgbClr val="3C0000">
                    <a:alpha val="4377"/>
                  </a:srgbClr>
                </a:gs>
                <a:gs pos="85714">
                  <a:srgbClr val="3C0000">
                    <a:alpha val="1754"/>
                  </a:srgbClr>
                </a:gs>
                <a:gs pos="100000">
                  <a:srgbClr val="3C0000">
                    <a:alpha val="5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5" name="Splat 555"/>
            <p:cNvSpPr>
              <a:spLocks noGrp="1"/>
            </p:cNvSpPr>
            <p:nvPr/>
          </p:nvSpPr>
          <p:spPr>
            <a:xfrm rot="6661863">
              <a:off x="1039423" y="474839"/>
              <a:ext cx="451567" cy="316200"/>
            </a:xfrm>
            <a:prstGeom prst="ellipse">
              <a:avLst/>
            </a:prstGeom>
            <a:gradFill>
              <a:gsLst>
                <a:gs pos="0">
                  <a:srgbClr val="FCB500">
                    <a:alpha val="4631"/>
                  </a:srgbClr>
                </a:gs>
                <a:gs pos="14286">
                  <a:srgbClr val="FCB500">
                    <a:alpha val="4264"/>
                  </a:srgbClr>
                </a:gs>
                <a:gs pos="28571">
                  <a:srgbClr val="FCB500">
                    <a:alpha val="3327"/>
                  </a:srgbClr>
                </a:gs>
                <a:gs pos="42857">
                  <a:srgbClr val="FCB500">
                    <a:alpha val="2195"/>
                  </a:srgbClr>
                </a:gs>
                <a:gs pos="57143">
                  <a:srgbClr val="FCB500">
                    <a:alpha val="1222"/>
                  </a:srgbClr>
                </a:gs>
                <a:gs pos="71429">
                  <a:srgbClr val="FCB500">
                    <a:alpha val="574"/>
                  </a:srgbClr>
                </a:gs>
                <a:gs pos="85714">
                  <a:srgbClr val="FCB500">
                    <a:alpha val="227"/>
                  </a:srgbClr>
                </a:gs>
                <a:gs pos="100000">
                  <a:srgbClr val="FCB500">
                    <a:alpha val="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6" name="Splat 556"/>
            <p:cNvSpPr>
              <a:spLocks noGrp="1"/>
            </p:cNvSpPr>
            <p:nvPr/>
          </p:nvSpPr>
          <p:spPr>
            <a:xfrm rot="8079517">
              <a:off x="1455907" y="766696"/>
              <a:ext cx="779751" cy="12150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7" name="Splat 557"/>
            <p:cNvSpPr>
              <a:spLocks noGrp="1"/>
            </p:cNvSpPr>
            <p:nvPr/>
          </p:nvSpPr>
          <p:spPr>
            <a:xfrm rot="5460283">
              <a:off x="2119532" y="298461"/>
              <a:ext cx="870354" cy="80681"/>
            </a:xfrm>
            <a:prstGeom prst="ellipse">
              <a:avLst/>
            </a:prstGeom>
            <a:gradFill>
              <a:gsLst>
                <a:gs pos="0">
                  <a:srgbClr val="000024">
                    <a:alpha val="32968"/>
                  </a:srgbClr>
                </a:gs>
                <a:gs pos="14286">
                  <a:srgbClr val="000024">
                    <a:alpha val="30764"/>
                  </a:srgbClr>
                </a:gs>
                <a:gs pos="28571">
                  <a:srgbClr val="000024">
                    <a:alpha val="24833"/>
                  </a:srgbClr>
                </a:gs>
                <a:gs pos="42857">
                  <a:srgbClr val="000024">
                    <a:alpha val="17075"/>
                  </a:srgbClr>
                </a:gs>
                <a:gs pos="57143">
                  <a:srgbClr val="000024">
                    <a:alpha val="9855"/>
                  </a:srgbClr>
                </a:gs>
                <a:gs pos="71429">
                  <a:srgbClr val="000024">
                    <a:alpha val="4740"/>
                  </a:srgbClr>
                </a:gs>
                <a:gs pos="85714">
                  <a:srgbClr val="000024">
                    <a:alpha val="1902"/>
                  </a:srgbClr>
                </a:gs>
                <a:gs pos="100000">
                  <a:srgbClr val="00002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8" name="Splat 558"/>
            <p:cNvSpPr>
              <a:spLocks noGrp="1"/>
            </p:cNvSpPr>
            <p:nvPr/>
          </p:nvSpPr>
          <p:spPr>
            <a:xfrm rot="4328148">
              <a:off x="1218040" y="2008580"/>
              <a:ext cx="815567" cy="68658"/>
            </a:xfrm>
            <a:prstGeom prst="ellipse">
              <a:avLst/>
            </a:prstGeom>
            <a:gradFill>
              <a:gsLst>
                <a:gs pos="0">
                  <a:srgbClr val="2A0000">
                    <a:alpha val="32968"/>
                  </a:srgbClr>
                </a:gs>
                <a:gs pos="14286">
                  <a:srgbClr val="2A0000">
                    <a:alpha val="30764"/>
                  </a:srgbClr>
                </a:gs>
                <a:gs pos="28571">
                  <a:srgbClr val="2A0000">
                    <a:alpha val="24833"/>
                  </a:srgbClr>
                </a:gs>
                <a:gs pos="42857">
                  <a:srgbClr val="2A0000">
                    <a:alpha val="17075"/>
                  </a:srgbClr>
                </a:gs>
                <a:gs pos="57143">
                  <a:srgbClr val="2A0000">
                    <a:alpha val="9855"/>
                  </a:srgbClr>
                </a:gs>
                <a:gs pos="71429">
                  <a:srgbClr val="2A0000">
                    <a:alpha val="4740"/>
                  </a:srgbClr>
                </a:gs>
                <a:gs pos="85714">
                  <a:srgbClr val="2A0000">
                    <a:alpha val="1902"/>
                  </a:srgbClr>
                </a:gs>
                <a:gs pos="100000">
                  <a:srgbClr val="2A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9" name="Splat 559"/>
            <p:cNvSpPr>
              <a:spLocks noGrp="1"/>
            </p:cNvSpPr>
            <p:nvPr/>
          </p:nvSpPr>
          <p:spPr>
            <a:xfrm rot="10130653">
              <a:off x="2533781" y="1759855"/>
              <a:ext cx="532513" cy="184794"/>
            </a:xfrm>
            <a:prstGeom prst="ellipse">
              <a:avLst/>
            </a:prstGeom>
            <a:gradFill>
              <a:gsLst>
                <a:gs pos="0">
                  <a:srgbClr val="FFBC00">
                    <a:alpha val="3783"/>
                  </a:srgbClr>
                </a:gs>
                <a:gs pos="14286">
                  <a:srgbClr val="FFBC00">
                    <a:alpha val="3483"/>
                  </a:srgbClr>
                </a:gs>
                <a:gs pos="28571">
                  <a:srgbClr val="FFBC00">
                    <a:alpha val="2715"/>
                  </a:srgbClr>
                </a:gs>
                <a:gs pos="42857">
                  <a:srgbClr val="FFBC00">
                    <a:alpha val="1789"/>
                  </a:srgbClr>
                </a:gs>
                <a:gs pos="57143">
                  <a:srgbClr val="FFBC00">
                    <a:alpha val="995"/>
                  </a:srgbClr>
                </a:gs>
                <a:gs pos="71429">
                  <a:srgbClr val="FFBC00">
                    <a:alpha val="467"/>
                  </a:srgbClr>
                </a:gs>
                <a:gs pos="85714">
                  <a:srgbClr val="FFBC00">
                    <a:alpha val="185"/>
                  </a:srgbClr>
                </a:gs>
                <a:gs pos="100000">
                  <a:srgbClr val="FFBC00">
                    <a:alpha val="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0" name="Splat 560"/>
            <p:cNvSpPr>
              <a:spLocks noGrp="1"/>
            </p:cNvSpPr>
            <p:nvPr/>
          </p:nvSpPr>
          <p:spPr>
            <a:xfrm rot="6619391">
              <a:off x="2728586" y="1117425"/>
              <a:ext cx="528104" cy="17000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1" name="Splat 561"/>
            <p:cNvSpPr>
              <a:spLocks noGrp="1"/>
            </p:cNvSpPr>
            <p:nvPr/>
          </p:nvSpPr>
          <p:spPr>
            <a:xfrm rot="7055433">
              <a:off x="1301691" y="257247"/>
              <a:ext cx="367384" cy="259189"/>
            </a:xfrm>
            <a:prstGeom prst="ellipse">
              <a:avLst/>
            </a:prstGeom>
            <a:gradFill>
              <a:gsLst>
                <a:gs pos="0">
                  <a:srgbClr val="00DB00">
                    <a:alpha val="11159"/>
                  </a:srgbClr>
                </a:gs>
                <a:gs pos="14286">
                  <a:srgbClr val="00DB00">
                    <a:alpha val="10304"/>
                  </a:srgbClr>
                </a:gs>
                <a:gs pos="28571">
                  <a:srgbClr val="00DB00">
                    <a:alpha val="8097"/>
                  </a:srgbClr>
                </a:gs>
                <a:gs pos="42857">
                  <a:srgbClr val="00DB00">
                    <a:alpha val="5388"/>
                  </a:srgbClr>
                </a:gs>
                <a:gs pos="57143">
                  <a:srgbClr val="00DB00">
                    <a:alpha val="3022"/>
                  </a:srgbClr>
                </a:gs>
                <a:gs pos="71429">
                  <a:srgbClr val="00DB00">
                    <a:alpha val="1426"/>
                  </a:srgbClr>
                </a:gs>
                <a:gs pos="85714">
                  <a:srgbClr val="00DB00">
                    <a:alpha val="566"/>
                  </a:srgbClr>
                </a:gs>
                <a:gs pos="100000">
                  <a:srgbClr val="00DB00">
                    <a:alpha val="1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2" name="Splat 562"/>
            <p:cNvSpPr>
              <a:spLocks noGrp="1"/>
            </p:cNvSpPr>
            <p:nvPr/>
          </p:nvSpPr>
          <p:spPr>
            <a:xfrm rot="6988671">
              <a:off x="568118" y="-17891"/>
              <a:ext cx="482168" cy="342833"/>
            </a:xfrm>
            <a:prstGeom prst="ellipse">
              <a:avLst/>
            </a:prstGeom>
            <a:gradFill>
              <a:gsLst>
                <a:gs pos="0">
                  <a:srgbClr val="6E0000">
                    <a:alpha val="32968"/>
                  </a:srgbClr>
                </a:gs>
                <a:gs pos="14286">
                  <a:srgbClr val="6E0000">
                    <a:alpha val="30764"/>
                  </a:srgbClr>
                </a:gs>
                <a:gs pos="28571">
                  <a:srgbClr val="6E0000">
                    <a:alpha val="24833"/>
                  </a:srgbClr>
                </a:gs>
                <a:gs pos="42857">
                  <a:srgbClr val="6E0000">
                    <a:alpha val="17075"/>
                  </a:srgbClr>
                </a:gs>
                <a:gs pos="57143">
                  <a:srgbClr val="6E0000">
                    <a:alpha val="9855"/>
                  </a:srgbClr>
                </a:gs>
                <a:gs pos="71429">
                  <a:srgbClr val="6E0000">
                    <a:alpha val="4740"/>
                  </a:srgbClr>
                </a:gs>
                <a:gs pos="85714">
                  <a:srgbClr val="6E0000">
                    <a:alpha val="1902"/>
                  </a:srgbClr>
                </a:gs>
                <a:gs pos="100000">
                  <a:srgbClr val="6E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3" name="Splat 563"/>
            <p:cNvSpPr>
              <a:spLocks noGrp="1"/>
            </p:cNvSpPr>
            <p:nvPr/>
          </p:nvSpPr>
          <p:spPr>
            <a:xfrm rot="8690369">
              <a:off x="3117692" y="-77583"/>
              <a:ext cx="415752" cy="325107"/>
            </a:xfrm>
            <a:prstGeom prst="ellipse">
              <a:avLst/>
            </a:prstGeom>
            <a:gradFill>
              <a:gsLst>
                <a:gs pos="0">
                  <a:srgbClr val="000000">
                    <a:alpha val="2091"/>
                  </a:srgbClr>
                </a:gs>
                <a:gs pos="14286">
                  <a:srgbClr val="000000">
                    <a:alpha val="1923"/>
                  </a:srgbClr>
                </a:gs>
                <a:gs pos="28571">
                  <a:srgbClr val="000000">
                    <a:alpha val="1496"/>
                  </a:srgbClr>
                </a:gs>
                <a:gs pos="42857">
                  <a:srgbClr val="000000">
                    <a:alpha val="984"/>
                  </a:srgbClr>
                </a:gs>
                <a:gs pos="57143">
                  <a:srgbClr val="000000">
                    <a:alpha val="546"/>
                  </a:srgbClr>
                </a:gs>
                <a:gs pos="71429">
                  <a:srgbClr val="000000">
                    <a:alpha val="256"/>
                  </a:srgbClr>
                </a:gs>
                <a:gs pos="85714">
                  <a:srgbClr val="000000">
                    <a:alpha val="101"/>
                  </a:srgbClr>
                </a:gs>
                <a:gs pos="100000">
                  <a:srgbClr val="000000">
                    <a:alpha val="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4" name="Splat 564"/>
            <p:cNvSpPr>
              <a:spLocks noGrp="1"/>
            </p:cNvSpPr>
            <p:nvPr/>
          </p:nvSpPr>
          <p:spPr>
            <a:xfrm rot="8845634">
              <a:off x="1234296" y="1201685"/>
              <a:ext cx="571980" cy="314023"/>
            </a:xfrm>
            <a:prstGeom prst="ellipse">
              <a:avLst/>
            </a:prstGeom>
            <a:gradFill>
              <a:gsLst>
                <a:gs pos="0">
                  <a:srgbClr val="00484B">
                    <a:alpha val="32968"/>
                  </a:srgbClr>
                </a:gs>
                <a:gs pos="14286">
                  <a:srgbClr val="00484B">
                    <a:alpha val="30764"/>
                  </a:srgbClr>
                </a:gs>
                <a:gs pos="28571">
                  <a:srgbClr val="00484B">
                    <a:alpha val="24833"/>
                  </a:srgbClr>
                </a:gs>
                <a:gs pos="42857">
                  <a:srgbClr val="00484B">
                    <a:alpha val="17075"/>
                  </a:srgbClr>
                </a:gs>
                <a:gs pos="57143">
                  <a:srgbClr val="00484B">
                    <a:alpha val="9855"/>
                  </a:srgbClr>
                </a:gs>
                <a:gs pos="71429">
                  <a:srgbClr val="00484B">
                    <a:alpha val="4740"/>
                  </a:srgbClr>
                </a:gs>
                <a:gs pos="85714">
                  <a:srgbClr val="00484B">
                    <a:alpha val="1902"/>
                  </a:srgbClr>
                </a:gs>
                <a:gs pos="100000">
                  <a:srgbClr val="00484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5" name="Splat 565"/>
            <p:cNvSpPr>
              <a:spLocks noGrp="1"/>
            </p:cNvSpPr>
            <p:nvPr/>
          </p:nvSpPr>
          <p:spPr>
            <a:xfrm rot="2899271">
              <a:off x="2528323" y="1248774"/>
              <a:ext cx="189944" cy="58633"/>
            </a:xfrm>
            <a:prstGeom prst="ellipse">
              <a:avLst/>
            </a:prstGeom>
            <a:gradFill>
              <a:gsLst>
                <a:gs pos="0">
                  <a:srgbClr val="FFFFD4">
                    <a:alpha val="32968"/>
                  </a:srgbClr>
                </a:gs>
                <a:gs pos="14286">
                  <a:srgbClr val="FFFFD4">
                    <a:alpha val="30764"/>
                  </a:srgbClr>
                </a:gs>
                <a:gs pos="28571">
                  <a:srgbClr val="FFFFD4">
                    <a:alpha val="24833"/>
                  </a:srgbClr>
                </a:gs>
                <a:gs pos="42857">
                  <a:srgbClr val="FFFFD4">
                    <a:alpha val="17075"/>
                  </a:srgbClr>
                </a:gs>
                <a:gs pos="57143">
                  <a:srgbClr val="FFFFD4">
                    <a:alpha val="9855"/>
                  </a:srgbClr>
                </a:gs>
                <a:gs pos="71429">
                  <a:srgbClr val="FFFFD4">
                    <a:alpha val="4740"/>
                  </a:srgbClr>
                </a:gs>
                <a:gs pos="85714">
                  <a:srgbClr val="FFFFD4">
                    <a:alpha val="1902"/>
                  </a:srgbClr>
                </a:gs>
                <a:gs pos="100000">
                  <a:srgbClr val="FFFFD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6" name="Splat 566"/>
            <p:cNvSpPr>
              <a:spLocks noGrp="1"/>
            </p:cNvSpPr>
            <p:nvPr/>
          </p:nvSpPr>
          <p:spPr>
            <a:xfrm rot="7294771">
              <a:off x="2252107" y="1342745"/>
              <a:ext cx="356010" cy="327195"/>
            </a:xfrm>
            <a:prstGeom prst="ellipse">
              <a:avLst/>
            </a:prstGeom>
            <a:gradFill>
              <a:gsLst>
                <a:gs pos="0">
                  <a:srgbClr val="F90000">
                    <a:alpha val="14106"/>
                  </a:srgbClr>
                </a:gs>
                <a:gs pos="14286">
                  <a:srgbClr val="F90000">
                    <a:alpha val="13043"/>
                  </a:srgbClr>
                </a:gs>
                <a:gs pos="28571">
                  <a:srgbClr val="F90000">
                    <a:alpha val="10283"/>
                  </a:srgbClr>
                </a:gs>
                <a:gs pos="42857">
                  <a:srgbClr val="F90000">
                    <a:alpha val="6870"/>
                  </a:srgbClr>
                </a:gs>
                <a:gs pos="57143">
                  <a:srgbClr val="F90000">
                    <a:alpha val="3867"/>
                  </a:srgbClr>
                </a:gs>
                <a:gs pos="71429">
                  <a:srgbClr val="F90000">
                    <a:alpha val="1829"/>
                  </a:srgbClr>
                </a:gs>
                <a:gs pos="85714">
                  <a:srgbClr val="F90000">
                    <a:alpha val="727"/>
                  </a:srgbClr>
                </a:gs>
                <a:gs pos="100000">
                  <a:srgbClr val="F90000">
                    <a:alpha val="2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7" name="Splat 567"/>
            <p:cNvSpPr>
              <a:spLocks noGrp="1"/>
            </p:cNvSpPr>
            <p:nvPr/>
          </p:nvSpPr>
          <p:spPr>
            <a:xfrm rot="7569094">
              <a:off x="493385" y="601732"/>
              <a:ext cx="398800" cy="275934"/>
            </a:xfrm>
            <a:prstGeom prst="ellipse">
              <a:avLst/>
            </a:prstGeom>
            <a:gradFill>
              <a:gsLst>
                <a:gs pos="0">
                  <a:srgbClr val="FF0000">
                    <a:alpha val="5255"/>
                  </a:srgbClr>
                </a:gs>
                <a:gs pos="14286">
                  <a:srgbClr val="FF0000">
                    <a:alpha val="4841"/>
                  </a:srgbClr>
                </a:gs>
                <a:gs pos="28571">
                  <a:srgbClr val="FF0000">
                    <a:alpha val="3779"/>
                  </a:srgbClr>
                </a:gs>
                <a:gs pos="42857">
                  <a:srgbClr val="FF0000">
                    <a:alpha val="2495"/>
                  </a:srgbClr>
                </a:gs>
                <a:gs pos="57143">
                  <a:srgbClr val="FF0000">
                    <a:alpha val="1390"/>
                  </a:srgbClr>
                </a:gs>
                <a:gs pos="71429">
                  <a:srgbClr val="FF0000">
                    <a:alpha val="653"/>
                  </a:srgbClr>
                </a:gs>
                <a:gs pos="85714">
                  <a:srgbClr val="FF0000">
                    <a:alpha val="259"/>
                  </a:srgbClr>
                </a:gs>
                <a:gs pos="100000">
                  <a:srgbClr val="FF0000">
                    <a:alpha val="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8" name="Splat 568"/>
            <p:cNvSpPr>
              <a:spLocks noGrp="1"/>
            </p:cNvSpPr>
            <p:nvPr/>
          </p:nvSpPr>
          <p:spPr>
            <a:xfrm rot="9568484">
              <a:off x="1359287" y="579800"/>
              <a:ext cx="805201" cy="51632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9" name="Splat 569"/>
            <p:cNvSpPr>
              <a:spLocks noGrp="1"/>
            </p:cNvSpPr>
            <p:nvPr/>
          </p:nvSpPr>
          <p:spPr>
            <a:xfrm rot="7821862">
              <a:off x="1452334" y="1788694"/>
              <a:ext cx="605877" cy="78644"/>
            </a:xfrm>
            <a:prstGeom prst="ellipse">
              <a:avLst/>
            </a:prstGeom>
            <a:gradFill>
              <a:gsLst>
                <a:gs pos="0">
                  <a:srgbClr val="FFEED7">
                    <a:alpha val="32195"/>
                  </a:srgbClr>
                </a:gs>
                <a:gs pos="14286">
                  <a:srgbClr val="FFEED7">
                    <a:alpha val="30030"/>
                  </a:srgbClr>
                </a:gs>
                <a:gs pos="28571">
                  <a:srgbClr val="FFEED7">
                    <a:alpha val="24215"/>
                  </a:srgbClr>
                </a:gs>
                <a:gs pos="42857">
                  <a:srgbClr val="FFEED7">
                    <a:alpha val="16629"/>
                  </a:srgbClr>
                </a:gs>
                <a:gs pos="57143">
                  <a:srgbClr val="FFEED7">
                    <a:alpha val="9586"/>
                  </a:srgbClr>
                </a:gs>
                <a:gs pos="71429">
                  <a:srgbClr val="FFEED7">
                    <a:alpha val="4608"/>
                  </a:srgbClr>
                </a:gs>
                <a:gs pos="85714">
                  <a:srgbClr val="FFEED7">
                    <a:alpha val="1848"/>
                  </a:srgbClr>
                </a:gs>
                <a:gs pos="100000">
                  <a:srgbClr val="FFEED7">
                    <a:alpha val="6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0" name="Splat 570"/>
            <p:cNvSpPr>
              <a:spLocks noGrp="1"/>
            </p:cNvSpPr>
            <p:nvPr/>
          </p:nvSpPr>
          <p:spPr>
            <a:xfrm rot="3954189">
              <a:off x="2403943" y="1594827"/>
              <a:ext cx="650961" cy="29172"/>
            </a:xfrm>
            <a:prstGeom prst="ellipse">
              <a:avLst/>
            </a:prstGeom>
            <a:gradFill>
              <a:gsLst>
                <a:gs pos="0">
                  <a:srgbClr val="FFE7D0">
                    <a:alpha val="29469"/>
                  </a:srgbClr>
                </a:gs>
                <a:gs pos="14286">
                  <a:srgbClr val="FFE7D0">
                    <a:alpha val="27449"/>
                  </a:srgbClr>
                </a:gs>
                <a:gs pos="28571">
                  <a:srgbClr val="FFE7D0">
                    <a:alpha val="22053"/>
                  </a:srgbClr>
                </a:gs>
                <a:gs pos="42857">
                  <a:srgbClr val="FFE7D0">
                    <a:alpha val="15076"/>
                  </a:srgbClr>
                </a:gs>
                <a:gs pos="57143">
                  <a:srgbClr val="FFE7D0">
                    <a:alpha val="8657"/>
                  </a:srgbClr>
                </a:gs>
                <a:gs pos="71429">
                  <a:srgbClr val="FFE7D0">
                    <a:alpha val="4150"/>
                  </a:srgbClr>
                </a:gs>
                <a:gs pos="85714">
                  <a:srgbClr val="FFE7D0">
                    <a:alpha val="1662"/>
                  </a:srgbClr>
                </a:gs>
                <a:gs pos="100000">
                  <a:srgbClr val="FFE7D0">
                    <a:alpha val="5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1" name="Splat 571"/>
            <p:cNvSpPr>
              <a:spLocks noGrp="1"/>
            </p:cNvSpPr>
            <p:nvPr/>
          </p:nvSpPr>
          <p:spPr>
            <a:xfrm rot="5208497">
              <a:off x="3098443" y="1031103"/>
              <a:ext cx="463695" cy="451384"/>
            </a:xfrm>
            <a:prstGeom prst="ellipse">
              <a:avLst/>
            </a:prstGeom>
            <a:gradFill>
              <a:gsLst>
                <a:gs pos="0">
                  <a:srgbClr val="240000">
                    <a:alpha val="32968"/>
                  </a:srgbClr>
                </a:gs>
                <a:gs pos="14286">
                  <a:srgbClr val="240000">
                    <a:alpha val="30764"/>
                  </a:srgbClr>
                </a:gs>
                <a:gs pos="28571">
                  <a:srgbClr val="240000">
                    <a:alpha val="24833"/>
                  </a:srgbClr>
                </a:gs>
                <a:gs pos="42857">
                  <a:srgbClr val="240000">
                    <a:alpha val="17075"/>
                  </a:srgbClr>
                </a:gs>
                <a:gs pos="57143">
                  <a:srgbClr val="240000">
                    <a:alpha val="9855"/>
                  </a:srgbClr>
                </a:gs>
                <a:gs pos="71429">
                  <a:srgbClr val="240000">
                    <a:alpha val="4740"/>
                  </a:srgbClr>
                </a:gs>
                <a:gs pos="85714">
                  <a:srgbClr val="240000">
                    <a:alpha val="1902"/>
                  </a:srgbClr>
                </a:gs>
                <a:gs pos="100000">
                  <a:srgbClr val="24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2" name="Splat 572"/>
            <p:cNvSpPr>
              <a:spLocks noGrp="1"/>
            </p:cNvSpPr>
            <p:nvPr/>
          </p:nvSpPr>
          <p:spPr>
            <a:xfrm rot="8228096">
              <a:off x="1195558" y="553160"/>
              <a:ext cx="402561" cy="289220"/>
            </a:xfrm>
            <a:prstGeom prst="ellipse">
              <a:avLst/>
            </a:prstGeom>
            <a:gradFill>
              <a:gsLst>
                <a:gs pos="0">
                  <a:srgbClr val="4F3B00">
                    <a:alpha val="16534"/>
                  </a:srgbClr>
                </a:gs>
                <a:gs pos="14286">
                  <a:srgbClr val="4F3B00">
                    <a:alpha val="15305"/>
                  </a:srgbClr>
                </a:gs>
                <a:gs pos="28571">
                  <a:srgbClr val="4F3B00">
                    <a:alpha val="12100"/>
                  </a:srgbClr>
                </a:gs>
                <a:gs pos="42857">
                  <a:srgbClr val="4F3B00">
                    <a:alpha val="8112"/>
                  </a:srgbClr>
                </a:gs>
                <a:gs pos="57143">
                  <a:srgbClr val="4F3B00">
                    <a:alpha val="4579"/>
                  </a:srgbClr>
                </a:gs>
                <a:gs pos="71429">
                  <a:srgbClr val="4F3B00">
                    <a:alpha val="2170"/>
                  </a:srgbClr>
                </a:gs>
                <a:gs pos="85714">
                  <a:srgbClr val="4F3B00">
                    <a:alpha val="864"/>
                  </a:srgbClr>
                </a:gs>
                <a:gs pos="100000">
                  <a:srgbClr val="4F3B00">
                    <a:alpha val="2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3" name="Splat 573"/>
            <p:cNvSpPr>
              <a:spLocks noGrp="1"/>
            </p:cNvSpPr>
            <p:nvPr/>
          </p:nvSpPr>
          <p:spPr>
            <a:xfrm rot="6978852">
              <a:off x="2931574" y="729251"/>
              <a:ext cx="280001" cy="10059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4" name="Splat 574"/>
            <p:cNvSpPr>
              <a:spLocks noGrp="1"/>
            </p:cNvSpPr>
            <p:nvPr/>
          </p:nvSpPr>
          <p:spPr>
            <a:xfrm rot="9193138">
              <a:off x="312918" y="916615"/>
              <a:ext cx="303007" cy="26167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5" name="Splat 575"/>
            <p:cNvSpPr>
              <a:spLocks noGrp="1"/>
            </p:cNvSpPr>
            <p:nvPr/>
          </p:nvSpPr>
          <p:spPr>
            <a:xfrm rot="6036927">
              <a:off x="723494" y="1178400"/>
              <a:ext cx="255732" cy="49439"/>
            </a:xfrm>
            <a:prstGeom prst="ellipse">
              <a:avLst/>
            </a:prstGeom>
            <a:gradFill>
              <a:gsLst>
                <a:gs pos="0">
                  <a:srgbClr val="FEF9FF">
                    <a:alpha val="10945"/>
                  </a:srgbClr>
                </a:gs>
                <a:gs pos="14286">
                  <a:srgbClr val="FEF9FF">
                    <a:alpha val="10107"/>
                  </a:srgbClr>
                </a:gs>
                <a:gs pos="28571">
                  <a:srgbClr val="FEF9FF">
                    <a:alpha val="7940"/>
                  </a:srgbClr>
                </a:gs>
                <a:gs pos="42857">
                  <a:srgbClr val="FEF9FF">
                    <a:alpha val="5282"/>
                  </a:srgbClr>
                </a:gs>
                <a:gs pos="57143">
                  <a:srgbClr val="FEF9FF">
                    <a:alpha val="2962"/>
                  </a:srgbClr>
                </a:gs>
                <a:gs pos="71429">
                  <a:srgbClr val="FEF9FF">
                    <a:alpha val="1398"/>
                  </a:srgbClr>
                </a:gs>
                <a:gs pos="85714">
                  <a:srgbClr val="FEF9FF">
                    <a:alpha val="555"/>
                  </a:srgbClr>
                </a:gs>
                <a:gs pos="100000">
                  <a:srgbClr val="FEF9FF">
                    <a:alpha val="1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6" name="Splat 576"/>
            <p:cNvSpPr>
              <a:spLocks noGrp="1"/>
            </p:cNvSpPr>
            <p:nvPr/>
          </p:nvSpPr>
          <p:spPr>
            <a:xfrm rot="9266029">
              <a:off x="1220085" y="1172381"/>
              <a:ext cx="501061" cy="190858"/>
            </a:xfrm>
            <a:prstGeom prst="ellipse">
              <a:avLst/>
            </a:prstGeom>
            <a:gradFill>
              <a:gsLst>
                <a:gs pos="0">
                  <a:srgbClr val="FF0000">
                    <a:alpha val="32968"/>
                  </a:srgbClr>
                </a:gs>
                <a:gs pos="14286">
                  <a:srgbClr val="FF0000">
                    <a:alpha val="30764"/>
                  </a:srgbClr>
                </a:gs>
                <a:gs pos="28571">
                  <a:srgbClr val="FF0000">
                    <a:alpha val="24833"/>
                  </a:srgbClr>
                </a:gs>
                <a:gs pos="42857">
                  <a:srgbClr val="FF0000">
                    <a:alpha val="17075"/>
                  </a:srgbClr>
                </a:gs>
                <a:gs pos="57143">
                  <a:srgbClr val="FF0000">
                    <a:alpha val="9855"/>
                  </a:srgbClr>
                </a:gs>
                <a:gs pos="71429">
                  <a:srgbClr val="FF0000">
                    <a:alpha val="4740"/>
                  </a:srgbClr>
                </a:gs>
                <a:gs pos="85714">
                  <a:srgbClr val="FF0000">
                    <a:alpha val="1902"/>
                  </a:srgbClr>
                </a:gs>
                <a:gs pos="100000">
                  <a:srgbClr val="F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7" name="Splat 577"/>
            <p:cNvSpPr>
              <a:spLocks noGrp="1"/>
            </p:cNvSpPr>
            <p:nvPr/>
          </p:nvSpPr>
          <p:spPr>
            <a:xfrm rot="-9431464">
              <a:off x="2785539" y="2045190"/>
              <a:ext cx="388490" cy="48652"/>
            </a:xfrm>
            <a:prstGeom prst="ellipse">
              <a:avLst/>
            </a:prstGeom>
            <a:gradFill>
              <a:gsLst>
                <a:gs pos="0">
                  <a:srgbClr val="314355">
                    <a:alpha val="32968"/>
                  </a:srgbClr>
                </a:gs>
                <a:gs pos="14286">
                  <a:srgbClr val="314355">
                    <a:alpha val="30764"/>
                  </a:srgbClr>
                </a:gs>
                <a:gs pos="28571">
                  <a:srgbClr val="314355">
                    <a:alpha val="24833"/>
                  </a:srgbClr>
                </a:gs>
                <a:gs pos="42857">
                  <a:srgbClr val="314355">
                    <a:alpha val="17075"/>
                  </a:srgbClr>
                </a:gs>
                <a:gs pos="57143">
                  <a:srgbClr val="314355">
                    <a:alpha val="9855"/>
                  </a:srgbClr>
                </a:gs>
                <a:gs pos="71429">
                  <a:srgbClr val="314355">
                    <a:alpha val="4740"/>
                  </a:srgbClr>
                </a:gs>
                <a:gs pos="85714">
                  <a:srgbClr val="314355">
                    <a:alpha val="1902"/>
                  </a:srgbClr>
                </a:gs>
                <a:gs pos="100000">
                  <a:srgbClr val="31435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8" name="Splat 578"/>
            <p:cNvSpPr>
              <a:spLocks noGrp="1"/>
            </p:cNvSpPr>
            <p:nvPr/>
          </p:nvSpPr>
          <p:spPr>
            <a:xfrm rot="8957523">
              <a:off x="1204634" y="1214979"/>
              <a:ext cx="397887" cy="103110"/>
            </a:xfrm>
            <a:prstGeom prst="ellipse">
              <a:avLst/>
            </a:prstGeom>
            <a:gradFill>
              <a:gsLst>
                <a:gs pos="0">
                  <a:srgbClr val="FF868F">
                    <a:alpha val="32968"/>
                  </a:srgbClr>
                </a:gs>
                <a:gs pos="14286">
                  <a:srgbClr val="FF868F">
                    <a:alpha val="30764"/>
                  </a:srgbClr>
                </a:gs>
                <a:gs pos="28571">
                  <a:srgbClr val="FF868F">
                    <a:alpha val="24833"/>
                  </a:srgbClr>
                </a:gs>
                <a:gs pos="42857">
                  <a:srgbClr val="FF868F">
                    <a:alpha val="17075"/>
                  </a:srgbClr>
                </a:gs>
                <a:gs pos="57143">
                  <a:srgbClr val="FF868F">
                    <a:alpha val="9855"/>
                  </a:srgbClr>
                </a:gs>
                <a:gs pos="71429">
                  <a:srgbClr val="FF868F">
                    <a:alpha val="4740"/>
                  </a:srgbClr>
                </a:gs>
                <a:gs pos="85714">
                  <a:srgbClr val="FF868F">
                    <a:alpha val="1902"/>
                  </a:srgbClr>
                </a:gs>
                <a:gs pos="100000">
                  <a:srgbClr val="FF868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9" name="Splat 579"/>
            <p:cNvSpPr>
              <a:spLocks noGrp="1"/>
            </p:cNvSpPr>
            <p:nvPr/>
          </p:nvSpPr>
          <p:spPr>
            <a:xfrm rot="5204750">
              <a:off x="1924829" y="1002028"/>
              <a:ext cx="188880" cy="7308"/>
            </a:xfrm>
            <a:prstGeom prst="ellipse">
              <a:avLst/>
            </a:prstGeom>
            <a:gradFill>
              <a:gsLst>
                <a:gs pos="0">
                  <a:srgbClr val="FFFFCB">
                    <a:alpha val="32968"/>
                  </a:srgbClr>
                </a:gs>
                <a:gs pos="14286">
                  <a:srgbClr val="FFFFCB">
                    <a:alpha val="30764"/>
                  </a:srgbClr>
                </a:gs>
                <a:gs pos="28571">
                  <a:srgbClr val="FFFFCB">
                    <a:alpha val="24833"/>
                  </a:srgbClr>
                </a:gs>
                <a:gs pos="42857">
                  <a:srgbClr val="FFFFCB">
                    <a:alpha val="17075"/>
                  </a:srgbClr>
                </a:gs>
                <a:gs pos="57143">
                  <a:srgbClr val="FFFFCB">
                    <a:alpha val="9855"/>
                  </a:srgbClr>
                </a:gs>
                <a:gs pos="71429">
                  <a:srgbClr val="FFFFCB">
                    <a:alpha val="4740"/>
                  </a:srgbClr>
                </a:gs>
                <a:gs pos="85714">
                  <a:srgbClr val="FFFFCB">
                    <a:alpha val="1902"/>
                  </a:srgbClr>
                </a:gs>
                <a:gs pos="100000">
                  <a:srgbClr val="FFFFC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0" name="Splat 580"/>
            <p:cNvSpPr>
              <a:spLocks noGrp="1"/>
            </p:cNvSpPr>
            <p:nvPr/>
          </p:nvSpPr>
          <p:spPr>
            <a:xfrm rot="10738552">
              <a:off x="1661947" y="1557845"/>
              <a:ext cx="362931" cy="302539"/>
            </a:xfrm>
            <a:prstGeom prst="ellipse">
              <a:avLst/>
            </a:prstGeom>
            <a:gradFill>
              <a:gsLst>
                <a:gs pos="0">
                  <a:srgbClr val="BAC1C4">
                    <a:alpha val="8663"/>
                  </a:srgbClr>
                </a:gs>
                <a:gs pos="14286">
                  <a:srgbClr val="BAC1C4">
                    <a:alpha val="7991"/>
                  </a:srgbClr>
                </a:gs>
                <a:gs pos="28571">
                  <a:srgbClr val="BAC1C4">
                    <a:alpha val="6262"/>
                  </a:srgbClr>
                </a:gs>
                <a:gs pos="42857">
                  <a:srgbClr val="BAC1C4">
                    <a:alpha val="4153"/>
                  </a:srgbClr>
                </a:gs>
                <a:gs pos="57143">
                  <a:srgbClr val="BAC1C4">
                    <a:alpha val="2323"/>
                  </a:srgbClr>
                </a:gs>
                <a:gs pos="71429">
                  <a:srgbClr val="BAC1C4">
                    <a:alpha val="1094"/>
                  </a:srgbClr>
                </a:gs>
                <a:gs pos="85714">
                  <a:srgbClr val="BAC1C4">
                    <a:alpha val="434"/>
                  </a:srgbClr>
                </a:gs>
                <a:gs pos="100000">
                  <a:srgbClr val="BAC1C4">
                    <a:alpha val="1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1" name="Splat 581"/>
            <p:cNvSpPr>
              <a:spLocks noGrp="1"/>
            </p:cNvSpPr>
            <p:nvPr/>
          </p:nvSpPr>
          <p:spPr>
            <a:xfrm rot="4382562">
              <a:off x="2141215" y="299496"/>
              <a:ext cx="668962" cy="8787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2" name="Splat 582"/>
            <p:cNvSpPr>
              <a:spLocks noGrp="1"/>
            </p:cNvSpPr>
            <p:nvPr/>
          </p:nvSpPr>
          <p:spPr>
            <a:xfrm rot="-8760950">
              <a:off x="2667625" y="1320453"/>
              <a:ext cx="202769" cy="136312"/>
            </a:xfrm>
            <a:prstGeom prst="ellipse">
              <a:avLst/>
            </a:prstGeom>
            <a:gradFill>
              <a:gsLst>
                <a:gs pos="0">
                  <a:srgbClr val="FF2D11">
                    <a:alpha val="32968"/>
                  </a:srgbClr>
                </a:gs>
                <a:gs pos="14286">
                  <a:srgbClr val="FF2D11">
                    <a:alpha val="30764"/>
                  </a:srgbClr>
                </a:gs>
                <a:gs pos="28571">
                  <a:srgbClr val="FF2D11">
                    <a:alpha val="24833"/>
                  </a:srgbClr>
                </a:gs>
                <a:gs pos="42857">
                  <a:srgbClr val="FF2D11">
                    <a:alpha val="17075"/>
                  </a:srgbClr>
                </a:gs>
                <a:gs pos="57143">
                  <a:srgbClr val="FF2D11">
                    <a:alpha val="9855"/>
                  </a:srgbClr>
                </a:gs>
                <a:gs pos="71429">
                  <a:srgbClr val="FF2D11">
                    <a:alpha val="4740"/>
                  </a:srgbClr>
                </a:gs>
                <a:gs pos="85714">
                  <a:srgbClr val="FF2D11">
                    <a:alpha val="1902"/>
                  </a:srgbClr>
                </a:gs>
                <a:gs pos="100000">
                  <a:srgbClr val="FF2D1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3" name="Splat 583"/>
            <p:cNvSpPr>
              <a:spLocks noGrp="1"/>
            </p:cNvSpPr>
            <p:nvPr/>
          </p:nvSpPr>
          <p:spPr>
            <a:xfrm rot="9553226">
              <a:off x="1962538" y="1212234"/>
              <a:ext cx="425775" cy="146492"/>
            </a:xfrm>
            <a:prstGeom prst="ellipse">
              <a:avLst/>
            </a:prstGeom>
            <a:gradFill>
              <a:gsLst>
                <a:gs pos="0">
                  <a:srgbClr val="002300">
                    <a:alpha val="10048"/>
                  </a:srgbClr>
                </a:gs>
                <a:gs pos="14286">
                  <a:srgbClr val="002300">
                    <a:alpha val="9275"/>
                  </a:srgbClr>
                </a:gs>
                <a:gs pos="28571">
                  <a:srgbClr val="002300">
                    <a:alpha val="7279"/>
                  </a:srgbClr>
                </a:gs>
                <a:gs pos="42857">
                  <a:srgbClr val="002300">
                    <a:alpha val="4836"/>
                  </a:srgbClr>
                </a:gs>
                <a:gs pos="57143">
                  <a:srgbClr val="002300">
                    <a:alpha val="2709"/>
                  </a:srgbClr>
                </a:gs>
                <a:gs pos="71429">
                  <a:srgbClr val="002300">
                    <a:alpha val="1277"/>
                  </a:srgbClr>
                </a:gs>
                <a:gs pos="85714">
                  <a:srgbClr val="002300">
                    <a:alpha val="507"/>
                  </a:srgbClr>
                </a:gs>
                <a:gs pos="100000">
                  <a:srgbClr val="002300">
                    <a:alpha val="1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4" name="Splat 584"/>
            <p:cNvSpPr>
              <a:spLocks noGrp="1"/>
            </p:cNvSpPr>
            <p:nvPr/>
          </p:nvSpPr>
          <p:spPr>
            <a:xfrm rot="6400750">
              <a:off x="643639" y="275502"/>
              <a:ext cx="479463" cy="84661"/>
            </a:xfrm>
            <a:prstGeom prst="ellipse">
              <a:avLst/>
            </a:prstGeom>
            <a:gradFill>
              <a:gsLst>
                <a:gs pos="0">
                  <a:srgbClr val="070000">
                    <a:alpha val="17646"/>
                  </a:srgbClr>
                </a:gs>
                <a:gs pos="14286">
                  <a:srgbClr val="070000">
                    <a:alpha val="16342"/>
                  </a:srgbClr>
                </a:gs>
                <a:gs pos="28571">
                  <a:srgbClr val="070000">
                    <a:alpha val="12938"/>
                  </a:srgbClr>
                </a:gs>
                <a:gs pos="42857">
                  <a:srgbClr val="070000">
                    <a:alpha val="8687"/>
                  </a:srgbClr>
                </a:gs>
                <a:gs pos="57143">
                  <a:srgbClr val="070000">
                    <a:alpha val="4911"/>
                  </a:srgbClr>
                </a:gs>
                <a:gs pos="71429">
                  <a:srgbClr val="070000">
                    <a:alpha val="2329"/>
                  </a:srgbClr>
                </a:gs>
                <a:gs pos="85714">
                  <a:srgbClr val="070000">
                    <a:alpha val="928"/>
                  </a:srgbClr>
                </a:gs>
                <a:gs pos="100000">
                  <a:srgbClr val="070000">
                    <a:alpha val="3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5" name="Splat 585"/>
            <p:cNvSpPr>
              <a:spLocks noGrp="1"/>
            </p:cNvSpPr>
            <p:nvPr/>
          </p:nvSpPr>
          <p:spPr>
            <a:xfrm rot="-9923904">
              <a:off x="2181727" y="1075734"/>
              <a:ext cx="313743" cy="260736"/>
            </a:xfrm>
            <a:prstGeom prst="ellipse">
              <a:avLst/>
            </a:prstGeom>
            <a:gradFill>
              <a:gsLst>
                <a:gs pos="0">
                  <a:srgbClr val="FF6700">
                    <a:alpha val="3760"/>
                  </a:srgbClr>
                </a:gs>
                <a:gs pos="14286">
                  <a:srgbClr val="FF6700">
                    <a:alpha val="3461"/>
                  </a:srgbClr>
                </a:gs>
                <a:gs pos="28571">
                  <a:srgbClr val="FF6700">
                    <a:alpha val="2698"/>
                  </a:srgbClr>
                </a:gs>
                <a:gs pos="42857">
                  <a:srgbClr val="FF6700">
                    <a:alpha val="1778"/>
                  </a:srgbClr>
                </a:gs>
                <a:gs pos="57143">
                  <a:srgbClr val="FF6700">
                    <a:alpha val="989"/>
                  </a:srgbClr>
                </a:gs>
                <a:gs pos="71429">
                  <a:srgbClr val="FF6700">
                    <a:alpha val="464"/>
                  </a:srgbClr>
                </a:gs>
                <a:gs pos="85714">
                  <a:srgbClr val="FF6700">
                    <a:alpha val="184"/>
                  </a:srgbClr>
                </a:gs>
                <a:gs pos="100000">
                  <a:srgbClr val="FF6700">
                    <a:alpha val="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6" name="Splat 586"/>
            <p:cNvSpPr>
              <a:spLocks noGrp="1"/>
            </p:cNvSpPr>
            <p:nvPr/>
          </p:nvSpPr>
          <p:spPr>
            <a:xfrm rot="5784066">
              <a:off x="3248202" y="342466"/>
              <a:ext cx="656255" cy="2634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7" name="Splat 587"/>
            <p:cNvSpPr>
              <a:spLocks noGrp="1"/>
            </p:cNvSpPr>
            <p:nvPr/>
          </p:nvSpPr>
          <p:spPr>
            <a:xfrm rot="-10493438">
              <a:off x="2972648" y="857998"/>
              <a:ext cx="459501" cy="254128"/>
            </a:xfrm>
            <a:prstGeom prst="ellipse">
              <a:avLst/>
            </a:prstGeom>
            <a:gradFill>
              <a:gsLst>
                <a:gs pos="0">
                  <a:srgbClr val="FFA133">
                    <a:alpha val="32968"/>
                  </a:srgbClr>
                </a:gs>
                <a:gs pos="14286">
                  <a:srgbClr val="FFA133">
                    <a:alpha val="30764"/>
                  </a:srgbClr>
                </a:gs>
                <a:gs pos="28571">
                  <a:srgbClr val="FFA133">
                    <a:alpha val="24833"/>
                  </a:srgbClr>
                </a:gs>
                <a:gs pos="42857">
                  <a:srgbClr val="FFA133">
                    <a:alpha val="17075"/>
                  </a:srgbClr>
                </a:gs>
                <a:gs pos="57143">
                  <a:srgbClr val="FFA133">
                    <a:alpha val="9855"/>
                  </a:srgbClr>
                </a:gs>
                <a:gs pos="71429">
                  <a:srgbClr val="FFA133">
                    <a:alpha val="4740"/>
                  </a:srgbClr>
                </a:gs>
                <a:gs pos="85714">
                  <a:srgbClr val="FFA133">
                    <a:alpha val="1902"/>
                  </a:srgbClr>
                </a:gs>
                <a:gs pos="100000">
                  <a:srgbClr val="FFA13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8" name="Splat 588"/>
            <p:cNvSpPr>
              <a:spLocks noGrp="1"/>
            </p:cNvSpPr>
            <p:nvPr/>
          </p:nvSpPr>
          <p:spPr>
            <a:xfrm rot="-10662239">
              <a:off x="1611299" y="1313356"/>
              <a:ext cx="577128" cy="103110"/>
            </a:xfrm>
            <a:prstGeom prst="ellipse">
              <a:avLst/>
            </a:prstGeom>
            <a:gradFill>
              <a:gsLst>
                <a:gs pos="0">
                  <a:srgbClr val="230000">
                    <a:alpha val="32968"/>
                  </a:srgbClr>
                </a:gs>
                <a:gs pos="14286">
                  <a:srgbClr val="230000">
                    <a:alpha val="30764"/>
                  </a:srgbClr>
                </a:gs>
                <a:gs pos="28571">
                  <a:srgbClr val="230000">
                    <a:alpha val="24833"/>
                  </a:srgbClr>
                </a:gs>
                <a:gs pos="42857">
                  <a:srgbClr val="230000">
                    <a:alpha val="17075"/>
                  </a:srgbClr>
                </a:gs>
                <a:gs pos="57143">
                  <a:srgbClr val="230000">
                    <a:alpha val="9855"/>
                  </a:srgbClr>
                </a:gs>
                <a:gs pos="71429">
                  <a:srgbClr val="230000">
                    <a:alpha val="4740"/>
                  </a:srgbClr>
                </a:gs>
                <a:gs pos="85714">
                  <a:srgbClr val="230000">
                    <a:alpha val="1902"/>
                  </a:srgbClr>
                </a:gs>
                <a:gs pos="100000">
                  <a:srgbClr val="23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9" name="Splat 589"/>
            <p:cNvSpPr>
              <a:spLocks noGrp="1"/>
            </p:cNvSpPr>
            <p:nvPr/>
          </p:nvSpPr>
          <p:spPr>
            <a:xfrm rot="2990840">
              <a:off x="1173271" y="1634684"/>
              <a:ext cx="498492" cy="59891"/>
            </a:xfrm>
            <a:prstGeom prst="ellipse">
              <a:avLst/>
            </a:prstGeom>
            <a:gradFill>
              <a:gsLst>
                <a:gs pos="0">
                  <a:srgbClr val="E9D6CE">
                    <a:alpha val="14336"/>
                  </a:srgbClr>
                </a:gs>
                <a:gs pos="14286">
                  <a:srgbClr val="E9D6CE">
                    <a:alpha val="13257"/>
                  </a:srgbClr>
                </a:gs>
                <a:gs pos="28571">
                  <a:srgbClr val="E9D6CE">
                    <a:alpha val="10455"/>
                  </a:srgbClr>
                </a:gs>
                <a:gs pos="42857">
                  <a:srgbClr val="E9D6CE">
                    <a:alpha val="6987"/>
                  </a:srgbClr>
                </a:gs>
                <a:gs pos="57143">
                  <a:srgbClr val="E9D6CE">
                    <a:alpha val="3934"/>
                  </a:srgbClr>
                </a:gs>
                <a:gs pos="71429">
                  <a:srgbClr val="E9D6CE">
                    <a:alpha val="1861"/>
                  </a:srgbClr>
                </a:gs>
                <a:gs pos="85714">
                  <a:srgbClr val="E9D6CE">
                    <a:alpha val="740"/>
                  </a:srgbClr>
                </a:gs>
                <a:gs pos="100000">
                  <a:srgbClr val="E9D6CE">
                    <a:alpha val="2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0" name="Splat 590"/>
            <p:cNvSpPr>
              <a:spLocks noGrp="1"/>
            </p:cNvSpPr>
            <p:nvPr/>
          </p:nvSpPr>
          <p:spPr>
            <a:xfrm rot="8790562">
              <a:off x="344903" y="1104051"/>
              <a:ext cx="591002" cy="73971"/>
            </a:xfrm>
            <a:prstGeom prst="ellipse">
              <a:avLst/>
            </a:prstGeom>
            <a:gradFill>
              <a:gsLst>
                <a:gs pos="0">
                  <a:srgbClr val="FFBB64">
                    <a:alpha val="32968"/>
                  </a:srgbClr>
                </a:gs>
                <a:gs pos="14286">
                  <a:srgbClr val="FFBB64">
                    <a:alpha val="30764"/>
                  </a:srgbClr>
                </a:gs>
                <a:gs pos="28571">
                  <a:srgbClr val="FFBB64">
                    <a:alpha val="24833"/>
                  </a:srgbClr>
                </a:gs>
                <a:gs pos="42857">
                  <a:srgbClr val="FFBB64">
                    <a:alpha val="17075"/>
                  </a:srgbClr>
                </a:gs>
                <a:gs pos="57143">
                  <a:srgbClr val="FFBB64">
                    <a:alpha val="9855"/>
                  </a:srgbClr>
                </a:gs>
                <a:gs pos="71429">
                  <a:srgbClr val="FFBB64">
                    <a:alpha val="4740"/>
                  </a:srgbClr>
                </a:gs>
                <a:gs pos="85714">
                  <a:srgbClr val="FFBB64">
                    <a:alpha val="1902"/>
                  </a:srgbClr>
                </a:gs>
                <a:gs pos="100000">
                  <a:srgbClr val="FFBB6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1" name="Splat 591"/>
            <p:cNvSpPr>
              <a:spLocks noGrp="1"/>
            </p:cNvSpPr>
            <p:nvPr/>
          </p:nvSpPr>
          <p:spPr>
            <a:xfrm rot="-8823669">
              <a:off x="949223" y="1329774"/>
              <a:ext cx="349101" cy="67926"/>
            </a:xfrm>
            <a:prstGeom prst="ellipse">
              <a:avLst/>
            </a:prstGeom>
            <a:gradFill>
              <a:gsLst>
                <a:gs pos="0">
                  <a:srgbClr val="FCFDFF">
                    <a:alpha val="32968"/>
                  </a:srgbClr>
                </a:gs>
                <a:gs pos="14286">
                  <a:srgbClr val="FCFDFF">
                    <a:alpha val="30764"/>
                  </a:srgbClr>
                </a:gs>
                <a:gs pos="28571">
                  <a:srgbClr val="FCFDFF">
                    <a:alpha val="24833"/>
                  </a:srgbClr>
                </a:gs>
                <a:gs pos="42857">
                  <a:srgbClr val="FCFDFF">
                    <a:alpha val="17075"/>
                  </a:srgbClr>
                </a:gs>
                <a:gs pos="57143">
                  <a:srgbClr val="FCFDFF">
                    <a:alpha val="9855"/>
                  </a:srgbClr>
                </a:gs>
                <a:gs pos="71429">
                  <a:srgbClr val="FCFDFF">
                    <a:alpha val="4740"/>
                  </a:srgbClr>
                </a:gs>
                <a:gs pos="85714">
                  <a:srgbClr val="FCFDFF">
                    <a:alpha val="1902"/>
                  </a:srgbClr>
                </a:gs>
                <a:gs pos="100000">
                  <a:srgbClr val="FCFD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2" name="Splat 592"/>
            <p:cNvSpPr>
              <a:spLocks noGrp="1"/>
            </p:cNvSpPr>
            <p:nvPr/>
          </p:nvSpPr>
          <p:spPr>
            <a:xfrm rot="-9882365">
              <a:off x="2751997" y="1232955"/>
              <a:ext cx="279809" cy="53173"/>
            </a:xfrm>
            <a:prstGeom prst="ellipse">
              <a:avLst/>
            </a:prstGeom>
            <a:gradFill>
              <a:gsLst>
                <a:gs pos="0">
                  <a:srgbClr val="FFFFDE">
                    <a:alpha val="32968"/>
                  </a:srgbClr>
                </a:gs>
                <a:gs pos="14286">
                  <a:srgbClr val="FFFFDE">
                    <a:alpha val="30764"/>
                  </a:srgbClr>
                </a:gs>
                <a:gs pos="28571">
                  <a:srgbClr val="FFFFDE">
                    <a:alpha val="24833"/>
                  </a:srgbClr>
                </a:gs>
                <a:gs pos="42857">
                  <a:srgbClr val="FFFFDE">
                    <a:alpha val="17075"/>
                  </a:srgbClr>
                </a:gs>
                <a:gs pos="57143">
                  <a:srgbClr val="FFFFDE">
                    <a:alpha val="9855"/>
                  </a:srgbClr>
                </a:gs>
                <a:gs pos="71429">
                  <a:srgbClr val="FFFFDE">
                    <a:alpha val="4740"/>
                  </a:srgbClr>
                </a:gs>
                <a:gs pos="85714">
                  <a:srgbClr val="FFFFDE">
                    <a:alpha val="1902"/>
                  </a:srgbClr>
                </a:gs>
                <a:gs pos="100000">
                  <a:srgbClr val="FFFFD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3" name="Splat 593"/>
            <p:cNvSpPr>
              <a:spLocks noGrp="1"/>
            </p:cNvSpPr>
            <p:nvPr/>
          </p:nvSpPr>
          <p:spPr>
            <a:xfrm rot="-9997109">
              <a:off x="662029" y="1038045"/>
              <a:ext cx="652747" cy="124679"/>
            </a:xfrm>
            <a:prstGeom prst="ellipse">
              <a:avLst/>
            </a:prstGeom>
            <a:gradFill>
              <a:gsLst>
                <a:gs pos="0">
                  <a:srgbClr val="FF0000">
                    <a:alpha val="32968"/>
                  </a:srgbClr>
                </a:gs>
                <a:gs pos="14286">
                  <a:srgbClr val="FF0000">
                    <a:alpha val="30764"/>
                  </a:srgbClr>
                </a:gs>
                <a:gs pos="28571">
                  <a:srgbClr val="FF0000">
                    <a:alpha val="24833"/>
                  </a:srgbClr>
                </a:gs>
                <a:gs pos="42857">
                  <a:srgbClr val="FF0000">
                    <a:alpha val="17075"/>
                  </a:srgbClr>
                </a:gs>
                <a:gs pos="57143">
                  <a:srgbClr val="FF0000">
                    <a:alpha val="9855"/>
                  </a:srgbClr>
                </a:gs>
                <a:gs pos="71429">
                  <a:srgbClr val="FF0000">
                    <a:alpha val="4740"/>
                  </a:srgbClr>
                </a:gs>
                <a:gs pos="85714">
                  <a:srgbClr val="FF0000">
                    <a:alpha val="1902"/>
                  </a:srgbClr>
                </a:gs>
                <a:gs pos="100000">
                  <a:srgbClr val="F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4" name="Splat 594"/>
            <p:cNvSpPr>
              <a:spLocks noGrp="1"/>
            </p:cNvSpPr>
            <p:nvPr/>
          </p:nvSpPr>
          <p:spPr>
            <a:xfrm rot="-10188040">
              <a:off x="997389" y="1888418"/>
              <a:ext cx="365373" cy="348816"/>
            </a:xfrm>
            <a:prstGeom prst="ellipse">
              <a:avLst/>
            </a:prstGeom>
            <a:gradFill>
              <a:gsLst>
                <a:gs pos="0">
                  <a:srgbClr val="876700">
                    <a:alpha val="16584"/>
                  </a:srgbClr>
                </a:gs>
                <a:gs pos="14286">
                  <a:srgbClr val="876700">
                    <a:alpha val="15351"/>
                  </a:srgbClr>
                </a:gs>
                <a:gs pos="28571">
                  <a:srgbClr val="876700">
                    <a:alpha val="12138"/>
                  </a:srgbClr>
                </a:gs>
                <a:gs pos="42857">
                  <a:srgbClr val="876700">
                    <a:alpha val="8138"/>
                  </a:srgbClr>
                </a:gs>
                <a:gs pos="57143">
                  <a:srgbClr val="876700">
                    <a:alpha val="4594"/>
                  </a:srgbClr>
                </a:gs>
                <a:gs pos="71429">
                  <a:srgbClr val="876700">
                    <a:alpha val="2177"/>
                  </a:srgbClr>
                </a:gs>
                <a:gs pos="85714">
                  <a:srgbClr val="876700">
                    <a:alpha val="867"/>
                  </a:srgbClr>
                </a:gs>
                <a:gs pos="100000">
                  <a:srgbClr val="876700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5" name="Splat 595"/>
            <p:cNvSpPr>
              <a:spLocks noGrp="1"/>
            </p:cNvSpPr>
            <p:nvPr/>
          </p:nvSpPr>
          <p:spPr>
            <a:xfrm rot="5440779">
              <a:off x="2145603" y="-53369"/>
              <a:ext cx="349747" cy="338813"/>
            </a:xfrm>
            <a:prstGeom prst="ellipse">
              <a:avLst/>
            </a:prstGeom>
            <a:gradFill>
              <a:gsLst>
                <a:gs pos="0">
                  <a:srgbClr val="47BF00">
                    <a:alpha val="1794"/>
                  </a:srgbClr>
                </a:gs>
                <a:gs pos="14286">
                  <a:srgbClr val="47BF00">
                    <a:alpha val="1650"/>
                  </a:srgbClr>
                </a:gs>
                <a:gs pos="28571">
                  <a:srgbClr val="47BF00">
                    <a:alpha val="1283"/>
                  </a:srgbClr>
                </a:gs>
                <a:gs pos="42857">
                  <a:srgbClr val="47BF00">
                    <a:alpha val="844"/>
                  </a:srgbClr>
                </a:gs>
                <a:gs pos="57143">
                  <a:srgbClr val="47BF00">
                    <a:alpha val="468"/>
                  </a:srgbClr>
                </a:gs>
                <a:gs pos="71429">
                  <a:srgbClr val="47BF00">
                    <a:alpha val="220"/>
                  </a:srgbClr>
                </a:gs>
                <a:gs pos="85714">
                  <a:srgbClr val="47BF00">
                    <a:alpha val="87"/>
                  </a:srgbClr>
                </a:gs>
                <a:gs pos="100000">
                  <a:srgbClr val="47BF00">
                    <a:alpha val="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6" name="Splat 596"/>
            <p:cNvSpPr>
              <a:spLocks noGrp="1"/>
            </p:cNvSpPr>
            <p:nvPr/>
          </p:nvSpPr>
          <p:spPr>
            <a:xfrm rot="4052718">
              <a:off x="2587047" y="82790"/>
              <a:ext cx="617284" cy="529475"/>
            </a:xfrm>
            <a:prstGeom prst="ellipse">
              <a:avLst/>
            </a:prstGeom>
            <a:gradFill>
              <a:gsLst>
                <a:gs pos="0">
                  <a:srgbClr val="FF7700">
                    <a:alpha val="29383"/>
                  </a:srgbClr>
                </a:gs>
                <a:gs pos="14286">
                  <a:srgbClr val="FF7700">
                    <a:alpha val="27368"/>
                  </a:srgbClr>
                </a:gs>
                <a:gs pos="28571">
                  <a:srgbClr val="FF7700">
                    <a:alpha val="21986"/>
                  </a:srgbClr>
                </a:gs>
                <a:gs pos="42857">
                  <a:srgbClr val="FF7700">
                    <a:alpha val="15028"/>
                  </a:srgbClr>
                </a:gs>
                <a:gs pos="57143">
                  <a:srgbClr val="FF7700">
                    <a:alpha val="8629"/>
                  </a:srgbClr>
                </a:gs>
                <a:gs pos="71429">
                  <a:srgbClr val="FF7700">
                    <a:alpha val="4136"/>
                  </a:srgbClr>
                </a:gs>
                <a:gs pos="85714">
                  <a:srgbClr val="FF7700">
                    <a:alpha val="1656"/>
                  </a:srgbClr>
                </a:gs>
                <a:gs pos="100000">
                  <a:srgbClr val="FF7700">
                    <a:alpha val="5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7" name="Splat 597"/>
            <p:cNvSpPr>
              <a:spLocks noGrp="1"/>
            </p:cNvSpPr>
            <p:nvPr/>
          </p:nvSpPr>
          <p:spPr>
            <a:xfrm rot="-10554323">
              <a:off x="2113635" y="436309"/>
              <a:ext cx="456257" cy="119487"/>
            </a:xfrm>
            <a:prstGeom prst="ellipse">
              <a:avLst/>
            </a:prstGeom>
            <a:gradFill>
              <a:gsLst>
                <a:gs pos="0">
                  <a:srgbClr val="BBE0FF">
                    <a:alpha val="8247"/>
                  </a:srgbClr>
                </a:gs>
                <a:gs pos="14286">
                  <a:srgbClr val="BBE0FF">
                    <a:alpha val="7606"/>
                  </a:srgbClr>
                </a:gs>
                <a:gs pos="28571">
                  <a:srgbClr val="BBE0FF">
                    <a:alpha val="5958"/>
                  </a:srgbClr>
                </a:gs>
                <a:gs pos="42857">
                  <a:srgbClr val="BBE0FF">
                    <a:alpha val="3949"/>
                  </a:srgbClr>
                </a:gs>
                <a:gs pos="57143">
                  <a:srgbClr val="BBE0FF">
                    <a:alpha val="2208"/>
                  </a:srgbClr>
                </a:gs>
                <a:gs pos="71429">
                  <a:srgbClr val="BBE0FF">
                    <a:alpha val="1040"/>
                  </a:srgbClr>
                </a:gs>
                <a:gs pos="85714">
                  <a:srgbClr val="BBE0FF">
                    <a:alpha val="412"/>
                  </a:srgbClr>
                </a:gs>
                <a:gs pos="100000">
                  <a:srgbClr val="BBE0FF">
                    <a:alpha val="1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8" name="Splat 598"/>
            <p:cNvSpPr>
              <a:spLocks noGrp="1"/>
            </p:cNvSpPr>
            <p:nvPr/>
          </p:nvSpPr>
          <p:spPr>
            <a:xfrm rot="4787331">
              <a:off x="1786236" y="684482"/>
              <a:ext cx="305980" cy="271297"/>
            </a:xfrm>
            <a:prstGeom prst="ellipse">
              <a:avLst/>
            </a:prstGeom>
            <a:gradFill>
              <a:gsLst>
                <a:gs pos="0">
                  <a:srgbClr val="00002D">
                    <a:alpha val="11347"/>
                  </a:srgbClr>
                </a:gs>
                <a:gs pos="14286">
                  <a:srgbClr val="00002D">
                    <a:alpha val="10479"/>
                  </a:srgbClr>
                </a:gs>
                <a:gs pos="28571">
                  <a:srgbClr val="00002D">
                    <a:alpha val="8236"/>
                  </a:srgbClr>
                </a:gs>
                <a:gs pos="42857">
                  <a:srgbClr val="00002D">
                    <a:alpha val="5482"/>
                  </a:srgbClr>
                </a:gs>
                <a:gs pos="57143">
                  <a:srgbClr val="00002D">
                    <a:alpha val="3076"/>
                  </a:srgbClr>
                </a:gs>
                <a:gs pos="71429">
                  <a:srgbClr val="00002D">
                    <a:alpha val="1452"/>
                  </a:srgbClr>
                </a:gs>
                <a:gs pos="85714">
                  <a:srgbClr val="00002D">
                    <a:alpha val="577"/>
                  </a:srgbClr>
                </a:gs>
                <a:gs pos="100000">
                  <a:srgbClr val="00002D">
                    <a:alpha val="1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9" name="Splat 599"/>
            <p:cNvSpPr>
              <a:spLocks noGrp="1"/>
            </p:cNvSpPr>
            <p:nvPr/>
          </p:nvSpPr>
          <p:spPr>
            <a:xfrm rot="10670533">
              <a:off x="2101307" y="1227405"/>
              <a:ext cx="657839" cy="1923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0" name="Splat 600"/>
            <p:cNvSpPr>
              <a:spLocks noGrp="1"/>
            </p:cNvSpPr>
            <p:nvPr/>
          </p:nvSpPr>
          <p:spPr>
            <a:xfrm rot="5435460">
              <a:off x="729019" y="575830"/>
              <a:ext cx="286864" cy="279901"/>
            </a:xfrm>
            <a:prstGeom prst="ellipse">
              <a:avLst/>
            </a:prstGeom>
            <a:gradFill>
              <a:gsLst>
                <a:gs pos="0">
                  <a:srgbClr val="FFAE00">
                    <a:alpha val="8704"/>
                  </a:srgbClr>
                </a:gs>
                <a:gs pos="14286">
                  <a:srgbClr val="FFAE00">
                    <a:alpha val="8029"/>
                  </a:srgbClr>
                </a:gs>
                <a:gs pos="28571">
                  <a:srgbClr val="FFAE00">
                    <a:alpha val="6292"/>
                  </a:srgbClr>
                </a:gs>
                <a:gs pos="42857">
                  <a:srgbClr val="FFAE00">
                    <a:alpha val="4173"/>
                  </a:srgbClr>
                </a:gs>
                <a:gs pos="57143">
                  <a:srgbClr val="FFAE00">
                    <a:alpha val="2334"/>
                  </a:srgbClr>
                </a:gs>
                <a:gs pos="71429">
                  <a:srgbClr val="FFAE00">
                    <a:alpha val="1100"/>
                  </a:srgbClr>
                </a:gs>
                <a:gs pos="85714">
                  <a:srgbClr val="FFAE00">
                    <a:alpha val="436"/>
                  </a:srgbClr>
                </a:gs>
                <a:gs pos="100000">
                  <a:srgbClr val="FFAE00">
                    <a:alpha val="1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1" name="Splat 601"/>
            <p:cNvSpPr>
              <a:spLocks noGrp="1"/>
            </p:cNvSpPr>
            <p:nvPr/>
          </p:nvSpPr>
          <p:spPr>
            <a:xfrm rot="3551928">
              <a:off x="515352" y="1800450"/>
              <a:ext cx="565119" cy="309360"/>
            </a:xfrm>
            <a:prstGeom prst="ellipse">
              <a:avLst/>
            </a:prstGeom>
            <a:gradFill>
              <a:gsLst>
                <a:gs pos="0">
                  <a:srgbClr val="FFF8F6">
                    <a:alpha val="32968"/>
                  </a:srgbClr>
                </a:gs>
                <a:gs pos="14286">
                  <a:srgbClr val="FFF8F6">
                    <a:alpha val="30764"/>
                  </a:srgbClr>
                </a:gs>
                <a:gs pos="28571">
                  <a:srgbClr val="FFF8F6">
                    <a:alpha val="24833"/>
                  </a:srgbClr>
                </a:gs>
                <a:gs pos="42857">
                  <a:srgbClr val="FFF8F6">
                    <a:alpha val="17075"/>
                  </a:srgbClr>
                </a:gs>
                <a:gs pos="57143">
                  <a:srgbClr val="FFF8F6">
                    <a:alpha val="9855"/>
                  </a:srgbClr>
                </a:gs>
                <a:gs pos="71429">
                  <a:srgbClr val="FFF8F6">
                    <a:alpha val="4740"/>
                  </a:srgbClr>
                </a:gs>
                <a:gs pos="85714">
                  <a:srgbClr val="FFF8F6">
                    <a:alpha val="1902"/>
                  </a:srgbClr>
                </a:gs>
                <a:gs pos="100000">
                  <a:srgbClr val="FFF8F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2" name="Splat 602"/>
            <p:cNvSpPr>
              <a:spLocks noGrp="1"/>
            </p:cNvSpPr>
            <p:nvPr/>
          </p:nvSpPr>
          <p:spPr>
            <a:xfrm rot="-8352928">
              <a:off x="161100" y="-140002"/>
              <a:ext cx="329285" cy="284299"/>
            </a:xfrm>
            <a:prstGeom prst="ellipse">
              <a:avLst/>
            </a:prstGeom>
            <a:gradFill>
              <a:gsLst>
                <a:gs pos="0">
                  <a:srgbClr val="BBFCEB">
                    <a:alpha val="16888"/>
                  </a:srgbClr>
                </a:gs>
                <a:gs pos="14286">
                  <a:srgbClr val="BBFCEB">
                    <a:alpha val="15635"/>
                  </a:srgbClr>
                </a:gs>
                <a:gs pos="28571">
                  <a:srgbClr val="BBFCEB">
                    <a:alpha val="12367"/>
                  </a:srgbClr>
                </a:gs>
                <a:gs pos="42857">
                  <a:srgbClr val="BBFCEB">
                    <a:alpha val="8294"/>
                  </a:srgbClr>
                </a:gs>
                <a:gs pos="57143">
                  <a:srgbClr val="BBFCEB">
                    <a:alpha val="4685"/>
                  </a:srgbClr>
                </a:gs>
                <a:gs pos="71429">
                  <a:srgbClr val="BBFCEB">
                    <a:alpha val="2221"/>
                  </a:srgbClr>
                </a:gs>
                <a:gs pos="85714">
                  <a:srgbClr val="BBFCEB">
                    <a:alpha val="884"/>
                  </a:srgbClr>
                </a:gs>
                <a:gs pos="100000">
                  <a:srgbClr val="BBFCEB">
                    <a:alpha val="2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3" name="Splat 603"/>
            <p:cNvSpPr>
              <a:spLocks noGrp="1"/>
            </p:cNvSpPr>
            <p:nvPr/>
          </p:nvSpPr>
          <p:spPr>
            <a:xfrm rot="7437595">
              <a:off x="999897" y="1468278"/>
              <a:ext cx="303909" cy="8717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4" name="Splat 604"/>
            <p:cNvSpPr>
              <a:spLocks noGrp="1"/>
            </p:cNvSpPr>
            <p:nvPr/>
          </p:nvSpPr>
          <p:spPr>
            <a:xfrm rot="9941162">
              <a:off x="1714425" y="2032917"/>
              <a:ext cx="351837" cy="62112"/>
            </a:xfrm>
            <a:prstGeom prst="ellipse">
              <a:avLst/>
            </a:prstGeom>
            <a:gradFill>
              <a:gsLst>
                <a:gs pos="0">
                  <a:srgbClr val="140000">
                    <a:alpha val="32968"/>
                  </a:srgbClr>
                </a:gs>
                <a:gs pos="14286">
                  <a:srgbClr val="140000">
                    <a:alpha val="30764"/>
                  </a:srgbClr>
                </a:gs>
                <a:gs pos="28571">
                  <a:srgbClr val="140000">
                    <a:alpha val="24833"/>
                  </a:srgbClr>
                </a:gs>
                <a:gs pos="42857">
                  <a:srgbClr val="140000">
                    <a:alpha val="17075"/>
                  </a:srgbClr>
                </a:gs>
                <a:gs pos="57143">
                  <a:srgbClr val="140000">
                    <a:alpha val="9855"/>
                  </a:srgbClr>
                </a:gs>
                <a:gs pos="71429">
                  <a:srgbClr val="140000">
                    <a:alpha val="4740"/>
                  </a:srgbClr>
                </a:gs>
                <a:gs pos="85714">
                  <a:srgbClr val="140000">
                    <a:alpha val="1902"/>
                  </a:srgbClr>
                </a:gs>
                <a:gs pos="100000">
                  <a:srgbClr val="14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5" name="Splat 605"/>
            <p:cNvSpPr>
              <a:spLocks noGrp="1"/>
            </p:cNvSpPr>
            <p:nvPr/>
          </p:nvSpPr>
          <p:spPr>
            <a:xfrm rot="-9585611">
              <a:off x="2543694" y="2093247"/>
              <a:ext cx="785184" cy="100304"/>
            </a:xfrm>
            <a:prstGeom prst="ellipse">
              <a:avLst/>
            </a:prstGeom>
            <a:gradFill>
              <a:gsLst>
                <a:gs pos="0">
                  <a:srgbClr val="000020">
                    <a:alpha val="32968"/>
                  </a:srgbClr>
                </a:gs>
                <a:gs pos="14286">
                  <a:srgbClr val="000020">
                    <a:alpha val="30764"/>
                  </a:srgbClr>
                </a:gs>
                <a:gs pos="28571">
                  <a:srgbClr val="000020">
                    <a:alpha val="24833"/>
                  </a:srgbClr>
                </a:gs>
                <a:gs pos="42857">
                  <a:srgbClr val="000020">
                    <a:alpha val="17075"/>
                  </a:srgbClr>
                </a:gs>
                <a:gs pos="57143">
                  <a:srgbClr val="000020">
                    <a:alpha val="9855"/>
                  </a:srgbClr>
                </a:gs>
                <a:gs pos="71429">
                  <a:srgbClr val="000020">
                    <a:alpha val="4740"/>
                  </a:srgbClr>
                </a:gs>
                <a:gs pos="85714">
                  <a:srgbClr val="000020">
                    <a:alpha val="1902"/>
                  </a:srgbClr>
                </a:gs>
                <a:gs pos="100000">
                  <a:srgbClr val="00002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6" name="Splat 606"/>
            <p:cNvSpPr>
              <a:spLocks noGrp="1"/>
            </p:cNvSpPr>
            <p:nvPr/>
          </p:nvSpPr>
          <p:spPr>
            <a:xfrm rot="-9613746">
              <a:off x="1874206" y="1551377"/>
              <a:ext cx="442922" cy="58047"/>
            </a:xfrm>
            <a:prstGeom prst="ellipse">
              <a:avLst/>
            </a:prstGeom>
            <a:gradFill>
              <a:gsLst>
                <a:gs pos="0">
                  <a:srgbClr val="FFF8EB">
                    <a:alpha val="32968"/>
                  </a:srgbClr>
                </a:gs>
                <a:gs pos="14286">
                  <a:srgbClr val="FFF8EB">
                    <a:alpha val="30764"/>
                  </a:srgbClr>
                </a:gs>
                <a:gs pos="28571">
                  <a:srgbClr val="FFF8EB">
                    <a:alpha val="24833"/>
                  </a:srgbClr>
                </a:gs>
                <a:gs pos="42857">
                  <a:srgbClr val="FFF8EB">
                    <a:alpha val="17075"/>
                  </a:srgbClr>
                </a:gs>
                <a:gs pos="57143">
                  <a:srgbClr val="FFF8EB">
                    <a:alpha val="9855"/>
                  </a:srgbClr>
                </a:gs>
                <a:gs pos="71429">
                  <a:srgbClr val="FFF8EB">
                    <a:alpha val="4740"/>
                  </a:srgbClr>
                </a:gs>
                <a:gs pos="85714">
                  <a:srgbClr val="FFF8EB">
                    <a:alpha val="1902"/>
                  </a:srgbClr>
                </a:gs>
                <a:gs pos="100000">
                  <a:srgbClr val="FFF8E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7" name="Splat 607"/>
            <p:cNvSpPr>
              <a:spLocks noGrp="1"/>
            </p:cNvSpPr>
            <p:nvPr/>
          </p:nvSpPr>
          <p:spPr>
            <a:xfrm rot="10455339">
              <a:off x="1854954" y="1505236"/>
              <a:ext cx="326129" cy="72581"/>
            </a:xfrm>
            <a:prstGeom prst="ellipse">
              <a:avLst/>
            </a:prstGeom>
            <a:gradFill>
              <a:gsLst>
                <a:gs pos="0">
                  <a:srgbClr val="F0EAE4">
                    <a:alpha val="32968"/>
                  </a:srgbClr>
                </a:gs>
                <a:gs pos="14286">
                  <a:srgbClr val="F0EAE4">
                    <a:alpha val="30764"/>
                  </a:srgbClr>
                </a:gs>
                <a:gs pos="28571">
                  <a:srgbClr val="F0EAE4">
                    <a:alpha val="24833"/>
                  </a:srgbClr>
                </a:gs>
                <a:gs pos="42857">
                  <a:srgbClr val="F0EAE4">
                    <a:alpha val="17075"/>
                  </a:srgbClr>
                </a:gs>
                <a:gs pos="57143">
                  <a:srgbClr val="F0EAE4">
                    <a:alpha val="9855"/>
                  </a:srgbClr>
                </a:gs>
                <a:gs pos="71429">
                  <a:srgbClr val="F0EAE4">
                    <a:alpha val="4740"/>
                  </a:srgbClr>
                </a:gs>
                <a:gs pos="85714">
                  <a:srgbClr val="F0EAE4">
                    <a:alpha val="1902"/>
                  </a:srgbClr>
                </a:gs>
                <a:gs pos="100000">
                  <a:srgbClr val="F0EAE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8" name="Splat 608"/>
            <p:cNvSpPr>
              <a:spLocks noGrp="1"/>
            </p:cNvSpPr>
            <p:nvPr/>
          </p:nvSpPr>
          <p:spPr>
            <a:xfrm rot="9591578">
              <a:off x="2958492" y="2111886"/>
              <a:ext cx="332152" cy="51703"/>
            </a:xfrm>
            <a:prstGeom prst="ellipse">
              <a:avLst/>
            </a:prstGeom>
            <a:gradFill>
              <a:gsLst>
                <a:gs pos="0">
                  <a:srgbClr val="2A0000">
                    <a:alpha val="27574"/>
                  </a:srgbClr>
                </a:gs>
                <a:gs pos="14286">
                  <a:srgbClr val="2A0000">
                    <a:alpha val="25659"/>
                  </a:srgbClr>
                </a:gs>
                <a:gs pos="28571">
                  <a:srgbClr val="2A0000">
                    <a:alpha val="20564"/>
                  </a:srgbClr>
                </a:gs>
                <a:gs pos="42857">
                  <a:srgbClr val="2A0000">
                    <a:alpha val="14016"/>
                  </a:srgbClr>
                </a:gs>
                <a:gs pos="57143">
                  <a:srgbClr val="2A0000">
                    <a:alpha val="8027"/>
                  </a:srgbClr>
                </a:gs>
                <a:gs pos="71429">
                  <a:srgbClr val="2A0000">
                    <a:alpha val="3841"/>
                  </a:srgbClr>
                </a:gs>
                <a:gs pos="85714">
                  <a:srgbClr val="2A0000">
                    <a:alpha val="1537"/>
                  </a:srgbClr>
                </a:gs>
                <a:gs pos="100000">
                  <a:srgbClr val="2A0000">
                    <a:alpha val="5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9" name="Splat 609"/>
            <p:cNvSpPr>
              <a:spLocks noGrp="1"/>
            </p:cNvSpPr>
            <p:nvPr/>
          </p:nvSpPr>
          <p:spPr>
            <a:xfrm rot="7254093">
              <a:off x="2195080" y="619533"/>
              <a:ext cx="636041" cy="11500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0" name="Splat 610"/>
            <p:cNvSpPr>
              <a:spLocks noGrp="1"/>
            </p:cNvSpPr>
            <p:nvPr/>
          </p:nvSpPr>
          <p:spPr>
            <a:xfrm rot="4782691">
              <a:off x="1186338" y="57512"/>
              <a:ext cx="463853" cy="104811"/>
            </a:xfrm>
            <a:prstGeom prst="ellipse">
              <a:avLst/>
            </a:prstGeom>
            <a:gradFill>
              <a:gsLst>
                <a:gs pos="0">
                  <a:srgbClr val="104500">
                    <a:alpha val="16738"/>
                  </a:srgbClr>
                </a:gs>
                <a:gs pos="14286">
                  <a:srgbClr val="104500">
                    <a:alpha val="15496"/>
                  </a:srgbClr>
                </a:gs>
                <a:gs pos="28571">
                  <a:srgbClr val="104500">
                    <a:alpha val="12254"/>
                  </a:srgbClr>
                </a:gs>
                <a:gs pos="42857">
                  <a:srgbClr val="104500">
                    <a:alpha val="8217"/>
                  </a:srgbClr>
                </a:gs>
                <a:gs pos="57143">
                  <a:srgbClr val="104500">
                    <a:alpha val="4640"/>
                  </a:srgbClr>
                </a:gs>
                <a:gs pos="71429">
                  <a:srgbClr val="104500">
                    <a:alpha val="2199"/>
                  </a:srgbClr>
                </a:gs>
                <a:gs pos="85714">
                  <a:srgbClr val="104500">
                    <a:alpha val="876"/>
                  </a:srgbClr>
                </a:gs>
                <a:gs pos="100000">
                  <a:srgbClr val="104500">
                    <a:alpha val="2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1" name="Splat 611"/>
            <p:cNvSpPr>
              <a:spLocks noGrp="1"/>
            </p:cNvSpPr>
            <p:nvPr/>
          </p:nvSpPr>
          <p:spPr>
            <a:xfrm rot="9220343">
              <a:off x="1240527" y="1082502"/>
              <a:ext cx="736678" cy="224999"/>
            </a:xfrm>
            <a:prstGeom prst="ellipse">
              <a:avLst/>
            </a:prstGeom>
            <a:gradFill>
              <a:gsLst>
                <a:gs pos="0">
                  <a:srgbClr val="FF0000">
                    <a:alpha val="32968"/>
                  </a:srgbClr>
                </a:gs>
                <a:gs pos="14286">
                  <a:srgbClr val="FF0000">
                    <a:alpha val="30764"/>
                  </a:srgbClr>
                </a:gs>
                <a:gs pos="28571">
                  <a:srgbClr val="FF0000">
                    <a:alpha val="24833"/>
                  </a:srgbClr>
                </a:gs>
                <a:gs pos="42857">
                  <a:srgbClr val="FF0000">
                    <a:alpha val="17075"/>
                  </a:srgbClr>
                </a:gs>
                <a:gs pos="57143">
                  <a:srgbClr val="FF0000">
                    <a:alpha val="9855"/>
                  </a:srgbClr>
                </a:gs>
                <a:gs pos="71429">
                  <a:srgbClr val="FF0000">
                    <a:alpha val="4740"/>
                  </a:srgbClr>
                </a:gs>
                <a:gs pos="85714">
                  <a:srgbClr val="FF0000">
                    <a:alpha val="1902"/>
                  </a:srgbClr>
                </a:gs>
                <a:gs pos="100000">
                  <a:srgbClr val="F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2" name="Splat 612"/>
            <p:cNvSpPr>
              <a:spLocks noGrp="1"/>
            </p:cNvSpPr>
            <p:nvPr/>
          </p:nvSpPr>
          <p:spPr>
            <a:xfrm rot="5693810">
              <a:off x="1498633" y="1631240"/>
              <a:ext cx="419702" cy="29813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3" name="Splat 613"/>
            <p:cNvSpPr>
              <a:spLocks noGrp="1"/>
            </p:cNvSpPr>
            <p:nvPr/>
          </p:nvSpPr>
          <p:spPr>
            <a:xfrm rot="10475571">
              <a:off x="1354350" y="1308031"/>
              <a:ext cx="294401" cy="221448"/>
            </a:xfrm>
            <a:prstGeom prst="ellipse">
              <a:avLst/>
            </a:prstGeom>
            <a:gradFill>
              <a:gsLst>
                <a:gs pos="0">
                  <a:srgbClr val="7C7D8C">
                    <a:alpha val="32968"/>
                  </a:srgbClr>
                </a:gs>
                <a:gs pos="14286">
                  <a:srgbClr val="7C7D8C">
                    <a:alpha val="30764"/>
                  </a:srgbClr>
                </a:gs>
                <a:gs pos="28571">
                  <a:srgbClr val="7C7D8C">
                    <a:alpha val="24833"/>
                  </a:srgbClr>
                </a:gs>
                <a:gs pos="42857">
                  <a:srgbClr val="7C7D8C">
                    <a:alpha val="17075"/>
                  </a:srgbClr>
                </a:gs>
                <a:gs pos="57143">
                  <a:srgbClr val="7C7D8C">
                    <a:alpha val="9855"/>
                  </a:srgbClr>
                </a:gs>
                <a:gs pos="71429">
                  <a:srgbClr val="7C7D8C">
                    <a:alpha val="4740"/>
                  </a:srgbClr>
                </a:gs>
                <a:gs pos="85714">
                  <a:srgbClr val="7C7D8C">
                    <a:alpha val="1902"/>
                  </a:srgbClr>
                </a:gs>
                <a:gs pos="100000">
                  <a:srgbClr val="7C7D8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4" name="Splat 614"/>
            <p:cNvSpPr>
              <a:spLocks noGrp="1"/>
            </p:cNvSpPr>
            <p:nvPr/>
          </p:nvSpPr>
          <p:spPr>
            <a:xfrm rot="4402530">
              <a:off x="3104330" y="987437"/>
              <a:ext cx="453662" cy="42602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5" name="Splat 615"/>
            <p:cNvSpPr>
              <a:spLocks noGrp="1"/>
            </p:cNvSpPr>
            <p:nvPr/>
          </p:nvSpPr>
          <p:spPr>
            <a:xfrm rot="5862417">
              <a:off x="524791" y="-26971"/>
              <a:ext cx="586396" cy="100138"/>
            </a:xfrm>
            <a:prstGeom prst="ellipse">
              <a:avLst/>
            </a:prstGeom>
            <a:gradFill>
              <a:gsLst>
                <a:gs pos="0">
                  <a:srgbClr val="FFAC65">
                    <a:alpha val="32968"/>
                  </a:srgbClr>
                </a:gs>
                <a:gs pos="14286">
                  <a:srgbClr val="FFAC65">
                    <a:alpha val="30764"/>
                  </a:srgbClr>
                </a:gs>
                <a:gs pos="28571">
                  <a:srgbClr val="FFAC65">
                    <a:alpha val="24833"/>
                  </a:srgbClr>
                </a:gs>
                <a:gs pos="42857">
                  <a:srgbClr val="FFAC65">
                    <a:alpha val="17075"/>
                  </a:srgbClr>
                </a:gs>
                <a:gs pos="57143">
                  <a:srgbClr val="FFAC65">
                    <a:alpha val="9855"/>
                  </a:srgbClr>
                </a:gs>
                <a:gs pos="71429">
                  <a:srgbClr val="FFAC65">
                    <a:alpha val="4740"/>
                  </a:srgbClr>
                </a:gs>
                <a:gs pos="85714">
                  <a:srgbClr val="FFAC65">
                    <a:alpha val="1902"/>
                  </a:srgbClr>
                </a:gs>
                <a:gs pos="100000">
                  <a:srgbClr val="FFAC6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6" name="Splat 616"/>
            <p:cNvSpPr>
              <a:spLocks noGrp="1"/>
            </p:cNvSpPr>
            <p:nvPr/>
          </p:nvSpPr>
          <p:spPr>
            <a:xfrm rot="10761626">
              <a:off x="3021633" y="566740"/>
              <a:ext cx="745976" cy="7856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7" name="Splat 617"/>
            <p:cNvSpPr>
              <a:spLocks noGrp="1"/>
            </p:cNvSpPr>
            <p:nvPr/>
          </p:nvSpPr>
          <p:spPr>
            <a:xfrm rot="10372401">
              <a:off x="456001" y="1047229"/>
              <a:ext cx="719355" cy="103075"/>
            </a:xfrm>
            <a:prstGeom prst="ellipse">
              <a:avLst/>
            </a:prstGeom>
            <a:gradFill>
              <a:gsLst>
                <a:gs pos="0">
                  <a:srgbClr val="FF0000">
                    <a:alpha val="32968"/>
                  </a:srgbClr>
                </a:gs>
                <a:gs pos="14286">
                  <a:srgbClr val="FF0000">
                    <a:alpha val="30764"/>
                  </a:srgbClr>
                </a:gs>
                <a:gs pos="28571">
                  <a:srgbClr val="FF0000">
                    <a:alpha val="24833"/>
                  </a:srgbClr>
                </a:gs>
                <a:gs pos="42857">
                  <a:srgbClr val="FF0000">
                    <a:alpha val="17075"/>
                  </a:srgbClr>
                </a:gs>
                <a:gs pos="57143">
                  <a:srgbClr val="FF0000">
                    <a:alpha val="9855"/>
                  </a:srgbClr>
                </a:gs>
                <a:gs pos="71429">
                  <a:srgbClr val="FF0000">
                    <a:alpha val="4740"/>
                  </a:srgbClr>
                </a:gs>
                <a:gs pos="85714">
                  <a:srgbClr val="FF0000">
                    <a:alpha val="1902"/>
                  </a:srgbClr>
                </a:gs>
                <a:gs pos="100000">
                  <a:srgbClr val="F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8" name="Splat 618"/>
            <p:cNvSpPr>
              <a:spLocks noGrp="1"/>
            </p:cNvSpPr>
            <p:nvPr/>
          </p:nvSpPr>
          <p:spPr>
            <a:xfrm rot="6012183">
              <a:off x="2496640" y="353240"/>
              <a:ext cx="817469" cy="4830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9" name="Splat 619"/>
            <p:cNvSpPr>
              <a:spLocks noGrp="1"/>
            </p:cNvSpPr>
            <p:nvPr/>
          </p:nvSpPr>
          <p:spPr>
            <a:xfrm rot="5003829">
              <a:off x="533352" y="1657703"/>
              <a:ext cx="557374" cy="302169"/>
            </a:xfrm>
            <a:prstGeom prst="ellipse">
              <a:avLst/>
            </a:prstGeom>
            <a:gradFill>
              <a:gsLst>
                <a:gs pos="0">
                  <a:srgbClr val="000004">
                    <a:alpha val="11126"/>
                  </a:srgbClr>
                </a:gs>
                <a:gs pos="14286">
                  <a:srgbClr val="000004">
                    <a:alpha val="10274"/>
                  </a:srgbClr>
                </a:gs>
                <a:gs pos="28571">
                  <a:srgbClr val="000004">
                    <a:alpha val="8073"/>
                  </a:srgbClr>
                </a:gs>
                <a:gs pos="42857">
                  <a:srgbClr val="000004">
                    <a:alpha val="5371"/>
                  </a:srgbClr>
                </a:gs>
                <a:gs pos="57143">
                  <a:srgbClr val="000004">
                    <a:alpha val="3013"/>
                  </a:srgbClr>
                </a:gs>
                <a:gs pos="71429">
                  <a:srgbClr val="000004">
                    <a:alpha val="1422"/>
                  </a:srgbClr>
                </a:gs>
                <a:gs pos="85714">
                  <a:srgbClr val="000004">
                    <a:alpha val="565"/>
                  </a:srgbClr>
                </a:gs>
                <a:gs pos="100000">
                  <a:srgbClr val="000004">
                    <a:alpha val="1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0" name="Splat 620"/>
            <p:cNvSpPr>
              <a:spLocks noGrp="1"/>
            </p:cNvSpPr>
            <p:nvPr/>
          </p:nvSpPr>
          <p:spPr>
            <a:xfrm rot="-9193562">
              <a:off x="1764861" y="286101"/>
              <a:ext cx="278198" cy="103602"/>
            </a:xfrm>
            <a:prstGeom prst="ellipse">
              <a:avLst/>
            </a:prstGeom>
            <a:gradFill>
              <a:gsLst>
                <a:gs pos="0">
                  <a:srgbClr val="F3F3FF">
                    <a:alpha val="32968"/>
                  </a:srgbClr>
                </a:gs>
                <a:gs pos="14286">
                  <a:srgbClr val="F3F3FF">
                    <a:alpha val="30764"/>
                  </a:srgbClr>
                </a:gs>
                <a:gs pos="28571">
                  <a:srgbClr val="F3F3FF">
                    <a:alpha val="24833"/>
                  </a:srgbClr>
                </a:gs>
                <a:gs pos="42857">
                  <a:srgbClr val="F3F3FF">
                    <a:alpha val="17075"/>
                  </a:srgbClr>
                </a:gs>
                <a:gs pos="57143">
                  <a:srgbClr val="F3F3FF">
                    <a:alpha val="9855"/>
                  </a:srgbClr>
                </a:gs>
                <a:gs pos="71429">
                  <a:srgbClr val="F3F3FF">
                    <a:alpha val="4740"/>
                  </a:srgbClr>
                </a:gs>
                <a:gs pos="85714">
                  <a:srgbClr val="F3F3FF">
                    <a:alpha val="1902"/>
                  </a:srgbClr>
                </a:gs>
                <a:gs pos="100000">
                  <a:srgbClr val="F3F3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1" name="Splat 621"/>
            <p:cNvSpPr>
              <a:spLocks noGrp="1"/>
            </p:cNvSpPr>
            <p:nvPr/>
          </p:nvSpPr>
          <p:spPr>
            <a:xfrm rot="-10766157">
              <a:off x="2909102" y="40897"/>
              <a:ext cx="849142" cy="5896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2" name="Splat 622"/>
            <p:cNvSpPr>
              <a:spLocks noGrp="1"/>
            </p:cNvSpPr>
            <p:nvPr/>
          </p:nvSpPr>
          <p:spPr>
            <a:xfrm rot="4090253">
              <a:off x="2310071" y="76388"/>
              <a:ext cx="321167" cy="8305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3" name="Splat 623"/>
            <p:cNvSpPr>
              <a:spLocks noGrp="1"/>
            </p:cNvSpPr>
            <p:nvPr/>
          </p:nvSpPr>
          <p:spPr>
            <a:xfrm rot="3209264">
              <a:off x="2217470" y="674190"/>
              <a:ext cx="656554" cy="16154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4" name="Splat 624"/>
            <p:cNvSpPr>
              <a:spLocks noGrp="1"/>
            </p:cNvSpPr>
            <p:nvPr/>
          </p:nvSpPr>
          <p:spPr>
            <a:xfrm rot="8536319">
              <a:off x="2296749" y="976053"/>
              <a:ext cx="423639" cy="87168"/>
            </a:xfrm>
            <a:prstGeom prst="ellipse">
              <a:avLst/>
            </a:prstGeom>
            <a:gradFill>
              <a:gsLst>
                <a:gs pos="0">
                  <a:srgbClr val="FFFFFB">
                    <a:alpha val="22040"/>
                  </a:srgbClr>
                </a:gs>
                <a:gs pos="14286">
                  <a:srgbClr val="FFFFFB">
                    <a:alpha val="20454"/>
                  </a:srgbClr>
                </a:gs>
                <a:gs pos="28571">
                  <a:srgbClr val="FFFFFB">
                    <a:alpha val="16279"/>
                  </a:srgbClr>
                </a:gs>
                <a:gs pos="42857">
                  <a:srgbClr val="FFFFFB">
                    <a:alpha val="11001"/>
                  </a:srgbClr>
                </a:gs>
                <a:gs pos="57143">
                  <a:srgbClr val="FFFFFB">
                    <a:alpha val="6254"/>
                  </a:srgbClr>
                </a:gs>
                <a:gs pos="71429">
                  <a:srgbClr val="FFFFFB">
                    <a:alpha val="2978"/>
                  </a:srgbClr>
                </a:gs>
                <a:gs pos="85714">
                  <a:srgbClr val="FFFFFB">
                    <a:alpha val="1188"/>
                  </a:srgbClr>
                </a:gs>
                <a:gs pos="100000">
                  <a:srgbClr val="FFFFFB">
                    <a:alpha val="3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5" name="Splat 625"/>
            <p:cNvSpPr>
              <a:spLocks noGrp="1"/>
            </p:cNvSpPr>
            <p:nvPr/>
          </p:nvSpPr>
          <p:spPr>
            <a:xfrm rot="2818929">
              <a:off x="2233062" y="885816"/>
              <a:ext cx="315137" cy="73668"/>
            </a:xfrm>
            <a:prstGeom prst="ellipse">
              <a:avLst/>
            </a:prstGeom>
            <a:gradFill>
              <a:gsLst>
                <a:gs pos="0">
                  <a:srgbClr val="FF0000">
                    <a:alpha val="30124"/>
                  </a:srgbClr>
                </a:gs>
                <a:gs pos="14286">
                  <a:srgbClr val="FF0000">
                    <a:alpha val="28068"/>
                  </a:srgbClr>
                </a:gs>
                <a:gs pos="28571">
                  <a:srgbClr val="FF0000">
                    <a:alpha val="22570"/>
                  </a:srgbClr>
                </a:gs>
                <a:gs pos="42857">
                  <a:srgbClr val="FF0000">
                    <a:alpha val="15446"/>
                  </a:srgbClr>
                </a:gs>
                <a:gs pos="57143">
                  <a:srgbClr val="FF0000">
                    <a:alpha val="8878"/>
                  </a:srgbClr>
                </a:gs>
                <a:gs pos="71429">
                  <a:srgbClr val="FF0000">
                    <a:alpha val="4259"/>
                  </a:srgbClr>
                </a:gs>
                <a:gs pos="85714">
                  <a:srgbClr val="FF0000">
                    <a:alpha val="1706"/>
                  </a:srgbClr>
                </a:gs>
                <a:gs pos="100000">
                  <a:srgbClr val="FF0000">
                    <a:alpha val="5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6" name="Splat 626"/>
            <p:cNvSpPr>
              <a:spLocks noGrp="1"/>
            </p:cNvSpPr>
            <p:nvPr/>
          </p:nvSpPr>
          <p:spPr>
            <a:xfrm rot="4244112">
              <a:off x="2141702" y="1008106"/>
              <a:ext cx="473413" cy="51817"/>
            </a:xfrm>
            <a:prstGeom prst="ellipse">
              <a:avLst/>
            </a:prstGeom>
            <a:gradFill>
              <a:gsLst>
                <a:gs pos="0">
                  <a:srgbClr val="FF6900">
                    <a:alpha val="32968"/>
                  </a:srgbClr>
                </a:gs>
                <a:gs pos="14286">
                  <a:srgbClr val="FF6900">
                    <a:alpha val="30764"/>
                  </a:srgbClr>
                </a:gs>
                <a:gs pos="28571">
                  <a:srgbClr val="FF6900">
                    <a:alpha val="24833"/>
                  </a:srgbClr>
                </a:gs>
                <a:gs pos="42857">
                  <a:srgbClr val="FF6900">
                    <a:alpha val="17075"/>
                  </a:srgbClr>
                </a:gs>
                <a:gs pos="57143">
                  <a:srgbClr val="FF6900">
                    <a:alpha val="9855"/>
                  </a:srgbClr>
                </a:gs>
                <a:gs pos="71429">
                  <a:srgbClr val="FF6900">
                    <a:alpha val="4740"/>
                  </a:srgbClr>
                </a:gs>
                <a:gs pos="85714">
                  <a:srgbClr val="FF6900">
                    <a:alpha val="1902"/>
                  </a:srgbClr>
                </a:gs>
                <a:gs pos="100000">
                  <a:srgbClr val="FF69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7" name="Splat 627"/>
            <p:cNvSpPr>
              <a:spLocks noGrp="1"/>
            </p:cNvSpPr>
            <p:nvPr/>
          </p:nvSpPr>
          <p:spPr>
            <a:xfrm rot="-10645674">
              <a:off x="2797549" y="2136542"/>
              <a:ext cx="432077" cy="130292"/>
            </a:xfrm>
            <a:prstGeom prst="ellipse">
              <a:avLst/>
            </a:prstGeom>
            <a:gradFill>
              <a:gsLst>
                <a:gs pos="0">
                  <a:srgbClr val="0096C5">
                    <a:alpha val="2490"/>
                  </a:srgbClr>
                </a:gs>
                <a:gs pos="14286">
                  <a:srgbClr val="0096C5">
                    <a:alpha val="2291"/>
                  </a:srgbClr>
                </a:gs>
                <a:gs pos="28571">
                  <a:srgbClr val="0096C5">
                    <a:alpha val="1784"/>
                  </a:srgbClr>
                </a:gs>
                <a:gs pos="42857">
                  <a:srgbClr val="0096C5">
                    <a:alpha val="1173"/>
                  </a:srgbClr>
                </a:gs>
                <a:gs pos="57143">
                  <a:srgbClr val="0096C5">
                    <a:alpha val="652"/>
                  </a:srgbClr>
                </a:gs>
                <a:gs pos="71429">
                  <a:srgbClr val="0096C5">
                    <a:alpha val="306"/>
                  </a:srgbClr>
                </a:gs>
                <a:gs pos="85714">
                  <a:srgbClr val="0096C5">
                    <a:alpha val="121"/>
                  </a:srgbClr>
                </a:gs>
                <a:gs pos="100000">
                  <a:srgbClr val="0096C5">
                    <a:alpha val="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8" name="Splat 628"/>
            <p:cNvSpPr>
              <a:spLocks noGrp="1"/>
            </p:cNvSpPr>
            <p:nvPr/>
          </p:nvSpPr>
          <p:spPr>
            <a:xfrm rot="-9213647">
              <a:off x="1630262" y="1442730"/>
              <a:ext cx="345522" cy="264092"/>
            </a:xfrm>
            <a:prstGeom prst="ellipse">
              <a:avLst/>
            </a:prstGeom>
            <a:gradFill>
              <a:gsLst>
                <a:gs pos="0">
                  <a:srgbClr val="F9FEFF">
                    <a:alpha val="15614"/>
                  </a:srgbClr>
                </a:gs>
                <a:gs pos="14286">
                  <a:srgbClr val="F9FEFF">
                    <a:alpha val="14447"/>
                  </a:srgbClr>
                </a:gs>
                <a:gs pos="28571">
                  <a:srgbClr val="F9FEFF">
                    <a:alpha val="11410"/>
                  </a:srgbClr>
                </a:gs>
                <a:gs pos="42857">
                  <a:srgbClr val="F9FEFF">
                    <a:alpha val="7639"/>
                  </a:srgbClr>
                </a:gs>
                <a:gs pos="57143">
                  <a:srgbClr val="F9FEFF">
                    <a:alpha val="4308"/>
                  </a:srgbClr>
                </a:gs>
                <a:gs pos="71429">
                  <a:srgbClr val="F9FEFF">
                    <a:alpha val="2040"/>
                  </a:srgbClr>
                </a:gs>
                <a:gs pos="85714">
                  <a:srgbClr val="F9FEFF">
                    <a:alpha val="812"/>
                  </a:srgbClr>
                </a:gs>
                <a:gs pos="100000">
                  <a:srgbClr val="F9FEFF">
                    <a:alpha val="2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9" name="Splat 629"/>
            <p:cNvSpPr>
              <a:spLocks noGrp="1"/>
            </p:cNvSpPr>
            <p:nvPr/>
          </p:nvSpPr>
          <p:spPr>
            <a:xfrm rot="5605801">
              <a:off x="1277682" y="292313"/>
              <a:ext cx="682913" cy="5493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0" name="Splat 630"/>
            <p:cNvSpPr>
              <a:spLocks noGrp="1"/>
            </p:cNvSpPr>
            <p:nvPr/>
          </p:nvSpPr>
          <p:spPr>
            <a:xfrm rot="8581531">
              <a:off x="1926656" y="1536675"/>
              <a:ext cx="392423" cy="163922"/>
            </a:xfrm>
            <a:prstGeom prst="ellipse">
              <a:avLst/>
            </a:prstGeom>
            <a:gradFill>
              <a:gsLst>
                <a:gs pos="0">
                  <a:srgbClr val="FFEED2">
                    <a:alpha val="11992"/>
                  </a:srgbClr>
                </a:gs>
                <a:gs pos="14286">
                  <a:srgbClr val="FFEED2">
                    <a:alpha val="11078"/>
                  </a:srgbClr>
                </a:gs>
                <a:gs pos="28571">
                  <a:srgbClr val="FFEED2">
                    <a:alpha val="8713"/>
                  </a:srgbClr>
                </a:gs>
                <a:gs pos="42857">
                  <a:srgbClr val="FFEED2">
                    <a:alpha val="5804"/>
                  </a:srgbClr>
                </a:gs>
                <a:gs pos="57143">
                  <a:srgbClr val="FFEED2">
                    <a:alpha val="3259"/>
                  </a:srgbClr>
                </a:gs>
                <a:gs pos="71429">
                  <a:srgbClr val="FFEED2">
                    <a:alpha val="1539"/>
                  </a:srgbClr>
                </a:gs>
                <a:gs pos="85714">
                  <a:srgbClr val="FFEED2">
                    <a:alpha val="611"/>
                  </a:srgbClr>
                </a:gs>
                <a:gs pos="100000">
                  <a:srgbClr val="FFEED2">
                    <a:alpha val="2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1" name="Splat 631"/>
            <p:cNvSpPr>
              <a:spLocks noGrp="1"/>
            </p:cNvSpPr>
            <p:nvPr/>
          </p:nvSpPr>
          <p:spPr>
            <a:xfrm rot="3938385">
              <a:off x="1556718" y="473528"/>
              <a:ext cx="411852" cy="103065"/>
            </a:xfrm>
            <a:prstGeom prst="ellipse">
              <a:avLst/>
            </a:prstGeom>
            <a:gradFill>
              <a:gsLst>
                <a:gs pos="0">
                  <a:srgbClr val="FFDCB0">
                    <a:alpha val="9506"/>
                  </a:srgbClr>
                </a:gs>
                <a:gs pos="14286">
                  <a:srgbClr val="FFDCB0">
                    <a:alpha val="8772"/>
                  </a:srgbClr>
                </a:gs>
                <a:gs pos="28571">
                  <a:srgbClr val="FFDCB0">
                    <a:alpha val="6880"/>
                  </a:srgbClr>
                </a:gs>
                <a:gs pos="42857">
                  <a:srgbClr val="FFDCB0">
                    <a:alpha val="4568"/>
                  </a:srgbClr>
                </a:gs>
                <a:gs pos="57143">
                  <a:srgbClr val="FFDCB0">
                    <a:alpha val="2557"/>
                  </a:srgbClr>
                </a:gs>
                <a:gs pos="71429">
                  <a:srgbClr val="FFDCB0">
                    <a:alpha val="1205"/>
                  </a:srgbClr>
                </a:gs>
                <a:gs pos="85714">
                  <a:srgbClr val="FFDCB0">
                    <a:alpha val="478"/>
                  </a:srgbClr>
                </a:gs>
                <a:gs pos="100000">
                  <a:srgbClr val="FFDCB0">
                    <a:alpha val="1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2" name="Splat 632"/>
            <p:cNvSpPr>
              <a:spLocks noGrp="1"/>
            </p:cNvSpPr>
            <p:nvPr/>
          </p:nvSpPr>
          <p:spPr>
            <a:xfrm rot="-10635886">
              <a:off x="1829044" y="448628"/>
              <a:ext cx="622069" cy="26917"/>
            </a:xfrm>
            <a:prstGeom prst="ellipse">
              <a:avLst/>
            </a:prstGeom>
            <a:gradFill>
              <a:gsLst>
                <a:gs pos="0">
                  <a:srgbClr val="FF968A">
                    <a:alpha val="32968"/>
                  </a:srgbClr>
                </a:gs>
                <a:gs pos="14286">
                  <a:srgbClr val="FF968A">
                    <a:alpha val="30764"/>
                  </a:srgbClr>
                </a:gs>
                <a:gs pos="28571">
                  <a:srgbClr val="FF968A">
                    <a:alpha val="24833"/>
                  </a:srgbClr>
                </a:gs>
                <a:gs pos="42857">
                  <a:srgbClr val="FF968A">
                    <a:alpha val="17075"/>
                  </a:srgbClr>
                </a:gs>
                <a:gs pos="57143">
                  <a:srgbClr val="FF968A">
                    <a:alpha val="9855"/>
                  </a:srgbClr>
                </a:gs>
                <a:gs pos="71429">
                  <a:srgbClr val="FF968A">
                    <a:alpha val="4740"/>
                  </a:srgbClr>
                </a:gs>
                <a:gs pos="85714">
                  <a:srgbClr val="FF968A">
                    <a:alpha val="1902"/>
                  </a:srgbClr>
                </a:gs>
                <a:gs pos="100000">
                  <a:srgbClr val="FF968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3" name="Splat 633"/>
            <p:cNvSpPr>
              <a:spLocks noGrp="1"/>
            </p:cNvSpPr>
            <p:nvPr/>
          </p:nvSpPr>
          <p:spPr>
            <a:xfrm rot="5683645">
              <a:off x="2617641" y="1082465"/>
              <a:ext cx="765084" cy="19037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4" name="Splat 634"/>
            <p:cNvSpPr>
              <a:spLocks noGrp="1"/>
            </p:cNvSpPr>
            <p:nvPr/>
          </p:nvSpPr>
          <p:spPr>
            <a:xfrm rot="7578749">
              <a:off x="1777446" y="1085086"/>
              <a:ext cx="245414" cy="244745"/>
            </a:xfrm>
            <a:prstGeom prst="ellipse">
              <a:avLst/>
            </a:prstGeom>
            <a:gradFill>
              <a:gsLst>
                <a:gs pos="0">
                  <a:srgbClr val="FFF2AF">
                    <a:alpha val="11863"/>
                  </a:srgbClr>
                </a:gs>
                <a:gs pos="14286">
                  <a:srgbClr val="FFF2AF">
                    <a:alpha val="10958"/>
                  </a:srgbClr>
                </a:gs>
                <a:gs pos="28571">
                  <a:srgbClr val="FFF2AF">
                    <a:alpha val="8618"/>
                  </a:srgbClr>
                </a:gs>
                <a:gs pos="42857">
                  <a:srgbClr val="FFF2AF">
                    <a:alpha val="5740"/>
                  </a:srgbClr>
                </a:gs>
                <a:gs pos="57143">
                  <a:srgbClr val="FFF2AF">
                    <a:alpha val="3222"/>
                  </a:srgbClr>
                </a:gs>
                <a:gs pos="71429">
                  <a:srgbClr val="FFF2AF">
                    <a:alpha val="1521"/>
                  </a:srgbClr>
                </a:gs>
                <a:gs pos="85714">
                  <a:srgbClr val="FFF2AF">
                    <a:alpha val="604"/>
                  </a:srgbClr>
                </a:gs>
                <a:gs pos="100000">
                  <a:srgbClr val="FFF2AF">
                    <a:alpha val="2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5" name="Splat 635"/>
            <p:cNvSpPr>
              <a:spLocks noGrp="1"/>
            </p:cNvSpPr>
            <p:nvPr/>
          </p:nvSpPr>
          <p:spPr>
            <a:xfrm rot="6048216">
              <a:off x="2645221" y="941972"/>
              <a:ext cx="747897" cy="13193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6" name="Splat 636"/>
            <p:cNvSpPr>
              <a:spLocks noGrp="1"/>
            </p:cNvSpPr>
            <p:nvPr/>
          </p:nvSpPr>
          <p:spPr>
            <a:xfrm rot="8225477">
              <a:off x="1666136" y="1638820"/>
              <a:ext cx="491990" cy="340238"/>
            </a:xfrm>
            <a:prstGeom prst="ellipse">
              <a:avLst/>
            </a:prstGeom>
            <a:gradFill>
              <a:gsLst>
                <a:gs pos="0">
                  <a:srgbClr val="7E6500">
                    <a:alpha val="8317"/>
                  </a:srgbClr>
                </a:gs>
                <a:gs pos="14286">
                  <a:srgbClr val="7E6500">
                    <a:alpha val="7671"/>
                  </a:srgbClr>
                </a:gs>
                <a:gs pos="28571">
                  <a:srgbClr val="7E6500">
                    <a:alpha val="6009"/>
                  </a:srgbClr>
                </a:gs>
                <a:gs pos="42857">
                  <a:srgbClr val="7E6500">
                    <a:alpha val="3983"/>
                  </a:srgbClr>
                </a:gs>
                <a:gs pos="57143">
                  <a:srgbClr val="7E6500">
                    <a:alpha val="2227"/>
                  </a:srgbClr>
                </a:gs>
                <a:gs pos="71429">
                  <a:srgbClr val="7E6500">
                    <a:alpha val="1049"/>
                  </a:srgbClr>
                </a:gs>
                <a:gs pos="85714">
                  <a:srgbClr val="7E6500">
                    <a:alpha val="416"/>
                  </a:srgbClr>
                </a:gs>
                <a:gs pos="100000">
                  <a:srgbClr val="7E6500">
                    <a:alpha val="1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7" name="Splat 637"/>
            <p:cNvSpPr>
              <a:spLocks noGrp="1"/>
            </p:cNvSpPr>
            <p:nvPr/>
          </p:nvSpPr>
          <p:spPr>
            <a:xfrm rot="-8500269">
              <a:off x="1017978" y="1518536"/>
              <a:ext cx="382277" cy="6740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8" name="Splat 638"/>
            <p:cNvSpPr>
              <a:spLocks noGrp="1"/>
            </p:cNvSpPr>
            <p:nvPr/>
          </p:nvSpPr>
          <p:spPr>
            <a:xfrm rot="-10699328">
              <a:off x="2009101" y="414896"/>
              <a:ext cx="467383" cy="48702"/>
            </a:xfrm>
            <a:prstGeom prst="ellipse">
              <a:avLst/>
            </a:prstGeom>
            <a:gradFill>
              <a:gsLst>
                <a:gs pos="0">
                  <a:srgbClr val="FFFFFC">
                    <a:alpha val="32968"/>
                  </a:srgbClr>
                </a:gs>
                <a:gs pos="14286">
                  <a:srgbClr val="FFFFFC">
                    <a:alpha val="30764"/>
                  </a:srgbClr>
                </a:gs>
                <a:gs pos="28571">
                  <a:srgbClr val="FFFFFC">
                    <a:alpha val="24833"/>
                  </a:srgbClr>
                </a:gs>
                <a:gs pos="42857">
                  <a:srgbClr val="FFFFFC">
                    <a:alpha val="17075"/>
                  </a:srgbClr>
                </a:gs>
                <a:gs pos="57143">
                  <a:srgbClr val="FFFFFC">
                    <a:alpha val="9855"/>
                  </a:srgbClr>
                </a:gs>
                <a:gs pos="71429">
                  <a:srgbClr val="FFFFFC">
                    <a:alpha val="4740"/>
                  </a:srgbClr>
                </a:gs>
                <a:gs pos="85714">
                  <a:srgbClr val="FFFFFC">
                    <a:alpha val="1902"/>
                  </a:srgbClr>
                </a:gs>
                <a:gs pos="100000">
                  <a:srgbClr val="FFFFF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9" name="Splat 639"/>
            <p:cNvSpPr>
              <a:spLocks noGrp="1"/>
            </p:cNvSpPr>
            <p:nvPr/>
          </p:nvSpPr>
          <p:spPr>
            <a:xfrm rot="8922240">
              <a:off x="1834582" y="681065"/>
              <a:ext cx="419868" cy="35143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0" name="Splat 640"/>
            <p:cNvSpPr>
              <a:spLocks noGrp="1"/>
            </p:cNvSpPr>
            <p:nvPr/>
          </p:nvSpPr>
          <p:spPr>
            <a:xfrm rot="8292019">
              <a:off x="2875104" y="1895090"/>
              <a:ext cx="290185" cy="241781"/>
            </a:xfrm>
            <a:prstGeom prst="ellipse">
              <a:avLst/>
            </a:prstGeom>
            <a:gradFill>
              <a:gsLst>
                <a:gs pos="0">
                  <a:srgbClr val="1F0021">
                    <a:alpha val="22756"/>
                  </a:srgbClr>
                </a:gs>
                <a:gs pos="14286">
                  <a:srgbClr val="1F0021">
                    <a:alpha val="21126"/>
                  </a:srgbClr>
                </a:gs>
                <a:gs pos="28571">
                  <a:srgbClr val="1F0021">
                    <a:alpha val="16829"/>
                  </a:srgbClr>
                </a:gs>
                <a:gs pos="42857">
                  <a:srgbClr val="1F0021">
                    <a:alpha val="11385"/>
                  </a:srgbClr>
                </a:gs>
                <a:gs pos="57143">
                  <a:srgbClr val="1F0021">
                    <a:alpha val="6478"/>
                  </a:srgbClr>
                </a:gs>
                <a:gs pos="71429">
                  <a:srgbClr val="1F0021">
                    <a:alpha val="3086"/>
                  </a:srgbClr>
                </a:gs>
                <a:gs pos="85714">
                  <a:srgbClr val="1F0021">
                    <a:alpha val="1232"/>
                  </a:srgbClr>
                </a:gs>
                <a:gs pos="100000">
                  <a:srgbClr val="1F0021">
                    <a:alpha val="4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1" name="Splat 641"/>
            <p:cNvSpPr>
              <a:spLocks noGrp="1"/>
            </p:cNvSpPr>
            <p:nvPr/>
          </p:nvSpPr>
          <p:spPr>
            <a:xfrm rot="10196263">
              <a:off x="2885928" y="1249814"/>
              <a:ext cx="193801" cy="86999"/>
            </a:xfrm>
            <a:prstGeom prst="ellipse">
              <a:avLst/>
            </a:prstGeom>
            <a:gradFill>
              <a:gsLst>
                <a:gs pos="0">
                  <a:srgbClr val="FFFFC9">
                    <a:alpha val="32968"/>
                  </a:srgbClr>
                </a:gs>
                <a:gs pos="14286">
                  <a:srgbClr val="FFFFC9">
                    <a:alpha val="30764"/>
                  </a:srgbClr>
                </a:gs>
                <a:gs pos="28571">
                  <a:srgbClr val="FFFFC9">
                    <a:alpha val="24833"/>
                  </a:srgbClr>
                </a:gs>
                <a:gs pos="42857">
                  <a:srgbClr val="FFFFC9">
                    <a:alpha val="17075"/>
                  </a:srgbClr>
                </a:gs>
                <a:gs pos="57143">
                  <a:srgbClr val="FFFFC9">
                    <a:alpha val="9855"/>
                  </a:srgbClr>
                </a:gs>
                <a:gs pos="71429">
                  <a:srgbClr val="FFFFC9">
                    <a:alpha val="4740"/>
                  </a:srgbClr>
                </a:gs>
                <a:gs pos="85714">
                  <a:srgbClr val="FFFFC9">
                    <a:alpha val="1902"/>
                  </a:srgbClr>
                </a:gs>
                <a:gs pos="100000">
                  <a:srgbClr val="FFFFC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2" name="Splat 642"/>
            <p:cNvSpPr>
              <a:spLocks noGrp="1"/>
            </p:cNvSpPr>
            <p:nvPr/>
          </p:nvSpPr>
          <p:spPr>
            <a:xfrm rot="7083987">
              <a:off x="2263762" y="1391631"/>
              <a:ext cx="285885" cy="233899"/>
            </a:xfrm>
            <a:prstGeom prst="ellipse">
              <a:avLst/>
            </a:prstGeom>
            <a:gradFill>
              <a:gsLst>
                <a:gs pos="0">
                  <a:srgbClr val="F6FFF1">
                    <a:alpha val="32968"/>
                  </a:srgbClr>
                </a:gs>
                <a:gs pos="14286">
                  <a:srgbClr val="F6FFF1">
                    <a:alpha val="30764"/>
                  </a:srgbClr>
                </a:gs>
                <a:gs pos="28571">
                  <a:srgbClr val="F6FFF1">
                    <a:alpha val="24833"/>
                  </a:srgbClr>
                </a:gs>
                <a:gs pos="42857">
                  <a:srgbClr val="F6FFF1">
                    <a:alpha val="17075"/>
                  </a:srgbClr>
                </a:gs>
                <a:gs pos="57143">
                  <a:srgbClr val="F6FFF1">
                    <a:alpha val="9855"/>
                  </a:srgbClr>
                </a:gs>
                <a:gs pos="71429">
                  <a:srgbClr val="F6FFF1">
                    <a:alpha val="4740"/>
                  </a:srgbClr>
                </a:gs>
                <a:gs pos="85714">
                  <a:srgbClr val="F6FFF1">
                    <a:alpha val="1902"/>
                  </a:srgbClr>
                </a:gs>
                <a:gs pos="100000">
                  <a:srgbClr val="F6FFF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3" name="Splat 643"/>
            <p:cNvSpPr>
              <a:spLocks noGrp="1"/>
            </p:cNvSpPr>
            <p:nvPr/>
          </p:nvSpPr>
          <p:spPr>
            <a:xfrm rot="9519349">
              <a:off x="738913" y="1319567"/>
              <a:ext cx="264322" cy="3351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4" name="Splat 644"/>
            <p:cNvSpPr>
              <a:spLocks noGrp="1"/>
            </p:cNvSpPr>
            <p:nvPr/>
          </p:nvSpPr>
          <p:spPr>
            <a:xfrm rot="-8868193">
              <a:off x="2589399" y="1486001"/>
              <a:ext cx="706594" cy="20710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5" name="Splat 645"/>
            <p:cNvSpPr>
              <a:spLocks noGrp="1"/>
            </p:cNvSpPr>
            <p:nvPr/>
          </p:nvSpPr>
          <p:spPr>
            <a:xfrm rot="4238094">
              <a:off x="1919575" y="1661503"/>
              <a:ext cx="437601" cy="209688"/>
            </a:xfrm>
            <a:prstGeom prst="ellipse">
              <a:avLst/>
            </a:prstGeom>
            <a:gradFill>
              <a:gsLst>
                <a:gs pos="0">
                  <a:srgbClr val="3F2A00">
                    <a:alpha val="26300"/>
                  </a:srgbClr>
                </a:gs>
                <a:gs pos="14286">
                  <a:srgbClr val="3F2A00">
                    <a:alpha val="24458"/>
                  </a:srgbClr>
                </a:gs>
                <a:gs pos="28571">
                  <a:srgbClr val="3F2A00">
                    <a:alpha val="19569"/>
                  </a:srgbClr>
                </a:gs>
                <a:gs pos="42857">
                  <a:srgbClr val="3F2A00">
                    <a:alpha val="13311"/>
                  </a:srgbClr>
                </a:gs>
                <a:gs pos="57143">
                  <a:srgbClr val="3F2A00">
                    <a:alpha val="7610"/>
                  </a:srgbClr>
                </a:gs>
                <a:gs pos="71429">
                  <a:srgbClr val="3F2A00">
                    <a:alpha val="3637"/>
                  </a:srgbClr>
                </a:gs>
                <a:gs pos="85714">
                  <a:srgbClr val="3F2A00">
                    <a:alpha val="1454"/>
                  </a:srgbClr>
                </a:gs>
                <a:gs pos="100000">
                  <a:srgbClr val="3F2A00">
                    <a:alpha val="4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6" name="Splat 646"/>
            <p:cNvSpPr>
              <a:spLocks noGrp="1"/>
            </p:cNvSpPr>
            <p:nvPr/>
          </p:nvSpPr>
          <p:spPr>
            <a:xfrm rot="-8932092">
              <a:off x="844710" y="1094141"/>
              <a:ext cx="581096" cy="132737"/>
            </a:xfrm>
            <a:prstGeom prst="ellipse">
              <a:avLst/>
            </a:prstGeom>
            <a:gradFill>
              <a:gsLst>
                <a:gs pos="0">
                  <a:srgbClr val="FF0000">
                    <a:alpha val="32968"/>
                  </a:srgbClr>
                </a:gs>
                <a:gs pos="14286">
                  <a:srgbClr val="FF0000">
                    <a:alpha val="30764"/>
                  </a:srgbClr>
                </a:gs>
                <a:gs pos="28571">
                  <a:srgbClr val="FF0000">
                    <a:alpha val="24833"/>
                  </a:srgbClr>
                </a:gs>
                <a:gs pos="42857">
                  <a:srgbClr val="FF0000">
                    <a:alpha val="17075"/>
                  </a:srgbClr>
                </a:gs>
                <a:gs pos="57143">
                  <a:srgbClr val="FF0000">
                    <a:alpha val="9855"/>
                  </a:srgbClr>
                </a:gs>
                <a:gs pos="71429">
                  <a:srgbClr val="FF0000">
                    <a:alpha val="4740"/>
                  </a:srgbClr>
                </a:gs>
                <a:gs pos="85714">
                  <a:srgbClr val="FF0000">
                    <a:alpha val="1902"/>
                  </a:srgbClr>
                </a:gs>
                <a:gs pos="100000">
                  <a:srgbClr val="F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7" name="Splat 647"/>
            <p:cNvSpPr>
              <a:spLocks noGrp="1"/>
            </p:cNvSpPr>
            <p:nvPr/>
          </p:nvSpPr>
          <p:spPr>
            <a:xfrm rot="5869201">
              <a:off x="1979259" y="1323452"/>
              <a:ext cx="369800" cy="55513"/>
            </a:xfrm>
            <a:prstGeom prst="ellipse">
              <a:avLst/>
            </a:prstGeom>
            <a:gradFill>
              <a:gsLst>
                <a:gs pos="0">
                  <a:srgbClr val="FFFAF0">
                    <a:alpha val="32968"/>
                  </a:srgbClr>
                </a:gs>
                <a:gs pos="14286">
                  <a:srgbClr val="FFFAF0">
                    <a:alpha val="30764"/>
                  </a:srgbClr>
                </a:gs>
                <a:gs pos="28571">
                  <a:srgbClr val="FFFAF0">
                    <a:alpha val="24833"/>
                  </a:srgbClr>
                </a:gs>
                <a:gs pos="42857">
                  <a:srgbClr val="FFFAF0">
                    <a:alpha val="17075"/>
                  </a:srgbClr>
                </a:gs>
                <a:gs pos="57143">
                  <a:srgbClr val="FFFAF0">
                    <a:alpha val="9855"/>
                  </a:srgbClr>
                </a:gs>
                <a:gs pos="71429">
                  <a:srgbClr val="FFFAF0">
                    <a:alpha val="4740"/>
                  </a:srgbClr>
                </a:gs>
                <a:gs pos="85714">
                  <a:srgbClr val="FFFAF0">
                    <a:alpha val="1902"/>
                  </a:srgbClr>
                </a:gs>
                <a:gs pos="100000">
                  <a:srgbClr val="FFFAF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8" name="Splat 648"/>
            <p:cNvSpPr>
              <a:spLocks noGrp="1"/>
            </p:cNvSpPr>
            <p:nvPr/>
          </p:nvSpPr>
          <p:spPr>
            <a:xfrm rot="10501599">
              <a:off x="861412" y="1744490"/>
              <a:ext cx="672141" cy="5295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9" name="Splat 649"/>
            <p:cNvSpPr>
              <a:spLocks noGrp="1"/>
            </p:cNvSpPr>
            <p:nvPr/>
          </p:nvSpPr>
          <p:spPr>
            <a:xfrm rot="-10134921">
              <a:off x="2148692" y="739052"/>
              <a:ext cx="307832" cy="30444"/>
            </a:xfrm>
            <a:prstGeom prst="ellipse">
              <a:avLst/>
            </a:prstGeom>
            <a:gradFill>
              <a:gsLst>
                <a:gs pos="0">
                  <a:srgbClr val="FFFFD4">
                    <a:alpha val="32968"/>
                  </a:srgbClr>
                </a:gs>
                <a:gs pos="14286">
                  <a:srgbClr val="FFFFD4">
                    <a:alpha val="30764"/>
                  </a:srgbClr>
                </a:gs>
                <a:gs pos="28571">
                  <a:srgbClr val="FFFFD4">
                    <a:alpha val="24833"/>
                  </a:srgbClr>
                </a:gs>
                <a:gs pos="42857">
                  <a:srgbClr val="FFFFD4">
                    <a:alpha val="17075"/>
                  </a:srgbClr>
                </a:gs>
                <a:gs pos="57143">
                  <a:srgbClr val="FFFFD4">
                    <a:alpha val="9855"/>
                  </a:srgbClr>
                </a:gs>
                <a:gs pos="71429">
                  <a:srgbClr val="FFFFD4">
                    <a:alpha val="4740"/>
                  </a:srgbClr>
                </a:gs>
                <a:gs pos="85714">
                  <a:srgbClr val="FFFFD4">
                    <a:alpha val="1902"/>
                  </a:srgbClr>
                </a:gs>
                <a:gs pos="100000">
                  <a:srgbClr val="FFFFD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0" name="Splat 650"/>
            <p:cNvSpPr>
              <a:spLocks noGrp="1"/>
            </p:cNvSpPr>
            <p:nvPr/>
          </p:nvSpPr>
          <p:spPr>
            <a:xfrm rot="8785761">
              <a:off x="1273210" y="1116499"/>
              <a:ext cx="556431" cy="116987"/>
            </a:xfrm>
            <a:prstGeom prst="ellipse">
              <a:avLst/>
            </a:prstGeom>
            <a:gradFill>
              <a:gsLst>
                <a:gs pos="0">
                  <a:srgbClr val="FF0000">
                    <a:alpha val="32968"/>
                  </a:srgbClr>
                </a:gs>
                <a:gs pos="14286">
                  <a:srgbClr val="FF0000">
                    <a:alpha val="30764"/>
                  </a:srgbClr>
                </a:gs>
                <a:gs pos="28571">
                  <a:srgbClr val="FF0000">
                    <a:alpha val="24833"/>
                  </a:srgbClr>
                </a:gs>
                <a:gs pos="42857">
                  <a:srgbClr val="FF0000">
                    <a:alpha val="17075"/>
                  </a:srgbClr>
                </a:gs>
                <a:gs pos="57143">
                  <a:srgbClr val="FF0000">
                    <a:alpha val="9855"/>
                  </a:srgbClr>
                </a:gs>
                <a:gs pos="71429">
                  <a:srgbClr val="FF0000">
                    <a:alpha val="4740"/>
                  </a:srgbClr>
                </a:gs>
                <a:gs pos="85714">
                  <a:srgbClr val="FF0000">
                    <a:alpha val="1902"/>
                  </a:srgbClr>
                </a:gs>
                <a:gs pos="100000">
                  <a:srgbClr val="F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1" name="Splat 651"/>
            <p:cNvSpPr>
              <a:spLocks noGrp="1"/>
            </p:cNvSpPr>
            <p:nvPr/>
          </p:nvSpPr>
          <p:spPr>
            <a:xfrm rot="-8266348">
              <a:off x="1864451" y="902108"/>
              <a:ext cx="408321" cy="15309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2" name="Splat 652"/>
            <p:cNvSpPr>
              <a:spLocks noGrp="1"/>
            </p:cNvSpPr>
            <p:nvPr/>
          </p:nvSpPr>
          <p:spPr>
            <a:xfrm rot="-10512382">
              <a:off x="3345664" y="2185787"/>
              <a:ext cx="545570" cy="200053"/>
            </a:xfrm>
            <a:prstGeom prst="ellipse">
              <a:avLst/>
            </a:prstGeom>
            <a:gradFill>
              <a:gsLst>
                <a:gs pos="0">
                  <a:srgbClr val="4A0B00">
                    <a:alpha val="32968"/>
                  </a:srgbClr>
                </a:gs>
                <a:gs pos="14286">
                  <a:srgbClr val="4A0B00">
                    <a:alpha val="30764"/>
                  </a:srgbClr>
                </a:gs>
                <a:gs pos="28571">
                  <a:srgbClr val="4A0B00">
                    <a:alpha val="24833"/>
                  </a:srgbClr>
                </a:gs>
                <a:gs pos="42857">
                  <a:srgbClr val="4A0B00">
                    <a:alpha val="17075"/>
                  </a:srgbClr>
                </a:gs>
                <a:gs pos="57143">
                  <a:srgbClr val="4A0B00">
                    <a:alpha val="9855"/>
                  </a:srgbClr>
                </a:gs>
                <a:gs pos="71429">
                  <a:srgbClr val="4A0B00">
                    <a:alpha val="4740"/>
                  </a:srgbClr>
                </a:gs>
                <a:gs pos="85714">
                  <a:srgbClr val="4A0B00">
                    <a:alpha val="1902"/>
                  </a:srgbClr>
                </a:gs>
                <a:gs pos="100000">
                  <a:srgbClr val="4A0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3" name="Splat 653"/>
            <p:cNvSpPr>
              <a:spLocks noGrp="1"/>
            </p:cNvSpPr>
            <p:nvPr/>
          </p:nvSpPr>
          <p:spPr>
            <a:xfrm rot="9642049">
              <a:off x="1531999" y="1298466"/>
              <a:ext cx="742085" cy="177153"/>
            </a:xfrm>
            <a:prstGeom prst="ellipse">
              <a:avLst/>
            </a:prstGeom>
            <a:gradFill>
              <a:gsLst>
                <a:gs pos="0">
                  <a:srgbClr val="060000">
                    <a:alpha val="32968"/>
                  </a:srgbClr>
                </a:gs>
                <a:gs pos="14286">
                  <a:srgbClr val="060000">
                    <a:alpha val="30764"/>
                  </a:srgbClr>
                </a:gs>
                <a:gs pos="28571">
                  <a:srgbClr val="060000">
                    <a:alpha val="24833"/>
                  </a:srgbClr>
                </a:gs>
                <a:gs pos="42857">
                  <a:srgbClr val="060000">
                    <a:alpha val="17075"/>
                  </a:srgbClr>
                </a:gs>
                <a:gs pos="57143">
                  <a:srgbClr val="060000">
                    <a:alpha val="9855"/>
                  </a:srgbClr>
                </a:gs>
                <a:gs pos="71429">
                  <a:srgbClr val="060000">
                    <a:alpha val="4740"/>
                  </a:srgbClr>
                </a:gs>
                <a:gs pos="85714">
                  <a:srgbClr val="060000">
                    <a:alpha val="1902"/>
                  </a:srgbClr>
                </a:gs>
                <a:gs pos="100000">
                  <a:srgbClr val="06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4" name="Splat 654"/>
            <p:cNvSpPr>
              <a:spLocks noGrp="1"/>
            </p:cNvSpPr>
            <p:nvPr/>
          </p:nvSpPr>
          <p:spPr>
            <a:xfrm rot="9361825">
              <a:off x="1498446" y="2051776"/>
              <a:ext cx="670332" cy="41078"/>
            </a:xfrm>
            <a:prstGeom prst="ellipse">
              <a:avLst/>
            </a:prstGeom>
            <a:gradFill>
              <a:gsLst>
                <a:gs pos="0">
                  <a:srgbClr val="270000">
                    <a:alpha val="32968"/>
                  </a:srgbClr>
                </a:gs>
                <a:gs pos="14286">
                  <a:srgbClr val="270000">
                    <a:alpha val="30764"/>
                  </a:srgbClr>
                </a:gs>
                <a:gs pos="28571">
                  <a:srgbClr val="270000">
                    <a:alpha val="24833"/>
                  </a:srgbClr>
                </a:gs>
                <a:gs pos="42857">
                  <a:srgbClr val="270000">
                    <a:alpha val="17075"/>
                  </a:srgbClr>
                </a:gs>
                <a:gs pos="57143">
                  <a:srgbClr val="270000">
                    <a:alpha val="9855"/>
                  </a:srgbClr>
                </a:gs>
                <a:gs pos="71429">
                  <a:srgbClr val="270000">
                    <a:alpha val="4740"/>
                  </a:srgbClr>
                </a:gs>
                <a:gs pos="85714">
                  <a:srgbClr val="270000">
                    <a:alpha val="1902"/>
                  </a:srgbClr>
                </a:gs>
                <a:gs pos="100000">
                  <a:srgbClr val="27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5" name="Splat 655"/>
            <p:cNvSpPr>
              <a:spLocks noGrp="1"/>
            </p:cNvSpPr>
            <p:nvPr/>
          </p:nvSpPr>
          <p:spPr>
            <a:xfrm rot="-9088622">
              <a:off x="2699627" y="1260001"/>
              <a:ext cx="482331" cy="79918"/>
            </a:xfrm>
            <a:prstGeom prst="ellipse">
              <a:avLst/>
            </a:prstGeom>
            <a:gradFill>
              <a:gsLst>
                <a:gs pos="0">
                  <a:srgbClr val="FFFFD9">
                    <a:alpha val="32968"/>
                  </a:srgbClr>
                </a:gs>
                <a:gs pos="14286">
                  <a:srgbClr val="FFFFD9">
                    <a:alpha val="30764"/>
                  </a:srgbClr>
                </a:gs>
                <a:gs pos="28571">
                  <a:srgbClr val="FFFFD9">
                    <a:alpha val="24833"/>
                  </a:srgbClr>
                </a:gs>
                <a:gs pos="42857">
                  <a:srgbClr val="FFFFD9">
                    <a:alpha val="17075"/>
                  </a:srgbClr>
                </a:gs>
                <a:gs pos="57143">
                  <a:srgbClr val="FFFFD9">
                    <a:alpha val="9855"/>
                  </a:srgbClr>
                </a:gs>
                <a:gs pos="71429">
                  <a:srgbClr val="FFFFD9">
                    <a:alpha val="4740"/>
                  </a:srgbClr>
                </a:gs>
                <a:gs pos="85714">
                  <a:srgbClr val="FFFFD9">
                    <a:alpha val="1902"/>
                  </a:srgbClr>
                </a:gs>
                <a:gs pos="100000">
                  <a:srgbClr val="FFFFD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6" name="Splat 656"/>
            <p:cNvSpPr>
              <a:spLocks noGrp="1"/>
            </p:cNvSpPr>
            <p:nvPr/>
          </p:nvSpPr>
          <p:spPr>
            <a:xfrm rot="7372580">
              <a:off x="-39972" y="1383392"/>
              <a:ext cx="608084" cy="188698"/>
            </a:xfrm>
            <a:prstGeom prst="ellipse">
              <a:avLst/>
            </a:prstGeom>
            <a:gradFill>
              <a:gsLst>
                <a:gs pos="0">
                  <a:srgbClr val="F6E6DA">
                    <a:alpha val="32968"/>
                  </a:srgbClr>
                </a:gs>
                <a:gs pos="14286">
                  <a:srgbClr val="F6E6DA">
                    <a:alpha val="30764"/>
                  </a:srgbClr>
                </a:gs>
                <a:gs pos="28571">
                  <a:srgbClr val="F6E6DA">
                    <a:alpha val="24833"/>
                  </a:srgbClr>
                </a:gs>
                <a:gs pos="42857">
                  <a:srgbClr val="F6E6DA">
                    <a:alpha val="17075"/>
                  </a:srgbClr>
                </a:gs>
                <a:gs pos="57143">
                  <a:srgbClr val="F6E6DA">
                    <a:alpha val="9855"/>
                  </a:srgbClr>
                </a:gs>
                <a:gs pos="71429">
                  <a:srgbClr val="F6E6DA">
                    <a:alpha val="4740"/>
                  </a:srgbClr>
                </a:gs>
                <a:gs pos="85714">
                  <a:srgbClr val="F6E6DA">
                    <a:alpha val="1902"/>
                  </a:srgbClr>
                </a:gs>
                <a:gs pos="100000">
                  <a:srgbClr val="F6E6D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7" name="Splat 657"/>
            <p:cNvSpPr>
              <a:spLocks noGrp="1"/>
            </p:cNvSpPr>
            <p:nvPr/>
          </p:nvSpPr>
          <p:spPr>
            <a:xfrm rot="9527366">
              <a:off x="727531" y="647449"/>
              <a:ext cx="503843" cy="243602"/>
            </a:xfrm>
            <a:prstGeom prst="ellipse">
              <a:avLst/>
            </a:prstGeom>
            <a:gradFill>
              <a:gsLst>
                <a:gs pos="0">
                  <a:srgbClr val="050000">
                    <a:alpha val="32968"/>
                  </a:srgbClr>
                </a:gs>
                <a:gs pos="14286">
                  <a:srgbClr val="050000">
                    <a:alpha val="30764"/>
                  </a:srgbClr>
                </a:gs>
                <a:gs pos="28571">
                  <a:srgbClr val="050000">
                    <a:alpha val="24833"/>
                  </a:srgbClr>
                </a:gs>
                <a:gs pos="42857">
                  <a:srgbClr val="050000">
                    <a:alpha val="17075"/>
                  </a:srgbClr>
                </a:gs>
                <a:gs pos="57143">
                  <a:srgbClr val="050000">
                    <a:alpha val="9855"/>
                  </a:srgbClr>
                </a:gs>
                <a:gs pos="71429">
                  <a:srgbClr val="050000">
                    <a:alpha val="4740"/>
                  </a:srgbClr>
                </a:gs>
                <a:gs pos="85714">
                  <a:srgbClr val="050000">
                    <a:alpha val="1902"/>
                  </a:srgbClr>
                </a:gs>
                <a:gs pos="100000">
                  <a:srgbClr val="05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8" name="Splat 658"/>
            <p:cNvSpPr>
              <a:spLocks noGrp="1"/>
            </p:cNvSpPr>
            <p:nvPr/>
          </p:nvSpPr>
          <p:spPr>
            <a:xfrm rot="8402822">
              <a:off x="1586342" y="518340"/>
              <a:ext cx="317713" cy="191464"/>
            </a:xfrm>
            <a:prstGeom prst="ellipse">
              <a:avLst/>
            </a:prstGeom>
            <a:gradFill>
              <a:gsLst>
                <a:gs pos="0">
                  <a:srgbClr val="FFEF00">
                    <a:alpha val="3330"/>
                  </a:srgbClr>
                </a:gs>
                <a:gs pos="14286">
                  <a:srgbClr val="FFEF00">
                    <a:alpha val="3065"/>
                  </a:srgbClr>
                </a:gs>
                <a:gs pos="28571">
                  <a:srgbClr val="FFEF00">
                    <a:alpha val="2388"/>
                  </a:srgbClr>
                </a:gs>
                <a:gs pos="42857">
                  <a:srgbClr val="FFEF00">
                    <a:alpha val="1573"/>
                  </a:srgbClr>
                </a:gs>
                <a:gs pos="57143">
                  <a:srgbClr val="FFEF00">
                    <a:alpha val="875"/>
                  </a:srgbClr>
                </a:gs>
                <a:gs pos="71429">
                  <a:srgbClr val="FFEF00">
                    <a:alpha val="410"/>
                  </a:srgbClr>
                </a:gs>
                <a:gs pos="85714">
                  <a:srgbClr val="FFEF00">
                    <a:alpha val="162"/>
                  </a:srgbClr>
                </a:gs>
                <a:gs pos="100000">
                  <a:srgbClr val="FFEF00">
                    <a:alpha val="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9" name="Splat 659"/>
            <p:cNvSpPr>
              <a:spLocks noGrp="1"/>
            </p:cNvSpPr>
            <p:nvPr/>
          </p:nvSpPr>
          <p:spPr>
            <a:xfrm rot="5355316">
              <a:off x="1246667" y="468175"/>
              <a:ext cx="735557" cy="5340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0" name="Splat 660"/>
            <p:cNvSpPr>
              <a:spLocks noGrp="1"/>
            </p:cNvSpPr>
            <p:nvPr/>
          </p:nvSpPr>
          <p:spPr>
            <a:xfrm rot="4977593">
              <a:off x="437091" y="1578692"/>
              <a:ext cx="678515" cy="9183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1" name="Splat 661"/>
            <p:cNvSpPr>
              <a:spLocks noGrp="1"/>
            </p:cNvSpPr>
            <p:nvPr/>
          </p:nvSpPr>
          <p:spPr>
            <a:xfrm rot="-8853236">
              <a:off x="2481367" y="419505"/>
              <a:ext cx="306587" cy="49437"/>
            </a:xfrm>
            <a:prstGeom prst="ellipse">
              <a:avLst/>
            </a:prstGeom>
            <a:gradFill>
              <a:gsLst>
                <a:gs pos="0">
                  <a:srgbClr val="FFFBC9">
                    <a:alpha val="32968"/>
                  </a:srgbClr>
                </a:gs>
                <a:gs pos="14286">
                  <a:srgbClr val="FFFBC9">
                    <a:alpha val="30764"/>
                  </a:srgbClr>
                </a:gs>
                <a:gs pos="28571">
                  <a:srgbClr val="FFFBC9">
                    <a:alpha val="24833"/>
                  </a:srgbClr>
                </a:gs>
                <a:gs pos="42857">
                  <a:srgbClr val="FFFBC9">
                    <a:alpha val="17075"/>
                  </a:srgbClr>
                </a:gs>
                <a:gs pos="57143">
                  <a:srgbClr val="FFFBC9">
                    <a:alpha val="9855"/>
                  </a:srgbClr>
                </a:gs>
                <a:gs pos="71429">
                  <a:srgbClr val="FFFBC9">
                    <a:alpha val="4740"/>
                  </a:srgbClr>
                </a:gs>
                <a:gs pos="85714">
                  <a:srgbClr val="FFFBC9">
                    <a:alpha val="1902"/>
                  </a:srgbClr>
                </a:gs>
                <a:gs pos="100000">
                  <a:srgbClr val="FFFBC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2" name="Splat 662"/>
            <p:cNvSpPr>
              <a:spLocks noGrp="1"/>
            </p:cNvSpPr>
            <p:nvPr/>
          </p:nvSpPr>
          <p:spPr>
            <a:xfrm rot="3337102">
              <a:off x="556888" y="1691383"/>
              <a:ext cx="405603" cy="4907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3" name="Splat 663"/>
            <p:cNvSpPr>
              <a:spLocks noGrp="1"/>
            </p:cNvSpPr>
            <p:nvPr/>
          </p:nvSpPr>
          <p:spPr>
            <a:xfrm rot="7183582">
              <a:off x="1359485" y="421109"/>
              <a:ext cx="319732" cy="279092"/>
            </a:xfrm>
            <a:prstGeom prst="ellipse">
              <a:avLst/>
            </a:prstGeom>
            <a:gradFill>
              <a:gsLst>
                <a:gs pos="0">
                  <a:srgbClr val="FF3600">
                    <a:alpha val="5324"/>
                  </a:srgbClr>
                </a:gs>
                <a:gs pos="14286">
                  <a:srgbClr val="FF3600">
                    <a:alpha val="4904"/>
                  </a:srgbClr>
                </a:gs>
                <a:gs pos="28571">
                  <a:srgbClr val="FF3600">
                    <a:alpha val="3829"/>
                  </a:srgbClr>
                </a:gs>
                <a:gs pos="42857">
                  <a:srgbClr val="FF3600">
                    <a:alpha val="2528"/>
                  </a:srgbClr>
                </a:gs>
                <a:gs pos="57143">
                  <a:srgbClr val="FF3600">
                    <a:alpha val="1409"/>
                  </a:srgbClr>
                </a:gs>
                <a:gs pos="71429">
                  <a:srgbClr val="FF3600">
                    <a:alpha val="662"/>
                  </a:srgbClr>
                </a:gs>
                <a:gs pos="85714">
                  <a:srgbClr val="FF3600">
                    <a:alpha val="262"/>
                  </a:srgbClr>
                </a:gs>
                <a:gs pos="100000">
                  <a:srgbClr val="FF3600">
                    <a:alpha val="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4" name="Splat 664"/>
            <p:cNvSpPr>
              <a:spLocks noGrp="1"/>
            </p:cNvSpPr>
            <p:nvPr/>
          </p:nvSpPr>
          <p:spPr>
            <a:xfrm rot="5792499">
              <a:off x="2447242" y="689114"/>
              <a:ext cx="360019" cy="294657"/>
            </a:xfrm>
            <a:prstGeom prst="ellipse">
              <a:avLst/>
            </a:prstGeom>
            <a:gradFill>
              <a:gsLst>
                <a:gs pos="0">
                  <a:srgbClr val="FF0000">
                    <a:alpha val="3262"/>
                  </a:srgbClr>
                </a:gs>
                <a:gs pos="14286">
                  <a:srgbClr val="FF0000">
                    <a:alpha val="3002"/>
                  </a:srgbClr>
                </a:gs>
                <a:gs pos="28571">
                  <a:srgbClr val="FF0000">
                    <a:alpha val="2339"/>
                  </a:srgbClr>
                </a:gs>
                <a:gs pos="42857">
                  <a:srgbClr val="FF0000">
                    <a:alpha val="1540"/>
                  </a:srgbClr>
                </a:gs>
                <a:gs pos="57143">
                  <a:srgbClr val="FF0000">
                    <a:alpha val="857"/>
                  </a:srgbClr>
                </a:gs>
                <a:gs pos="71429">
                  <a:srgbClr val="FF0000">
                    <a:alpha val="402"/>
                  </a:srgbClr>
                </a:gs>
                <a:gs pos="85714">
                  <a:srgbClr val="FF0000">
                    <a:alpha val="159"/>
                  </a:srgbClr>
                </a:gs>
                <a:gs pos="100000">
                  <a:srgbClr val="FF0000">
                    <a:alpha val="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5" name="Splat 665"/>
            <p:cNvSpPr>
              <a:spLocks noGrp="1"/>
            </p:cNvSpPr>
            <p:nvPr/>
          </p:nvSpPr>
          <p:spPr>
            <a:xfrm rot="9066943">
              <a:off x="1243058" y="1515054"/>
              <a:ext cx="368764" cy="245127"/>
            </a:xfrm>
            <a:prstGeom prst="ellipse">
              <a:avLst/>
            </a:prstGeom>
            <a:gradFill>
              <a:gsLst>
                <a:gs pos="0">
                  <a:srgbClr val="FFFAF6">
                    <a:alpha val="8204"/>
                  </a:srgbClr>
                </a:gs>
                <a:gs pos="14286">
                  <a:srgbClr val="FFFAF6">
                    <a:alpha val="7567"/>
                  </a:srgbClr>
                </a:gs>
                <a:gs pos="28571">
                  <a:srgbClr val="FFFAF6">
                    <a:alpha val="5926"/>
                  </a:srgbClr>
                </a:gs>
                <a:gs pos="42857">
                  <a:srgbClr val="FFFAF6">
                    <a:alpha val="3928"/>
                  </a:srgbClr>
                </a:gs>
                <a:gs pos="57143">
                  <a:srgbClr val="FFFAF6">
                    <a:alpha val="2196"/>
                  </a:srgbClr>
                </a:gs>
                <a:gs pos="71429">
                  <a:srgbClr val="FFFAF6">
                    <a:alpha val="1034"/>
                  </a:srgbClr>
                </a:gs>
                <a:gs pos="85714">
                  <a:srgbClr val="FFFAF6">
                    <a:alpha val="410"/>
                  </a:srgbClr>
                </a:gs>
                <a:gs pos="100000">
                  <a:srgbClr val="FFFAF6">
                    <a:alpha val="1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6" name="Splat 666"/>
            <p:cNvSpPr>
              <a:spLocks noGrp="1"/>
            </p:cNvSpPr>
            <p:nvPr/>
          </p:nvSpPr>
          <p:spPr>
            <a:xfrm rot="9461935">
              <a:off x="2355998" y="1382444"/>
              <a:ext cx="401058" cy="7032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7" name="Splat 667"/>
            <p:cNvSpPr>
              <a:spLocks noGrp="1"/>
            </p:cNvSpPr>
            <p:nvPr/>
          </p:nvSpPr>
          <p:spPr>
            <a:xfrm rot="3639177">
              <a:off x="2086563" y="1239139"/>
              <a:ext cx="351980" cy="305678"/>
            </a:xfrm>
            <a:prstGeom prst="ellipse">
              <a:avLst/>
            </a:prstGeom>
            <a:gradFill>
              <a:gsLst>
                <a:gs pos="0">
                  <a:srgbClr val="CE0026">
                    <a:alpha val="1557"/>
                  </a:srgbClr>
                </a:gs>
                <a:gs pos="14286">
                  <a:srgbClr val="CE0026">
                    <a:alpha val="1432"/>
                  </a:srgbClr>
                </a:gs>
                <a:gs pos="28571">
                  <a:srgbClr val="CE0026">
                    <a:alpha val="1114"/>
                  </a:srgbClr>
                </a:gs>
                <a:gs pos="42857">
                  <a:srgbClr val="CE0026">
                    <a:alpha val="732"/>
                  </a:srgbClr>
                </a:gs>
                <a:gs pos="57143">
                  <a:srgbClr val="CE0026">
                    <a:alpha val="406"/>
                  </a:srgbClr>
                </a:gs>
                <a:gs pos="71429">
                  <a:srgbClr val="CE0026">
                    <a:alpha val="190"/>
                  </a:srgbClr>
                </a:gs>
                <a:gs pos="85714">
                  <a:srgbClr val="CE0026">
                    <a:alpha val="75"/>
                  </a:srgbClr>
                </a:gs>
                <a:gs pos="100000">
                  <a:srgbClr val="CE0026">
                    <a:alpha val="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8" name="Splat 668"/>
            <p:cNvSpPr>
              <a:spLocks noGrp="1"/>
            </p:cNvSpPr>
            <p:nvPr/>
          </p:nvSpPr>
          <p:spPr>
            <a:xfrm rot="-10181165">
              <a:off x="2149218" y="427786"/>
              <a:ext cx="381410" cy="59216"/>
            </a:xfrm>
            <a:prstGeom prst="ellipse">
              <a:avLst/>
            </a:prstGeom>
            <a:gradFill>
              <a:gsLst>
                <a:gs pos="0">
                  <a:srgbClr val="FFF0E2">
                    <a:alpha val="26479"/>
                  </a:srgbClr>
                </a:gs>
                <a:gs pos="14286">
                  <a:srgbClr val="FFF0E2">
                    <a:alpha val="24627"/>
                  </a:srgbClr>
                </a:gs>
                <a:gs pos="28571">
                  <a:srgbClr val="FFF0E2">
                    <a:alpha val="19710"/>
                  </a:srgbClr>
                </a:gs>
                <a:gs pos="42857">
                  <a:srgbClr val="FFF0E2">
                    <a:alpha val="13410"/>
                  </a:srgbClr>
                </a:gs>
                <a:gs pos="57143">
                  <a:srgbClr val="FFF0E2">
                    <a:alpha val="7668"/>
                  </a:srgbClr>
                </a:gs>
                <a:gs pos="71429">
                  <a:srgbClr val="FFF0E2">
                    <a:alpha val="3666"/>
                  </a:srgbClr>
                </a:gs>
                <a:gs pos="85714">
                  <a:srgbClr val="FFF0E2">
                    <a:alpha val="1466"/>
                  </a:srgbClr>
                </a:gs>
                <a:gs pos="100000">
                  <a:srgbClr val="FFF0E2">
                    <a:alpha val="4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9" name="Splat 669"/>
            <p:cNvSpPr>
              <a:spLocks noGrp="1"/>
            </p:cNvSpPr>
            <p:nvPr/>
          </p:nvSpPr>
          <p:spPr>
            <a:xfrm rot="4184676">
              <a:off x="1918414" y="1541388"/>
              <a:ext cx="585011" cy="65593"/>
            </a:xfrm>
            <a:prstGeom prst="ellipse">
              <a:avLst/>
            </a:prstGeom>
            <a:gradFill>
              <a:gsLst>
                <a:gs pos="0">
                  <a:srgbClr val="0F0000">
                    <a:alpha val="32968"/>
                  </a:srgbClr>
                </a:gs>
                <a:gs pos="14286">
                  <a:srgbClr val="0F0000">
                    <a:alpha val="30764"/>
                  </a:srgbClr>
                </a:gs>
                <a:gs pos="28571">
                  <a:srgbClr val="0F0000">
                    <a:alpha val="24833"/>
                  </a:srgbClr>
                </a:gs>
                <a:gs pos="42857">
                  <a:srgbClr val="0F0000">
                    <a:alpha val="17075"/>
                  </a:srgbClr>
                </a:gs>
                <a:gs pos="57143">
                  <a:srgbClr val="0F0000">
                    <a:alpha val="9855"/>
                  </a:srgbClr>
                </a:gs>
                <a:gs pos="71429">
                  <a:srgbClr val="0F0000">
                    <a:alpha val="4740"/>
                  </a:srgbClr>
                </a:gs>
                <a:gs pos="85714">
                  <a:srgbClr val="0F0000">
                    <a:alpha val="1902"/>
                  </a:srgbClr>
                </a:gs>
                <a:gs pos="100000">
                  <a:srgbClr val="0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0" name="Splat 670"/>
            <p:cNvSpPr>
              <a:spLocks noGrp="1"/>
            </p:cNvSpPr>
            <p:nvPr/>
          </p:nvSpPr>
          <p:spPr>
            <a:xfrm rot="10179667">
              <a:off x="1763866" y="1760275"/>
              <a:ext cx="638408" cy="62403"/>
            </a:xfrm>
            <a:prstGeom prst="ellipse">
              <a:avLst/>
            </a:prstGeom>
            <a:gradFill>
              <a:gsLst>
                <a:gs pos="0">
                  <a:srgbClr val="000000">
                    <a:alpha val="29244"/>
                  </a:srgbClr>
                </a:gs>
                <a:gs pos="14286">
                  <a:srgbClr val="000000">
                    <a:alpha val="27236"/>
                  </a:srgbClr>
                </a:gs>
                <a:gs pos="28571">
                  <a:srgbClr val="000000">
                    <a:alpha val="21876"/>
                  </a:srgbClr>
                </a:gs>
                <a:gs pos="42857">
                  <a:srgbClr val="000000">
                    <a:alpha val="14950"/>
                  </a:srgbClr>
                </a:gs>
                <a:gs pos="57143">
                  <a:srgbClr val="000000">
                    <a:alpha val="8582"/>
                  </a:srgbClr>
                </a:gs>
                <a:gs pos="71429">
                  <a:srgbClr val="000000">
                    <a:alpha val="4113"/>
                  </a:srgbClr>
                </a:gs>
                <a:gs pos="85714">
                  <a:srgbClr val="000000">
                    <a:alpha val="1647"/>
                  </a:srgbClr>
                </a:gs>
                <a:gs pos="100000">
                  <a:srgbClr val="000000">
                    <a:alpha val="5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1" name="Splat 671"/>
            <p:cNvSpPr>
              <a:spLocks noGrp="1"/>
            </p:cNvSpPr>
            <p:nvPr/>
          </p:nvSpPr>
          <p:spPr>
            <a:xfrm rot="-10535260">
              <a:off x="1420751" y="1371661"/>
              <a:ext cx="238057" cy="65166"/>
            </a:xfrm>
            <a:prstGeom prst="ellipse">
              <a:avLst/>
            </a:prstGeom>
            <a:gradFill>
              <a:gsLst>
                <a:gs pos="0">
                  <a:srgbClr val="FFF3EC">
                    <a:alpha val="28971"/>
                  </a:srgbClr>
                </a:gs>
                <a:gs pos="14286">
                  <a:srgbClr val="FFF3EC">
                    <a:alpha val="26979"/>
                  </a:srgbClr>
                </a:gs>
                <a:gs pos="28571">
                  <a:srgbClr val="FFF3EC">
                    <a:alpha val="21661"/>
                  </a:srgbClr>
                </a:gs>
                <a:gs pos="42857">
                  <a:srgbClr val="FFF3EC">
                    <a:alpha val="14797"/>
                  </a:srgbClr>
                </a:gs>
                <a:gs pos="57143">
                  <a:srgbClr val="FFF3EC">
                    <a:alpha val="8491"/>
                  </a:srgbClr>
                </a:gs>
                <a:gs pos="71429">
                  <a:srgbClr val="FFF3EC">
                    <a:alpha val="4068"/>
                  </a:srgbClr>
                </a:gs>
                <a:gs pos="85714">
                  <a:srgbClr val="FFF3EC">
                    <a:alpha val="1629"/>
                  </a:srgbClr>
                </a:gs>
                <a:gs pos="100000">
                  <a:srgbClr val="FFF3EC">
                    <a:alpha val="5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2" name="Splat 672"/>
            <p:cNvSpPr>
              <a:spLocks noGrp="1"/>
            </p:cNvSpPr>
            <p:nvPr/>
          </p:nvSpPr>
          <p:spPr>
            <a:xfrm rot="6701027">
              <a:off x="733228" y="449594"/>
              <a:ext cx="524037" cy="383709"/>
            </a:xfrm>
            <a:prstGeom prst="ellipse">
              <a:avLst/>
            </a:prstGeom>
            <a:gradFill>
              <a:gsLst>
                <a:gs pos="0">
                  <a:srgbClr val="5D4700">
                    <a:alpha val="32968"/>
                  </a:srgbClr>
                </a:gs>
                <a:gs pos="14286">
                  <a:srgbClr val="5D4700">
                    <a:alpha val="30764"/>
                  </a:srgbClr>
                </a:gs>
                <a:gs pos="28571">
                  <a:srgbClr val="5D4700">
                    <a:alpha val="24833"/>
                  </a:srgbClr>
                </a:gs>
                <a:gs pos="42857">
                  <a:srgbClr val="5D4700">
                    <a:alpha val="17075"/>
                  </a:srgbClr>
                </a:gs>
                <a:gs pos="57143">
                  <a:srgbClr val="5D4700">
                    <a:alpha val="9855"/>
                  </a:srgbClr>
                </a:gs>
                <a:gs pos="71429">
                  <a:srgbClr val="5D4700">
                    <a:alpha val="4740"/>
                  </a:srgbClr>
                </a:gs>
                <a:gs pos="85714">
                  <a:srgbClr val="5D4700">
                    <a:alpha val="1902"/>
                  </a:srgbClr>
                </a:gs>
                <a:gs pos="100000">
                  <a:srgbClr val="5D47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3" name="Splat 673"/>
            <p:cNvSpPr>
              <a:spLocks noGrp="1"/>
            </p:cNvSpPr>
            <p:nvPr/>
          </p:nvSpPr>
          <p:spPr>
            <a:xfrm rot="6106503">
              <a:off x="993590" y="1387794"/>
              <a:ext cx="185541" cy="5908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4" name="Splat 674"/>
            <p:cNvSpPr>
              <a:spLocks noGrp="1"/>
            </p:cNvSpPr>
            <p:nvPr/>
          </p:nvSpPr>
          <p:spPr>
            <a:xfrm rot="9692634">
              <a:off x="481893" y="789977"/>
              <a:ext cx="331837" cy="260056"/>
            </a:xfrm>
            <a:prstGeom prst="ellipse">
              <a:avLst/>
            </a:prstGeom>
            <a:gradFill>
              <a:gsLst>
                <a:gs pos="0">
                  <a:srgbClr val="633300">
                    <a:alpha val="32968"/>
                  </a:srgbClr>
                </a:gs>
                <a:gs pos="14286">
                  <a:srgbClr val="633300">
                    <a:alpha val="30764"/>
                  </a:srgbClr>
                </a:gs>
                <a:gs pos="28571">
                  <a:srgbClr val="633300">
                    <a:alpha val="24833"/>
                  </a:srgbClr>
                </a:gs>
                <a:gs pos="42857">
                  <a:srgbClr val="633300">
                    <a:alpha val="17075"/>
                  </a:srgbClr>
                </a:gs>
                <a:gs pos="57143">
                  <a:srgbClr val="633300">
                    <a:alpha val="9855"/>
                  </a:srgbClr>
                </a:gs>
                <a:gs pos="71429">
                  <a:srgbClr val="633300">
                    <a:alpha val="4740"/>
                  </a:srgbClr>
                </a:gs>
                <a:gs pos="85714">
                  <a:srgbClr val="633300">
                    <a:alpha val="1902"/>
                  </a:srgbClr>
                </a:gs>
                <a:gs pos="100000">
                  <a:srgbClr val="6333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5" name="Splat 675"/>
            <p:cNvSpPr>
              <a:spLocks noGrp="1"/>
            </p:cNvSpPr>
            <p:nvPr/>
          </p:nvSpPr>
          <p:spPr>
            <a:xfrm rot="5615487">
              <a:off x="2694168" y="386725"/>
              <a:ext cx="411984" cy="4707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6" name="Splat 676"/>
            <p:cNvSpPr>
              <a:spLocks noGrp="1"/>
            </p:cNvSpPr>
            <p:nvPr/>
          </p:nvSpPr>
          <p:spPr>
            <a:xfrm rot="7329920">
              <a:off x="516207" y="1232930"/>
              <a:ext cx="305909" cy="266124"/>
            </a:xfrm>
            <a:prstGeom prst="ellipse">
              <a:avLst/>
            </a:prstGeom>
            <a:gradFill>
              <a:gsLst>
                <a:gs pos="0">
                  <a:srgbClr val="007B8C">
                    <a:alpha val="7432"/>
                  </a:srgbClr>
                </a:gs>
                <a:gs pos="14286">
                  <a:srgbClr val="007B8C">
                    <a:alpha val="6852"/>
                  </a:srgbClr>
                </a:gs>
                <a:gs pos="28571">
                  <a:srgbClr val="007B8C">
                    <a:alpha val="5362"/>
                  </a:srgbClr>
                </a:gs>
                <a:gs pos="42857">
                  <a:srgbClr val="007B8C">
                    <a:alpha val="3550"/>
                  </a:srgbClr>
                </a:gs>
                <a:gs pos="57143">
                  <a:srgbClr val="007B8C">
                    <a:alpha val="1983"/>
                  </a:srgbClr>
                </a:gs>
                <a:gs pos="71429">
                  <a:srgbClr val="007B8C">
                    <a:alpha val="933"/>
                  </a:srgbClr>
                </a:gs>
                <a:gs pos="85714">
                  <a:srgbClr val="007B8C">
                    <a:alpha val="370"/>
                  </a:srgbClr>
                </a:gs>
                <a:gs pos="100000">
                  <a:srgbClr val="007B8C">
                    <a:alpha val="1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7" name="Splat 677"/>
            <p:cNvSpPr>
              <a:spLocks noGrp="1"/>
            </p:cNvSpPr>
            <p:nvPr/>
          </p:nvSpPr>
          <p:spPr>
            <a:xfrm rot="4197932">
              <a:off x="1936300" y="984327"/>
              <a:ext cx="176287" cy="22287"/>
            </a:xfrm>
            <a:prstGeom prst="ellipse">
              <a:avLst/>
            </a:prstGeom>
            <a:gradFill>
              <a:gsLst>
                <a:gs pos="0">
                  <a:srgbClr val="FFFFC2">
                    <a:alpha val="32968"/>
                  </a:srgbClr>
                </a:gs>
                <a:gs pos="14286">
                  <a:srgbClr val="FFFFC2">
                    <a:alpha val="30764"/>
                  </a:srgbClr>
                </a:gs>
                <a:gs pos="28571">
                  <a:srgbClr val="FFFFC2">
                    <a:alpha val="24833"/>
                  </a:srgbClr>
                </a:gs>
                <a:gs pos="42857">
                  <a:srgbClr val="FFFFC2">
                    <a:alpha val="17075"/>
                  </a:srgbClr>
                </a:gs>
                <a:gs pos="57143">
                  <a:srgbClr val="FFFFC2">
                    <a:alpha val="9855"/>
                  </a:srgbClr>
                </a:gs>
                <a:gs pos="71429">
                  <a:srgbClr val="FFFFC2">
                    <a:alpha val="4740"/>
                  </a:srgbClr>
                </a:gs>
                <a:gs pos="85714">
                  <a:srgbClr val="FFFFC2">
                    <a:alpha val="1902"/>
                  </a:srgbClr>
                </a:gs>
                <a:gs pos="100000">
                  <a:srgbClr val="FFFFC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8" name="Splat 678"/>
            <p:cNvSpPr>
              <a:spLocks noGrp="1"/>
            </p:cNvSpPr>
            <p:nvPr/>
          </p:nvSpPr>
          <p:spPr>
            <a:xfrm rot="-10617843">
              <a:off x="1867084" y="507027"/>
              <a:ext cx="766283" cy="8834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9" name="Splat 679"/>
            <p:cNvSpPr>
              <a:spLocks noGrp="1"/>
            </p:cNvSpPr>
            <p:nvPr/>
          </p:nvSpPr>
          <p:spPr>
            <a:xfrm rot="-10417130">
              <a:off x="710369" y="1135410"/>
              <a:ext cx="586561" cy="6233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0" name="Splat 680"/>
            <p:cNvSpPr>
              <a:spLocks noGrp="1"/>
            </p:cNvSpPr>
            <p:nvPr/>
          </p:nvSpPr>
          <p:spPr>
            <a:xfrm rot="3869578">
              <a:off x="467399" y="1577256"/>
              <a:ext cx="359329" cy="278432"/>
            </a:xfrm>
            <a:prstGeom prst="ellipse">
              <a:avLst/>
            </a:prstGeom>
            <a:gradFill>
              <a:gsLst>
                <a:gs pos="0">
                  <a:srgbClr val="006794">
                    <a:alpha val="6009"/>
                  </a:srgbClr>
                </a:gs>
                <a:gs pos="14286">
                  <a:srgbClr val="006794">
                    <a:alpha val="5537"/>
                  </a:srgbClr>
                </a:gs>
                <a:gs pos="28571">
                  <a:srgbClr val="006794">
                    <a:alpha val="4326"/>
                  </a:srgbClr>
                </a:gs>
                <a:gs pos="42857">
                  <a:srgbClr val="006794">
                    <a:alpha val="2859"/>
                  </a:srgbClr>
                </a:gs>
                <a:gs pos="57143">
                  <a:srgbClr val="006794">
                    <a:alpha val="1595"/>
                  </a:srgbClr>
                </a:gs>
                <a:gs pos="71429">
                  <a:srgbClr val="006794">
                    <a:alpha val="750"/>
                  </a:srgbClr>
                </a:gs>
                <a:gs pos="85714">
                  <a:srgbClr val="006794">
                    <a:alpha val="297"/>
                  </a:srgbClr>
                </a:gs>
                <a:gs pos="100000">
                  <a:srgbClr val="006794">
                    <a:alpha val="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1" name="Splat 681"/>
            <p:cNvSpPr>
              <a:spLocks noGrp="1"/>
            </p:cNvSpPr>
            <p:nvPr/>
          </p:nvSpPr>
          <p:spPr>
            <a:xfrm rot="6557127">
              <a:off x="1971123" y="3290"/>
              <a:ext cx="413714" cy="267403"/>
            </a:xfrm>
            <a:prstGeom prst="ellipse">
              <a:avLst/>
            </a:prstGeom>
            <a:gradFill>
              <a:gsLst>
                <a:gs pos="0">
                  <a:srgbClr val="660000">
                    <a:alpha val="32968"/>
                  </a:srgbClr>
                </a:gs>
                <a:gs pos="14286">
                  <a:srgbClr val="660000">
                    <a:alpha val="30764"/>
                  </a:srgbClr>
                </a:gs>
                <a:gs pos="28571">
                  <a:srgbClr val="660000">
                    <a:alpha val="24833"/>
                  </a:srgbClr>
                </a:gs>
                <a:gs pos="42857">
                  <a:srgbClr val="660000">
                    <a:alpha val="17075"/>
                  </a:srgbClr>
                </a:gs>
                <a:gs pos="57143">
                  <a:srgbClr val="660000">
                    <a:alpha val="9855"/>
                  </a:srgbClr>
                </a:gs>
                <a:gs pos="71429">
                  <a:srgbClr val="660000">
                    <a:alpha val="4740"/>
                  </a:srgbClr>
                </a:gs>
                <a:gs pos="85714">
                  <a:srgbClr val="660000">
                    <a:alpha val="1902"/>
                  </a:srgbClr>
                </a:gs>
                <a:gs pos="100000">
                  <a:srgbClr val="66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2" name="Splat 682"/>
            <p:cNvSpPr>
              <a:spLocks noGrp="1"/>
            </p:cNvSpPr>
            <p:nvPr/>
          </p:nvSpPr>
          <p:spPr>
            <a:xfrm rot="6566346">
              <a:off x="575767" y="1431335"/>
              <a:ext cx="420748" cy="6677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3" name="Splat 683"/>
            <p:cNvSpPr>
              <a:spLocks noGrp="1"/>
            </p:cNvSpPr>
            <p:nvPr/>
          </p:nvSpPr>
          <p:spPr>
            <a:xfrm rot="-8520564">
              <a:off x="380592" y="1829008"/>
              <a:ext cx="732609" cy="3946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4" name="Splat 684"/>
            <p:cNvSpPr>
              <a:spLocks noGrp="1"/>
            </p:cNvSpPr>
            <p:nvPr/>
          </p:nvSpPr>
          <p:spPr>
            <a:xfrm rot="10204620">
              <a:off x="1710677" y="-55661"/>
              <a:ext cx="610918" cy="345576"/>
            </a:xfrm>
            <a:prstGeom prst="ellipse">
              <a:avLst/>
            </a:prstGeom>
            <a:gradFill>
              <a:gsLst>
                <a:gs pos="0">
                  <a:srgbClr val="A51100">
                    <a:alpha val="32968"/>
                  </a:srgbClr>
                </a:gs>
                <a:gs pos="14286">
                  <a:srgbClr val="A51100">
                    <a:alpha val="30764"/>
                  </a:srgbClr>
                </a:gs>
                <a:gs pos="28571">
                  <a:srgbClr val="A51100">
                    <a:alpha val="24833"/>
                  </a:srgbClr>
                </a:gs>
                <a:gs pos="42857">
                  <a:srgbClr val="A51100">
                    <a:alpha val="17075"/>
                  </a:srgbClr>
                </a:gs>
                <a:gs pos="57143">
                  <a:srgbClr val="A51100">
                    <a:alpha val="9855"/>
                  </a:srgbClr>
                </a:gs>
                <a:gs pos="71429">
                  <a:srgbClr val="A51100">
                    <a:alpha val="4740"/>
                  </a:srgbClr>
                </a:gs>
                <a:gs pos="85714">
                  <a:srgbClr val="A51100">
                    <a:alpha val="1902"/>
                  </a:srgbClr>
                </a:gs>
                <a:gs pos="100000">
                  <a:srgbClr val="A51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5" name="Splat 685"/>
            <p:cNvSpPr>
              <a:spLocks noGrp="1"/>
            </p:cNvSpPr>
            <p:nvPr/>
          </p:nvSpPr>
          <p:spPr>
            <a:xfrm rot="8959090">
              <a:off x="1204062" y="593151"/>
              <a:ext cx="301148" cy="285053"/>
            </a:xfrm>
            <a:prstGeom prst="ellipse">
              <a:avLst/>
            </a:prstGeom>
            <a:gradFill>
              <a:gsLst>
                <a:gs pos="0">
                  <a:srgbClr val="5E3C00">
                    <a:alpha val="6974"/>
                  </a:srgbClr>
                </a:gs>
                <a:gs pos="14286">
                  <a:srgbClr val="5E3C00">
                    <a:alpha val="6428"/>
                  </a:srgbClr>
                </a:gs>
                <a:gs pos="28571">
                  <a:srgbClr val="5E3C00">
                    <a:alpha val="5028"/>
                  </a:srgbClr>
                </a:gs>
                <a:gs pos="42857">
                  <a:srgbClr val="5E3C00">
                    <a:alpha val="3327"/>
                  </a:srgbClr>
                </a:gs>
                <a:gs pos="57143">
                  <a:srgbClr val="5E3C00">
                    <a:alpha val="1858"/>
                  </a:srgbClr>
                </a:gs>
                <a:gs pos="71429">
                  <a:srgbClr val="5E3C00">
                    <a:alpha val="874"/>
                  </a:srgbClr>
                </a:gs>
                <a:gs pos="85714">
                  <a:srgbClr val="5E3C00">
                    <a:alpha val="346"/>
                  </a:srgbClr>
                </a:gs>
                <a:gs pos="100000">
                  <a:srgbClr val="5E3C00">
                    <a:alpha val="1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6" name="Splat 686"/>
            <p:cNvSpPr>
              <a:spLocks noGrp="1"/>
            </p:cNvSpPr>
            <p:nvPr/>
          </p:nvSpPr>
          <p:spPr>
            <a:xfrm rot="5653239">
              <a:off x="1399871" y="556493"/>
              <a:ext cx="426405" cy="5436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7" name="Splat 687"/>
            <p:cNvSpPr>
              <a:spLocks noGrp="1"/>
            </p:cNvSpPr>
            <p:nvPr/>
          </p:nvSpPr>
          <p:spPr>
            <a:xfrm rot="8946251">
              <a:off x="1572253" y="836585"/>
              <a:ext cx="802449" cy="198655"/>
            </a:xfrm>
            <a:prstGeom prst="ellipse">
              <a:avLst/>
            </a:prstGeom>
            <a:gradFill>
              <a:gsLst>
                <a:gs pos="0">
                  <a:srgbClr val="FF0000">
                    <a:alpha val="32968"/>
                  </a:srgbClr>
                </a:gs>
                <a:gs pos="14286">
                  <a:srgbClr val="FF0000">
                    <a:alpha val="30764"/>
                  </a:srgbClr>
                </a:gs>
                <a:gs pos="28571">
                  <a:srgbClr val="FF0000">
                    <a:alpha val="24833"/>
                  </a:srgbClr>
                </a:gs>
                <a:gs pos="42857">
                  <a:srgbClr val="FF0000">
                    <a:alpha val="17075"/>
                  </a:srgbClr>
                </a:gs>
                <a:gs pos="57143">
                  <a:srgbClr val="FF0000">
                    <a:alpha val="9855"/>
                  </a:srgbClr>
                </a:gs>
                <a:gs pos="71429">
                  <a:srgbClr val="FF0000">
                    <a:alpha val="4740"/>
                  </a:srgbClr>
                </a:gs>
                <a:gs pos="85714">
                  <a:srgbClr val="FF0000">
                    <a:alpha val="1902"/>
                  </a:srgbClr>
                </a:gs>
                <a:gs pos="100000">
                  <a:srgbClr val="F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8" name="Splat 688"/>
            <p:cNvSpPr>
              <a:spLocks noGrp="1"/>
            </p:cNvSpPr>
            <p:nvPr/>
          </p:nvSpPr>
          <p:spPr>
            <a:xfrm rot="8945529">
              <a:off x="850953" y="1350191"/>
              <a:ext cx="306332" cy="12677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9" name="Splat 689"/>
            <p:cNvSpPr>
              <a:spLocks noGrp="1"/>
            </p:cNvSpPr>
            <p:nvPr/>
          </p:nvSpPr>
          <p:spPr>
            <a:xfrm rot="5784504">
              <a:off x="1548573" y="471768"/>
              <a:ext cx="311877" cy="273634"/>
            </a:xfrm>
            <a:prstGeom prst="ellipse">
              <a:avLst/>
            </a:prstGeom>
            <a:gradFill>
              <a:gsLst>
                <a:gs pos="0">
                  <a:srgbClr val="000000">
                    <a:alpha val="14957"/>
                  </a:srgbClr>
                </a:gs>
                <a:gs pos="14286">
                  <a:srgbClr val="000000">
                    <a:alpha val="13835"/>
                  </a:srgbClr>
                </a:gs>
                <a:gs pos="28571">
                  <a:srgbClr val="000000">
                    <a:alpha val="10918"/>
                  </a:srgbClr>
                </a:gs>
                <a:gs pos="42857">
                  <a:srgbClr val="000000">
                    <a:alpha val="7303"/>
                  </a:srgbClr>
                </a:gs>
                <a:gs pos="57143">
                  <a:srgbClr val="000000">
                    <a:alpha val="4115"/>
                  </a:srgbClr>
                </a:gs>
                <a:gs pos="71429">
                  <a:srgbClr val="000000">
                    <a:alpha val="1948"/>
                  </a:srgbClr>
                </a:gs>
                <a:gs pos="85714">
                  <a:srgbClr val="000000">
                    <a:alpha val="775"/>
                  </a:srgbClr>
                </a:gs>
                <a:gs pos="100000">
                  <a:srgbClr val="000000">
                    <a:alpha val="2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0" name="Splat 690"/>
            <p:cNvSpPr>
              <a:spLocks noGrp="1"/>
            </p:cNvSpPr>
            <p:nvPr/>
          </p:nvSpPr>
          <p:spPr>
            <a:xfrm rot="9999221">
              <a:off x="1417116" y="62782"/>
              <a:ext cx="385952" cy="236586"/>
            </a:xfrm>
            <a:prstGeom prst="ellipse">
              <a:avLst/>
            </a:prstGeom>
            <a:gradFill>
              <a:gsLst>
                <a:gs pos="0">
                  <a:srgbClr val="000019">
                    <a:alpha val="32968"/>
                  </a:srgbClr>
                </a:gs>
                <a:gs pos="14286">
                  <a:srgbClr val="000019">
                    <a:alpha val="30764"/>
                  </a:srgbClr>
                </a:gs>
                <a:gs pos="28571">
                  <a:srgbClr val="000019">
                    <a:alpha val="24833"/>
                  </a:srgbClr>
                </a:gs>
                <a:gs pos="42857">
                  <a:srgbClr val="000019">
                    <a:alpha val="17075"/>
                  </a:srgbClr>
                </a:gs>
                <a:gs pos="57143">
                  <a:srgbClr val="000019">
                    <a:alpha val="9855"/>
                  </a:srgbClr>
                </a:gs>
                <a:gs pos="71429">
                  <a:srgbClr val="000019">
                    <a:alpha val="4740"/>
                  </a:srgbClr>
                </a:gs>
                <a:gs pos="85714">
                  <a:srgbClr val="000019">
                    <a:alpha val="1902"/>
                  </a:srgbClr>
                </a:gs>
                <a:gs pos="100000">
                  <a:srgbClr val="00001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1" name="Splat 691"/>
            <p:cNvSpPr>
              <a:spLocks noGrp="1"/>
            </p:cNvSpPr>
            <p:nvPr/>
          </p:nvSpPr>
          <p:spPr>
            <a:xfrm rot="10212088">
              <a:off x="1183408" y="1886514"/>
              <a:ext cx="360382" cy="37475"/>
            </a:xfrm>
            <a:prstGeom prst="ellipse">
              <a:avLst/>
            </a:prstGeom>
            <a:gradFill>
              <a:gsLst>
                <a:gs pos="0">
                  <a:srgbClr val="FFFFFB">
                    <a:alpha val="32968"/>
                  </a:srgbClr>
                </a:gs>
                <a:gs pos="14286">
                  <a:srgbClr val="FFFFFB">
                    <a:alpha val="30764"/>
                  </a:srgbClr>
                </a:gs>
                <a:gs pos="28571">
                  <a:srgbClr val="FFFFFB">
                    <a:alpha val="24833"/>
                  </a:srgbClr>
                </a:gs>
                <a:gs pos="42857">
                  <a:srgbClr val="FFFFFB">
                    <a:alpha val="17075"/>
                  </a:srgbClr>
                </a:gs>
                <a:gs pos="57143">
                  <a:srgbClr val="FFFFFB">
                    <a:alpha val="9855"/>
                  </a:srgbClr>
                </a:gs>
                <a:gs pos="71429">
                  <a:srgbClr val="FFFFFB">
                    <a:alpha val="4740"/>
                  </a:srgbClr>
                </a:gs>
                <a:gs pos="85714">
                  <a:srgbClr val="FFFFFB">
                    <a:alpha val="1902"/>
                  </a:srgbClr>
                </a:gs>
                <a:gs pos="100000">
                  <a:srgbClr val="FFFFF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2" name="Splat 692"/>
            <p:cNvSpPr>
              <a:spLocks noGrp="1"/>
            </p:cNvSpPr>
            <p:nvPr/>
          </p:nvSpPr>
          <p:spPr>
            <a:xfrm rot="5586460">
              <a:off x="1248973" y="281544"/>
              <a:ext cx="511054" cy="224444"/>
            </a:xfrm>
            <a:prstGeom prst="ellipse">
              <a:avLst/>
            </a:prstGeom>
            <a:gradFill>
              <a:gsLst>
                <a:gs pos="0">
                  <a:srgbClr val="D32600">
                    <a:alpha val="22460"/>
                  </a:srgbClr>
                </a:gs>
                <a:gs pos="14286">
                  <a:srgbClr val="D32600">
                    <a:alpha val="20848"/>
                  </a:srgbClr>
                </a:gs>
                <a:gs pos="28571">
                  <a:srgbClr val="D32600">
                    <a:alpha val="16601"/>
                  </a:srgbClr>
                </a:gs>
                <a:gs pos="42857">
                  <a:srgbClr val="D32600">
                    <a:alpha val="11225"/>
                  </a:srgbClr>
                </a:gs>
                <a:gs pos="57143">
                  <a:srgbClr val="D32600">
                    <a:alpha val="6385"/>
                  </a:srgbClr>
                </a:gs>
                <a:gs pos="71429">
                  <a:srgbClr val="D32600">
                    <a:alpha val="3041"/>
                  </a:srgbClr>
                </a:gs>
                <a:gs pos="85714">
                  <a:srgbClr val="D32600">
                    <a:alpha val="1214"/>
                  </a:srgbClr>
                </a:gs>
                <a:gs pos="100000">
                  <a:srgbClr val="D32600">
                    <a:alpha val="4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3" name="Splat 693"/>
            <p:cNvSpPr>
              <a:spLocks noGrp="1"/>
            </p:cNvSpPr>
            <p:nvPr/>
          </p:nvSpPr>
          <p:spPr>
            <a:xfrm rot="-10733649">
              <a:off x="859234" y="507265"/>
              <a:ext cx="670724" cy="123433"/>
            </a:xfrm>
            <a:prstGeom prst="ellipse">
              <a:avLst/>
            </a:prstGeom>
            <a:gradFill>
              <a:gsLst>
                <a:gs pos="0">
                  <a:srgbClr val="DA9800">
                    <a:alpha val="32551"/>
                  </a:srgbClr>
                </a:gs>
                <a:gs pos="14286">
                  <a:srgbClr val="DA9800">
                    <a:alpha val="30368"/>
                  </a:srgbClr>
                </a:gs>
                <a:gs pos="28571">
                  <a:srgbClr val="DA9800">
                    <a:alpha val="24500"/>
                  </a:srgbClr>
                </a:gs>
                <a:gs pos="42857">
                  <a:srgbClr val="DA9800">
                    <a:alpha val="16834"/>
                  </a:srgbClr>
                </a:gs>
                <a:gs pos="57143">
                  <a:srgbClr val="DA9800">
                    <a:alpha val="9710"/>
                  </a:srgbClr>
                </a:gs>
                <a:gs pos="71429">
                  <a:srgbClr val="DA9800">
                    <a:alpha val="4669"/>
                  </a:srgbClr>
                </a:gs>
                <a:gs pos="85714">
                  <a:srgbClr val="DA9800">
                    <a:alpha val="1873"/>
                  </a:srgbClr>
                </a:gs>
                <a:gs pos="100000">
                  <a:srgbClr val="DA9800">
                    <a:alpha val="6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4" name="Splat 694"/>
            <p:cNvSpPr>
              <a:spLocks noGrp="1"/>
            </p:cNvSpPr>
            <p:nvPr/>
          </p:nvSpPr>
          <p:spPr>
            <a:xfrm rot="-10525226">
              <a:off x="2520615" y="538753"/>
              <a:ext cx="717801" cy="10125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5" name="Splat 695"/>
            <p:cNvSpPr>
              <a:spLocks noGrp="1"/>
            </p:cNvSpPr>
            <p:nvPr/>
          </p:nvSpPr>
          <p:spPr>
            <a:xfrm rot="-10607875">
              <a:off x="2729407" y="815213"/>
              <a:ext cx="489275" cy="92571"/>
            </a:xfrm>
            <a:prstGeom prst="ellipse">
              <a:avLst/>
            </a:prstGeom>
            <a:gradFill>
              <a:gsLst>
                <a:gs pos="0">
                  <a:srgbClr val="287A90">
                    <a:alpha val="32968"/>
                  </a:srgbClr>
                </a:gs>
                <a:gs pos="14286">
                  <a:srgbClr val="287A90">
                    <a:alpha val="30764"/>
                  </a:srgbClr>
                </a:gs>
                <a:gs pos="28571">
                  <a:srgbClr val="287A90">
                    <a:alpha val="24833"/>
                  </a:srgbClr>
                </a:gs>
                <a:gs pos="42857">
                  <a:srgbClr val="287A90">
                    <a:alpha val="17075"/>
                  </a:srgbClr>
                </a:gs>
                <a:gs pos="57143">
                  <a:srgbClr val="287A90">
                    <a:alpha val="9855"/>
                  </a:srgbClr>
                </a:gs>
                <a:gs pos="71429">
                  <a:srgbClr val="287A90">
                    <a:alpha val="4740"/>
                  </a:srgbClr>
                </a:gs>
                <a:gs pos="85714">
                  <a:srgbClr val="287A90">
                    <a:alpha val="1902"/>
                  </a:srgbClr>
                </a:gs>
                <a:gs pos="100000">
                  <a:srgbClr val="287A9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6" name="Splat 696"/>
            <p:cNvSpPr>
              <a:spLocks noGrp="1"/>
            </p:cNvSpPr>
            <p:nvPr/>
          </p:nvSpPr>
          <p:spPr>
            <a:xfrm rot="7879538">
              <a:off x="-85005" y="1367619"/>
              <a:ext cx="622679" cy="376933"/>
            </a:xfrm>
            <a:prstGeom prst="ellipse">
              <a:avLst/>
            </a:prstGeom>
            <a:gradFill>
              <a:gsLst>
                <a:gs pos="0">
                  <a:srgbClr val="2F0027">
                    <a:alpha val="32968"/>
                  </a:srgbClr>
                </a:gs>
                <a:gs pos="14286">
                  <a:srgbClr val="2F0027">
                    <a:alpha val="30764"/>
                  </a:srgbClr>
                </a:gs>
                <a:gs pos="28571">
                  <a:srgbClr val="2F0027">
                    <a:alpha val="24833"/>
                  </a:srgbClr>
                </a:gs>
                <a:gs pos="42857">
                  <a:srgbClr val="2F0027">
                    <a:alpha val="17075"/>
                  </a:srgbClr>
                </a:gs>
                <a:gs pos="57143">
                  <a:srgbClr val="2F0027">
                    <a:alpha val="9855"/>
                  </a:srgbClr>
                </a:gs>
                <a:gs pos="71429">
                  <a:srgbClr val="2F0027">
                    <a:alpha val="4740"/>
                  </a:srgbClr>
                </a:gs>
                <a:gs pos="85714">
                  <a:srgbClr val="2F0027">
                    <a:alpha val="1902"/>
                  </a:srgbClr>
                </a:gs>
                <a:gs pos="100000">
                  <a:srgbClr val="2F002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7" name="Splat 697"/>
            <p:cNvSpPr>
              <a:spLocks noGrp="1"/>
            </p:cNvSpPr>
            <p:nvPr/>
          </p:nvSpPr>
          <p:spPr>
            <a:xfrm rot="-9820227">
              <a:off x="925897" y="1716546"/>
              <a:ext cx="676410" cy="5668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8" name="Splat 698"/>
            <p:cNvSpPr>
              <a:spLocks noGrp="1"/>
            </p:cNvSpPr>
            <p:nvPr/>
          </p:nvSpPr>
          <p:spPr>
            <a:xfrm rot="4078380">
              <a:off x="2484678" y="1078954"/>
              <a:ext cx="457787" cy="36094"/>
            </a:xfrm>
            <a:prstGeom prst="ellipse">
              <a:avLst/>
            </a:prstGeom>
            <a:gradFill>
              <a:gsLst>
                <a:gs pos="0">
                  <a:srgbClr val="000046">
                    <a:alpha val="32968"/>
                  </a:srgbClr>
                </a:gs>
                <a:gs pos="14286">
                  <a:srgbClr val="000046">
                    <a:alpha val="30764"/>
                  </a:srgbClr>
                </a:gs>
                <a:gs pos="28571">
                  <a:srgbClr val="000046">
                    <a:alpha val="24833"/>
                  </a:srgbClr>
                </a:gs>
                <a:gs pos="42857">
                  <a:srgbClr val="000046">
                    <a:alpha val="17075"/>
                  </a:srgbClr>
                </a:gs>
                <a:gs pos="57143">
                  <a:srgbClr val="000046">
                    <a:alpha val="9855"/>
                  </a:srgbClr>
                </a:gs>
                <a:gs pos="71429">
                  <a:srgbClr val="000046">
                    <a:alpha val="4740"/>
                  </a:srgbClr>
                </a:gs>
                <a:gs pos="85714">
                  <a:srgbClr val="000046">
                    <a:alpha val="1902"/>
                  </a:srgbClr>
                </a:gs>
                <a:gs pos="100000">
                  <a:srgbClr val="00004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9" name="Splat 699"/>
            <p:cNvSpPr>
              <a:spLocks noGrp="1"/>
            </p:cNvSpPr>
            <p:nvPr/>
          </p:nvSpPr>
          <p:spPr>
            <a:xfrm rot="-8384366">
              <a:off x="1991886" y="625295"/>
              <a:ext cx="345125" cy="50486"/>
            </a:xfrm>
            <a:prstGeom prst="ellipse">
              <a:avLst/>
            </a:prstGeom>
            <a:gradFill>
              <a:gsLst>
                <a:gs pos="0">
                  <a:srgbClr val="FFE2D1">
                    <a:alpha val="32968"/>
                  </a:srgbClr>
                </a:gs>
                <a:gs pos="14286">
                  <a:srgbClr val="FFE2D1">
                    <a:alpha val="30764"/>
                  </a:srgbClr>
                </a:gs>
                <a:gs pos="28571">
                  <a:srgbClr val="FFE2D1">
                    <a:alpha val="24833"/>
                  </a:srgbClr>
                </a:gs>
                <a:gs pos="42857">
                  <a:srgbClr val="FFE2D1">
                    <a:alpha val="17075"/>
                  </a:srgbClr>
                </a:gs>
                <a:gs pos="57143">
                  <a:srgbClr val="FFE2D1">
                    <a:alpha val="9855"/>
                  </a:srgbClr>
                </a:gs>
                <a:gs pos="71429">
                  <a:srgbClr val="FFE2D1">
                    <a:alpha val="4740"/>
                  </a:srgbClr>
                </a:gs>
                <a:gs pos="85714">
                  <a:srgbClr val="FFE2D1">
                    <a:alpha val="1902"/>
                  </a:srgbClr>
                </a:gs>
                <a:gs pos="100000">
                  <a:srgbClr val="FFE2D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0" name="Splat 700"/>
            <p:cNvSpPr>
              <a:spLocks noGrp="1"/>
            </p:cNvSpPr>
            <p:nvPr/>
          </p:nvSpPr>
          <p:spPr>
            <a:xfrm rot="5599000">
              <a:off x="1972193" y="152371"/>
              <a:ext cx="491828" cy="75573"/>
            </a:xfrm>
            <a:prstGeom prst="ellipse">
              <a:avLst/>
            </a:prstGeom>
            <a:gradFill>
              <a:gsLst>
                <a:gs pos="0">
                  <a:srgbClr val="FFC17B">
                    <a:alpha val="32968"/>
                  </a:srgbClr>
                </a:gs>
                <a:gs pos="14286">
                  <a:srgbClr val="FFC17B">
                    <a:alpha val="30764"/>
                  </a:srgbClr>
                </a:gs>
                <a:gs pos="28571">
                  <a:srgbClr val="FFC17B">
                    <a:alpha val="24833"/>
                  </a:srgbClr>
                </a:gs>
                <a:gs pos="42857">
                  <a:srgbClr val="FFC17B">
                    <a:alpha val="17075"/>
                  </a:srgbClr>
                </a:gs>
                <a:gs pos="57143">
                  <a:srgbClr val="FFC17B">
                    <a:alpha val="9855"/>
                  </a:srgbClr>
                </a:gs>
                <a:gs pos="71429">
                  <a:srgbClr val="FFC17B">
                    <a:alpha val="4740"/>
                  </a:srgbClr>
                </a:gs>
                <a:gs pos="85714">
                  <a:srgbClr val="FFC17B">
                    <a:alpha val="1902"/>
                  </a:srgbClr>
                </a:gs>
                <a:gs pos="100000">
                  <a:srgbClr val="FFC17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1" name="Splat 701"/>
            <p:cNvSpPr>
              <a:spLocks noGrp="1"/>
            </p:cNvSpPr>
            <p:nvPr/>
          </p:nvSpPr>
          <p:spPr>
            <a:xfrm rot="10797322">
              <a:off x="776750" y="846010"/>
              <a:ext cx="534639" cy="209181"/>
            </a:xfrm>
            <a:prstGeom prst="ellipse">
              <a:avLst/>
            </a:prstGeom>
            <a:gradFill>
              <a:gsLst>
                <a:gs pos="0">
                  <a:srgbClr val="00AEFF">
                    <a:alpha val="6688"/>
                  </a:srgbClr>
                </a:gs>
                <a:gs pos="14286">
                  <a:srgbClr val="00AEFF">
                    <a:alpha val="6164"/>
                  </a:srgbClr>
                </a:gs>
                <a:gs pos="28571">
                  <a:srgbClr val="00AEFF">
                    <a:alpha val="4820"/>
                  </a:srgbClr>
                </a:gs>
                <a:gs pos="42857">
                  <a:srgbClr val="00AEFF">
                    <a:alpha val="3188"/>
                  </a:srgbClr>
                </a:gs>
                <a:gs pos="57143">
                  <a:srgbClr val="00AEFF">
                    <a:alpha val="1779"/>
                  </a:srgbClr>
                </a:gs>
                <a:gs pos="71429">
                  <a:srgbClr val="00AEFF">
                    <a:alpha val="837"/>
                  </a:srgbClr>
                </a:gs>
                <a:gs pos="85714">
                  <a:srgbClr val="00AEFF">
                    <a:alpha val="332"/>
                  </a:srgbClr>
                </a:gs>
                <a:gs pos="100000">
                  <a:srgbClr val="00AEFF">
                    <a:alpha val="1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2" name="Splat 702"/>
            <p:cNvSpPr>
              <a:spLocks noGrp="1"/>
            </p:cNvSpPr>
            <p:nvPr/>
          </p:nvSpPr>
          <p:spPr>
            <a:xfrm rot="-8684327">
              <a:off x="1278806" y="346088"/>
              <a:ext cx="368635" cy="183267"/>
            </a:xfrm>
            <a:prstGeom prst="ellipse">
              <a:avLst/>
            </a:prstGeom>
            <a:gradFill>
              <a:gsLst>
                <a:gs pos="0">
                  <a:srgbClr val="792E00">
                    <a:alpha val="18177"/>
                  </a:srgbClr>
                </a:gs>
                <a:gs pos="14286">
                  <a:srgbClr val="792E00">
                    <a:alpha val="16838"/>
                  </a:srgbClr>
                </a:gs>
                <a:gs pos="28571">
                  <a:srgbClr val="792E00">
                    <a:alpha val="13339"/>
                  </a:srgbClr>
                </a:gs>
                <a:gs pos="42857">
                  <a:srgbClr val="792E00">
                    <a:alpha val="8963"/>
                  </a:srgbClr>
                </a:gs>
                <a:gs pos="57143">
                  <a:srgbClr val="792E00">
                    <a:alpha val="5070"/>
                  </a:srgbClr>
                </a:gs>
                <a:gs pos="71429">
                  <a:srgbClr val="792E00">
                    <a:alpha val="2406"/>
                  </a:srgbClr>
                </a:gs>
                <a:gs pos="85714">
                  <a:srgbClr val="792E00">
                    <a:alpha val="958"/>
                  </a:srgbClr>
                </a:gs>
                <a:gs pos="100000">
                  <a:srgbClr val="792E00">
                    <a:alpha val="3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3" name="Splat 703"/>
            <p:cNvSpPr>
              <a:spLocks noGrp="1"/>
            </p:cNvSpPr>
            <p:nvPr/>
          </p:nvSpPr>
          <p:spPr>
            <a:xfrm rot="9199498">
              <a:off x="984031" y="1540447"/>
              <a:ext cx="357008" cy="208944"/>
            </a:xfrm>
            <a:prstGeom prst="ellipse">
              <a:avLst/>
            </a:prstGeom>
            <a:gradFill>
              <a:gsLst>
                <a:gs pos="0">
                  <a:srgbClr val="3F0C00">
                    <a:alpha val="22471"/>
                  </a:srgbClr>
                </a:gs>
                <a:gs pos="14286">
                  <a:srgbClr val="3F0C00">
                    <a:alpha val="20858"/>
                  </a:srgbClr>
                </a:gs>
                <a:gs pos="28571">
                  <a:srgbClr val="3F0C00">
                    <a:alpha val="16609"/>
                  </a:srgbClr>
                </a:gs>
                <a:gs pos="42857">
                  <a:srgbClr val="3F0C00">
                    <a:alpha val="11231"/>
                  </a:srgbClr>
                </a:gs>
                <a:gs pos="57143">
                  <a:srgbClr val="3F0C00">
                    <a:alpha val="6388"/>
                  </a:srgbClr>
                </a:gs>
                <a:gs pos="71429">
                  <a:srgbClr val="3F0C00">
                    <a:alpha val="3043"/>
                  </a:srgbClr>
                </a:gs>
                <a:gs pos="85714">
                  <a:srgbClr val="3F0C00">
                    <a:alpha val="1214"/>
                  </a:srgbClr>
                </a:gs>
                <a:gs pos="100000">
                  <a:srgbClr val="3F0C00">
                    <a:alpha val="4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4" name="Splat 704"/>
            <p:cNvSpPr>
              <a:spLocks noGrp="1"/>
            </p:cNvSpPr>
            <p:nvPr/>
          </p:nvSpPr>
          <p:spPr>
            <a:xfrm rot="8742685">
              <a:off x="305959" y="940001"/>
              <a:ext cx="390540" cy="25690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5" name="Splat 705"/>
            <p:cNvSpPr>
              <a:spLocks noGrp="1"/>
            </p:cNvSpPr>
            <p:nvPr/>
          </p:nvSpPr>
          <p:spPr>
            <a:xfrm rot="9892388">
              <a:off x="1429958" y="2082315"/>
              <a:ext cx="696165" cy="35099"/>
            </a:xfrm>
            <a:prstGeom prst="ellipse">
              <a:avLst/>
            </a:prstGeom>
            <a:gradFill>
              <a:gsLst>
                <a:gs pos="0">
                  <a:srgbClr val="2C0000">
                    <a:alpha val="32968"/>
                  </a:srgbClr>
                </a:gs>
                <a:gs pos="14286">
                  <a:srgbClr val="2C0000">
                    <a:alpha val="30764"/>
                  </a:srgbClr>
                </a:gs>
                <a:gs pos="28571">
                  <a:srgbClr val="2C0000">
                    <a:alpha val="24833"/>
                  </a:srgbClr>
                </a:gs>
                <a:gs pos="42857">
                  <a:srgbClr val="2C0000">
                    <a:alpha val="17075"/>
                  </a:srgbClr>
                </a:gs>
                <a:gs pos="57143">
                  <a:srgbClr val="2C0000">
                    <a:alpha val="9855"/>
                  </a:srgbClr>
                </a:gs>
                <a:gs pos="71429">
                  <a:srgbClr val="2C0000">
                    <a:alpha val="4740"/>
                  </a:srgbClr>
                </a:gs>
                <a:gs pos="85714">
                  <a:srgbClr val="2C0000">
                    <a:alpha val="1902"/>
                  </a:srgbClr>
                </a:gs>
                <a:gs pos="100000">
                  <a:srgbClr val="2C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6" name="Splat 706"/>
            <p:cNvSpPr>
              <a:spLocks noGrp="1"/>
            </p:cNvSpPr>
            <p:nvPr/>
          </p:nvSpPr>
          <p:spPr>
            <a:xfrm rot="-9829354">
              <a:off x="2767341" y="2117307"/>
              <a:ext cx="424794" cy="33393"/>
            </a:xfrm>
            <a:prstGeom prst="ellipse">
              <a:avLst/>
            </a:prstGeom>
            <a:gradFill>
              <a:gsLst>
                <a:gs pos="0">
                  <a:srgbClr val="000025">
                    <a:alpha val="32968"/>
                  </a:srgbClr>
                </a:gs>
                <a:gs pos="14286">
                  <a:srgbClr val="000025">
                    <a:alpha val="30764"/>
                  </a:srgbClr>
                </a:gs>
                <a:gs pos="28571">
                  <a:srgbClr val="000025">
                    <a:alpha val="24833"/>
                  </a:srgbClr>
                </a:gs>
                <a:gs pos="42857">
                  <a:srgbClr val="000025">
                    <a:alpha val="17075"/>
                  </a:srgbClr>
                </a:gs>
                <a:gs pos="57143">
                  <a:srgbClr val="000025">
                    <a:alpha val="9855"/>
                  </a:srgbClr>
                </a:gs>
                <a:gs pos="71429">
                  <a:srgbClr val="000025">
                    <a:alpha val="4740"/>
                  </a:srgbClr>
                </a:gs>
                <a:gs pos="85714">
                  <a:srgbClr val="000025">
                    <a:alpha val="1902"/>
                  </a:srgbClr>
                </a:gs>
                <a:gs pos="100000">
                  <a:srgbClr val="00002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7" name="Splat 707"/>
            <p:cNvSpPr>
              <a:spLocks noGrp="1"/>
            </p:cNvSpPr>
            <p:nvPr/>
          </p:nvSpPr>
          <p:spPr>
            <a:xfrm rot="4247227">
              <a:off x="2632638" y="1631146"/>
              <a:ext cx="389751" cy="13377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8" name="Splat 708"/>
            <p:cNvSpPr>
              <a:spLocks noGrp="1"/>
            </p:cNvSpPr>
            <p:nvPr/>
          </p:nvSpPr>
          <p:spPr>
            <a:xfrm rot="4950470">
              <a:off x="786678" y="619132"/>
              <a:ext cx="281313" cy="145818"/>
            </a:xfrm>
            <a:prstGeom prst="ellipse">
              <a:avLst/>
            </a:prstGeom>
            <a:gradFill>
              <a:gsLst>
                <a:gs pos="0">
                  <a:srgbClr val="FFFCEE">
                    <a:alpha val="32968"/>
                  </a:srgbClr>
                </a:gs>
                <a:gs pos="14286">
                  <a:srgbClr val="FFFCEE">
                    <a:alpha val="30764"/>
                  </a:srgbClr>
                </a:gs>
                <a:gs pos="28571">
                  <a:srgbClr val="FFFCEE">
                    <a:alpha val="24833"/>
                  </a:srgbClr>
                </a:gs>
                <a:gs pos="42857">
                  <a:srgbClr val="FFFCEE">
                    <a:alpha val="17075"/>
                  </a:srgbClr>
                </a:gs>
                <a:gs pos="57143">
                  <a:srgbClr val="FFFCEE">
                    <a:alpha val="9855"/>
                  </a:srgbClr>
                </a:gs>
                <a:gs pos="71429">
                  <a:srgbClr val="FFFCEE">
                    <a:alpha val="4740"/>
                  </a:srgbClr>
                </a:gs>
                <a:gs pos="85714">
                  <a:srgbClr val="FFFCEE">
                    <a:alpha val="1902"/>
                  </a:srgbClr>
                </a:gs>
                <a:gs pos="100000">
                  <a:srgbClr val="FFFCE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9" name="Splat 709"/>
            <p:cNvSpPr>
              <a:spLocks noGrp="1"/>
            </p:cNvSpPr>
            <p:nvPr/>
          </p:nvSpPr>
          <p:spPr>
            <a:xfrm rot="5629122">
              <a:off x="3092562" y="210186"/>
              <a:ext cx="674182" cy="3055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0" name="Splat 710"/>
            <p:cNvSpPr>
              <a:spLocks noGrp="1"/>
            </p:cNvSpPr>
            <p:nvPr/>
          </p:nvSpPr>
          <p:spPr>
            <a:xfrm rot="-10678513">
              <a:off x="585142" y="465500"/>
              <a:ext cx="456511" cy="215153"/>
            </a:xfrm>
            <a:prstGeom prst="ellipse">
              <a:avLst/>
            </a:prstGeom>
            <a:gradFill>
              <a:gsLst>
                <a:gs pos="0">
                  <a:srgbClr val="BEFF46">
                    <a:alpha val="4185"/>
                  </a:srgbClr>
                </a:gs>
                <a:gs pos="14286">
                  <a:srgbClr val="BEFF46">
                    <a:alpha val="3853"/>
                  </a:srgbClr>
                </a:gs>
                <a:gs pos="28571">
                  <a:srgbClr val="BEFF46">
                    <a:alpha val="3005"/>
                  </a:srgbClr>
                </a:gs>
                <a:gs pos="42857">
                  <a:srgbClr val="BEFF46">
                    <a:alpha val="1981"/>
                  </a:srgbClr>
                </a:gs>
                <a:gs pos="57143">
                  <a:srgbClr val="BEFF46">
                    <a:alpha val="1103"/>
                  </a:srgbClr>
                </a:gs>
                <a:gs pos="71429">
                  <a:srgbClr val="BEFF46">
                    <a:alpha val="518"/>
                  </a:srgbClr>
                </a:gs>
                <a:gs pos="85714">
                  <a:srgbClr val="BEFF46">
                    <a:alpha val="205"/>
                  </a:srgbClr>
                </a:gs>
                <a:gs pos="100000">
                  <a:srgbClr val="BEFF46">
                    <a:alpha val="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1" name="Splat 711"/>
            <p:cNvSpPr>
              <a:spLocks noGrp="1"/>
            </p:cNvSpPr>
            <p:nvPr/>
          </p:nvSpPr>
          <p:spPr>
            <a:xfrm rot="4934587">
              <a:off x="1924077" y="249955"/>
              <a:ext cx="348215" cy="11980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2" name="Splat 712"/>
            <p:cNvSpPr>
              <a:spLocks noGrp="1"/>
            </p:cNvSpPr>
            <p:nvPr/>
          </p:nvSpPr>
          <p:spPr>
            <a:xfrm rot="3686300">
              <a:off x="617216" y="1107989"/>
              <a:ext cx="281624" cy="107722"/>
            </a:xfrm>
            <a:prstGeom prst="ellipse">
              <a:avLst/>
            </a:prstGeom>
            <a:gradFill>
              <a:gsLst>
                <a:gs pos="0">
                  <a:srgbClr val="FFEAD4">
                    <a:alpha val="32968"/>
                  </a:srgbClr>
                </a:gs>
                <a:gs pos="14286">
                  <a:srgbClr val="FFEAD4">
                    <a:alpha val="30764"/>
                  </a:srgbClr>
                </a:gs>
                <a:gs pos="28571">
                  <a:srgbClr val="FFEAD4">
                    <a:alpha val="24833"/>
                  </a:srgbClr>
                </a:gs>
                <a:gs pos="42857">
                  <a:srgbClr val="FFEAD4">
                    <a:alpha val="17075"/>
                  </a:srgbClr>
                </a:gs>
                <a:gs pos="57143">
                  <a:srgbClr val="FFEAD4">
                    <a:alpha val="9855"/>
                  </a:srgbClr>
                </a:gs>
                <a:gs pos="71429">
                  <a:srgbClr val="FFEAD4">
                    <a:alpha val="4740"/>
                  </a:srgbClr>
                </a:gs>
                <a:gs pos="85714">
                  <a:srgbClr val="FFEAD4">
                    <a:alpha val="1902"/>
                  </a:srgbClr>
                </a:gs>
                <a:gs pos="100000">
                  <a:srgbClr val="FFEAD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3" name="Splat 713"/>
            <p:cNvSpPr>
              <a:spLocks noGrp="1"/>
            </p:cNvSpPr>
            <p:nvPr/>
          </p:nvSpPr>
          <p:spPr>
            <a:xfrm rot="3448856">
              <a:off x="1132028" y="1379558"/>
              <a:ext cx="457826" cy="16798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4" name="Splat 714"/>
            <p:cNvSpPr>
              <a:spLocks noGrp="1"/>
            </p:cNvSpPr>
            <p:nvPr/>
          </p:nvSpPr>
          <p:spPr>
            <a:xfrm rot="3150913">
              <a:off x="1133453" y="1409859"/>
              <a:ext cx="465299" cy="12278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5" name="Splat 715"/>
            <p:cNvSpPr>
              <a:spLocks noGrp="1"/>
            </p:cNvSpPr>
            <p:nvPr/>
          </p:nvSpPr>
          <p:spPr>
            <a:xfrm rot="-8539262">
              <a:off x="650845" y="1747644"/>
              <a:ext cx="398200" cy="62024"/>
            </a:xfrm>
            <a:prstGeom prst="ellipse">
              <a:avLst/>
            </a:prstGeom>
            <a:gradFill>
              <a:gsLst>
                <a:gs pos="0">
                  <a:srgbClr val="FEF8F6">
                    <a:alpha val="26162"/>
                  </a:srgbClr>
                </a:gs>
                <a:gs pos="14286">
                  <a:srgbClr val="FEF8F6">
                    <a:alpha val="24328"/>
                  </a:srgbClr>
                </a:gs>
                <a:gs pos="28571">
                  <a:srgbClr val="FEF8F6">
                    <a:alpha val="19462"/>
                  </a:srgbClr>
                </a:gs>
                <a:gs pos="42857">
                  <a:srgbClr val="FEF8F6">
                    <a:alpha val="13235"/>
                  </a:srgbClr>
                </a:gs>
                <a:gs pos="57143">
                  <a:srgbClr val="FEF8F6">
                    <a:alpha val="7565"/>
                  </a:srgbClr>
                </a:gs>
                <a:gs pos="71429">
                  <a:srgbClr val="FEF8F6">
                    <a:alpha val="3615"/>
                  </a:srgbClr>
                </a:gs>
                <a:gs pos="85714">
                  <a:srgbClr val="FEF8F6">
                    <a:alpha val="1446"/>
                  </a:srgbClr>
                </a:gs>
                <a:gs pos="100000">
                  <a:srgbClr val="FEF8F6">
                    <a:alpha val="4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6" name="Splat 716"/>
            <p:cNvSpPr>
              <a:spLocks noGrp="1"/>
            </p:cNvSpPr>
            <p:nvPr/>
          </p:nvSpPr>
          <p:spPr>
            <a:xfrm rot="8753378">
              <a:off x="2072563" y="278792"/>
              <a:ext cx="375657" cy="189727"/>
            </a:xfrm>
            <a:prstGeom prst="ellipse">
              <a:avLst/>
            </a:prstGeom>
            <a:gradFill>
              <a:gsLst>
                <a:gs pos="0">
                  <a:srgbClr val="00277D">
                    <a:alpha val="23519"/>
                  </a:srgbClr>
                </a:gs>
                <a:gs pos="14286">
                  <a:srgbClr val="00277D">
                    <a:alpha val="21842"/>
                  </a:srgbClr>
                </a:gs>
                <a:gs pos="28571">
                  <a:srgbClr val="00277D">
                    <a:alpha val="17415"/>
                  </a:srgbClr>
                </a:gs>
                <a:gs pos="42857">
                  <a:srgbClr val="00277D">
                    <a:alpha val="11795"/>
                  </a:srgbClr>
                </a:gs>
                <a:gs pos="57143">
                  <a:srgbClr val="00277D">
                    <a:alpha val="6718"/>
                  </a:srgbClr>
                </a:gs>
                <a:gs pos="71429">
                  <a:srgbClr val="00277D">
                    <a:alpha val="3203"/>
                  </a:srgbClr>
                </a:gs>
                <a:gs pos="85714">
                  <a:srgbClr val="00277D">
                    <a:alpha val="1279"/>
                  </a:srgbClr>
                </a:gs>
                <a:gs pos="100000">
                  <a:srgbClr val="00277D">
                    <a:alpha val="4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7" name="Splat 717"/>
            <p:cNvSpPr>
              <a:spLocks noGrp="1"/>
            </p:cNvSpPr>
            <p:nvPr/>
          </p:nvSpPr>
          <p:spPr>
            <a:xfrm rot="8647987">
              <a:off x="2303631" y="59677"/>
              <a:ext cx="490126" cy="138647"/>
            </a:xfrm>
            <a:prstGeom prst="ellipse">
              <a:avLst/>
            </a:prstGeom>
            <a:gradFill>
              <a:gsLst>
                <a:gs pos="0">
                  <a:srgbClr val="320000">
                    <a:alpha val="32968"/>
                  </a:srgbClr>
                </a:gs>
                <a:gs pos="14286">
                  <a:srgbClr val="320000">
                    <a:alpha val="30764"/>
                  </a:srgbClr>
                </a:gs>
                <a:gs pos="28571">
                  <a:srgbClr val="320000">
                    <a:alpha val="24833"/>
                  </a:srgbClr>
                </a:gs>
                <a:gs pos="42857">
                  <a:srgbClr val="320000">
                    <a:alpha val="17075"/>
                  </a:srgbClr>
                </a:gs>
                <a:gs pos="57143">
                  <a:srgbClr val="320000">
                    <a:alpha val="9855"/>
                  </a:srgbClr>
                </a:gs>
                <a:gs pos="71429">
                  <a:srgbClr val="320000">
                    <a:alpha val="4740"/>
                  </a:srgbClr>
                </a:gs>
                <a:gs pos="85714">
                  <a:srgbClr val="320000">
                    <a:alpha val="1902"/>
                  </a:srgbClr>
                </a:gs>
                <a:gs pos="100000">
                  <a:srgbClr val="32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8" name="Splat 718"/>
            <p:cNvSpPr>
              <a:spLocks noGrp="1"/>
            </p:cNvSpPr>
            <p:nvPr/>
          </p:nvSpPr>
          <p:spPr>
            <a:xfrm rot="-9824813">
              <a:off x="214928" y="-180570"/>
              <a:ext cx="410069" cy="378979"/>
            </a:xfrm>
            <a:prstGeom prst="ellipse">
              <a:avLst/>
            </a:prstGeom>
            <a:gradFill>
              <a:gsLst>
                <a:gs pos="0">
                  <a:srgbClr val="BB731C">
                    <a:alpha val="32968"/>
                  </a:srgbClr>
                </a:gs>
                <a:gs pos="14286">
                  <a:srgbClr val="BB731C">
                    <a:alpha val="30764"/>
                  </a:srgbClr>
                </a:gs>
                <a:gs pos="28571">
                  <a:srgbClr val="BB731C">
                    <a:alpha val="24833"/>
                  </a:srgbClr>
                </a:gs>
                <a:gs pos="42857">
                  <a:srgbClr val="BB731C">
                    <a:alpha val="17075"/>
                  </a:srgbClr>
                </a:gs>
                <a:gs pos="57143">
                  <a:srgbClr val="BB731C">
                    <a:alpha val="9855"/>
                  </a:srgbClr>
                </a:gs>
                <a:gs pos="71429">
                  <a:srgbClr val="BB731C">
                    <a:alpha val="4740"/>
                  </a:srgbClr>
                </a:gs>
                <a:gs pos="85714">
                  <a:srgbClr val="BB731C">
                    <a:alpha val="1902"/>
                  </a:srgbClr>
                </a:gs>
                <a:gs pos="100000">
                  <a:srgbClr val="BB731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9" name="Splat 719"/>
            <p:cNvSpPr>
              <a:spLocks noGrp="1"/>
            </p:cNvSpPr>
            <p:nvPr/>
          </p:nvSpPr>
          <p:spPr>
            <a:xfrm rot="6901390">
              <a:off x="3201755" y="353007"/>
              <a:ext cx="356390" cy="232190"/>
            </a:xfrm>
            <a:prstGeom prst="ellipse">
              <a:avLst/>
            </a:prstGeom>
            <a:gradFill>
              <a:gsLst>
                <a:gs pos="0">
                  <a:srgbClr val="000000">
                    <a:alpha val="22239"/>
                  </a:srgbClr>
                </a:gs>
                <a:gs pos="14286">
                  <a:srgbClr val="000000">
                    <a:alpha val="20641"/>
                  </a:srgbClr>
                </a:gs>
                <a:gs pos="28571">
                  <a:srgbClr val="000000">
                    <a:alpha val="16432"/>
                  </a:srgbClr>
                </a:gs>
                <a:gs pos="42857">
                  <a:srgbClr val="000000">
                    <a:alpha val="11107"/>
                  </a:srgbClr>
                </a:gs>
                <a:gs pos="57143">
                  <a:srgbClr val="000000">
                    <a:alpha val="6316"/>
                  </a:srgbClr>
                </a:gs>
                <a:gs pos="71429">
                  <a:srgbClr val="000000">
                    <a:alpha val="3008"/>
                  </a:srgbClr>
                </a:gs>
                <a:gs pos="85714">
                  <a:srgbClr val="000000">
                    <a:alpha val="1200"/>
                  </a:srgbClr>
                </a:gs>
                <a:gs pos="100000">
                  <a:srgbClr val="000000">
                    <a:alpha val="4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0" name="Splat 720"/>
            <p:cNvSpPr>
              <a:spLocks noGrp="1"/>
            </p:cNvSpPr>
            <p:nvPr/>
          </p:nvSpPr>
          <p:spPr>
            <a:xfrm rot="3972156">
              <a:off x="1504044" y="281046"/>
              <a:ext cx="420901" cy="42886"/>
            </a:xfrm>
            <a:prstGeom prst="ellipse">
              <a:avLst/>
            </a:prstGeom>
            <a:gradFill>
              <a:gsLst>
                <a:gs pos="0">
                  <a:srgbClr val="C89C83">
                    <a:alpha val="30064"/>
                  </a:srgbClr>
                </a:gs>
                <a:gs pos="14286">
                  <a:srgbClr val="C89C83">
                    <a:alpha val="28012"/>
                  </a:srgbClr>
                </a:gs>
                <a:gs pos="28571">
                  <a:srgbClr val="C89C83">
                    <a:alpha val="22523"/>
                  </a:srgbClr>
                </a:gs>
                <a:gs pos="42857">
                  <a:srgbClr val="C89C83">
                    <a:alpha val="15413"/>
                  </a:srgbClr>
                </a:gs>
                <a:gs pos="57143">
                  <a:srgbClr val="C89C83">
                    <a:alpha val="8858"/>
                  </a:srgbClr>
                </a:gs>
                <a:gs pos="71429">
                  <a:srgbClr val="C89C83">
                    <a:alpha val="4249"/>
                  </a:srgbClr>
                </a:gs>
                <a:gs pos="85714">
                  <a:srgbClr val="C89C83">
                    <a:alpha val="1702"/>
                  </a:srgbClr>
                </a:gs>
                <a:gs pos="100000">
                  <a:srgbClr val="C89C83">
                    <a:alpha val="5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1" name="Splat 721"/>
            <p:cNvSpPr>
              <a:spLocks noGrp="1"/>
            </p:cNvSpPr>
            <p:nvPr/>
          </p:nvSpPr>
          <p:spPr>
            <a:xfrm rot="9978548">
              <a:off x="2313611" y="1438502"/>
              <a:ext cx="352509" cy="23957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2" name="Splat 722"/>
            <p:cNvSpPr>
              <a:spLocks noGrp="1"/>
            </p:cNvSpPr>
            <p:nvPr/>
          </p:nvSpPr>
          <p:spPr>
            <a:xfrm rot="-8450996">
              <a:off x="2499476" y="391971"/>
              <a:ext cx="347696" cy="95332"/>
            </a:xfrm>
            <a:prstGeom prst="ellipse">
              <a:avLst/>
            </a:prstGeom>
            <a:gradFill>
              <a:gsLst>
                <a:gs pos="0">
                  <a:srgbClr val="FFE1B2">
                    <a:alpha val="32968"/>
                  </a:srgbClr>
                </a:gs>
                <a:gs pos="14286">
                  <a:srgbClr val="FFE1B2">
                    <a:alpha val="30764"/>
                  </a:srgbClr>
                </a:gs>
                <a:gs pos="28571">
                  <a:srgbClr val="FFE1B2">
                    <a:alpha val="24833"/>
                  </a:srgbClr>
                </a:gs>
                <a:gs pos="42857">
                  <a:srgbClr val="FFE1B2">
                    <a:alpha val="17075"/>
                  </a:srgbClr>
                </a:gs>
                <a:gs pos="57143">
                  <a:srgbClr val="FFE1B2">
                    <a:alpha val="9855"/>
                  </a:srgbClr>
                </a:gs>
                <a:gs pos="71429">
                  <a:srgbClr val="FFE1B2">
                    <a:alpha val="4740"/>
                  </a:srgbClr>
                </a:gs>
                <a:gs pos="85714">
                  <a:srgbClr val="FFE1B2">
                    <a:alpha val="1902"/>
                  </a:srgbClr>
                </a:gs>
                <a:gs pos="100000">
                  <a:srgbClr val="FFE1B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3" name="Splat 723"/>
            <p:cNvSpPr>
              <a:spLocks noGrp="1"/>
            </p:cNvSpPr>
            <p:nvPr/>
          </p:nvSpPr>
          <p:spPr>
            <a:xfrm rot="6444324">
              <a:off x="2323820" y="1144261"/>
              <a:ext cx="312979" cy="234573"/>
            </a:xfrm>
            <a:prstGeom prst="ellipse">
              <a:avLst/>
            </a:prstGeom>
            <a:gradFill>
              <a:gsLst>
                <a:gs pos="0">
                  <a:srgbClr val="000044">
                    <a:alpha val="7404"/>
                  </a:srgbClr>
                </a:gs>
                <a:gs pos="14286">
                  <a:srgbClr val="000044">
                    <a:alpha val="6826"/>
                  </a:srgbClr>
                </a:gs>
                <a:gs pos="28571">
                  <a:srgbClr val="000044">
                    <a:alpha val="5342"/>
                  </a:srgbClr>
                </a:gs>
                <a:gs pos="42857">
                  <a:srgbClr val="000044">
                    <a:alpha val="3537"/>
                  </a:srgbClr>
                </a:gs>
                <a:gs pos="57143">
                  <a:srgbClr val="000044">
                    <a:alpha val="1975"/>
                  </a:srgbClr>
                </a:gs>
                <a:gs pos="71429">
                  <a:srgbClr val="000044">
                    <a:alpha val="930"/>
                  </a:srgbClr>
                </a:gs>
                <a:gs pos="85714">
                  <a:srgbClr val="000044">
                    <a:alpha val="369"/>
                  </a:srgbClr>
                </a:gs>
                <a:gs pos="100000">
                  <a:srgbClr val="000044">
                    <a:alpha val="1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4" name="Splat 724"/>
            <p:cNvSpPr>
              <a:spLocks noGrp="1"/>
            </p:cNvSpPr>
            <p:nvPr/>
          </p:nvSpPr>
          <p:spPr>
            <a:xfrm rot="-10789848">
              <a:off x="2820061" y="51973"/>
              <a:ext cx="695826" cy="2994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5" name="Splat 725"/>
            <p:cNvSpPr>
              <a:spLocks noGrp="1"/>
            </p:cNvSpPr>
            <p:nvPr/>
          </p:nvSpPr>
          <p:spPr>
            <a:xfrm rot="10475281">
              <a:off x="1971570" y="208326"/>
              <a:ext cx="262107" cy="261831"/>
            </a:xfrm>
            <a:prstGeom prst="ellipse">
              <a:avLst/>
            </a:prstGeom>
            <a:gradFill>
              <a:gsLst>
                <a:gs pos="0">
                  <a:srgbClr val="6D0000">
                    <a:alpha val="5990"/>
                  </a:srgbClr>
                </a:gs>
                <a:gs pos="14286">
                  <a:srgbClr val="6D0000">
                    <a:alpha val="5519"/>
                  </a:srgbClr>
                </a:gs>
                <a:gs pos="28571">
                  <a:srgbClr val="6D0000">
                    <a:alpha val="4312"/>
                  </a:srgbClr>
                </a:gs>
                <a:gs pos="42857">
                  <a:srgbClr val="6D0000">
                    <a:alpha val="2850"/>
                  </a:srgbClr>
                </a:gs>
                <a:gs pos="57143">
                  <a:srgbClr val="6D0000">
                    <a:alpha val="1589"/>
                  </a:srgbClr>
                </a:gs>
                <a:gs pos="71429">
                  <a:srgbClr val="6D0000">
                    <a:alpha val="747"/>
                  </a:srgbClr>
                </a:gs>
                <a:gs pos="85714">
                  <a:srgbClr val="6D0000">
                    <a:alpha val="296"/>
                  </a:srgbClr>
                </a:gs>
                <a:gs pos="100000">
                  <a:srgbClr val="6D0000">
                    <a:alpha val="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6" name="Splat 726"/>
            <p:cNvSpPr>
              <a:spLocks noGrp="1"/>
            </p:cNvSpPr>
            <p:nvPr/>
          </p:nvSpPr>
          <p:spPr>
            <a:xfrm rot="4614530">
              <a:off x="1061911" y="305213"/>
              <a:ext cx="657243" cy="179497"/>
            </a:xfrm>
            <a:prstGeom prst="ellipse">
              <a:avLst/>
            </a:prstGeom>
            <a:gradFill>
              <a:gsLst>
                <a:gs pos="0">
                  <a:srgbClr val="ECECF8">
                    <a:alpha val="32968"/>
                  </a:srgbClr>
                </a:gs>
                <a:gs pos="14286">
                  <a:srgbClr val="ECECF8">
                    <a:alpha val="30764"/>
                  </a:srgbClr>
                </a:gs>
                <a:gs pos="28571">
                  <a:srgbClr val="ECECF8">
                    <a:alpha val="24833"/>
                  </a:srgbClr>
                </a:gs>
                <a:gs pos="42857">
                  <a:srgbClr val="ECECF8">
                    <a:alpha val="17075"/>
                  </a:srgbClr>
                </a:gs>
                <a:gs pos="57143">
                  <a:srgbClr val="ECECF8">
                    <a:alpha val="9855"/>
                  </a:srgbClr>
                </a:gs>
                <a:gs pos="71429">
                  <a:srgbClr val="ECECF8">
                    <a:alpha val="4740"/>
                  </a:srgbClr>
                </a:gs>
                <a:gs pos="85714">
                  <a:srgbClr val="ECECF8">
                    <a:alpha val="1902"/>
                  </a:srgbClr>
                </a:gs>
                <a:gs pos="100000">
                  <a:srgbClr val="ECECF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7" name="Splat 727"/>
            <p:cNvSpPr>
              <a:spLocks noGrp="1"/>
            </p:cNvSpPr>
            <p:nvPr/>
          </p:nvSpPr>
          <p:spPr>
            <a:xfrm rot="8492185">
              <a:off x="3193723" y="718199"/>
              <a:ext cx="323315" cy="206423"/>
            </a:xfrm>
            <a:prstGeom prst="ellipse">
              <a:avLst/>
            </a:prstGeom>
            <a:gradFill>
              <a:gsLst>
                <a:gs pos="0">
                  <a:srgbClr val="000030">
                    <a:alpha val="32968"/>
                  </a:srgbClr>
                </a:gs>
                <a:gs pos="14286">
                  <a:srgbClr val="000030">
                    <a:alpha val="30764"/>
                  </a:srgbClr>
                </a:gs>
                <a:gs pos="28571">
                  <a:srgbClr val="000030">
                    <a:alpha val="24833"/>
                  </a:srgbClr>
                </a:gs>
                <a:gs pos="42857">
                  <a:srgbClr val="000030">
                    <a:alpha val="17075"/>
                  </a:srgbClr>
                </a:gs>
                <a:gs pos="57143">
                  <a:srgbClr val="000030">
                    <a:alpha val="9855"/>
                  </a:srgbClr>
                </a:gs>
                <a:gs pos="71429">
                  <a:srgbClr val="000030">
                    <a:alpha val="4740"/>
                  </a:srgbClr>
                </a:gs>
                <a:gs pos="85714">
                  <a:srgbClr val="000030">
                    <a:alpha val="1902"/>
                  </a:srgbClr>
                </a:gs>
                <a:gs pos="100000">
                  <a:srgbClr val="00003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8" name="Splat 728"/>
            <p:cNvSpPr>
              <a:spLocks noGrp="1"/>
            </p:cNvSpPr>
            <p:nvPr/>
          </p:nvSpPr>
          <p:spPr>
            <a:xfrm rot="-9055654">
              <a:off x="739607" y="1189233"/>
              <a:ext cx="770957" cy="11199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9" name="Splat 729"/>
            <p:cNvSpPr>
              <a:spLocks noGrp="1"/>
            </p:cNvSpPr>
            <p:nvPr/>
          </p:nvSpPr>
          <p:spPr>
            <a:xfrm rot="-8184124">
              <a:off x="551937" y="1726190"/>
              <a:ext cx="432323" cy="267681"/>
            </a:xfrm>
            <a:prstGeom prst="ellipse">
              <a:avLst/>
            </a:prstGeom>
            <a:gradFill>
              <a:gsLst>
                <a:gs pos="0">
                  <a:srgbClr val="000030">
                    <a:alpha val="19685"/>
                  </a:srgbClr>
                </a:gs>
                <a:gs pos="14286">
                  <a:srgbClr val="000030">
                    <a:alpha val="18248"/>
                  </a:srgbClr>
                </a:gs>
                <a:gs pos="28571">
                  <a:srgbClr val="000030">
                    <a:alpha val="14482"/>
                  </a:srgbClr>
                </a:gs>
                <a:gs pos="42857">
                  <a:srgbClr val="000030">
                    <a:alpha val="9752"/>
                  </a:srgbClr>
                </a:gs>
                <a:gs pos="57143">
                  <a:srgbClr val="000030">
                    <a:alpha val="5527"/>
                  </a:srgbClr>
                </a:gs>
                <a:gs pos="71429">
                  <a:srgbClr val="000030">
                    <a:alpha val="2626"/>
                  </a:srgbClr>
                </a:gs>
                <a:gs pos="85714">
                  <a:srgbClr val="000030">
                    <a:alpha val="1047"/>
                  </a:srgbClr>
                </a:gs>
                <a:gs pos="100000">
                  <a:srgbClr val="000030">
                    <a:alpha val="3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0" name="Splat 730"/>
            <p:cNvSpPr>
              <a:spLocks noGrp="1"/>
            </p:cNvSpPr>
            <p:nvPr/>
          </p:nvSpPr>
          <p:spPr>
            <a:xfrm rot="8682436">
              <a:off x="1351670" y="1022048"/>
              <a:ext cx="677209" cy="111091"/>
            </a:xfrm>
            <a:prstGeom prst="ellipse">
              <a:avLst/>
            </a:prstGeom>
            <a:gradFill>
              <a:gsLst>
                <a:gs pos="0">
                  <a:srgbClr val="FF500D">
                    <a:alpha val="32968"/>
                  </a:srgbClr>
                </a:gs>
                <a:gs pos="14286">
                  <a:srgbClr val="FF500D">
                    <a:alpha val="30764"/>
                  </a:srgbClr>
                </a:gs>
                <a:gs pos="28571">
                  <a:srgbClr val="FF500D">
                    <a:alpha val="24833"/>
                  </a:srgbClr>
                </a:gs>
                <a:gs pos="42857">
                  <a:srgbClr val="FF500D">
                    <a:alpha val="17075"/>
                  </a:srgbClr>
                </a:gs>
                <a:gs pos="57143">
                  <a:srgbClr val="FF500D">
                    <a:alpha val="9855"/>
                  </a:srgbClr>
                </a:gs>
                <a:gs pos="71429">
                  <a:srgbClr val="FF500D">
                    <a:alpha val="4740"/>
                  </a:srgbClr>
                </a:gs>
                <a:gs pos="85714">
                  <a:srgbClr val="FF500D">
                    <a:alpha val="1902"/>
                  </a:srgbClr>
                </a:gs>
                <a:gs pos="100000">
                  <a:srgbClr val="FF500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1" name="Splat 731"/>
            <p:cNvSpPr>
              <a:spLocks noGrp="1"/>
            </p:cNvSpPr>
            <p:nvPr/>
          </p:nvSpPr>
          <p:spPr>
            <a:xfrm rot="-10767878">
              <a:off x="2352005" y="38389"/>
              <a:ext cx="784050" cy="6385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2" name="Splat 732"/>
            <p:cNvSpPr>
              <a:spLocks noGrp="1"/>
            </p:cNvSpPr>
            <p:nvPr/>
          </p:nvSpPr>
          <p:spPr>
            <a:xfrm rot="4543188">
              <a:off x="2591966" y="903008"/>
              <a:ext cx="341237" cy="201515"/>
            </a:xfrm>
            <a:prstGeom prst="ellipse">
              <a:avLst/>
            </a:prstGeom>
            <a:gradFill>
              <a:gsLst>
                <a:gs pos="0">
                  <a:srgbClr val="FF8F6E">
                    <a:alpha val="32968"/>
                  </a:srgbClr>
                </a:gs>
                <a:gs pos="14286">
                  <a:srgbClr val="FF8F6E">
                    <a:alpha val="30764"/>
                  </a:srgbClr>
                </a:gs>
                <a:gs pos="28571">
                  <a:srgbClr val="FF8F6E">
                    <a:alpha val="24833"/>
                  </a:srgbClr>
                </a:gs>
                <a:gs pos="42857">
                  <a:srgbClr val="FF8F6E">
                    <a:alpha val="17075"/>
                  </a:srgbClr>
                </a:gs>
                <a:gs pos="57143">
                  <a:srgbClr val="FF8F6E">
                    <a:alpha val="9855"/>
                  </a:srgbClr>
                </a:gs>
                <a:gs pos="71429">
                  <a:srgbClr val="FF8F6E">
                    <a:alpha val="4740"/>
                  </a:srgbClr>
                </a:gs>
                <a:gs pos="85714">
                  <a:srgbClr val="FF8F6E">
                    <a:alpha val="1902"/>
                  </a:srgbClr>
                </a:gs>
                <a:gs pos="100000">
                  <a:srgbClr val="FF8F6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3" name="Splat 733"/>
            <p:cNvSpPr>
              <a:spLocks noGrp="1"/>
            </p:cNvSpPr>
            <p:nvPr/>
          </p:nvSpPr>
          <p:spPr>
            <a:xfrm rot="5574942">
              <a:off x="413810" y="720271"/>
              <a:ext cx="581223" cy="50741"/>
            </a:xfrm>
            <a:prstGeom prst="ellipse">
              <a:avLst/>
            </a:prstGeom>
            <a:gradFill>
              <a:gsLst>
                <a:gs pos="0">
                  <a:srgbClr val="FFFBF2">
                    <a:alpha val="32968"/>
                  </a:srgbClr>
                </a:gs>
                <a:gs pos="14286">
                  <a:srgbClr val="FFFBF2">
                    <a:alpha val="30764"/>
                  </a:srgbClr>
                </a:gs>
                <a:gs pos="28571">
                  <a:srgbClr val="FFFBF2">
                    <a:alpha val="24833"/>
                  </a:srgbClr>
                </a:gs>
                <a:gs pos="42857">
                  <a:srgbClr val="FFFBF2">
                    <a:alpha val="17075"/>
                  </a:srgbClr>
                </a:gs>
                <a:gs pos="57143">
                  <a:srgbClr val="FFFBF2">
                    <a:alpha val="9855"/>
                  </a:srgbClr>
                </a:gs>
                <a:gs pos="71429">
                  <a:srgbClr val="FFFBF2">
                    <a:alpha val="4740"/>
                  </a:srgbClr>
                </a:gs>
                <a:gs pos="85714">
                  <a:srgbClr val="FFFBF2">
                    <a:alpha val="1902"/>
                  </a:srgbClr>
                </a:gs>
                <a:gs pos="100000">
                  <a:srgbClr val="FFFBF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4" name="Splat 734"/>
            <p:cNvSpPr>
              <a:spLocks noGrp="1"/>
            </p:cNvSpPr>
            <p:nvPr/>
          </p:nvSpPr>
          <p:spPr>
            <a:xfrm rot="3745647">
              <a:off x="2259029" y="38836"/>
              <a:ext cx="258773" cy="257422"/>
            </a:xfrm>
            <a:prstGeom prst="ellipse">
              <a:avLst/>
            </a:prstGeom>
            <a:gradFill>
              <a:gsLst>
                <a:gs pos="0">
                  <a:srgbClr val="B27C3E">
                    <a:alpha val="11246"/>
                  </a:srgbClr>
                </a:gs>
                <a:gs pos="14286">
                  <a:srgbClr val="B27C3E">
                    <a:alpha val="10385"/>
                  </a:srgbClr>
                </a:gs>
                <a:gs pos="28571">
                  <a:srgbClr val="B27C3E">
                    <a:alpha val="8161"/>
                  </a:srgbClr>
                </a:gs>
                <a:gs pos="42857">
                  <a:srgbClr val="B27C3E">
                    <a:alpha val="5431"/>
                  </a:srgbClr>
                </a:gs>
                <a:gs pos="57143">
                  <a:srgbClr val="B27C3E">
                    <a:alpha val="3047"/>
                  </a:srgbClr>
                </a:gs>
                <a:gs pos="71429">
                  <a:srgbClr val="B27C3E">
                    <a:alpha val="1438"/>
                  </a:srgbClr>
                </a:gs>
                <a:gs pos="85714">
                  <a:srgbClr val="B27C3E">
                    <a:alpha val="571"/>
                  </a:srgbClr>
                </a:gs>
                <a:gs pos="100000">
                  <a:srgbClr val="B27C3E">
                    <a:alpha val="1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5" name="Splat 735"/>
            <p:cNvSpPr>
              <a:spLocks noGrp="1"/>
            </p:cNvSpPr>
            <p:nvPr/>
          </p:nvSpPr>
          <p:spPr>
            <a:xfrm rot="5121033">
              <a:off x="2259792" y="145515"/>
              <a:ext cx="382253" cy="49385"/>
            </a:xfrm>
            <a:prstGeom prst="ellipse">
              <a:avLst/>
            </a:prstGeom>
            <a:gradFill>
              <a:gsLst>
                <a:gs pos="0">
                  <a:srgbClr val="C70000">
                    <a:alpha val="8143"/>
                  </a:srgbClr>
                </a:gs>
                <a:gs pos="14286">
                  <a:srgbClr val="C70000">
                    <a:alpha val="7510"/>
                  </a:srgbClr>
                </a:gs>
                <a:gs pos="28571">
                  <a:srgbClr val="C70000">
                    <a:alpha val="5882"/>
                  </a:srgbClr>
                </a:gs>
                <a:gs pos="42857">
                  <a:srgbClr val="C70000">
                    <a:alpha val="3898"/>
                  </a:srgbClr>
                </a:gs>
                <a:gs pos="57143">
                  <a:srgbClr val="C70000">
                    <a:alpha val="2179"/>
                  </a:srgbClr>
                </a:gs>
                <a:gs pos="71429">
                  <a:srgbClr val="C70000">
                    <a:alpha val="1026"/>
                  </a:srgbClr>
                </a:gs>
                <a:gs pos="85714">
                  <a:srgbClr val="C70000">
                    <a:alpha val="407"/>
                  </a:srgbClr>
                </a:gs>
                <a:gs pos="100000">
                  <a:srgbClr val="C70000">
                    <a:alpha val="1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6" name="Splat 736"/>
            <p:cNvSpPr>
              <a:spLocks noGrp="1"/>
            </p:cNvSpPr>
            <p:nvPr/>
          </p:nvSpPr>
          <p:spPr>
            <a:xfrm rot="9436643">
              <a:off x="1626239" y="1760258"/>
              <a:ext cx="448189" cy="64927"/>
            </a:xfrm>
            <a:prstGeom prst="ellipse">
              <a:avLst/>
            </a:prstGeom>
            <a:gradFill>
              <a:gsLst>
                <a:gs pos="0">
                  <a:srgbClr val="0E0000">
                    <a:alpha val="32968"/>
                  </a:srgbClr>
                </a:gs>
                <a:gs pos="14286">
                  <a:srgbClr val="0E0000">
                    <a:alpha val="30764"/>
                  </a:srgbClr>
                </a:gs>
                <a:gs pos="28571">
                  <a:srgbClr val="0E0000">
                    <a:alpha val="24833"/>
                  </a:srgbClr>
                </a:gs>
                <a:gs pos="42857">
                  <a:srgbClr val="0E0000">
                    <a:alpha val="17075"/>
                  </a:srgbClr>
                </a:gs>
                <a:gs pos="57143">
                  <a:srgbClr val="0E0000">
                    <a:alpha val="9855"/>
                  </a:srgbClr>
                </a:gs>
                <a:gs pos="71429">
                  <a:srgbClr val="0E0000">
                    <a:alpha val="4740"/>
                  </a:srgbClr>
                </a:gs>
                <a:gs pos="85714">
                  <a:srgbClr val="0E0000">
                    <a:alpha val="1902"/>
                  </a:srgbClr>
                </a:gs>
                <a:gs pos="100000">
                  <a:srgbClr val="0E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7" name="Splat 737"/>
            <p:cNvSpPr>
              <a:spLocks noGrp="1"/>
            </p:cNvSpPr>
            <p:nvPr/>
          </p:nvSpPr>
          <p:spPr>
            <a:xfrm rot="10396939">
              <a:off x="740528" y="1323837"/>
              <a:ext cx="381017" cy="3395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8" name="Splat 738"/>
            <p:cNvSpPr>
              <a:spLocks noGrp="1"/>
            </p:cNvSpPr>
            <p:nvPr/>
          </p:nvSpPr>
          <p:spPr>
            <a:xfrm rot="10268729">
              <a:off x="461666" y="1553930"/>
              <a:ext cx="535712" cy="292996"/>
            </a:xfrm>
            <a:prstGeom prst="ellipse">
              <a:avLst/>
            </a:prstGeom>
            <a:gradFill>
              <a:gsLst>
                <a:gs pos="0">
                  <a:srgbClr val="000000">
                    <a:alpha val="23095"/>
                  </a:srgbClr>
                </a:gs>
                <a:gs pos="14286">
                  <a:srgbClr val="000000">
                    <a:alpha val="21444"/>
                  </a:srgbClr>
                </a:gs>
                <a:gs pos="28571">
                  <a:srgbClr val="000000">
                    <a:alpha val="17089"/>
                  </a:srgbClr>
                </a:gs>
                <a:gs pos="42857">
                  <a:srgbClr val="000000">
                    <a:alpha val="11567"/>
                  </a:srgbClr>
                </a:gs>
                <a:gs pos="57143">
                  <a:srgbClr val="000000">
                    <a:alpha val="6584"/>
                  </a:srgbClr>
                </a:gs>
                <a:gs pos="71429">
                  <a:srgbClr val="000000">
                    <a:alpha val="3138"/>
                  </a:srgbClr>
                </a:gs>
                <a:gs pos="85714">
                  <a:srgbClr val="000000">
                    <a:alpha val="1253"/>
                  </a:srgbClr>
                </a:gs>
                <a:gs pos="100000">
                  <a:srgbClr val="000000">
                    <a:alpha val="4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9" name="Splat 739"/>
            <p:cNvSpPr>
              <a:spLocks noGrp="1"/>
            </p:cNvSpPr>
            <p:nvPr/>
          </p:nvSpPr>
          <p:spPr>
            <a:xfrm rot="-9920066">
              <a:off x="362829" y="655802"/>
              <a:ext cx="570024" cy="13448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0" name="Splat 740"/>
            <p:cNvSpPr>
              <a:spLocks noGrp="1"/>
            </p:cNvSpPr>
            <p:nvPr/>
          </p:nvSpPr>
          <p:spPr>
            <a:xfrm rot="3925330">
              <a:off x="2511869" y="1067124"/>
              <a:ext cx="434175" cy="23495"/>
            </a:xfrm>
            <a:prstGeom prst="ellipse">
              <a:avLst/>
            </a:prstGeom>
            <a:gradFill>
              <a:gsLst>
                <a:gs pos="0">
                  <a:srgbClr val="8CFFFB">
                    <a:alpha val="32968"/>
                  </a:srgbClr>
                </a:gs>
                <a:gs pos="14286">
                  <a:srgbClr val="8CFFFB">
                    <a:alpha val="30764"/>
                  </a:srgbClr>
                </a:gs>
                <a:gs pos="28571">
                  <a:srgbClr val="8CFFFB">
                    <a:alpha val="24833"/>
                  </a:srgbClr>
                </a:gs>
                <a:gs pos="42857">
                  <a:srgbClr val="8CFFFB">
                    <a:alpha val="17075"/>
                  </a:srgbClr>
                </a:gs>
                <a:gs pos="57143">
                  <a:srgbClr val="8CFFFB">
                    <a:alpha val="9855"/>
                  </a:srgbClr>
                </a:gs>
                <a:gs pos="71429">
                  <a:srgbClr val="8CFFFB">
                    <a:alpha val="4740"/>
                  </a:srgbClr>
                </a:gs>
                <a:gs pos="85714">
                  <a:srgbClr val="8CFFFB">
                    <a:alpha val="1902"/>
                  </a:srgbClr>
                </a:gs>
                <a:gs pos="100000">
                  <a:srgbClr val="8CFFF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1" name="Splat 741"/>
            <p:cNvSpPr>
              <a:spLocks noGrp="1"/>
            </p:cNvSpPr>
            <p:nvPr/>
          </p:nvSpPr>
          <p:spPr>
            <a:xfrm rot="-10791420">
              <a:off x="1080773" y="595106"/>
              <a:ext cx="560834" cy="59260"/>
            </a:xfrm>
            <a:prstGeom prst="ellipse">
              <a:avLst/>
            </a:prstGeom>
            <a:gradFill>
              <a:gsLst>
                <a:gs pos="0">
                  <a:srgbClr val="FFFBFB">
                    <a:alpha val="12667"/>
                  </a:srgbClr>
                </a:gs>
                <a:gs pos="14286">
                  <a:srgbClr val="FFFBFB">
                    <a:alpha val="11705"/>
                  </a:srgbClr>
                </a:gs>
                <a:gs pos="28571">
                  <a:srgbClr val="FFFBFB">
                    <a:alpha val="9214"/>
                  </a:srgbClr>
                </a:gs>
                <a:gs pos="42857">
                  <a:srgbClr val="FFFBFB">
                    <a:alpha val="6143"/>
                  </a:srgbClr>
                </a:gs>
                <a:gs pos="57143">
                  <a:srgbClr val="FFFBFB">
                    <a:alpha val="3452"/>
                  </a:srgbClr>
                </a:gs>
                <a:gs pos="71429">
                  <a:srgbClr val="FFFBFB">
                    <a:alpha val="1631"/>
                  </a:srgbClr>
                </a:gs>
                <a:gs pos="85714">
                  <a:srgbClr val="FFFBFB">
                    <a:alpha val="648"/>
                  </a:srgbClr>
                </a:gs>
                <a:gs pos="100000">
                  <a:srgbClr val="FFFBFB">
                    <a:alpha val="2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2" name="Splat 742"/>
            <p:cNvSpPr>
              <a:spLocks noGrp="1"/>
            </p:cNvSpPr>
            <p:nvPr/>
          </p:nvSpPr>
          <p:spPr>
            <a:xfrm rot="5914471">
              <a:off x="2439145" y="215066"/>
              <a:ext cx="373124" cy="85468"/>
            </a:xfrm>
            <a:prstGeom prst="ellipse">
              <a:avLst/>
            </a:prstGeom>
            <a:gradFill>
              <a:gsLst>
                <a:gs pos="0">
                  <a:srgbClr val="FFCFAB">
                    <a:alpha val="32968"/>
                  </a:srgbClr>
                </a:gs>
                <a:gs pos="14286">
                  <a:srgbClr val="FFCFAB">
                    <a:alpha val="30764"/>
                  </a:srgbClr>
                </a:gs>
                <a:gs pos="28571">
                  <a:srgbClr val="FFCFAB">
                    <a:alpha val="24833"/>
                  </a:srgbClr>
                </a:gs>
                <a:gs pos="42857">
                  <a:srgbClr val="FFCFAB">
                    <a:alpha val="17075"/>
                  </a:srgbClr>
                </a:gs>
                <a:gs pos="57143">
                  <a:srgbClr val="FFCFAB">
                    <a:alpha val="9855"/>
                  </a:srgbClr>
                </a:gs>
                <a:gs pos="71429">
                  <a:srgbClr val="FFCFAB">
                    <a:alpha val="4740"/>
                  </a:srgbClr>
                </a:gs>
                <a:gs pos="85714">
                  <a:srgbClr val="FFCFAB">
                    <a:alpha val="1902"/>
                  </a:srgbClr>
                </a:gs>
                <a:gs pos="100000">
                  <a:srgbClr val="FFCFA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3" name="Splat 743"/>
            <p:cNvSpPr>
              <a:spLocks noGrp="1"/>
            </p:cNvSpPr>
            <p:nvPr/>
          </p:nvSpPr>
          <p:spPr>
            <a:xfrm rot="8244463">
              <a:off x="982566" y="1316315"/>
              <a:ext cx="470703" cy="3881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4" name="Splat 744"/>
            <p:cNvSpPr>
              <a:spLocks noGrp="1"/>
            </p:cNvSpPr>
            <p:nvPr/>
          </p:nvSpPr>
          <p:spPr>
            <a:xfrm rot="-10771912">
              <a:off x="807551" y="1434903"/>
              <a:ext cx="295190" cy="11075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5" name="Splat 745"/>
            <p:cNvSpPr>
              <a:spLocks noGrp="1"/>
            </p:cNvSpPr>
            <p:nvPr/>
          </p:nvSpPr>
          <p:spPr>
            <a:xfrm rot="6303430">
              <a:off x="2174049" y="1445087"/>
              <a:ext cx="382896" cy="304084"/>
            </a:xfrm>
            <a:prstGeom prst="ellipse">
              <a:avLst/>
            </a:prstGeom>
            <a:gradFill>
              <a:gsLst>
                <a:gs pos="0">
                  <a:srgbClr val="F69500">
                    <a:alpha val="9752"/>
                  </a:srgbClr>
                </a:gs>
                <a:gs pos="14286">
                  <a:srgbClr val="F69500">
                    <a:alpha val="9000"/>
                  </a:srgbClr>
                </a:gs>
                <a:gs pos="28571">
                  <a:srgbClr val="F69500">
                    <a:alpha val="7061"/>
                  </a:srgbClr>
                </a:gs>
                <a:gs pos="42857">
                  <a:srgbClr val="F69500">
                    <a:alpha val="4689"/>
                  </a:srgbClr>
                </a:gs>
                <a:gs pos="57143">
                  <a:srgbClr val="F69500">
                    <a:alpha val="2626"/>
                  </a:srgbClr>
                </a:gs>
                <a:gs pos="71429">
                  <a:srgbClr val="F69500">
                    <a:alpha val="1238"/>
                  </a:srgbClr>
                </a:gs>
                <a:gs pos="85714">
                  <a:srgbClr val="F69500">
                    <a:alpha val="491"/>
                  </a:srgbClr>
                </a:gs>
                <a:gs pos="100000">
                  <a:srgbClr val="F69500">
                    <a:alpha val="1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6" name="Splat 746"/>
            <p:cNvSpPr>
              <a:spLocks noGrp="1"/>
            </p:cNvSpPr>
            <p:nvPr/>
          </p:nvSpPr>
          <p:spPr>
            <a:xfrm rot="-9885916">
              <a:off x="730476" y="1453318"/>
              <a:ext cx="371075" cy="27608"/>
            </a:xfrm>
            <a:prstGeom prst="ellipse">
              <a:avLst/>
            </a:prstGeom>
            <a:gradFill>
              <a:gsLst>
                <a:gs pos="0">
                  <a:srgbClr val="F7FBFF">
                    <a:alpha val="28511"/>
                  </a:srgbClr>
                </a:gs>
                <a:gs pos="14286">
                  <a:srgbClr val="F7FBFF">
                    <a:alpha val="26544"/>
                  </a:srgbClr>
                </a:gs>
                <a:gs pos="28571">
                  <a:srgbClr val="F7FBFF">
                    <a:alpha val="21300"/>
                  </a:srgbClr>
                </a:gs>
                <a:gs pos="42857">
                  <a:srgbClr val="F7FBFF">
                    <a:alpha val="14539"/>
                  </a:srgbClr>
                </a:gs>
                <a:gs pos="57143">
                  <a:srgbClr val="F7FBFF">
                    <a:alpha val="8337"/>
                  </a:srgbClr>
                </a:gs>
                <a:gs pos="71429">
                  <a:srgbClr val="F7FBFF">
                    <a:alpha val="3993"/>
                  </a:srgbClr>
                </a:gs>
                <a:gs pos="85714">
                  <a:srgbClr val="F7FBFF">
                    <a:alpha val="1598"/>
                  </a:srgbClr>
                </a:gs>
                <a:gs pos="100000">
                  <a:srgbClr val="F7FBFF">
                    <a:alpha val="5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7" name="Splat 747"/>
            <p:cNvSpPr>
              <a:spLocks noGrp="1"/>
            </p:cNvSpPr>
            <p:nvPr/>
          </p:nvSpPr>
          <p:spPr>
            <a:xfrm rot="-10635389">
              <a:off x="2065733" y="515657"/>
              <a:ext cx="599546" cy="30459"/>
            </a:xfrm>
            <a:prstGeom prst="ellipse">
              <a:avLst/>
            </a:prstGeom>
            <a:gradFill>
              <a:gsLst>
                <a:gs pos="0">
                  <a:srgbClr val="D3E7FD">
                    <a:alpha val="26364"/>
                  </a:srgbClr>
                </a:gs>
                <a:gs pos="14286">
                  <a:srgbClr val="D3E7FD">
                    <a:alpha val="24519"/>
                  </a:srgbClr>
                </a:gs>
                <a:gs pos="28571">
                  <a:srgbClr val="D3E7FD">
                    <a:alpha val="19620"/>
                  </a:srgbClr>
                </a:gs>
                <a:gs pos="42857">
                  <a:srgbClr val="D3E7FD">
                    <a:alpha val="13347"/>
                  </a:srgbClr>
                </a:gs>
                <a:gs pos="57143">
                  <a:srgbClr val="D3E7FD">
                    <a:alpha val="7631"/>
                  </a:srgbClr>
                </a:gs>
                <a:gs pos="71429">
                  <a:srgbClr val="D3E7FD">
                    <a:alpha val="3647"/>
                  </a:srgbClr>
                </a:gs>
                <a:gs pos="85714">
                  <a:srgbClr val="D3E7FD">
                    <a:alpha val="1459"/>
                  </a:srgbClr>
                </a:gs>
                <a:gs pos="100000">
                  <a:srgbClr val="D3E7FD">
                    <a:alpha val="4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8" name="Splat 748"/>
            <p:cNvSpPr>
              <a:spLocks noGrp="1"/>
            </p:cNvSpPr>
            <p:nvPr/>
          </p:nvSpPr>
          <p:spPr>
            <a:xfrm rot="10789939">
              <a:off x="2852607" y="1851752"/>
              <a:ext cx="362909" cy="226584"/>
            </a:xfrm>
            <a:prstGeom prst="ellipse">
              <a:avLst/>
            </a:prstGeom>
            <a:gradFill>
              <a:gsLst>
                <a:gs pos="0">
                  <a:srgbClr val="F5A500">
                    <a:alpha val="8836"/>
                  </a:srgbClr>
                </a:gs>
                <a:gs pos="14286">
                  <a:srgbClr val="F5A500">
                    <a:alpha val="8151"/>
                  </a:srgbClr>
                </a:gs>
                <a:gs pos="28571">
                  <a:srgbClr val="F5A500">
                    <a:alpha val="6388"/>
                  </a:srgbClr>
                </a:gs>
                <a:gs pos="42857">
                  <a:srgbClr val="F5A500">
                    <a:alpha val="4238"/>
                  </a:srgbClr>
                </a:gs>
                <a:gs pos="57143">
                  <a:srgbClr val="F5A500">
                    <a:alpha val="2371"/>
                  </a:srgbClr>
                </a:gs>
                <a:gs pos="71429">
                  <a:srgbClr val="F5A500">
                    <a:alpha val="1117"/>
                  </a:srgbClr>
                </a:gs>
                <a:gs pos="85714">
                  <a:srgbClr val="F5A500">
                    <a:alpha val="443"/>
                  </a:srgbClr>
                </a:gs>
                <a:gs pos="100000">
                  <a:srgbClr val="F5A500">
                    <a:alpha val="1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9" name="Splat 749"/>
            <p:cNvSpPr>
              <a:spLocks noGrp="1"/>
            </p:cNvSpPr>
            <p:nvPr/>
          </p:nvSpPr>
          <p:spPr>
            <a:xfrm rot="8608263">
              <a:off x="2537173" y="368942"/>
              <a:ext cx="303771" cy="251217"/>
            </a:xfrm>
            <a:prstGeom prst="ellipse">
              <a:avLst/>
            </a:prstGeom>
            <a:gradFill>
              <a:gsLst>
                <a:gs pos="0">
                  <a:srgbClr val="4F0000">
                    <a:alpha val="6156"/>
                  </a:srgbClr>
                </a:gs>
                <a:gs pos="14286">
                  <a:srgbClr val="4F0000">
                    <a:alpha val="5673"/>
                  </a:srgbClr>
                </a:gs>
                <a:gs pos="28571">
                  <a:srgbClr val="4F0000">
                    <a:alpha val="4433"/>
                  </a:srgbClr>
                </a:gs>
                <a:gs pos="42857">
                  <a:srgbClr val="4F0000">
                    <a:alpha val="2930"/>
                  </a:srgbClr>
                </a:gs>
                <a:gs pos="57143">
                  <a:srgbClr val="4F0000">
                    <a:alpha val="1635"/>
                  </a:srgbClr>
                </a:gs>
                <a:gs pos="71429">
                  <a:srgbClr val="4F0000">
                    <a:alpha val="768"/>
                  </a:srgbClr>
                </a:gs>
                <a:gs pos="85714">
                  <a:srgbClr val="4F0000">
                    <a:alpha val="305"/>
                  </a:srgbClr>
                </a:gs>
                <a:gs pos="100000">
                  <a:srgbClr val="4F0000">
                    <a:alpha val="1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0" name="Splat 750"/>
            <p:cNvSpPr>
              <a:spLocks noGrp="1"/>
            </p:cNvSpPr>
            <p:nvPr/>
          </p:nvSpPr>
          <p:spPr>
            <a:xfrm rot="8847408">
              <a:off x="1517030" y="768221"/>
              <a:ext cx="660523" cy="5735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1" name="Splat 751"/>
            <p:cNvSpPr>
              <a:spLocks noGrp="1"/>
            </p:cNvSpPr>
            <p:nvPr/>
          </p:nvSpPr>
          <p:spPr>
            <a:xfrm rot="5355543">
              <a:off x="1137678" y="75728"/>
              <a:ext cx="657017" cy="42684"/>
            </a:xfrm>
            <a:prstGeom prst="ellipse">
              <a:avLst/>
            </a:prstGeom>
            <a:gradFill>
              <a:gsLst>
                <a:gs pos="0">
                  <a:srgbClr val="FFFFF9">
                    <a:alpha val="32968"/>
                  </a:srgbClr>
                </a:gs>
                <a:gs pos="14286">
                  <a:srgbClr val="FFFFF9">
                    <a:alpha val="30764"/>
                  </a:srgbClr>
                </a:gs>
                <a:gs pos="28571">
                  <a:srgbClr val="FFFFF9">
                    <a:alpha val="24833"/>
                  </a:srgbClr>
                </a:gs>
                <a:gs pos="42857">
                  <a:srgbClr val="FFFFF9">
                    <a:alpha val="17075"/>
                  </a:srgbClr>
                </a:gs>
                <a:gs pos="57143">
                  <a:srgbClr val="FFFFF9">
                    <a:alpha val="9855"/>
                  </a:srgbClr>
                </a:gs>
                <a:gs pos="71429">
                  <a:srgbClr val="FFFFF9">
                    <a:alpha val="4740"/>
                  </a:srgbClr>
                </a:gs>
                <a:gs pos="85714">
                  <a:srgbClr val="FFFFF9">
                    <a:alpha val="1902"/>
                  </a:srgbClr>
                </a:gs>
                <a:gs pos="100000">
                  <a:srgbClr val="FFFFF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2" name="Splat 752"/>
            <p:cNvSpPr>
              <a:spLocks noGrp="1"/>
            </p:cNvSpPr>
            <p:nvPr/>
          </p:nvSpPr>
          <p:spPr>
            <a:xfrm rot="7157425">
              <a:off x="3071069" y="2050783"/>
              <a:ext cx="267181" cy="25215"/>
            </a:xfrm>
            <a:prstGeom prst="ellipse">
              <a:avLst/>
            </a:prstGeom>
            <a:gradFill>
              <a:gsLst>
                <a:gs pos="0">
                  <a:srgbClr val="3A0400">
                    <a:alpha val="32269"/>
                  </a:srgbClr>
                </a:gs>
                <a:gs pos="14286">
                  <a:srgbClr val="3A0400">
                    <a:alpha val="30101"/>
                  </a:srgbClr>
                </a:gs>
                <a:gs pos="28571">
                  <a:srgbClr val="3A0400">
                    <a:alpha val="24275"/>
                  </a:srgbClr>
                </a:gs>
                <a:gs pos="42857">
                  <a:srgbClr val="3A0400">
                    <a:alpha val="16672"/>
                  </a:srgbClr>
                </a:gs>
                <a:gs pos="57143">
                  <a:srgbClr val="3A0400">
                    <a:alpha val="9612"/>
                  </a:srgbClr>
                </a:gs>
                <a:gs pos="71429">
                  <a:srgbClr val="3A0400">
                    <a:alpha val="4620"/>
                  </a:srgbClr>
                </a:gs>
                <a:gs pos="85714">
                  <a:srgbClr val="3A0400">
                    <a:alpha val="1853"/>
                  </a:srgbClr>
                </a:gs>
                <a:gs pos="100000">
                  <a:srgbClr val="3A0400">
                    <a:alpha val="6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3" name="Splat 753"/>
            <p:cNvSpPr>
              <a:spLocks noGrp="1"/>
            </p:cNvSpPr>
            <p:nvPr/>
          </p:nvSpPr>
          <p:spPr>
            <a:xfrm rot="5588097">
              <a:off x="2142952" y="135927"/>
              <a:ext cx="842053" cy="24659"/>
            </a:xfrm>
            <a:prstGeom prst="ellipse">
              <a:avLst/>
            </a:prstGeom>
            <a:gradFill>
              <a:gsLst>
                <a:gs pos="0">
                  <a:srgbClr val="EDF3FF">
                    <a:alpha val="32968"/>
                  </a:srgbClr>
                </a:gs>
                <a:gs pos="14286">
                  <a:srgbClr val="EDF3FF">
                    <a:alpha val="30764"/>
                  </a:srgbClr>
                </a:gs>
                <a:gs pos="28571">
                  <a:srgbClr val="EDF3FF">
                    <a:alpha val="24833"/>
                  </a:srgbClr>
                </a:gs>
                <a:gs pos="42857">
                  <a:srgbClr val="EDF3FF">
                    <a:alpha val="17075"/>
                  </a:srgbClr>
                </a:gs>
                <a:gs pos="57143">
                  <a:srgbClr val="EDF3FF">
                    <a:alpha val="9855"/>
                  </a:srgbClr>
                </a:gs>
                <a:gs pos="71429">
                  <a:srgbClr val="EDF3FF">
                    <a:alpha val="4740"/>
                  </a:srgbClr>
                </a:gs>
                <a:gs pos="85714">
                  <a:srgbClr val="EDF3FF">
                    <a:alpha val="1902"/>
                  </a:srgbClr>
                </a:gs>
                <a:gs pos="100000">
                  <a:srgbClr val="EDF3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4" name="Splat 754"/>
            <p:cNvSpPr>
              <a:spLocks noGrp="1"/>
            </p:cNvSpPr>
            <p:nvPr/>
          </p:nvSpPr>
          <p:spPr>
            <a:xfrm rot="10457196">
              <a:off x="804781" y="1932445"/>
              <a:ext cx="375606" cy="9071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5" name="Splat 755"/>
            <p:cNvSpPr>
              <a:spLocks noGrp="1"/>
            </p:cNvSpPr>
            <p:nvPr/>
          </p:nvSpPr>
          <p:spPr>
            <a:xfrm rot="6104484">
              <a:off x="2521155" y="274520"/>
              <a:ext cx="312258" cy="277548"/>
            </a:xfrm>
            <a:prstGeom prst="ellipse">
              <a:avLst/>
            </a:prstGeom>
            <a:gradFill>
              <a:gsLst>
                <a:gs pos="0">
                  <a:srgbClr val="FF3D00">
                    <a:alpha val="6413"/>
                  </a:srgbClr>
                </a:gs>
                <a:gs pos="14286">
                  <a:srgbClr val="FF3D00">
                    <a:alpha val="5910"/>
                  </a:srgbClr>
                </a:gs>
                <a:gs pos="28571">
                  <a:srgbClr val="FF3D00">
                    <a:alpha val="4620"/>
                  </a:srgbClr>
                </a:gs>
                <a:gs pos="42857">
                  <a:srgbClr val="FF3D00">
                    <a:alpha val="3055"/>
                  </a:srgbClr>
                </a:gs>
                <a:gs pos="57143">
                  <a:srgbClr val="FF3D00">
                    <a:alpha val="1704"/>
                  </a:srgbClr>
                </a:gs>
                <a:gs pos="71429">
                  <a:srgbClr val="FF3D00">
                    <a:alpha val="801"/>
                  </a:srgbClr>
                </a:gs>
                <a:gs pos="85714">
                  <a:srgbClr val="FF3D00">
                    <a:alpha val="318"/>
                  </a:srgbClr>
                </a:gs>
                <a:gs pos="100000">
                  <a:srgbClr val="FF3D00">
                    <a:alpha val="1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6" name="Splat 756"/>
            <p:cNvSpPr>
              <a:spLocks noGrp="1"/>
            </p:cNvSpPr>
            <p:nvPr/>
          </p:nvSpPr>
          <p:spPr>
            <a:xfrm rot="5100008">
              <a:off x="2707169" y="999296"/>
              <a:ext cx="613324" cy="16478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7" name="Splat 757"/>
            <p:cNvSpPr>
              <a:spLocks noGrp="1"/>
            </p:cNvSpPr>
            <p:nvPr/>
          </p:nvSpPr>
          <p:spPr>
            <a:xfrm rot="-9920057">
              <a:off x="1422995" y="150139"/>
              <a:ext cx="240742" cy="157054"/>
            </a:xfrm>
            <a:prstGeom prst="ellipse">
              <a:avLst/>
            </a:prstGeom>
            <a:gradFill>
              <a:gsLst>
                <a:gs pos="0">
                  <a:srgbClr val="FFB87F">
                    <a:alpha val="18631"/>
                  </a:srgbClr>
                </a:gs>
                <a:gs pos="14286">
                  <a:srgbClr val="FFB87F">
                    <a:alpha val="17263"/>
                  </a:srgbClr>
                </a:gs>
                <a:gs pos="28571">
                  <a:srgbClr val="FFB87F">
                    <a:alpha val="13682"/>
                  </a:srgbClr>
                </a:gs>
                <a:gs pos="42857">
                  <a:srgbClr val="FFB87F">
                    <a:alpha val="9200"/>
                  </a:srgbClr>
                </a:gs>
                <a:gs pos="57143">
                  <a:srgbClr val="FFB87F">
                    <a:alpha val="5207"/>
                  </a:srgbClr>
                </a:gs>
                <a:gs pos="71429">
                  <a:srgbClr val="FFB87F">
                    <a:alpha val="2472"/>
                  </a:srgbClr>
                </a:gs>
                <a:gs pos="85714">
                  <a:srgbClr val="FFB87F">
                    <a:alpha val="985"/>
                  </a:srgbClr>
                </a:gs>
                <a:gs pos="100000">
                  <a:srgbClr val="FFB87F">
                    <a:alpha val="3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8" name="Splat 758"/>
            <p:cNvSpPr>
              <a:spLocks noGrp="1"/>
            </p:cNvSpPr>
            <p:nvPr/>
          </p:nvSpPr>
          <p:spPr>
            <a:xfrm rot="3917029">
              <a:off x="640665" y="1670837"/>
              <a:ext cx="235089" cy="34355"/>
            </a:xfrm>
            <a:prstGeom prst="ellipse">
              <a:avLst/>
            </a:prstGeom>
            <a:gradFill>
              <a:gsLst>
                <a:gs pos="0">
                  <a:srgbClr val="FFECE6">
                    <a:alpha val="31878"/>
                  </a:srgbClr>
                </a:gs>
                <a:gs pos="14286">
                  <a:srgbClr val="FFECE6">
                    <a:alpha val="29730"/>
                  </a:srgbClr>
                </a:gs>
                <a:gs pos="28571">
                  <a:srgbClr val="FFECE6">
                    <a:alpha val="23963"/>
                  </a:srgbClr>
                </a:gs>
                <a:gs pos="42857">
                  <a:srgbClr val="FFECE6">
                    <a:alpha val="16447"/>
                  </a:srgbClr>
                </a:gs>
                <a:gs pos="57143">
                  <a:srgbClr val="FFECE6">
                    <a:alpha val="9477"/>
                  </a:srgbClr>
                </a:gs>
                <a:gs pos="71429">
                  <a:srgbClr val="FFECE6">
                    <a:alpha val="4554"/>
                  </a:srgbClr>
                </a:gs>
                <a:gs pos="85714">
                  <a:srgbClr val="FFECE6">
                    <a:alpha val="1826"/>
                  </a:srgbClr>
                </a:gs>
                <a:gs pos="100000">
                  <a:srgbClr val="FFECE6">
                    <a:alpha val="6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9" name="Splat 759"/>
            <p:cNvSpPr>
              <a:spLocks noGrp="1"/>
            </p:cNvSpPr>
            <p:nvPr/>
          </p:nvSpPr>
          <p:spPr>
            <a:xfrm rot="6117331">
              <a:off x="1866915" y="150378"/>
              <a:ext cx="162872" cy="58481"/>
            </a:xfrm>
            <a:prstGeom prst="ellipse">
              <a:avLst/>
            </a:prstGeom>
            <a:gradFill>
              <a:gsLst>
                <a:gs pos="0">
                  <a:srgbClr val="FFD48F">
                    <a:alpha val="32968"/>
                  </a:srgbClr>
                </a:gs>
                <a:gs pos="14286">
                  <a:srgbClr val="FFD48F">
                    <a:alpha val="30764"/>
                  </a:srgbClr>
                </a:gs>
                <a:gs pos="28571">
                  <a:srgbClr val="FFD48F">
                    <a:alpha val="24833"/>
                  </a:srgbClr>
                </a:gs>
                <a:gs pos="42857">
                  <a:srgbClr val="FFD48F">
                    <a:alpha val="17075"/>
                  </a:srgbClr>
                </a:gs>
                <a:gs pos="57143">
                  <a:srgbClr val="FFD48F">
                    <a:alpha val="9855"/>
                  </a:srgbClr>
                </a:gs>
                <a:gs pos="71429">
                  <a:srgbClr val="FFD48F">
                    <a:alpha val="4740"/>
                  </a:srgbClr>
                </a:gs>
                <a:gs pos="85714">
                  <a:srgbClr val="FFD48F">
                    <a:alpha val="1902"/>
                  </a:srgbClr>
                </a:gs>
                <a:gs pos="100000">
                  <a:srgbClr val="FFD48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0" name="Splat 760"/>
            <p:cNvSpPr>
              <a:spLocks noGrp="1"/>
            </p:cNvSpPr>
            <p:nvPr/>
          </p:nvSpPr>
          <p:spPr>
            <a:xfrm rot="8651576">
              <a:off x="1388662" y="950828"/>
              <a:ext cx="794598" cy="263880"/>
            </a:xfrm>
            <a:prstGeom prst="ellipse">
              <a:avLst/>
            </a:prstGeom>
            <a:gradFill>
              <a:gsLst>
                <a:gs pos="0">
                  <a:srgbClr val="FF0000">
                    <a:alpha val="32968"/>
                  </a:srgbClr>
                </a:gs>
                <a:gs pos="14286">
                  <a:srgbClr val="FF0000">
                    <a:alpha val="30764"/>
                  </a:srgbClr>
                </a:gs>
                <a:gs pos="28571">
                  <a:srgbClr val="FF0000">
                    <a:alpha val="24833"/>
                  </a:srgbClr>
                </a:gs>
                <a:gs pos="42857">
                  <a:srgbClr val="FF0000">
                    <a:alpha val="17075"/>
                  </a:srgbClr>
                </a:gs>
                <a:gs pos="57143">
                  <a:srgbClr val="FF0000">
                    <a:alpha val="9855"/>
                  </a:srgbClr>
                </a:gs>
                <a:gs pos="71429">
                  <a:srgbClr val="FF0000">
                    <a:alpha val="4740"/>
                  </a:srgbClr>
                </a:gs>
                <a:gs pos="85714">
                  <a:srgbClr val="FF0000">
                    <a:alpha val="1902"/>
                  </a:srgbClr>
                </a:gs>
                <a:gs pos="100000">
                  <a:srgbClr val="F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1" name="Splat 761"/>
            <p:cNvSpPr>
              <a:spLocks noGrp="1"/>
            </p:cNvSpPr>
            <p:nvPr/>
          </p:nvSpPr>
          <p:spPr>
            <a:xfrm rot="-10776539">
              <a:off x="2642468" y="44295"/>
              <a:ext cx="684625" cy="5200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2" name="Splat 762"/>
            <p:cNvSpPr>
              <a:spLocks noGrp="1"/>
            </p:cNvSpPr>
            <p:nvPr/>
          </p:nvSpPr>
          <p:spPr>
            <a:xfrm rot="-10702434">
              <a:off x="2763560" y="548476"/>
              <a:ext cx="691862" cy="9845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3" name="Splat 763"/>
            <p:cNvSpPr>
              <a:spLocks noGrp="1"/>
            </p:cNvSpPr>
            <p:nvPr/>
          </p:nvSpPr>
          <p:spPr>
            <a:xfrm rot="3060502">
              <a:off x="889106" y="278484"/>
              <a:ext cx="324750" cy="262766"/>
            </a:xfrm>
            <a:prstGeom prst="ellipse">
              <a:avLst/>
            </a:prstGeom>
            <a:gradFill>
              <a:gsLst>
                <a:gs pos="0">
                  <a:srgbClr val="CFC2CB">
                    <a:alpha val="28591"/>
                  </a:srgbClr>
                </a:gs>
                <a:gs pos="14286">
                  <a:srgbClr val="CFC2CB">
                    <a:alpha val="26620"/>
                  </a:srgbClr>
                </a:gs>
                <a:gs pos="28571">
                  <a:srgbClr val="CFC2CB">
                    <a:alpha val="21362"/>
                  </a:srgbClr>
                </a:gs>
                <a:gs pos="42857">
                  <a:srgbClr val="CFC2CB">
                    <a:alpha val="14584"/>
                  </a:srgbClr>
                </a:gs>
                <a:gs pos="57143">
                  <a:srgbClr val="CFC2CB">
                    <a:alpha val="8364"/>
                  </a:srgbClr>
                </a:gs>
                <a:gs pos="71429">
                  <a:srgbClr val="CFC2CB">
                    <a:alpha val="4006"/>
                  </a:srgbClr>
                </a:gs>
                <a:gs pos="85714">
                  <a:srgbClr val="CFC2CB">
                    <a:alpha val="1604"/>
                  </a:srgbClr>
                </a:gs>
                <a:gs pos="100000">
                  <a:srgbClr val="CFC2CB">
                    <a:alpha val="5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4" name="Splat 764"/>
            <p:cNvSpPr>
              <a:spLocks noGrp="1"/>
            </p:cNvSpPr>
            <p:nvPr/>
          </p:nvSpPr>
          <p:spPr>
            <a:xfrm rot="-9339083">
              <a:off x="2589616" y="1378480"/>
              <a:ext cx="778903" cy="150810"/>
            </a:xfrm>
            <a:prstGeom prst="ellipse">
              <a:avLst/>
            </a:prstGeom>
            <a:gradFill>
              <a:gsLst>
                <a:gs pos="0">
                  <a:srgbClr val="FF0000">
                    <a:alpha val="32968"/>
                  </a:srgbClr>
                </a:gs>
                <a:gs pos="14286">
                  <a:srgbClr val="FF0000">
                    <a:alpha val="30764"/>
                  </a:srgbClr>
                </a:gs>
                <a:gs pos="28571">
                  <a:srgbClr val="FF0000">
                    <a:alpha val="24833"/>
                  </a:srgbClr>
                </a:gs>
                <a:gs pos="42857">
                  <a:srgbClr val="FF0000">
                    <a:alpha val="17075"/>
                  </a:srgbClr>
                </a:gs>
                <a:gs pos="57143">
                  <a:srgbClr val="FF0000">
                    <a:alpha val="9855"/>
                  </a:srgbClr>
                </a:gs>
                <a:gs pos="71429">
                  <a:srgbClr val="FF0000">
                    <a:alpha val="4740"/>
                  </a:srgbClr>
                </a:gs>
                <a:gs pos="85714">
                  <a:srgbClr val="FF0000">
                    <a:alpha val="1902"/>
                  </a:srgbClr>
                </a:gs>
                <a:gs pos="100000">
                  <a:srgbClr val="F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5" name="Splat 765"/>
            <p:cNvSpPr>
              <a:spLocks noGrp="1"/>
            </p:cNvSpPr>
            <p:nvPr/>
          </p:nvSpPr>
          <p:spPr>
            <a:xfrm rot="5424813">
              <a:off x="147971" y="846810"/>
              <a:ext cx="227603" cy="54088"/>
            </a:xfrm>
            <a:prstGeom prst="ellipse">
              <a:avLst/>
            </a:prstGeom>
            <a:gradFill>
              <a:gsLst>
                <a:gs pos="0">
                  <a:srgbClr val="FFFF9B">
                    <a:alpha val="32968"/>
                  </a:srgbClr>
                </a:gs>
                <a:gs pos="14286">
                  <a:srgbClr val="FFFF9B">
                    <a:alpha val="30764"/>
                  </a:srgbClr>
                </a:gs>
                <a:gs pos="28571">
                  <a:srgbClr val="FFFF9B">
                    <a:alpha val="24833"/>
                  </a:srgbClr>
                </a:gs>
                <a:gs pos="42857">
                  <a:srgbClr val="FFFF9B">
                    <a:alpha val="17075"/>
                  </a:srgbClr>
                </a:gs>
                <a:gs pos="57143">
                  <a:srgbClr val="FFFF9B">
                    <a:alpha val="9855"/>
                  </a:srgbClr>
                </a:gs>
                <a:gs pos="71429">
                  <a:srgbClr val="FFFF9B">
                    <a:alpha val="4740"/>
                  </a:srgbClr>
                </a:gs>
                <a:gs pos="85714">
                  <a:srgbClr val="FFFF9B">
                    <a:alpha val="1902"/>
                  </a:srgbClr>
                </a:gs>
                <a:gs pos="100000">
                  <a:srgbClr val="FFFF9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6" name="Splat 766"/>
            <p:cNvSpPr>
              <a:spLocks noGrp="1"/>
            </p:cNvSpPr>
            <p:nvPr/>
          </p:nvSpPr>
          <p:spPr>
            <a:xfrm rot="5460911">
              <a:off x="2566480" y="334207"/>
              <a:ext cx="545854" cy="113664"/>
            </a:xfrm>
            <a:prstGeom prst="ellipse">
              <a:avLst/>
            </a:prstGeom>
            <a:gradFill>
              <a:gsLst>
                <a:gs pos="0">
                  <a:srgbClr val="F4CFA3">
                    <a:alpha val="32968"/>
                  </a:srgbClr>
                </a:gs>
                <a:gs pos="14286">
                  <a:srgbClr val="F4CFA3">
                    <a:alpha val="30764"/>
                  </a:srgbClr>
                </a:gs>
                <a:gs pos="28571">
                  <a:srgbClr val="F4CFA3">
                    <a:alpha val="24833"/>
                  </a:srgbClr>
                </a:gs>
                <a:gs pos="42857">
                  <a:srgbClr val="F4CFA3">
                    <a:alpha val="17075"/>
                  </a:srgbClr>
                </a:gs>
                <a:gs pos="57143">
                  <a:srgbClr val="F4CFA3">
                    <a:alpha val="9855"/>
                  </a:srgbClr>
                </a:gs>
                <a:gs pos="71429">
                  <a:srgbClr val="F4CFA3">
                    <a:alpha val="4740"/>
                  </a:srgbClr>
                </a:gs>
                <a:gs pos="85714">
                  <a:srgbClr val="F4CFA3">
                    <a:alpha val="1902"/>
                  </a:srgbClr>
                </a:gs>
                <a:gs pos="100000">
                  <a:srgbClr val="F4CFA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7" name="Splat 767"/>
            <p:cNvSpPr>
              <a:spLocks noGrp="1"/>
            </p:cNvSpPr>
            <p:nvPr/>
          </p:nvSpPr>
          <p:spPr>
            <a:xfrm rot="6582474">
              <a:off x="486897" y="-28720"/>
              <a:ext cx="402099" cy="257557"/>
            </a:xfrm>
            <a:prstGeom prst="ellipse">
              <a:avLst/>
            </a:prstGeom>
            <a:gradFill>
              <a:gsLst>
                <a:gs pos="0">
                  <a:srgbClr val="919100">
                    <a:alpha val="32968"/>
                  </a:srgbClr>
                </a:gs>
                <a:gs pos="14286">
                  <a:srgbClr val="919100">
                    <a:alpha val="30764"/>
                  </a:srgbClr>
                </a:gs>
                <a:gs pos="28571">
                  <a:srgbClr val="919100">
                    <a:alpha val="24833"/>
                  </a:srgbClr>
                </a:gs>
                <a:gs pos="42857">
                  <a:srgbClr val="919100">
                    <a:alpha val="17075"/>
                  </a:srgbClr>
                </a:gs>
                <a:gs pos="57143">
                  <a:srgbClr val="919100">
                    <a:alpha val="9855"/>
                  </a:srgbClr>
                </a:gs>
                <a:gs pos="71429">
                  <a:srgbClr val="919100">
                    <a:alpha val="4740"/>
                  </a:srgbClr>
                </a:gs>
                <a:gs pos="85714">
                  <a:srgbClr val="919100">
                    <a:alpha val="1902"/>
                  </a:srgbClr>
                </a:gs>
                <a:gs pos="100000">
                  <a:srgbClr val="919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8" name="Splat 768"/>
            <p:cNvSpPr>
              <a:spLocks noGrp="1"/>
            </p:cNvSpPr>
            <p:nvPr/>
          </p:nvSpPr>
          <p:spPr>
            <a:xfrm rot="9924215">
              <a:off x="444071" y="-152766"/>
              <a:ext cx="379546" cy="355423"/>
            </a:xfrm>
            <a:prstGeom prst="ellipse">
              <a:avLst/>
            </a:prstGeom>
            <a:gradFill>
              <a:gsLst>
                <a:gs pos="0">
                  <a:srgbClr val="A16B02">
                    <a:alpha val="20912"/>
                  </a:srgbClr>
                </a:gs>
                <a:gs pos="14286">
                  <a:srgbClr val="A16B02">
                    <a:alpha val="19397"/>
                  </a:srgbClr>
                </a:gs>
                <a:gs pos="28571">
                  <a:srgbClr val="A16B02">
                    <a:alpha val="15416"/>
                  </a:srgbClr>
                </a:gs>
                <a:gs pos="42857">
                  <a:srgbClr val="A16B02">
                    <a:alpha val="10400"/>
                  </a:srgbClr>
                </a:gs>
                <a:gs pos="57143">
                  <a:srgbClr val="A16B02">
                    <a:alpha val="5904"/>
                  </a:srgbClr>
                </a:gs>
                <a:gs pos="71429">
                  <a:srgbClr val="A16B02">
                    <a:alpha val="2808"/>
                  </a:srgbClr>
                </a:gs>
                <a:gs pos="85714">
                  <a:srgbClr val="A16B02">
                    <a:alpha val="1120"/>
                  </a:srgbClr>
                </a:gs>
                <a:gs pos="100000">
                  <a:srgbClr val="A16B02">
                    <a:alpha val="3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9" name="Splat 769"/>
            <p:cNvSpPr>
              <a:spLocks noGrp="1"/>
            </p:cNvSpPr>
            <p:nvPr/>
          </p:nvSpPr>
          <p:spPr>
            <a:xfrm rot="-10248242">
              <a:off x="-174887" y="1505624"/>
              <a:ext cx="366601" cy="280000"/>
            </a:xfrm>
            <a:prstGeom prst="ellipse">
              <a:avLst/>
            </a:prstGeom>
            <a:gradFill>
              <a:gsLst>
                <a:gs pos="0">
                  <a:srgbClr val="4B3100">
                    <a:alpha val="19447"/>
                  </a:srgbClr>
                </a:gs>
                <a:gs pos="14286">
                  <a:srgbClr val="4B3100">
                    <a:alpha val="18025"/>
                  </a:srgbClr>
                </a:gs>
                <a:gs pos="28571">
                  <a:srgbClr val="4B3100">
                    <a:alpha val="14301"/>
                  </a:srgbClr>
                </a:gs>
                <a:gs pos="42857">
                  <a:srgbClr val="4B3100">
                    <a:alpha val="9627"/>
                  </a:srgbClr>
                </a:gs>
                <a:gs pos="57143">
                  <a:srgbClr val="4B3100">
                    <a:alpha val="5455"/>
                  </a:srgbClr>
                </a:gs>
                <a:gs pos="71429">
                  <a:srgbClr val="4B3100">
                    <a:alpha val="2591"/>
                  </a:srgbClr>
                </a:gs>
                <a:gs pos="85714">
                  <a:srgbClr val="4B3100">
                    <a:alpha val="1033"/>
                  </a:srgbClr>
                </a:gs>
                <a:gs pos="100000">
                  <a:srgbClr val="4B3100">
                    <a:alpha val="3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0" name="Splat 770"/>
            <p:cNvSpPr>
              <a:spLocks noGrp="1"/>
            </p:cNvSpPr>
            <p:nvPr/>
          </p:nvSpPr>
          <p:spPr>
            <a:xfrm rot="-10061475">
              <a:off x="1529733" y="626045"/>
              <a:ext cx="445834" cy="50458"/>
            </a:xfrm>
            <a:prstGeom prst="ellipse">
              <a:avLst/>
            </a:prstGeom>
            <a:gradFill>
              <a:gsLst>
                <a:gs pos="0">
                  <a:srgbClr val="FFE3BE">
                    <a:alpha val="16372"/>
                  </a:srgbClr>
                </a:gs>
                <a:gs pos="14286">
                  <a:srgbClr val="FFE3BE">
                    <a:alpha val="15154"/>
                  </a:srgbClr>
                </a:gs>
                <a:gs pos="28571">
                  <a:srgbClr val="FFE3BE">
                    <a:alpha val="11979"/>
                  </a:srgbClr>
                </a:gs>
                <a:gs pos="42857">
                  <a:srgbClr val="FFE3BE">
                    <a:alpha val="8028"/>
                  </a:srgbClr>
                </a:gs>
                <a:gs pos="57143">
                  <a:srgbClr val="FFE3BE">
                    <a:alpha val="4531"/>
                  </a:srgbClr>
                </a:gs>
                <a:gs pos="71429">
                  <a:srgbClr val="FFE3BE">
                    <a:alpha val="2147"/>
                  </a:srgbClr>
                </a:gs>
                <a:gs pos="85714">
                  <a:srgbClr val="FFE3BE">
                    <a:alpha val="855"/>
                  </a:srgbClr>
                </a:gs>
                <a:gs pos="100000">
                  <a:srgbClr val="FFE3BE">
                    <a:alpha val="2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1" name="Splat 771"/>
            <p:cNvSpPr>
              <a:spLocks noGrp="1"/>
            </p:cNvSpPr>
            <p:nvPr/>
          </p:nvSpPr>
          <p:spPr>
            <a:xfrm rot="3236307">
              <a:off x="651293" y="1681464"/>
              <a:ext cx="364181" cy="81641"/>
            </a:xfrm>
            <a:prstGeom prst="ellipse">
              <a:avLst/>
            </a:prstGeom>
            <a:gradFill>
              <a:gsLst>
                <a:gs pos="0">
                  <a:srgbClr val="000000">
                    <a:alpha val="32389"/>
                  </a:srgbClr>
                </a:gs>
                <a:gs pos="14286">
                  <a:srgbClr val="000000">
                    <a:alpha val="30214"/>
                  </a:srgbClr>
                </a:gs>
                <a:gs pos="28571">
                  <a:srgbClr val="000000">
                    <a:alpha val="24370"/>
                  </a:srgbClr>
                </a:gs>
                <a:gs pos="42857">
                  <a:srgbClr val="000000">
                    <a:alpha val="16741"/>
                  </a:srgbClr>
                </a:gs>
                <a:gs pos="57143">
                  <a:srgbClr val="000000">
                    <a:alpha val="9653"/>
                  </a:srgbClr>
                </a:gs>
                <a:gs pos="71429">
                  <a:srgbClr val="000000">
                    <a:alpha val="4641"/>
                  </a:srgbClr>
                </a:gs>
                <a:gs pos="85714">
                  <a:srgbClr val="000000">
                    <a:alpha val="1862"/>
                  </a:srgbClr>
                </a:gs>
                <a:gs pos="100000">
                  <a:srgbClr val="000000">
                    <a:alpha val="6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2" name="Splat 772"/>
            <p:cNvSpPr>
              <a:spLocks noGrp="1"/>
            </p:cNvSpPr>
            <p:nvPr/>
          </p:nvSpPr>
          <p:spPr>
            <a:xfrm rot="-9678980">
              <a:off x="2634508" y="5839"/>
              <a:ext cx="240875" cy="17689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3" name="Splat 773"/>
            <p:cNvSpPr>
              <a:spLocks noGrp="1"/>
            </p:cNvSpPr>
            <p:nvPr/>
          </p:nvSpPr>
          <p:spPr>
            <a:xfrm rot="-8342562">
              <a:off x="1749206" y="191576"/>
              <a:ext cx="332759" cy="8227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4" name="Splat 774"/>
            <p:cNvSpPr>
              <a:spLocks noGrp="1"/>
            </p:cNvSpPr>
            <p:nvPr/>
          </p:nvSpPr>
          <p:spPr>
            <a:xfrm rot="9770644">
              <a:off x="832647" y="1385096"/>
              <a:ext cx="356718" cy="7485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5" name="Splat 775"/>
            <p:cNvSpPr>
              <a:spLocks noGrp="1"/>
            </p:cNvSpPr>
            <p:nvPr/>
          </p:nvSpPr>
          <p:spPr>
            <a:xfrm rot="5464916">
              <a:off x="1043539" y="136515"/>
              <a:ext cx="713243" cy="39995"/>
            </a:xfrm>
            <a:prstGeom prst="ellipse">
              <a:avLst/>
            </a:prstGeom>
            <a:gradFill>
              <a:gsLst>
                <a:gs pos="0">
                  <a:srgbClr val="FFFBFF">
                    <a:alpha val="32968"/>
                  </a:srgbClr>
                </a:gs>
                <a:gs pos="14286">
                  <a:srgbClr val="FFFBFF">
                    <a:alpha val="30764"/>
                  </a:srgbClr>
                </a:gs>
                <a:gs pos="28571">
                  <a:srgbClr val="FFFBFF">
                    <a:alpha val="24833"/>
                  </a:srgbClr>
                </a:gs>
                <a:gs pos="42857">
                  <a:srgbClr val="FFFBFF">
                    <a:alpha val="17075"/>
                  </a:srgbClr>
                </a:gs>
                <a:gs pos="57143">
                  <a:srgbClr val="FFFBFF">
                    <a:alpha val="9855"/>
                  </a:srgbClr>
                </a:gs>
                <a:gs pos="71429">
                  <a:srgbClr val="FFFBFF">
                    <a:alpha val="4740"/>
                  </a:srgbClr>
                </a:gs>
                <a:gs pos="85714">
                  <a:srgbClr val="FFFBFF">
                    <a:alpha val="1902"/>
                  </a:srgbClr>
                </a:gs>
                <a:gs pos="100000">
                  <a:srgbClr val="FFFB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6" name="Splat 776"/>
            <p:cNvSpPr>
              <a:spLocks noGrp="1"/>
            </p:cNvSpPr>
            <p:nvPr/>
          </p:nvSpPr>
          <p:spPr>
            <a:xfrm rot="-10694752">
              <a:off x="828871" y="504874"/>
              <a:ext cx="456071" cy="44340"/>
            </a:xfrm>
            <a:prstGeom prst="ellipse">
              <a:avLst/>
            </a:prstGeom>
            <a:gradFill>
              <a:gsLst>
                <a:gs pos="0">
                  <a:srgbClr val="B1D6FF">
                    <a:alpha val="8022"/>
                  </a:srgbClr>
                </a:gs>
                <a:gs pos="14286">
                  <a:srgbClr val="B1D6FF">
                    <a:alpha val="7398"/>
                  </a:srgbClr>
                </a:gs>
                <a:gs pos="28571">
                  <a:srgbClr val="B1D6FF">
                    <a:alpha val="5793"/>
                  </a:srgbClr>
                </a:gs>
                <a:gs pos="42857">
                  <a:srgbClr val="B1D6FF">
                    <a:alpha val="3839"/>
                  </a:srgbClr>
                </a:gs>
                <a:gs pos="57143">
                  <a:srgbClr val="B1D6FF">
                    <a:alpha val="2146"/>
                  </a:srgbClr>
                </a:gs>
                <a:gs pos="71429">
                  <a:srgbClr val="B1D6FF">
                    <a:alpha val="1010"/>
                  </a:srgbClr>
                </a:gs>
                <a:gs pos="85714">
                  <a:srgbClr val="B1D6FF">
                    <a:alpha val="401"/>
                  </a:srgbClr>
                </a:gs>
                <a:gs pos="100000">
                  <a:srgbClr val="B1D6FF">
                    <a:alpha val="1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7" name="Splat 777"/>
            <p:cNvSpPr>
              <a:spLocks noGrp="1"/>
            </p:cNvSpPr>
            <p:nvPr/>
          </p:nvSpPr>
          <p:spPr>
            <a:xfrm rot="5662535">
              <a:off x="2182169" y="164896"/>
              <a:ext cx="555967" cy="6150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8" name="Splat 778"/>
            <p:cNvSpPr>
              <a:spLocks noGrp="1"/>
            </p:cNvSpPr>
            <p:nvPr/>
          </p:nvSpPr>
          <p:spPr>
            <a:xfrm rot="4426728">
              <a:off x="1851878" y="1734519"/>
              <a:ext cx="380372" cy="224655"/>
            </a:xfrm>
            <a:prstGeom prst="ellipse">
              <a:avLst/>
            </a:prstGeom>
            <a:gradFill>
              <a:gsLst>
                <a:gs pos="0">
                  <a:srgbClr val="210000">
                    <a:alpha val="16129"/>
                  </a:srgbClr>
                </a:gs>
                <a:gs pos="14286">
                  <a:srgbClr val="210000">
                    <a:alpha val="14928"/>
                  </a:srgbClr>
                </a:gs>
                <a:gs pos="28571">
                  <a:srgbClr val="210000">
                    <a:alpha val="11797"/>
                  </a:srgbClr>
                </a:gs>
                <a:gs pos="42857">
                  <a:srgbClr val="210000">
                    <a:alpha val="7904"/>
                  </a:srgbClr>
                </a:gs>
                <a:gs pos="57143">
                  <a:srgbClr val="210000">
                    <a:alpha val="4460"/>
                  </a:srgbClr>
                </a:gs>
                <a:gs pos="71429">
                  <a:srgbClr val="210000">
                    <a:alpha val="2113"/>
                  </a:srgbClr>
                </a:gs>
                <a:gs pos="85714">
                  <a:srgbClr val="210000">
                    <a:alpha val="841"/>
                  </a:srgbClr>
                </a:gs>
                <a:gs pos="100000">
                  <a:srgbClr val="210000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9" name="Splat 779"/>
            <p:cNvSpPr>
              <a:spLocks noGrp="1"/>
            </p:cNvSpPr>
            <p:nvPr/>
          </p:nvSpPr>
          <p:spPr>
            <a:xfrm rot="-9732746">
              <a:off x="954337" y="262282"/>
              <a:ext cx="328993" cy="294590"/>
            </a:xfrm>
            <a:prstGeom prst="ellipse">
              <a:avLst/>
            </a:prstGeom>
            <a:gradFill>
              <a:gsLst>
                <a:gs pos="0">
                  <a:srgbClr val="A1816B">
                    <a:alpha val="10031"/>
                  </a:srgbClr>
                </a:gs>
                <a:gs pos="14286">
                  <a:srgbClr val="A1816B">
                    <a:alpha val="9259"/>
                  </a:srgbClr>
                </a:gs>
                <a:gs pos="28571">
                  <a:srgbClr val="A1816B">
                    <a:alpha val="7266"/>
                  </a:srgbClr>
                </a:gs>
                <a:gs pos="42857">
                  <a:srgbClr val="A1816B">
                    <a:alpha val="4828"/>
                  </a:srgbClr>
                </a:gs>
                <a:gs pos="57143">
                  <a:srgbClr val="A1816B">
                    <a:alpha val="2704"/>
                  </a:srgbClr>
                </a:gs>
                <a:gs pos="71429">
                  <a:srgbClr val="A1816B">
                    <a:alpha val="1275"/>
                  </a:srgbClr>
                </a:gs>
                <a:gs pos="85714">
                  <a:srgbClr val="A1816B">
                    <a:alpha val="506"/>
                  </a:srgbClr>
                </a:gs>
                <a:gs pos="100000">
                  <a:srgbClr val="A1816B">
                    <a:alpha val="1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0" name="Splat 780"/>
            <p:cNvSpPr>
              <a:spLocks noGrp="1"/>
            </p:cNvSpPr>
            <p:nvPr/>
          </p:nvSpPr>
          <p:spPr>
            <a:xfrm rot="2773459">
              <a:off x="1309511" y="787040"/>
              <a:ext cx="362492" cy="234298"/>
            </a:xfrm>
            <a:prstGeom prst="ellipse">
              <a:avLst/>
            </a:prstGeom>
            <a:gradFill>
              <a:gsLst>
                <a:gs pos="0">
                  <a:srgbClr val="000C00">
                    <a:alpha val="25633"/>
                  </a:srgbClr>
                </a:gs>
                <a:gs pos="14286">
                  <a:srgbClr val="000C00">
                    <a:alpha val="23830"/>
                  </a:srgbClr>
                </a:gs>
                <a:gs pos="28571">
                  <a:srgbClr val="000C00">
                    <a:alpha val="19051"/>
                  </a:srgbClr>
                </a:gs>
                <a:gs pos="42857">
                  <a:srgbClr val="000C00">
                    <a:alpha val="12945"/>
                  </a:srgbClr>
                </a:gs>
                <a:gs pos="57143">
                  <a:srgbClr val="000C00">
                    <a:alpha val="7394"/>
                  </a:srgbClr>
                </a:gs>
                <a:gs pos="71429">
                  <a:srgbClr val="000C00">
                    <a:alpha val="3532"/>
                  </a:srgbClr>
                </a:gs>
                <a:gs pos="85714">
                  <a:srgbClr val="000C00">
                    <a:alpha val="1412"/>
                  </a:srgbClr>
                </a:gs>
                <a:gs pos="100000">
                  <a:srgbClr val="000C00">
                    <a:alpha val="4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1" name="Splat 781"/>
            <p:cNvSpPr>
              <a:spLocks noGrp="1"/>
            </p:cNvSpPr>
            <p:nvPr/>
          </p:nvSpPr>
          <p:spPr>
            <a:xfrm rot="-10791236">
              <a:off x="2939008" y="2087694"/>
              <a:ext cx="269074" cy="62301"/>
            </a:xfrm>
            <a:prstGeom prst="ellipse">
              <a:avLst/>
            </a:prstGeom>
            <a:gradFill>
              <a:gsLst>
                <a:gs pos="0">
                  <a:srgbClr val="FFFEFF">
                    <a:alpha val="32968"/>
                  </a:srgbClr>
                </a:gs>
                <a:gs pos="14286">
                  <a:srgbClr val="FFFEFF">
                    <a:alpha val="30764"/>
                  </a:srgbClr>
                </a:gs>
                <a:gs pos="28571">
                  <a:srgbClr val="FFFEFF">
                    <a:alpha val="24833"/>
                  </a:srgbClr>
                </a:gs>
                <a:gs pos="42857">
                  <a:srgbClr val="FFFEFF">
                    <a:alpha val="17075"/>
                  </a:srgbClr>
                </a:gs>
                <a:gs pos="57143">
                  <a:srgbClr val="FFFEFF">
                    <a:alpha val="9855"/>
                  </a:srgbClr>
                </a:gs>
                <a:gs pos="71429">
                  <a:srgbClr val="FFFEFF">
                    <a:alpha val="4740"/>
                  </a:srgbClr>
                </a:gs>
                <a:gs pos="85714">
                  <a:srgbClr val="FFFEFF">
                    <a:alpha val="1902"/>
                  </a:srgbClr>
                </a:gs>
                <a:gs pos="100000">
                  <a:srgbClr val="FFF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2" name="Splat 782"/>
            <p:cNvSpPr>
              <a:spLocks noGrp="1"/>
            </p:cNvSpPr>
            <p:nvPr/>
          </p:nvSpPr>
          <p:spPr>
            <a:xfrm rot="5186200">
              <a:off x="1567980" y="498339"/>
              <a:ext cx="279300" cy="268002"/>
            </a:xfrm>
            <a:prstGeom prst="ellipse">
              <a:avLst/>
            </a:prstGeom>
            <a:gradFill>
              <a:gsLst>
                <a:gs pos="0">
                  <a:srgbClr val="9C0000">
                    <a:alpha val="3680"/>
                  </a:srgbClr>
                </a:gs>
                <a:gs pos="14286">
                  <a:srgbClr val="9C0000">
                    <a:alpha val="3388"/>
                  </a:srgbClr>
                </a:gs>
                <a:gs pos="28571">
                  <a:srgbClr val="9C0000">
                    <a:alpha val="2640"/>
                  </a:srgbClr>
                </a:gs>
                <a:gs pos="42857">
                  <a:srgbClr val="9C0000">
                    <a:alpha val="1740"/>
                  </a:srgbClr>
                </a:gs>
                <a:gs pos="57143">
                  <a:srgbClr val="9C0000">
                    <a:alpha val="968"/>
                  </a:srgbClr>
                </a:gs>
                <a:gs pos="71429">
                  <a:srgbClr val="9C0000">
                    <a:alpha val="454"/>
                  </a:srgbClr>
                </a:gs>
                <a:gs pos="85714">
                  <a:srgbClr val="9C0000">
                    <a:alpha val="180"/>
                  </a:srgbClr>
                </a:gs>
                <a:gs pos="100000">
                  <a:srgbClr val="9C0000">
                    <a:alpha val="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3" name="Splat 783"/>
            <p:cNvSpPr>
              <a:spLocks noGrp="1"/>
            </p:cNvSpPr>
            <p:nvPr/>
          </p:nvSpPr>
          <p:spPr>
            <a:xfrm rot="-10646140">
              <a:off x="2471766" y="548727"/>
              <a:ext cx="762269" cy="4595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4" name="Splat 784"/>
            <p:cNvSpPr>
              <a:spLocks noGrp="1"/>
            </p:cNvSpPr>
            <p:nvPr/>
          </p:nvSpPr>
          <p:spPr>
            <a:xfrm rot="7085424">
              <a:off x="1481712" y="1446787"/>
              <a:ext cx="376614" cy="5443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5" name="Splat 785"/>
            <p:cNvSpPr>
              <a:spLocks noGrp="1"/>
            </p:cNvSpPr>
            <p:nvPr/>
          </p:nvSpPr>
          <p:spPr>
            <a:xfrm rot="3858309">
              <a:off x="2325265" y="1542943"/>
              <a:ext cx="647490" cy="5509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6" name="Splat 786"/>
            <p:cNvSpPr>
              <a:spLocks noGrp="1"/>
            </p:cNvSpPr>
            <p:nvPr/>
          </p:nvSpPr>
          <p:spPr>
            <a:xfrm rot="9758657">
              <a:off x="1718771" y="857723"/>
              <a:ext cx="634950" cy="131323"/>
            </a:xfrm>
            <a:prstGeom prst="ellipse">
              <a:avLst/>
            </a:prstGeom>
            <a:gradFill>
              <a:gsLst>
                <a:gs pos="0">
                  <a:srgbClr val="FF7675">
                    <a:alpha val="32968"/>
                  </a:srgbClr>
                </a:gs>
                <a:gs pos="14286">
                  <a:srgbClr val="FF7675">
                    <a:alpha val="30764"/>
                  </a:srgbClr>
                </a:gs>
                <a:gs pos="28571">
                  <a:srgbClr val="FF7675">
                    <a:alpha val="24833"/>
                  </a:srgbClr>
                </a:gs>
                <a:gs pos="42857">
                  <a:srgbClr val="FF7675">
                    <a:alpha val="17075"/>
                  </a:srgbClr>
                </a:gs>
                <a:gs pos="57143">
                  <a:srgbClr val="FF7675">
                    <a:alpha val="9855"/>
                  </a:srgbClr>
                </a:gs>
                <a:gs pos="71429">
                  <a:srgbClr val="FF7675">
                    <a:alpha val="4740"/>
                  </a:srgbClr>
                </a:gs>
                <a:gs pos="85714">
                  <a:srgbClr val="FF7675">
                    <a:alpha val="1902"/>
                  </a:srgbClr>
                </a:gs>
                <a:gs pos="100000">
                  <a:srgbClr val="FF767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7" name="Splat 787"/>
            <p:cNvSpPr>
              <a:spLocks noGrp="1"/>
            </p:cNvSpPr>
            <p:nvPr/>
          </p:nvSpPr>
          <p:spPr>
            <a:xfrm rot="8719354">
              <a:off x="2081705" y="187867"/>
              <a:ext cx="337455" cy="197315"/>
            </a:xfrm>
            <a:prstGeom prst="ellipse">
              <a:avLst/>
            </a:prstGeom>
            <a:gradFill>
              <a:gsLst>
                <a:gs pos="0">
                  <a:srgbClr val="FFDB9B">
                    <a:alpha val="18797"/>
                  </a:srgbClr>
                </a:gs>
                <a:gs pos="14286">
                  <a:srgbClr val="FFDB9B">
                    <a:alpha val="17418"/>
                  </a:srgbClr>
                </a:gs>
                <a:gs pos="28571">
                  <a:srgbClr val="FFDB9B">
                    <a:alpha val="13808"/>
                  </a:srgbClr>
                </a:gs>
                <a:gs pos="42857">
                  <a:srgbClr val="FFDB9B">
                    <a:alpha val="9287"/>
                  </a:srgbClr>
                </a:gs>
                <a:gs pos="57143">
                  <a:srgbClr val="FFDB9B">
                    <a:alpha val="5257"/>
                  </a:srgbClr>
                </a:gs>
                <a:gs pos="71429">
                  <a:srgbClr val="FFDB9B">
                    <a:alpha val="2496"/>
                  </a:srgbClr>
                </a:gs>
                <a:gs pos="85714">
                  <a:srgbClr val="FFDB9B">
                    <a:alpha val="995"/>
                  </a:srgbClr>
                </a:gs>
                <a:gs pos="100000">
                  <a:srgbClr val="FFDB9B">
                    <a:alpha val="3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8" name="Splat 788"/>
            <p:cNvSpPr>
              <a:spLocks noGrp="1"/>
            </p:cNvSpPr>
            <p:nvPr/>
          </p:nvSpPr>
          <p:spPr>
            <a:xfrm rot="5660468">
              <a:off x="2181152" y="166394"/>
              <a:ext cx="557712" cy="6131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9" name="Splat 789"/>
            <p:cNvSpPr>
              <a:spLocks noGrp="1"/>
            </p:cNvSpPr>
            <p:nvPr/>
          </p:nvSpPr>
          <p:spPr>
            <a:xfrm rot="5814040">
              <a:off x="496305" y="-39375"/>
              <a:ext cx="407578" cy="255509"/>
            </a:xfrm>
            <a:prstGeom prst="ellipse">
              <a:avLst/>
            </a:prstGeom>
            <a:gradFill>
              <a:gsLst>
                <a:gs pos="0">
                  <a:srgbClr val="CE1300">
                    <a:alpha val="32159"/>
                  </a:srgbClr>
                </a:gs>
                <a:gs pos="14286">
                  <a:srgbClr val="CE1300">
                    <a:alpha val="29996"/>
                  </a:srgbClr>
                </a:gs>
                <a:gs pos="28571">
                  <a:srgbClr val="CE1300">
                    <a:alpha val="24187"/>
                  </a:srgbClr>
                </a:gs>
                <a:gs pos="42857">
                  <a:srgbClr val="CE1300">
                    <a:alpha val="16609"/>
                  </a:srgbClr>
                </a:gs>
                <a:gs pos="57143">
                  <a:srgbClr val="CE1300">
                    <a:alpha val="9574"/>
                  </a:srgbClr>
                </a:gs>
                <a:gs pos="71429">
                  <a:srgbClr val="CE1300">
                    <a:alpha val="4602"/>
                  </a:srgbClr>
                </a:gs>
                <a:gs pos="85714">
                  <a:srgbClr val="CE1300">
                    <a:alpha val="1846"/>
                  </a:srgbClr>
                </a:gs>
                <a:gs pos="100000">
                  <a:srgbClr val="CE1300">
                    <a:alpha val="6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0" name="Splat 790"/>
            <p:cNvSpPr>
              <a:spLocks noGrp="1"/>
            </p:cNvSpPr>
            <p:nvPr/>
          </p:nvSpPr>
          <p:spPr>
            <a:xfrm rot="5280269">
              <a:off x="2635659" y="726688"/>
              <a:ext cx="257382" cy="7109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1" name="Splat 791"/>
            <p:cNvSpPr>
              <a:spLocks noGrp="1"/>
            </p:cNvSpPr>
            <p:nvPr/>
          </p:nvSpPr>
          <p:spPr>
            <a:xfrm rot="9936350">
              <a:off x="2012552" y="272560"/>
              <a:ext cx="519808" cy="8499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2" name="Splat 792"/>
            <p:cNvSpPr>
              <a:spLocks noGrp="1"/>
            </p:cNvSpPr>
            <p:nvPr/>
          </p:nvSpPr>
          <p:spPr>
            <a:xfrm rot="9703809">
              <a:off x="1621697" y="952173"/>
              <a:ext cx="489088" cy="122564"/>
            </a:xfrm>
            <a:prstGeom prst="ellipse">
              <a:avLst/>
            </a:prstGeom>
            <a:gradFill>
              <a:gsLst>
                <a:gs pos="0">
                  <a:srgbClr val="FFE5F9">
                    <a:alpha val="32968"/>
                  </a:srgbClr>
                </a:gs>
                <a:gs pos="14286">
                  <a:srgbClr val="FFE5F9">
                    <a:alpha val="30764"/>
                  </a:srgbClr>
                </a:gs>
                <a:gs pos="28571">
                  <a:srgbClr val="FFE5F9">
                    <a:alpha val="24833"/>
                  </a:srgbClr>
                </a:gs>
                <a:gs pos="42857">
                  <a:srgbClr val="FFE5F9">
                    <a:alpha val="17075"/>
                  </a:srgbClr>
                </a:gs>
                <a:gs pos="57143">
                  <a:srgbClr val="FFE5F9">
                    <a:alpha val="9855"/>
                  </a:srgbClr>
                </a:gs>
                <a:gs pos="71429">
                  <a:srgbClr val="FFE5F9">
                    <a:alpha val="4740"/>
                  </a:srgbClr>
                </a:gs>
                <a:gs pos="85714">
                  <a:srgbClr val="FFE5F9">
                    <a:alpha val="1902"/>
                  </a:srgbClr>
                </a:gs>
                <a:gs pos="100000">
                  <a:srgbClr val="FFE5F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3" name="Splat 793"/>
            <p:cNvSpPr>
              <a:spLocks noGrp="1"/>
            </p:cNvSpPr>
            <p:nvPr/>
          </p:nvSpPr>
          <p:spPr>
            <a:xfrm rot="2777686">
              <a:off x="2380021" y="1934249"/>
              <a:ext cx="705501" cy="9492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4" name="Splat 794"/>
            <p:cNvSpPr>
              <a:spLocks noGrp="1"/>
            </p:cNvSpPr>
            <p:nvPr/>
          </p:nvSpPr>
          <p:spPr>
            <a:xfrm rot="-8660400">
              <a:off x="2014458" y="329522"/>
              <a:ext cx="722976" cy="120311"/>
            </a:xfrm>
            <a:prstGeom prst="ellipse">
              <a:avLst/>
            </a:prstGeom>
            <a:gradFill>
              <a:gsLst>
                <a:gs pos="0">
                  <a:srgbClr val="0F0000">
                    <a:alpha val="32968"/>
                  </a:srgbClr>
                </a:gs>
                <a:gs pos="14286">
                  <a:srgbClr val="0F0000">
                    <a:alpha val="30764"/>
                  </a:srgbClr>
                </a:gs>
                <a:gs pos="28571">
                  <a:srgbClr val="0F0000">
                    <a:alpha val="24833"/>
                  </a:srgbClr>
                </a:gs>
                <a:gs pos="42857">
                  <a:srgbClr val="0F0000">
                    <a:alpha val="17075"/>
                  </a:srgbClr>
                </a:gs>
                <a:gs pos="57143">
                  <a:srgbClr val="0F0000">
                    <a:alpha val="9855"/>
                  </a:srgbClr>
                </a:gs>
                <a:gs pos="71429">
                  <a:srgbClr val="0F0000">
                    <a:alpha val="4740"/>
                  </a:srgbClr>
                </a:gs>
                <a:gs pos="85714">
                  <a:srgbClr val="0F0000">
                    <a:alpha val="1902"/>
                  </a:srgbClr>
                </a:gs>
                <a:gs pos="100000">
                  <a:srgbClr val="0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5" name="Splat 795"/>
            <p:cNvSpPr>
              <a:spLocks noGrp="1"/>
            </p:cNvSpPr>
            <p:nvPr/>
          </p:nvSpPr>
          <p:spPr>
            <a:xfrm rot="10770374">
              <a:off x="1838058" y="1278420"/>
              <a:ext cx="506160" cy="137842"/>
            </a:xfrm>
            <a:prstGeom prst="ellipse">
              <a:avLst/>
            </a:prstGeom>
            <a:gradFill>
              <a:gsLst>
                <a:gs pos="0">
                  <a:srgbClr val="1E0000">
                    <a:alpha val="32968"/>
                  </a:srgbClr>
                </a:gs>
                <a:gs pos="14286">
                  <a:srgbClr val="1E0000">
                    <a:alpha val="30764"/>
                  </a:srgbClr>
                </a:gs>
                <a:gs pos="28571">
                  <a:srgbClr val="1E0000">
                    <a:alpha val="24833"/>
                  </a:srgbClr>
                </a:gs>
                <a:gs pos="42857">
                  <a:srgbClr val="1E0000">
                    <a:alpha val="17075"/>
                  </a:srgbClr>
                </a:gs>
                <a:gs pos="57143">
                  <a:srgbClr val="1E0000">
                    <a:alpha val="9855"/>
                  </a:srgbClr>
                </a:gs>
                <a:gs pos="71429">
                  <a:srgbClr val="1E0000">
                    <a:alpha val="4740"/>
                  </a:srgbClr>
                </a:gs>
                <a:gs pos="85714">
                  <a:srgbClr val="1E0000">
                    <a:alpha val="1902"/>
                  </a:srgbClr>
                </a:gs>
                <a:gs pos="100000">
                  <a:srgbClr val="1E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6" name="Splat 796"/>
            <p:cNvSpPr>
              <a:spLocks noGrp="1"/>
            </p:cNvSpPr>
            <p:nvPr/>
          </p:nvSpPr>
          <p:spPr>
            <a:xfrm rot="-8651723">
              <a:off x="1974382" y="629781"/>
              <a:ext cx="655735" cy="11361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7" name="Splat 797"/>
            <p:cNvSpPr>
              <a:spLocks noGrp="1"/>
            </p:cNvSpPr>
            <p:nvPr/>
          </p:nvSpPr>
          <p:spPr>
            <a:xfrm rot="-9078066">
              <a:off x="2295887" y="993217"/>
              <a:ext cx="358691" cy="270500"/>
            </a:xfrm>
            <a:prstGeom prst="ellipse">
              <a:avLst/>
            </a:prstGeom>
            <a:gradFill>
              <a:gsLst>
                <a:gs pos="0">
                  <a:srgbClr val="005659">
                    <a:alpha val="9659"/>
                  </a:srgbClr>
                </a:gs>
                <a:gs pos="14286">
                  <a:srgbClr val="005659">
                    <a:alpha val="8914"/>
                  </a:srgbClr>
                </a:gs>
                <a:gs pos="28571">
                  <a:srgbClr val="005659">
                    <a:alpha val="6992"/>
                  </a:srgbClr>
                </a:gs>
                <a:gs pos="42857">
                  <a:srgbClr val="005659">
                    <a:alpha val="4643"/>
                  </a:srgbClr>
                </a:gs>
                <a:gs pos="57143">
                  <a:srgbClr val="005659">
                    <a:alpha val="2600"/>
                  </a:srgbClr>
                </a:gs>
                <a:gs pos="71429">
                  <a:srgbClr val="005659">
                    <a:alpha val="1226"/>
                  </a:srgbClr>
                </a:gs>
                <a:gs pos="85714">
                  <a:srgbClr val="005659">
                    <a:alpha val="486"/>
                  </a:srgbClr>
                </a:gs>
                <a:gs pos="100000">
                  <a:srgbClr val="005659">
                    <a:alpha val="1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8" name="Splat 798"/>
            <p:cNvSpPr>
              <a:spLocks noGrp="1"/>
            </p:cNvSpPr>
            <p:nvPr/>
          </p:nvSpPr>
          <p:spPr>
            <a:xfrm rot="6761967">
              <a:off x="1792979" y="1508818"/>
              <a:ext cx="321348" cy="49088"/>
            </a:xfrm>
            <a:prstGeom prst="ellipse">
              <a:avLst/>
            </a:prstGeom>
            <a:gradFill>
              <a:gsLst>
                <a:gs pos="0">
                  <a:srgbClr val="360000">
                    <a:alpha val="20841"/>
                  </a:srgbClr>
                </a:gs>
                <a:gs pos="14286">
                  <a:srgbClr val="360000">
                    <a:alpha val="19331"/>
                  </a:srgbClr>
                </a:gs>
                <a:gs pos="28571">
                  <a:srgbClr val="360000">
                    <a:alpha val="15362"/>
                  </a:srgbClr>
                </a:gs>
                <a:gs pos="42857">
                  <a:srgbClr val="360000">
                    <a:alpha val="10363"/>
                  </a:srgbClr>
                </a:gs>
                <a:gs pos="57143">
                  <a:srgbClr val="360000">
                    <a:alpha val="5882"/>
                  </a:srgbClr>
                </a:gs>
                <a:gs pos="71429">
                  <a:srgbClr val="360000">
                    <a:alpha val="2798"/>
                  </a:srgbClr>
                </a:gs>
                <a:gs pos="85714">
                  <a:srgbClr val="360000">
                    <a:alpha val="1116"/>
                  </a:srgbClr>
                </a:gs>
                <a:gs pos="100000">
                  <a:srgbClr val="360000">
                    <a:alpha val="3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9" name="Splat 799"/>
            <p:cNvSpPr>
              <a:spLocks noGrp="1"/>
            </p:cNvSpPr>
            <p:nvPr/>
          </p:nvSpPr>
          <p:spPr>
            <a:xfrm rot="6936548">
              <a:off x="2856982" y="343988"/>
              <a:ext cx="344025" cy="180063"/>
            </a:xfrm>
            <a:prstGeom prst="ellipse">
              <a:avLst/>
            </a:prstGeom>
            <a:gradFill>
              <a:gsLst>
                <a:gs pos="0">
                  <a:srgbClr val="FFB869">
                    <a:alpha val="32968"/>
                  </a:srgbClr>
                </a:gs>
                <a:gs pos="14286">
                  <a:srgbClr val="FFB869">
                    <a:alpha val="30764"/>
                  </a:srgbClr>
                </a:gs>
                <a:gs pos="28571">
                  <a:srgbClr val="FFB869">
                    <a:alpha val="24833"/>
                  </a:srgbClr>
                </a:gs>
                <a:gs pos="42857">
                  <a:srgbClr val="FFB869">
                    <a:alpha val="17075"/>
                  </a:srgbClr>
                </a:gs>
                <a:gs pos="57143">
                  <a:srgbClr val="FFB869">
                    <a:alpha val="9855"/>
                  </a:srgbClr>
                </a:gs>
                <a:gs pos="71429">
                  <a:srgbClr val="FFB869">
                    <a:alpha val="4740"/>
                  </a:srgbClr>
                </a:gs>
                <a:gs pos="85714">
                  <a:srgbClr val="FFB869">
                    <a:alpha val="1902"/>
                  </a:srgbClr>
                </a:gs>
                <a:gs pos="100000">
                  <a:srgbClr val="FFB86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0" name="Splat 800"/>
            <p:cNvSpPr>
              <a:spLocks noGrp="1"/>
            </p:cNvSpPr>
            <p:nvPr/>
          </p:nvSpPr>
          <p:spPr>
            <a:xfrm rot="-10799307">
              <a:off x="997212" y="1904839"/>
              <a:ext cx="626095" cy="177277"/>
            </a:xfrm>
            <a:prstGeom prst="ellipse">
              <a:avLst/>
            </a:prstGeom>
            <a:gradFill>
              <a:gsLst>
                <a:gs pos="0">
                  <a:srgbClr val="865700">
                    <a:alpha val="32968"/>
                  </a:srgbClr>
                </a:gs>
                <a:gs pos="14286">
                  <a:srgbClr val="865700">
                    <a:alpha val="30764"/>
                  </a:srgbClr>
                </a:gs>
                <a:gs pos="28571">
                  <a:srgbClr val="865700">
                    <a:alpha val="24833"/>
                  </a:srgbClr>
                </a:gs>
                <a:gs pos="42857">
                  <a:srgbClr val="865700">
                    <a:alpha val="17075"/>
                  </a:srgbClr>
                </a:gs>
                <a:gs pos="57143">
                  <a:srgbClr val="865700">
                    <a:alpha val="9855"/>
                  </a:srgbClr>
                </a:gs>
                <a:gs pos="71429">
                  <a:srgbClr val="865700">
                    <a:alpha val="4740"/>
                  </a:srgbClr>
                </a:gs>
                <a:gs pos="85714">
                  <a:srgbClr val="865700">
                    <a:alpha val="1902"/>
                  </a:srgbClr>
                </a:gs>
                <a:gs pos="100000">
                  <a:srgbClr val="8657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1" name="Splat 801"/>
            <p:cNvSpPr>
              <a:spLocks noGrp="1"/>
            </p:cNvSpPr>
            <p:nvPr/>
          </p:nvSpPr>
          <p:spPr>
            <a:xfrm rot="6910420">
              <a:off x="2651808" y="135954"/>
              <a:ext cx="278098" cy="138706"/>
            </a:xfrm>
            <a:prstGeom prst="ellipse">
              <a:avLst/>
            </a:prstGeom>
            <a:gradFill>
              <a:gsLst>
                <a:gs pos="0">
                  <a:srgbClr val="FFE0A7">
                    <a:alpha val="21979"/>
                  </a:srgbClr>
                </a:gs>
                <a:gs pos="14286">
                  <a:srgbClr val="FFE0A7">
                    <a:alpha val="20397"/>
                  </a:srgbClr>
                </a:gs>
                <a:gs pos="28571">
                  <a:srgbClr val="FFE0A7">
                    <a:alpha val="16232"/>
                  </a:srgbClr>
                </a:gs>
                <a:gs pos="42857">
                  <a:srgbClr val="FFE0A7">
                    <a:alpha val="10968"/>
                  </a:srgbClr>
                </a:gs>
                <a:gs pos="57143">
                  <a:srgbClr val="FFE0A7">
                    <a:alpha val="6235"/>
                  </a:srgbClr>
                </a:gs>
                <a:gs pos="71429">
                  <a:srgbClr val="FFE0A7">
                    <a:alpha val="2968"/>
                  </a:srgbClr>
                </a:gs>
                <a:gs pos="85714">
                  <a:srgbClr val="FFE0A7">
                    <a:alpha val="1184"/>
                  </a:srgbClr>
                </a:gs>
                <a:gs pos="100000">
                  <a:srgbClr val="FFE0A7">
                    <a:alpha val="3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2" name="Splat 802"/>
            <p:cNvSpPr>
              <a:spLocks noGrp="1"/>
            </p:cNvSpPr>
            <p:nvPr/>
          </p:nvSpPr>
          <p:spPr>
            <a:xfrm rot="-9478246">
              <a:off x="1389785" y="81474"/>
              <a:ext cx="466541" cy="15405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3" name="Splat 803"/>
            <p:cNvSpPr>
              <a:spLocks noGrp="1"/>
            </p:cNvSpPr>
            <p:nvPr/>
          </p:nvSpPr>
          <p:spPr>
            <a:xfrm rot="5831565">
              <a:off x="417621" y="1381186"/>
              <a:ext cx="378050" cy="255008"/>
            </a:xfrm>
            <a:prstGeom prst="ellipse">
              <a:avLst/>
            </a:prstGeom>
            <a:gradFill>
              <a:gsLst>
                <a:gs pos="0">
                  <a:srgbClr val="00A7D4">
                    <a:alpha val="4520"/>
                  </a:srgbClr>
                </a:gs>
                <a:gs pos="14286">
                  <a:srgbClr val="00A7D4">
                    <a:alpha val="4162"/>
                  </a:srgbClr>
                </a:gs>
                <a:gs pos="28571">
                  <a:srgbClr val="00A7D4">
                    <a:alpha val="3247"/>
                  </a:srgbClr>
                </a:gs>
                <a:gs pos="42857">
                  <a:srgbClr val="00A7D4">
                    <a:alpha val="2142"/>
                  </a:srgbClr>
                </a:gs>
                <a:gs pos="57143">
                  <a:srgbClr val="00A7D4">
                    <a:alpha val="1192"/>
                  </a:srgbClr>
                </a:gs>
                <a:gs pos="71429">
                  <a:srgbClr val="00A7D4">
                    <a:alpha val="560"/>
                  </a:srgbClr>
                </a:gs>
                <a:gs pos="85714">
                  <a:srgbClr val="00A7D4">
                    <a:alpha val="222"/>
                  </a:srgbClr>
                </a:gs>
                <a:gs pos="100000">
                  <a:srgbClr val="00A7D4">
                    <a:alpha val="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4" name="Splat 804"/>
            <p:cNvSpPr>
              <a:spLocks noGrp="1"/>
            </p:cNvSpPr>
            <p:nvPr/>
          </p:nvSpPr>
          <p:spPr>
            <a:xfrm rot="5886681">
              <a:off x="2287563" y="460263"/>
              <a:ext cx="370877" cy="4964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5" name="Splat 805"/>
            <p:cNvSpPr>
              <a:spLocks noGrp="1"/>
            </p:cNvSpPr>
            <p:nvPr/>
          </p:nvSpPr>
          <p:spPr>
            <a:xfrm rot="-10668605">
              <a:off x="815646" y="423831"/>
              <a:ext cx="419586" cy="17054"/>
            </a:xfrm>
            <a:prstGeom prst="ellipse">
              <a:avLst/>
            </a:prstGeom>
            <a:gradFill>
              <a:gsLst>
                <a:gs pos="0">
                  <a:srgbClr val="FFEFEE">
                    <a:alpha val="32968"/>
                  </a:srgbClr>
                </a:gs>
                <a:gs pos="14286">
                  <a:srgbClr val="FFEFEE">
                    <a:alpha val="30764"/>
                  </a:srgbClr>
                </a:gs>
                <a:gs pos="28571">
                  <a:srgbClr val="FFEFEE">
                    <a:alpha val="24833"/>
                  </a:srgbClr>
                </a:gs>
                <a:gs pos="42857">
                  <a:srgbClr val="FFEFEE">
                    <a:alpha val="17075"/>
                  </a:srgbClr>
                </a:gs>
                <a:gs pos="57143">
                  <a:srgbClr val="FFEFEE">
                    <a:alpha val="9855"/>
                  </a:srgbClr>
                </a:gs>
                <a:gs pos="71429">
                  <a:srgbClr val="FFEFEE">
                    <a:alpha val="4740"/>
                  </a:srgbClr>
                </a:gs>
                <a:gs pos="85714">
                  <a:srgbClr val="FFEFEE">
                    <a:alpha val="1902"/>
                  </a:srgbClr>
                </a:gs>
                <a:gs pos="100000">
                  <a:srgbClr val="FFEFE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6" name="Splat 806"/>
            <p:cNvSpPr>
              <a:spLocks noGrp="1"/>
            </p:cNvSpPr>
            <p:nvPr/>
          </p:nvSpPr>
          <p:spPr>
            <a:xfrm rot="-10749867">
              <a:off x="1038907" y="1500139"/>
              <a:ext cx="261102" cy="6150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7" name="Splat 807"/>
            <p:cNvSpPr>
              <a:spLocks noGrp="1"/>
            </p:cNvSpPr>
            <p:nvPr/>
          </p:nvSpPr>
          <p:spPr>
            <a:xfrm rot="6368032">
              <a:off x="1794688" y="1108557"/>
              <a:ext cx="270680" cy="222927"/>
            </a:xfrm>
            <a:prstGeom prst="ellipse">
              <a:avLst/>
            </a:prstGeom>
            <a:gradFill>
              <a:gsLst>
                <a:gs pos="0">
                  <a:srgbClr val="00488E">
                    <a:alpha val="10913"/>
                  </a:srgbClr>
                </a:gs>
                <a:gs pos="14286">
                  <a:srgbClr val="00488E">
                    <a:alpha val="10076"/>
                  </a:srgbClr>
                </a:gs>
                <a:gs pos="28571">
                  <a:srgbClr val="00488E">
                    <a:alpha val="7916"/>
                  </a:srgbClr>
                </a:gs>
                <a:gs pos="42857">
                  <a:srgbClr val="00488E">
                    <a:alpha val="5265"/>
                  </a:srgbClr>
                </a:gs>
                <a:gs pos="57143">
                  <a:srgbClr val="00488E">
                    <a:alpha val="2953"/>
                  </a:srgbClr>
                </a:gs>
                <a:gs pos="71429">
                  <a:srgbClr val="00488E">
                    <a:alpha val="1393"/>
                  </a:srgbClr>
                </a:gs>
                <a:gs pos="85714">
                  <a:srgbClr val="00488E">
                    <a:alpha val="553"/>
                  </a:srgbClr>
                </a:gs>
                <a:gs pos="100000">
                  <a:srgbClr val="00488E">
                    <a:alpha val="1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8" name="Splat 808"/>
            <p:cNvSpPr>
              <a:spLocks noGrp="1"/>
            </p:cNvSpPr>
            <p:nvPr/>
          </p:nvSpPr>
          <p:spPr>
            <a:xfrm rot="4794060">
              <a:off x="2644682" y="1663008"/>
              <a:ext cx="703878" cy="4831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9" name="Splat 809"/>
            <p:cNvSpPr>
              <a:spLocks noGrp="1"/>
            </p:cNvSpPr>
            <p:nvPr/>
          </p:nvSpPr>
          <p:spPr>
            <a:xfrm rot="-10364433">
              <a:off x="1990590" y="775513"/>
              <a:ext cx="178017" cy="56347"/>
            </a:xfrm>
            <a:prstGeom prst="ellipse">
              <a:avLst/>
            </a:prstGeom>
            <a:gradFill>
              <a:gsLst>
                <a:gs pos="0">
                  <a:srgbClr val="FBE8E7">
                    <a:alpha val="32342"/>
                  </a:srgbClr>
                </a:gs>
                <a:gs pos="14286">
                  <a:srgbClr val="FBE8E7">
                    <a:alpha val="30170"/>
                  </a:srgbClr>
                </a:gs>
                <a:gs pos="28571">
                  <a:srgbClr val="FBE8E7">
                    <a:alpha val="24333"/>
                  </a:srgbClr>
                </a:gs>
                <a:gs pos="42857">
                  <a:srgbClr val="FBE8E7">
                    <a:alpha val="16714"/>
                  </a:srgbClr>
                </a:gs>
                <a:gs pos="57143">
                  <a:srgbClr val="FBE8E7">
                    <a:alpha val="9637"/>
                  </a:srgbClr>
                </a:gs>
                <a:gs pos="71429">
                  <a:srgbClr val="FBE8E7">
                    <a:alpha val="4633"/>
                  </a:srgbClr>
                </a:gs>
                <a:gs pos="85714">
                  <a:srgbClr val="FBE8E7">
                    <a:alpha val="1858"/>
                  </a:srgbClr>
                </a:gs>
                <a:gs pos="100000">
                  <a:srgbClr val="FBE8E7">
                    <a:alpha val="6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0" name="Splat 810"/>
            <p:cNvSpPr>
              <a:spLocks noGrp="1"/>
            </p:cNvSpPr>
            <p:nvPr/>
          </p:nvSpPr>
          <p:spPr>
            <a:xfrm rot="5803630">
              <a:off x="363137" y="685031"/>
              <a:ext cx="570637" cy="115205"/>
            </a:xfrm>
            <a:prstGeom prst="ellipse">
              <a:avLst/>
            </a:prstGeom>
            <a:gradFill>
              <a:gsLst>
                <a:gs pos="0">
                  <a:srgbClr val="2C0000">
                    <a:alpha val="32968"/>
                  </a:srgbClr>
                </a:gs>
                <a:gs pos="14286">
                  <a:srgbClr val="2C0000">
                    <a:alpha val="30764"/>
                  </a:srgbClr>
                </a:gs>
                <a:gs pos="28571">
                  <a:srgbClr val="2C0000">
                    <a:alpha val="24833"/>
                  </a:srgbClr>
                </a:gs>
                <a:gs pos="42857">
                  <a:srgbClr val="2C0000">
                    <a:alpha val="17075"/>
                  </a:srgbClr>
                </a:gs>
                <a:gs pos="57143">
                  <a:srgbClr val="2C0000">
                    <a:alpha val="9855"/>
                  </a:srgbClr>
                </a:gs>
                <a:gs pos="71429">
                  <a:srgbClr val="2C0000">
                    <a:alpha val="4740"/>
                  </a:srgbClr>
                </a:gs>
                <a:gs pos="85714">
                  <a:srgbClr val="2C0000">
                    <a:alpha val="1902"/>
                  </a:srgbClr>
                </a:gs>
                <a:gs pos="100000">
                  <a:srgbClr val="2C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1" name="Splat 811"/>
            <p:cNvSpPr>
              <a:spLocks noGrp="1"/>
            </p:cNvSpPr>
            <p:nvPr/>
          </p:nvSpPr>
          <p:spPr>
            <a:xfrm rot="4826381">
              <a:off x="624088" y="342477"/>
              <a:ext cx="510186" cy="32953"/>
            </a:xfrm>
            <a:prstGeom prst="ellipse">
              <a:avLst/>
            </a:prstGeom>
            <a:gradFill>
              <a:gsLst>
                <a:gs pos="0">
                  <a:srgbClr val="001100">
                    <a:alpha val="32968"/>
                  </a:srgbClr>
                </a:gs>
                <a:gs pos="14286">
                  <a:srgbClr val="001100">
                    <a:alpha val="30764"/>
                  </a:srgbClr>
                </a:gs>
                <a:gs pos="28571">
                  <a:srgbClr val="001100">
                    <a:alpha val="24833"/>
                  </a:srgbClr>
                </a:gs>
                <a:gs pos="42857">
                  <a:srgbClr val="001100">
                    <a:alpha val="17075"/>
                  </a:srgbClr>
                </a:gs>
                <a:gs pos="57143">
                  <a:srgbClr val="001100">
                    <a:alpha val="9855"/>
                  </a:srgbClr>
                </a:gs>
                <a:gs pos="71429">
                  <a:srgbClr val="001100">
                    <a:alpha val="4740"/>
                  </a:srgbClr>
                </a:gs>
                <a:gs pos="85714">
                  <a:srgbClr val="001100">
                    <a:alpha val="1902"/>
                  </a:srgbClr>
                </a:gs>
                <a:gs pos="100000">
                  <a:srgbClr val="001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2" name="Splat 812"/>
            <p:cNvSpPr>
              <a:spLocks noGrp="1"/>
            </p:cNvSpPr>
            <p:nvPr/>
          </p:nvSpPr>
          <p:spPr>
            <a:xfrm rot="8565961">
              <a:off x="2700704" y="136248"/>
              <a:ext cx="380900" cy="81130"/>
            </a:xfrm>
            <a:prstGeom prst="ellipse">
              <a:avLst/>
            </a:prstGeom>
            <a:gradFill>
              <a:gsLst>
                <a:gs pos="0">
                  <a:srgbClr val="FFBB78">
                    <a:alpha val="32968"/>
                  </a:srgbClr>
                </a:gs>
                <a:gs pos="14286">
                  <a:srgbClr val="FFBB78">
                    <a:alpha val="30764"/>
                  </a:srgbClr>
                </a:gs>
                <a:gs pos="28571">
                  <a:srgbClr val="FFBB78">
                    <a:alpha val="24833"/>
                  </a:srgbClr>
                </a:gs>
                <a:gs pos="42857">
                  <a:srgbClr val="FFBB78">
                    <a:alpha val="17075"/>
                  </a:srgbClr>
                </a:gs>
                <a:gs pos="57143">
                  <a:srgbClr val="FFBB78">
                    <a:alpha val="9855"/>
                  </a:srgbClr>
                </a:gs>
                <a:gs pos="71429">
                  <a:srgbClr val="FFBB78">
                    <a:alpha val="4740"/>
                  </a:srgbClr>
                </a:gs>
                <a:gs pos="85714">
                  <a:srgbClr val="FFBB78">
                    <a:alpha val="1902"/>
                  </a:srgbClr>
                </a:gs>
                <a:gs pos="100000">
                  <a:srgbClr val="FFBB7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3" name="Splat 813"/>
            <p:cNvSpPr>
              <a:spLocks noGrp="1"/>
            </p:cNvSpPr>
            <p:nvPr/>
          </p:nvSpPr>
          <p:spPr>
            <a:xfrm rot="6824962">
              <a:off x="628697" y="-28898"/>
              <a:ext cx="251991" cy="224802"/>
            </a:xfrm>
            <a:prstGeom prst="ellipse">
              <a:avLst/>
            </a:prstGeom>
            <a:gradFill>
              <a:gsLst>
                <a:gs pos="0">
                  <a:srgbClr val="005C45">
                    <a:alpha val="24070"/>
                  </a:srgbClr>
                </a:gs>
                <a:gs pos="14286">
                  <a:srgbClr val="005C45">
                    <a:alpha val="22360"/>
                  </a:srgbClr>
                </a:gs>
                <a:gs pos="28571">
                  <a:srgbClr val="005C45">
                    <a:alpha val="17840"/>
                  </a:srgbClr>
                </a:gs>
                <a:gs pos="42857">
                  <a:srgbClr val="005C45">
                    <a:alpha val="12093"/>
                  </a:srgbClr>
                </a:gs>
                <a:gs pos="57143">
                  <a:srgbClr val="005C45">
                    <a:alpha val="6893"/>
                  </a:srgbClr>
                </a:gs>
                <a:gs pos="71429">
                  <a:srgbClr val="005C45">
                    <a:alpha val="3288"/>
                  </a:srgbClr>
                </a:gs>
                <a:gs pos="85714">
                  <a:srgbClr val="005C45">
                    <a:alpha val="1313"/>
                  </a:srgbClr>
                </a:gs>
                <a:gs pos="100000">
                  <a:srgbClr val="005C45">
                    <a:alpha val="4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4" name="Splat 814"/>
            <p:cNvSpPr>
              <a:spLocks noGrp="1"/>
            </p:cNvSpPr>
            <p:nvPr/>
          </p:nvSpPr>
          <p:spPr>
            <a:xfrm rot="-10676295">
              <a:off x="1024637" y="420297"/>
              <a:ext cx="461854" cy="37722"/>
            </a:xfrm>
            <a:prstGeom prst="ellipse">
              <a:avLst/>
            </a:prstGeom>
            <a:gradFill>
              <a:gsLst>
                <a:gs pos="0">
                  <a:srgbClr val="FFFAFF">
                    <a:alpha val="32968"/>
                  </a:srgbClr>
                </a:gs>
                <a:gs pos="14286">
                  <a:srgbClr val="FFFAFF">
                    <a:alpha val="30764"/>
                  </a:srgbClr>
                </a:gs>
                <a:gs pos="28571">
                  <a:srgbClr val="FFFAFF">
                    <a:alpha val="24833"/>
                  </a:srgbClr>
                </a:gs>
                <a:gs pos="42857">
                  <a:srgbClr val="FFFAFF">
                    <a:alpha val="17075"/>
                  </a:srgbClr>
                </a:gs>
                <a:gs pos="57143">
                  <a:srgbClr val="FFFAFF">
                    <a:alpha val="9855"/>
                  </a:srgbClr>
                </a:gs>
                <a:gs pos="71429">
                  <a:srgbClr val="FFFAFF">
                    <a:alpha val="4740"/>
                  </a:srgbClr>
                </a:gs>
                <a:gs pos="85714">
                  <a:srgbClr val="FFFAFF">
                    <a:alpha val="1902"/>
                  </a:srgbClr>
                </a:gs>
                <a:gs pos="100000">
                  <a:srgbClr val="FFFA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5" name="Splat 815"/>
            <p:cNvSpPr>
              <a:spLocks noGrp="1"/>
            </p:cNvSpPr>
            <p:nvPr/>
          </p:nvSpPr>
          <p:spPr>
            <a:xfrm rot="-10319038">
              <a:off x="2313973" y="792440"/>
              <a:ext cx="472162" cy="36672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6" name="Splat 816"/>
            <p:cNvSpPr>
              <a:spLocks noGrp="1"/>
            </p:cNvSpPr>
            <p:nvPr/>
          </p:nvSpPr>
          <p:spPr>
            <a:xfrm rot="4148783">
              <a:off x="2451479" y="49464"/>
              <a:ext cx="328306" cy="51924"/>
            </a:xfrm>
            <a:prstGeom prst="ellipse">
              <a:avLst/>
            </a:prstGeom>
            <a:gradFill>
              <a:gsLst>
                <a:gs pos="0">
                  <a:srgbClr val="000000">
                    <a:alpha val="21526"/>
                  </a:srgbClr>
                </a:gs>
                <a:gs pos="14286">
                  <a:srgbClr val="000000">
                    <a:alpha val="19972"/>
                  </a:srgbClr>
                </a:gs>
                <a:gs pos="28571">
                  <a:srgbClr val="000000">
                    <a:alpha val="15885"/>
                  </a:srgbClr>
                </a:gs>
                <a:gs pos="42857">
                  <a:srgbClr val="000000">
                    <a:alpha val="10726"/>
                  </a:srgbClr>
                </a:gs>
                <a:gs pos="57143">
                  <a:srgbClr val="000000">
                    <a:alpha val="6094"/>
                  </a:srgbClr>
                </a:gs>
                <a:gs pos="71429">
                  <a:srgbClr val="000000">
                    <a:alpha val="2900"/>
                  </a:srgbClr>
                </a:gs>
                <a:gs pos="85714">
                  <a:srgbClr val="000000">
                    <a:alpha val="1157"/>
                  </a:srgbClr>
                </a:gs>
                <a:gs pos="100000">
                  <a:srgbClr val="000000">
                    <a:alpha val="3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7" name="Splat 817"/>
            <p:cNvSpPr>
              <a:spLocks noGrp="1"/>
            </p:cNvSpPr>
            <p:nvPr/>
          </p:nvSpPr>
          <p:spPr>
            <a:xfrm rot="5417682">
              <a:off x="2034775" y="1417587"/>
              <a:ext cx="588751" cy="7703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8" name="Splat 818"/>
            <p:cNvSpPr>
              <a:spLocks noGrp="1"/>
            </p:cNvSpPr>
            <p:nvPr/>
          </p:nvSpPr>
          <p:spPr>
            <a:xfrm rot="5498779">
              <a:off x="1368219" y="574613"/>
              <a:ext cx="343746" cy="186208"/>
            </a:xfrm>
            <a:prstGeom prst="ellipse">
              <a:avLst/>
            </a:prstGeom>
            <a:gradFill>
              <a:gsLst>
                <a:gs pos="0">
                  <a:srgbClr val="851300">
                    <a:alpha val="32968"/>
                  </a:srgbClr>
                </a:gs>
                <a:gs pos="14286">
                  <a:srgbClr val="851300">
                    <a:alpha val="30764"/>
                  </a:srgbClr>
                </a:gs>
                <a:gs pos="28571">
                  <a:srgbClr val="851300">
                    <a:alpha val="24833"/>
                  </a:srgbClr>
                </a:gs>
                <a:gs pos="42857">
                  <a:srgbClr val="851300">
                    <a:alpha val="17075"/>
                  </a:srgbClr>
                </a:gs>
                <a:gs pos="57143">
                  <a:srgbClr val="851300">
                    <a:alpha val="9855"/>
                  </a:srgbClr>
                </a:gs>
                <a:gs pos="71429">
                  <a:srgbClr val="851300">
                    <a:alpha val="4740"/>
                  </a:srgbClr>
                </a:gs>
                <a:gs pos="85714">
                  <a:srgbClr val="851300">
                    <a:alpha val="1902"/>
                  </a:srgbClr>
                </a:gs>
                <a:gs pos="100000">
                  <a:srgbClr val="8513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9" name="Splat 819"/>
            <p:cNvSpPr>
              <a:spLocks noGrp="1"/>
            </p:cNvSpPr>
            <p:nvPr/>
          </p:nvSpPr>
          <p:spPr>
            <a:xfrm rot="-8667782">
              <a:off x="814427" y="498278"/>
              <a:ext cx="285407" cy="174935"/>
            </a:xfrm>
            <a:prstGeom prst="ellipse">
              <a:avLst/>
            </a:prstGeom>
            <a:gradFill>
              <a:gsLst>
                <a:gs pos="0">
                  <a:srgbClr val="AE8D72">
                    <a:alpha val="32968"/>
                  </a:srgbClr>
                </a:gs>
                <a:gs pos="14286">
                  <a:srgbClr val="AE8D72">
                    <a:alpha val="30764"/>
                  </a:srgbClr>
                </a:gs>
                <a:gs pos="28571">
                  <a:srgbClr val="AE8D72">
                    <a:alpha val="24833"/>
                  </a:srgbClr>
                </a:gs>
                <a:gs pos="42857">
                  <a:srgbClr val="AE8D72">
                    <a:alpha val="17075"/>
                  </a:srgbClr>
                </a:gs>
                <a:gs pos="57143">
                  <a:srgbClr val="AE8D72">
                    <a:alpha val="9855"/>
                  </a:srgbClr>
                </a:gs>
                <a:gs pos="71429">
                  <a:srgbClr val="AE8D72">
                    <a:alpha val="4740"/>
                  </a:srgbClr>
                </a:gs>
                <a:gs pos="85714">
                  <a:srgbClr val="AE8D72">
                    <a:alpha val="1902"/>
                  </a:srgbClr>
                </a:gs>
                <a:gs pos="100000">
                  <a:srgbClr val="AE8D7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0" name="Splat 820"/>
            <p:cNvSpPr>
              <a:spLocks noGrp="1"/>
            </p:cNvSpPr>
            <p:nvPr/>
          </p:nvSpPr>
          <p:spPr>
            <a:xfrm rot="6720156">
              <a:off x="531175" y="1357465"/>
              <a:ext cx="336522" cy="201788"/>
            </a:xfrm>
            <a:prstGeom prst="ellipse">
              <a:avLst/>
            </a:prstGeom>
            <a:gradFill>
              <a:gsLst>
                <a:gs pos="0">
                  <a:srgbClr val="000000">
                    <a:alpha val="17560"/>
                  </a:srgbClr>
                </a:gs>
                <a:gs pos="14286">
                  <a:srgbClr val="000000">
                    <a:alpha val="16262"/>
                  </a:srgbClr>
                </a:gs>
                <a:gs pos="28571">
                  <a:srgbClr val="000000">
                    <a:alpha val="12873"/>
                  </a:srgbClr>
                </a:gs>
                <a:gs pos="42857">
                  <a:srgbClr val="000000">
                    <a:alpha val="8642"/>
                  </a:srgbClr>
                </a:gs>
                <a:gs pos="57143">
                  <a:srgbClr val="000000">
                    <a:alpha val="4885"/>
                  </a:srgbClr>
                </a:gs>
                <a:gs pos="71429">
                  <a:srgbClr val="000000">
                    <a:alpha val="2317"/>
                  </a:srgbClr>
                </a:gs>
                <a:gs pos="85714">
                  <a:srgbClr val="000000">
                    <a:alpha val="923"/>
                  </a:srgbClr>
                </a:gs>
                <a:gs pos="100000">
                  <a:srgbClr val="000000">
                    <a:alpha val="3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1" name="Splat 821"/>
            <p:cNvSpPr>
              <a:spLocks noGrp="1"/>
            </p:cNvSpPr>
            <p:nvPr/>
          </p:nvSpPr>
          <p:spPr>
            <a:xfrm rot="5141476">
              <a:off x="-143377" y="711088"/>
              <a:ext cx="790435" cy="61685"/>
            </a:xfrm>
            <a:prstGeom prst="ellipse">
              <a:avLst/>
            </a:prstGeom>
            <a:gradFill>
              <a:gsLst>
                <a:gs pos="0">
                  <a:srgbClr val="FFFFBB">
                    <a:alpha val="32968"/>
                  </a:srgbClr>
                </a:gs>
                <a:gs pos="14286">
                  <a:srgbClr val="FFFFBB">
                    <a:alpha val="30764"/>
                  </a:srgbClr>
                </a:gs>
                <a:gs pos="28571">
                  <a:srgbClr val="FFFFBB">
                    <a:alpha val="24833"/>
                  </a:srgbClr>
                </a:gs>
                <a:gs pos="42857">
                  <a:srgbClr val="FFFFBB">
                    <a:alpha val="17075"/>
                  </a:srgbClr>
                </a:gs>
                <a:gs pos="57143">
                  <a:srgbClr val="FFFFBB">
                    <a:alpha val="9855"/>
                  </a:srgbClr>
                </a:gs>
                <a:gs pos="71429">
                  <a:srgbClr val="FFFFBB">
                    <a:alpha val="4740"/>
                  </a:srgbClr>
                </a:gs>
                <a:gs pos="85714">
                  <a:srgbClr val="FFFFBB">
                    <a:alpha val="1902"/>
                  </a:srgbClr>
                </a:gs>
                <a:gs pos="100000">
                  <a:srgbClr val="FFFFB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2" name="Splat 822"/>
            <p:cNvSpPr>
              <a:spLocks noGrp="1"/>
            </p:cNvSpPr>
            <p:nvPr/>
          </p:nvSpPr>
          <p:spPr>
            <a:xfrm rot="9550525">
              <a:off x="231270" y="970939"/>
              <a:ext cx="511139" cy="56861"/>
            </a:xfrm>
            <a:prstGeom prst="ellipse">
              <a:avLst/>
            </a:prstGeom>
            <a:gradFill>
              <a:gsLst>
                <a:gs pos="0">
                  <a:srgbClr val="FFCAC1">
                    <a:alpha val="32968"/>
                  </a:srgbClr>
                </a:gs>
                <a:gs pos="14286">
                  <a:srgbClr val="FFCAC1">
                    <a:alpha val="30764"/>
                  </a:srgbClr>
                </a:gs>
                <a:gs pos="28571">
                  <a:srgbClr val="FFCAC1">
                    <a:alpha val="24833"/>
                  </a:srgbClr>
                </a:gs>
                <a:gs pos="42857">
                  <a:srgbClr val="FFCAC1">
                    <a:alpha val="17075"/>
                  </a:srgbClr>
                </a:gs>
                <a:gs pos="57143">
                  <a:srgbClr val="FFCAC1">
                    <a:alpha val="9855"/>
                  </a:srgbClr>
                </a:gs>
                <a:gs pos="71429">
                  <a:srgbClr val="FFCAC1">
                    <a:alpha val="4740"/>
                  </a:srgbClr>
                </a:gs>
                <a:gs pos="85714">
                  <a:srgbClr val="FFCAC1">
                    <a:alpha val="1902"/>
                  </a:srgbClr>
                </a:gs>
                <a:gs pos="100000">
                  <a:srgbClr val="FFCAC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3" name="Splat 823"/>
            <p:cNvSpPr>
              <a:spLocks noGrp="1"/>
            </p:cNvSpPr>
            <p:nvPr/>
          </p:nvSpPr>
          <p:spPr>
            <a:xfrm rot="5673911">
              <a:off x="1756089" y="1324137"/>
              <a:ext cx="557345" cy="117599"/>
            </a:xfrm>
            <a:prstGeom prst="ellipse">
              <a:avLst/>
            </a:prstGeom>
            <a:gradFill>
              <a:gsLst>
                <a:gs pos="0">
                  <a:srgbClr val="CFC7C0">
                    <a:alpha val="27030"/>
                  </a:srgbClr>
                </a:gs>
                <a:gs pos="14286">
                  <a:srgbClr val="CFC7C0">
                    <a:alpha val="25146"/>
                  </a:srgbClr>
                </a:gs>
                <a:gs pos="28571">
                  <a:srgbClr val="CFC7C0">
                    <a:alpha val="20139"/>
                  </a:srgbClr>
                </a:gs>
                <a:gs pos="42857">
                  <a:srgbClr val="CFC7C0">
                    <a:alpha val="13714"/>
                  </a:srgbClr>
                </a:gs>
                <a:gs pos="57143">
                  <a:srgbClr val="CFC7C0">
                    <a:alpha val="7848"/>
                  </a:srgbClr>
                </a:gs>
                <a:gs pos="71429">
                  <a:srgbClr val="CFC7C0">
                    <a:alpha val="3754"/>
                  </a:srgbClr>
                </a:gs>
                <a:gs pos="85714">
                  <a:srgbClr val="CFC7C0">
                    <a:alpha val="1502"/>
                  </a:srgbClr>
                </a:gs>
                <a:gs pos="100000">
                  <a:srgbClr val="CFC7C0">
                    <a:alpha val="5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4" name="Splat 824"/>
            <p:cNvSpPr>
              <a:spLocks noGrp="1"/>
            </p:cNvSpPr>
            <p:nvPr/>
          </p:nvSpPr>
          <p:spPr>
            <a:xfrm rot="-10146140">
              <a:off x="2477973" y="1093833"/>
              <a:ext cx="451011" cy="166729"/>
            </a:xfrm>
            <a:prstGeom prst="ellipse">
              <a:avLst/>
            </a:prstGeom>
            <a:gradFill>
              <a:gsLst>
                <a:gs pos="0">
                  <a:srgbClr val="FF0700">
                    <a:alpha val="31848"/>
                  </a:srgbClr>
                </a:gs>
                <a:gs pos="14286">
                  <a:srgbClr val="FF0700">
                    <a:alpha val="29701"/>
                  </a:srgbClr>
                </a:gs>
                <a:gs pos="28571">
                  <a:srgbClr val="FF0700">
                    <a:alpha val="23939"/>
                  </a:srgbClr>
                </a:gs>
                <a:gs pos="42857">
                  <a:srgbClr val="FF0700">
                    <a:alpha val="16430"/>
                  </a:srgbClr>
                </a:gs>
                <a:gs pos="57143">
                  <a:srgbClr val="FF0700">
                    <a:alpha val="9467"/>
                  </a:srgbClr>
                </a:gs>
                <a:gs pos="71429">
                  <a:srgbClr val="FF0700">
                    <a:alpha val="4549"/>
                  </a:srgbClr>
                </a:gs>
                <a:gs pos="85714">
                  <a:srgbClr val="FF0700">
                    <a:alpha val="1824"/>
                  </a:srgbClr>
                </a:gs>
                <a:gs pos="100000">
                  <a:srgbClr val="FF0700">
                    <a:alpha val="6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5" name="Splat 825"/>
            <p:cNvSpPr>
              <a:spLocks noGrp="1"/>
            </p:cNvSpPr>
            <p:nvPr/>
          </p:nvSpPr>
          <p:spPr>
            <a:xfrm rot="9991715">
              <a:off x="1577410" y="1770671"/>
              <a:ext cx="385321" cy="41602"/>
            </a:xfrm>
            <a:prstGeom prst="ellipse">
              <a:avLst/>
            </a:prstGeom>
            <a:gradFill>
              <a:gsLst>
                <a:gs pos="0">
                  <a:srgbClr val="FFFEFF">
                    <a:alpha val="21864"/>
                  </a:srgbClr>
                </a:gs>
                <a:gs pos="14286">
                  <a:srgbClr val="FFFEFF">
                    <a:alpha val="20289"/>
                  </a:srgbClr>
                </a:gs>
                <a:gs pos="28571">
                  <a:srgbClr val="FFFEFF">
                    <a:alpha val="16144"/>
                  </a:srgbClr>
                </a:gs>
                <a:gs pos="42857">
                  <a:srgbClr val="FFFEFF">
                    <a:alpha val="10907"/>
                  </a:srgbClr>
                </a:gs>
                <a:gs pos="57143">
                  <a:srgbClr val="FFFEFF">
                    <a:alpha val="6199"/>
                  </a:srgbClr>
                </a:gs>
                <a:gs pos="71429">
                  <a:srgbClr val="FFFEFF">
                    <a:alpha val="2951"/>
                  </a:srgbClr>
                </a:gs>
                <a:gs pos="85714">
                  <a:srgbClr val="FFFEFF">
                    <a:alpha val="1177"/>
                  </a:srgbClr>
                </a:gs>
                <a:gs pos="100000">
                  <a:srgbClr val="FFFEFF">
                    <a:alpha val="3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6" name="Splat 826"/>
            <p:cNvSpPr>
              <a:spLocks noGrp="1"/>
            </p:cNvSpPr>
            <p:nvPr/>
          </p:nvSpPr>
          <p:spPr>
            <a:xfrm rot="6428535">
              <a:off x="2503316" y="511013"/>
              <a:ext cx="340355" cy="216828"/>
            </a:xfrm>
            <a:prstGeom prst="ellipse">
              <a:avLst/>
            </a:prstGeom>
            <a:gradFill>
              <a:gsLst>
                <a:gs pos="0">
                  <a:srgbClr val="5B0000">
                    <a:alpha val="32968"/>
                  </a:srgbClr>
                </a:gs>
                <a:gs pos="14286">
                  <a:srgbClr val="5B0000">
                    <a:alpha val="30764"/>
                  </a:srgbClr>
                </a:gs>
                <a:gs pos="28571">
                  <a:srgbClr val="5B0000">
                    <a:alpha val="24833"/>
                  </a:srgbClr>
                </a:gs>
                <a:gs pos="42857">
                  <a:srgbClr val="5B0000">
                    <a:alpha val="17075"/>
                  </a:srgbClr>
                </a:gs>
                <a:gs pos="57143">
                  <a:srgbClr val="5B0000">
                    <a:alpha val="9855"/>
                  </a:srgbClr>
                </a:gs>
                <a:gs pos="71429">
                  <a:srgbClr val="5B0000">
                    <a:alpha val="4740"/>
                  </a:srgbClr>
                </a:gs>
                <a:gs pos="85714">
                  <a:srgbClr val="5B0000">
                    <a:alpha val="1902"/>
                  </a:srgbClr>
                </a:gs>
                <a:gs pos="100000">
                  <a:srgbClr val="5B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7" name="Splat 827"/>
            <p:cNvSpPr>
              <a:spLocks noGrp="1"/>
            </p:cNvSpPr>
            <p:nvPr/>
          </p:nvSpPr>
          <p:spPr>
            <a:xfrm rot="5455503">
              <a:off x="1608481" y="1882641"/>
              <a:ext cx="255977" cy="222441"/>
            </a:xfrm>
            <a:prstGeom prst="ellipse">
              <a:avLst/>
            </a:prstGeom>
            <a:gradFill>
              <a:gsLst>
                <a:gs pos="0">
                  <a:srgbClr val="191E00">
                    <a:alpha val="32968"/>
                  </a:srgbClr>
                </a:gs>
                <a:gs pos="14286">
                  <a:srgbClr val="191E00">
                    <a:alpha val="30764"/>
                  </a:srgbClr>
                </a:gs>
                <a:gs pos="28571">
                  <a:srgbClr val="191E00">
                    <a:alpha val="24833"/>
                  </a:srgbClr>
                </a:gs>
                <a:gs pos="42857">
                  <a:srgbClr val="191E00">
                    <a:alpha val="17075"/>
                  </a:srgbClr>
                </a:gs>
                <a:gs pos="57143">
                  <a:srgbClr val="191E00">
                    <a:alpha val="9855"/>
                  </a:srgbClr>
                </a:gs>
                <a:gs pos="71429">
                  <a:srgbClr val="191E00">
                    <a:alpha val="4740"/>
                  </a:srgbClr>
                </a:gs>
                <a:gs pos="85714">
                  <a:srgbClr val="191E00">
                    <a:alpha val="1902"/>
                  </a:srgbClr>
                </a:gs>
                <a:gs pos="100000">
                  <a:srgbClr val="191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8" name="Splat 828"/>
            <p:cNvSpPr>
              <a:spLocks noGrp="1"/>
            </p:cNvSpPr>
            <p:nvPr/>
          </p:nvSpPr>
          <p:spPr>
            <a:xfrm rot="5814807">
              <a:off x="2478882" y="929896"/>
              <a:ext cx="401612" cy="118763"/>
            </a:xfrm>
            <a:prstGeom prst="ellipse">
              <a:avLst/>
            </a:prstGeom>
            <a:gradFill>
              <a:gsLst>
                <a:gs pos="0">
                  <a:srgbClr val="001600">
                    <a:alpha val="32968"/>
                  </a:srgbClr>
                </a:gs>
                <a:gs pos="14286">
                  <a:srgbClr val="001600">
                    <a:alpha val="30764"/>
                  </a:srgbClr>
                </a:gs>
                <a:gs pos="28571">
                  <a:srgbClr val="001600">
                    <a:alpha val="24833"/>
                  </a:srgbClr>
                </a:gs>
                <a:gs pos="42857">
                  <a:srgbClr val="001600">
                    <a:alpha val="17075"/>
                  </a:srgbClr>
                </a:gs>
                <a:gs pos="57143">
                  <a:srgbClr val="001600">
                    <a:alpha val="9855"/>
                  </a:srgbClr>
                </a:gs>
                <a:gs pos="71429">
                  <a:srgbClr val="001600">
                    <a:alpha val="4740"/>
                  </a:srgbClr>
                </a:gs>
                <a:gs pos="85714">
                  <a:srgbClr val="001600">
                    <a:alpha val="1902"/>
                  </a:srgbClr>
                </a:gs>
                <a:gs pos="100000">
                  <a:srgbClr val="001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9" name="Splat 829"/>
            <p:cNvSpPr>
              <a:spLocks noGrp="1"/>
            </p:cNvSpPr>
            <p:nvPr/>
          </p:nvSpPr>
          <p:spPr>
            <a:xfrm rot="8817343">
              <a:off x="2193545" y="474502"/>
              <a:ext cx="251170" cy="247049"/>
            </a:xfrm>
            <a:prstGeom prst="ellipse">
              <a:avLst/>
            </a:prstGeom>
            <a:gradFill>
              <a:gsLst>
                <a:gs pos="0">
                  <a:srgbClr val="540000">
                    <a:alpha val="19619"/>
                  </a:srgbClr>
                </a:gs>
                <a:gs pos="14286">
                  <a:srgbClr val="540000">
                    <a:alpha val="18187"/>
                  </a:srgbClr>
                </a:gs>
                <a:gs pos="28571">
                  <a:srgbClr val="540000">
                    <a:alpha val="14432"/>
                  </a:srgbClr>
                </a:gs>
                <a:gs pos="42857">
                  <a:srgbClr val="540000">
                    <a:alpha val="9718"/>
                  </a:srgbClr>
                </a:gs>
                <a:gs pos="57143">
                  <a:srgbClr val="540000">
                    <a:alpha val="5507"/>
                  </a:srgbClr>
                </a:gs>
                <a:gs pos="71429">
                  <a:srgbClr val="540000">
                    <a:alpha val="2617"/>
                  </a:srgbClr>
                </a:gs>
                <a:gs pos="85714">
                  <a:srgbClr val="540000">
                    <a:alpha val="1043"/>
                  </a:srgbClr>
                </a:gs>
                <a:gs pos="100000">
                  <a:srgbClr val="540000">
                    <a:alpha val="3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0" name="Splat 830"/>
            <p:cNvSpPr>
              <a:spLocks noGrp="1"/>
            </p:cNvSpPr>
            <p:nvPr/>
          </p:nvSpPr>
          <p:spPr>
            <a:xfrm rot="9811917">
              <a:off x="2129731" y="765303"/>
              <a:ext cx="387935" cy="12326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1" name="Splat 831"/>
            <p:cNvSpPr>
              <a:spLocks noGrp="1"/>
            </p:cNvSpPr>
            <p:nvPr/>
          </p:nvSpPr>
          <p:spPr>
            <a:xfrm rot="10761929">
              <a:off x="1792844" y="34850"/>
              <a:ext cx="737303" cy="57540"/>
            </a:xfrm>
            <a:prstGeom prst="ellipse">
              <a:avLst/>
            </a:prstGeom>
            <a:gradFill>
              <a:gsLst>
                <a:gs pos="0">
                  <a:srgbClr val="3B0000">
                    <a:alpha val="32968"/>
                  </a:srgbClr>
                </a:gs>
                <a:gs pos="14286">
                  <a:srgbClr val="3B0000">
                    <a:alpha val="30764"/>
                  </a:srgbClr>
                </a:gs>
                <a:gs pos="28571">
                  <a:srgbClr val="3B0000">
                    <a:alpha val="24833"/>
                  </a:srgbClr>
                </a:gs>
                <a:gs pos="42857">
                  <a:srgbClr val="3B0000">
                    <a:alpha val="17075"/>
                  </a:srgbClr>
                </a:gs>
                <a:gs pos="57143">
                  <a:srgbClr val="3B0000">
                    <a:alpha val="9855"/>
                  </a:srgbClr>
                </a:gs>
                <a:gs pos="71429">
                  <a:srgbClr val="3B0000">
                    <a:alpha val="4740"/>
                  </a:srgbClr>
                </a:gs>
                <a:gs pos="85714">
                  <a:srgbClr val="3B0000">
                    <a:alpha val="1902"/>
                  </a:srgbClr>
                </a:gs>
                <a:gs pos="100000">
                  <a:srgbClr val="3B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2" name="Splat 832"/>
            <p:cNvSpPr>
              <a:spLocks noGrp="1"/>
            </p:cNvSpPr>
            <p:nvPr/>
          </p:nvSpPr>
          <p:spPr>
            <a:xfrm rot="5403651">
              <a:off x="2391837" y="1136569"/>
              <a:ext cx="365455" cy="4073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3" name="Splat 833"/>
            <p:cNvSpPr>
              <a:spLocks noGrp="1"/>
            </p:cNvSpPr>
            <p:nvPr/>
          </p:nvSpPr>
          <p:spPr>
            <a:xfrm rot="-8845305">
              <a:off x="2652831" y="1380779"/>
              <a:ext cx="734187" cy="136178"/>
            </a:xfrm>
            <a:prstGeom prst="ellipse">
              <a:avLst/>
            </a:prstGeom>
            <a:gradFill>
              <a:gsLst>
                <a:gs pos="0">
                  <a:srgbClr val="700000">
                    <a:alpha val="32968"/>
                  </a:srgbClr>
                </a:gs>
                <a:gs pos="14286">
                  <a:srgbClr val="700000">
                    <a:alpha val="30764"/>
                  </a:srgbClr>
                </a:gs>
                <a:gs pos="28571">
                  <a:srgbClr val="700000">
                    <a:alpha val="24833"/>
                  </a:srgbClr>
                </a:gs>
                <a:gs pos="42857">
                  <a:srgbClr val="700000">
                    <a:alpha val="17075"/>
                  </a:srgbClr>
                </a:gs>
                <a:gs pos="57143">
                  <a:srgbClr val="700000">
                    <a:alpha val="9855"/>
                  </a:srgbClr>
                </a:gs>
                <a:gs pos="71429">
                  <a:srgbClr val="700000">
                    <a:alpha val="4740"/>
                  </a:srgbClr>
                </a:gs>
                <a:gs pos="85714">
                  <a:srgbClr val="700000">
                    <a:alpha val="1902"/>
                  </a:srgbClr>
                </a:gs>
                <a:gs pos="100000">
                  <a:srgbClr val="7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4" name="Splat 834"/>
            <p:cNvSpPr>
              <a:spLocks noGrp="1"/>
            </p:cNvSpPr>
            <p:nvPr/>
          </p:nvSpPr>
          <p:spPr>
            <a:xfrm rot="-8714860">
              <a:off x="201468" y="1170625"/>
              <a:ext cx="619052" cy="5806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5" name="Splat 835"/>
            <p:cNvSpPr>
              <a:spLocks noGrp="1"/>
            </p:cNvSpPr>
            <p:nvPr/>
          </p:nvSpPr>
          <p:spPr>
            <a:xfrm rot="-10657428">
              <a:off x="2678549" y="1210630"/>
              <a:ext cx="579224" cy="5221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6" name="Splat 836"/>
            <p:cNvSpPr>
              <a:spLocks noGrp="1"/>
            </p:cNvSpPr>
            <p:nvPr/>
          </p:nvSpPr>
          <p:spPr>
            <a:xfrm rot="8736641">
              <a:off x="1730886" y="1123693"/>
              <a:ext cx="504975" cy="118071"/>
            </a:xfrm>
            <a:prstGeom prst="ellipse">
              <a:avLst/>
            </a:prstGeom>
            <a:gradFill>
              <a:gsLst>
                <a:gs pos="0">
                  <a:srgbClr val="000700">
                    <a:alpha val="32968"/>
                  </a:srgbClr>
                </a:gs>
                <a:gs pos="14286">
                  <a:srgbClr val="000700">
                    <a:alpha val="30764"/>
                  </a:srgbClr>
                </a:gs>
                <a:gs pos="28571">
                  <a:srgbClr val="000700">
                    <a:alpha val="24833"/>
                  </a:srgbClr>
                </a:gs>
                <a:gs pos="42857">
                  <a:srgbClr val="000700">
                    <a:alpha val="17075"/>
                  </a:srgbClr>
                </a:gs>
                <a:gs pos="57143">
                  <a:srgbClr val="000700">
                    <a:alpha val="9855"/>
                  </a:srgbClr>
                </a:gs>
                <a:gs pos="71429">
                  <a:srgbClr val="000700">
                    <a:alpha val="4740"/>
                  </a:srgbClr>
                </a:gs>
                <a:gs pos="85714">
                  <a:srgbClr val="000700">
                    <a:alpha val="1902"/>
                  </a:srgbClr>
                </a:gs>
                <a:gs pos="100000">
                  <a:srgbClr val="0007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7" name="Splat 837"/>
            <p:cNvSpPr>
              <a:spLocks noGrp="1"/>
            </p:cNvSpPr>
            <p:nvPr/>
          </p:nvSpPr>
          <p:spPr>
            <a:xfrm rot="10117843">
              <a:off x="2828735" y="942313"/>
              <a:ext cx="527611" cy="15902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8" name="Splat 838"/>
            <p:cNvSpPr>
              <a:spLocks noGrp="1"/>
            </p:cNvSpPr>
            <p:nvPr/>
          </p:nvSpPr>
          <p:spPr>
            <a:xfrm rot="9302964">
              <a:off x="2865363" y="2155193"/>
              <a:ext cx="642124" cy="239056"/>
            </a:xfrm>
            <a:prstGeom prst="ellipse">
              <a:avLst/>
            </a:prstGeom>
            <a:gradFill>
              <a:gsLst>
                <a:gs pos="0">
                  <a:srgbClr val="D57300">
                    <a:alpha val="32968"/>
                  </a:srgbClr>
                </a:gs>
                <a:gs pos="14286">
                  <a:srgbClr val="D57300">
                    <a:alpha val="30764"/>
                  </a:srgbClr>
                </a:gs>
                <a:gs pos="28571">
                  <a:srgbClr val="D57300">
                    <a:alpha val="24833"/>
                  </a:srgbClr>
                </a:gs>
                <a:gs pos="42857">
                  <a:srgbClr val="D57300">
                    <a:alpha val="17075"/>
                  </a:srgbClr>
                </a:gs>
                <a:gs pos="57143">
                  <a:srgbClr val="D57300">
                    <a:alpha val="9855"/>
                  </a:srgbClr>
                </a:gs>
                <a:gs pos="71429">
                  <a:srgbClr val="D57300">
                    <a:alpha val="4740"/>
                  </a:srgbClr>
                </a:gs>
                <a:gs pos="85714">
                  <a:srgbClr val="D57300">
                    <a:alpha val="1902"/>
                  </a:srgbClr>
                </a:gs>
                <a:gs pos="100000">
                  <a:srgbClr val="D573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9" name="Splat 839"/>
            <p:cNvSpPr>
              <a:spLocks noGrp="1"/>
            </p:cNvSpPr>
            <p:nvPr/>
          </p:nvSpPr>
          <p:spPr>
            <a:xfrm rot="3249328">
              <a:off x="2370986" y="1825106"/>
              <a:ext cx="712525" cy="6743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0" name="Splat 840"/>
            <p:cNvSpPr>
              <a:spLocks noGrp="1"/>
            </p:cNvSpPr>
            <p:nvPr/>
          </p:nvSpPr>
          <p:spPr>
            <a:xfrm rot="9676860">
              <a:off x="1298711" y="1062867"/>
              <a:ext cx="782557" cy="229872"/>
            </a:xfrm>
            <a:prstGeom prst="ellipse">
              <a:avLst/>
            </a:prstGeom>
            <a:gradFill>
              <a:gsLst>
                <a:gs pos="0">
                  <a:srgbClr val="FF0000">
                    <a:alpha val="32968"/>
                  </a:srgbClr>
                </a:gs>
                <a:gs pos="14286">
                  <a:srgbClr val="FF0000">
                    <a:alpha val="30764"/>
                  </a:srgbClr>
                </a:gs>
                <a:gs pos="28571">
                  <a:srgbClr val="FF0000">
                    <a:alpha val="24833"/>
                  </a:srgbClr>
                </a:gs>
                <a:gs pos="42857">
                  <a:srgbClr val="FF0000">
                    <a:alpha val="17075"/>
                  </a:srgbClr>
                </a:gs>
                <a:gs pos="57143">
                  <a:srgbClr val="FF0000">
                    <a:alpha val="9855"/>
                  </a:srgbClr>
                </a:gs>
                <a:gs pos="71429">
                  <a:srgbClr val="FF0000">
                    <a:alpha val="4740"/>
                  </a:srgbClr>
                </a:gs>
                <a:gs pos="85714">
                  <a:srgbClr val="FF0000">
                    <a:alpha val="1902"/>
                  </a:srgbClr>
                </a:gs>
                <a:gs pos="100000">
                  <a:srgbClr val="F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1" name="Splat 841"/>
            <p:cNvSpPr>
              <a:spLocks noGrp="1"/>
            </p:cNvSpPr>
            <p:nvPr/>
          </p:nvSpPr>
          <p:spPr>
            <a:xfrm rot="-10615530">
              <a:off x="2790409" y="821525"/>
              <a:ext cx="799461" cy="43492"/>
            </a:xfrm>
            <a:prstGeom prst="ellipse">
              <a:avLst/>
            </a:prstGeom>
            <a:gradFill>
              <a:gsLst>
                <a:gs pos="0">
                  <a:srgbClr val="FFD089">
                    <a:alpha val="32968"/>
                  </a:srgbClr>
                </a:gs>
                <a:gs pos="14286">
                  <a:srgbClr val="FFD089">
                    <a:alpha val="30764"/>
                  </a:srgbClr>
                </a:gs>
                <a:gs pos="28571">
                  <a:srgbClr val="FFD089">
                    <a:alpha val="24833"/>
                  </a:srgbClr>
                </a:gs>
                <a:gs pos="42857">
                  <a:srgbClr val="FFD089">
                    <a:alpha val="17075"/>
                  </a:srgbClr>
                </a:gs>
                <a:gs pos="57143">
                  <a:srgbClr val="FFD089">
                    <a:alpha val="9855"/>
                  </a:srgbClr>
                </a:gs>
                <a:gs pos="71429">
                  <a:srgbClr val="FFD089">
                    <a:alpha val="4740"/>
                  </a:srgbClr>
                </a:gs>
                <a:gs pos="85714">
                  <a:srgbClr val="FFD089">
                    <a:alpha val="1902"/>
                  </a:srgbClr>
                </a:gs>
                <a:gs pos="100000">
                  <a:srgbClr val="FFD08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2" name="Splat 842"/>
            <p:cNvSpPr>
              <a:spLocks noGrp="1"/>
            </p:cNvSpPr>
            <p:nvPr/>
          </p:nvSpPr>
          <p:spPr>
            <a:xfrm rot="-10763788">
              <a:off x="2626584" y="42020"/>
              <a:ext cx="502088" cy="157430"/>
            </a:xfrm>
            <a:prstGeom prst="ellipse">
              <a:avLst/>
            </a:prstGeom>
            <a:gradFill>
              <a:gsLst>
                <a:gs pos="0">
                  <a:srgbClr val="8E0000">
                    <a:alpha val="32968"/>
                  </a:srgbClr>
                </a:gs>
                <a:gs pos="14286">
                  <a:srgbClr val="8E0000">
                    <a:alpha val="30764"/>
                  </a:srgbClr>
                </a:gs>
                <a:gs pos="28571">
                  <a:srgbClr val="8E0000">
                    <a:alpha val="24833"/>
                  </a:srgbClr>
                </a:gs>
                <a:gs pos="42857">
                  <a:srgbClr val="8E0000">
                    <a:alpha val="17075"/>
                  </a:srgbClr>
                </a:gs>
                <a:gs pos="57143">
                  <a:srgbClr val="8E0000">
                    <a:alpha val="9855"/>
                  </a:srgbClr>
                </a:gs>
                <a:gs pos="71429">
                  <a:srgbClr val="8E0000">
                    <a:alpha val="4740"/>
                  </a:srgbClr>
                </a:gs>
                <a:gs pos="85714">
                  <a:srgbClr val="8E0000">
                    <a:alpha val="1902"/>
                  </a:srgbClr>
                </a:gs>
                <a:gs pos="100000">
                  <a:srgbClr val="8E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3" name="Splat 843"/>
            <p:cNvSpPr>
              <a:spLocks noGrp="1"/>
            </p:cNvSpPr>
            <p:nvPr/>
          </p:nvSpPr>
          <p:spPr>
            <a:xfrm rot="2741907">
              <a:off x="2612169" y="1492822"/>
              <a:ext cx="392882" cy="124462"/>
            </a:xfrm>
            <a:prstGeom prst="ellipse">
              <a:avLst/>
            </a:prstGeom>
            <a:gradFill>
              <a:gsLst>
                <a:gs pos="0">
                  <a:srgbClr val="FF7D00">
                    <a:alpha val="13399"/>
                  </a:srgbClr>
                </a:gs>
                <a:gs pos="14286">
                  <a:srgbClr val="FF7D00">
                    <a:alpha val="12385"/>
                  </a:srgbClr>
                </a:gs>
                <a:gs pos="28571">
                  <a:srgbClr val="FF7D00">
                    <a:alpha val="9757"/>
                  </a:srgbClr>
                </a:gs>
                <a:gs pos="42857">
                  <a:srgbClr val="FF7D00">
                    <a:alpha val="6512"/>
                  </a:srgbClr>
                </a:gs>
                <a:gs pos="57143">
                  <a:srgbClr val="FF7D00">
                    <a:alpha val="3663"/>
                  </a:srgbClr>
                </a:gs>
                <a:gs pos="71429">
                  <a:srgbClr val="FF7D00">
                    <a:alpha val="1731"/>
                  </a:srgbClr>
                </a:gs>
                <a:gs pos="85714">
                  <a:srgbClr val="FF7D00">
                    <a:alpha val="688"/>
                  </a:srgbClr>
                </a:gs>
                <a:gs pos="100000">
                  <a:srgbClr val="FF7D00">
                    <a:alpha val="2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4" name="Splat 844"/>
            <p:cNvSpPr>
              <a:spLocks noGrp="1"/>
            </p:cNvSpPr>
            <p:nvPr/>
          </p:nvSpPr>
          <p:spPr>
            <a:xfrm rot="4969528">
              <a:off x="1271356" y="239134"/>
              <a:ext cx="696077" cy="39820"/>
            </a:xfrm>
            <a:prstGeom prst="ellipse">
              <a:avLst/>
            </a:prstGeom>
            <a:gradFill>
              <a:gsLst>
                <a:gs pos="0">
                  <a:srgbClr val="000200">
                    <a:alpha val="32968"/>
                  </a:srgbClr>
                </a:gs>
                <a:gs pos="14286">
                  <a:srgbClr val="000200">
                    <a:alpha val="30764"/>
                  </a:srgbClr>
                </a:gs>
                <a:gs pos="28571">
                  <a:srgbClr val="000200">
                    <a:alpha val="24833"/>
                  </a:srgbClr>
                </a:gs>
                <a:gs pos="42857">
                  <a:srgbClr val="000200">
                    <a:alpha val="17075"/>
                  </a:srgbClr>
                </a:gs>
                <a:gs pos="57143">
                  <a:srgbClr val="000200">
                    <a:alpha val="9855"/>
                  </a:srgbClr>
                </a:gs>
                <a:gs pos="71429">
                  <a:srgbClr val="000200">
                    <a:alpha val="4740"/>
                  </a:srgbClr>
                </a:gs>
                <a:gs pos="85714">
                  <a:srgbClr val="000200">
                    <a:alpha val="1902"/>
                  </a:srgbClr>
                </a:gs>
                <a:gs pos="100000">
                  <a:srgbClr val="000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5" name="Splat 845"/>
            <p:cNvSpPr>
              <a:spLocks noGrp="1"/>
            </p:cNvSpPr>
            <p:nvPr/>
          </p:nvSpPr>
          <p:spPr>
            <a:xfrm rot="4677690">
              <a:off x="2568634" y="1647301"/>
              <a:ext cx="521357" cy="10706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6" name="Splat 846"/>
            <p:cNvSpPr>
              <a:spLocks noGrp="1"/>
            </p:cNvSpPr>
            <p:nvPr/>
          </p:nvSpPr>
          <p:spPr>
            <a:xfrm rot="7991406">
              <a:off x="1575201" y="911829"/>
              <a:ext cx="291987" cy="11847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7" name="Splat 847"/>
            <p:cNvSpPr>
              <a:spLocks noGrp="1"/>
            </p:cNvSpPr>
            <p:nvPr/>
          </p:nvSpPr>
          <p:spPr>
            <a:xfrm rot="-8404205">
              <a:off x="1308359" y="654442"/>
              <a:ext cx="429316" cy="157314"/>
            </a:xfrm>
            <a:prstGeom prst="ellipse">
              <a:avLst/>
            </a:prstGeom>
            <a:gradFill>
              <a:gsLst>
                <a:gs pos="0">
                  <a:srgbClr val="FD9800">
                    <a:alpha val="12364"/>
                  </a:srgbClr>
                </a:gs>
                <a:gs pos="14286">
                  <a:srgbClr val="FD9800">
                    <a:alpha val="11423"/>
                  </a:srgbClr>
                </a:gs>
                <a:gs pos="28571">
                  <a:srgbClr val="FD9800">
                    <a:alpha val="8988"/>
                  </a:srgbClr>
                </a:gs>
                <a:gs pos="42857">
                  <a:srgbClr val="FD9800">
                    <a:alpha val="5991"/>
                  </a:srgbClr>
                </a:gs>
                <a:gs pos="57143">
                  <a:srgbClr val="FD9800">
                    <a:alpha val="3365"/>
                  </a:srgbClr>
                </a:gs>
                <a:gs pos="71429">
                  <a:srgbClr val="FD9800">
                    <a:alpha val="1590"/>
                  </a:srgbClr>
                </a:gs>
                <a:gs pos="85714">
                  <a:srgbClr val="FD9800">
                    <a:alpha val="632"/>
                  </a:srgbClr>
                </a:gs>
                <a:gs pos="100000">
                  <a:srgbClr val="FD9800">
                    <a:alpha val="2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8" name="Splat 848"/>
            <p:cNvSpPr>
              <a:spLocks noGrp="1"/>
            </p:cNvSpPr>
            <p:nvPr/>
          </p:nvSpPr>
          <p:spPr>
            <a:xfrm rot="3877335">
              <a:off x="2206751" y="949639"/>
              <a:ext cx="456214" cy="24909"/>
            </a:xfrm>
            <a:prstGeom prst="ellipse">
              <a:avLst/>
            </a:prstGeom>
            <a:gradFill>
              <a:gsLst>
                <a:gs pos="0">
                  <a:srgbClr val="FFFFF7">
                    <a:alpha val="32968"/>
                  </a:srgbClr>
                </a:gs>
                <a:gs pos="14286">
                  <a:srgbClr val="FFFFF7">
                    <a:alpha val="30764"/>
                  </a:srgbClr>
                </a:gs>
                <a:gs pos="28571">
                  <a:srgbClr val="FFFFF7">
                    <a:alpha val="24833"/>
                  </a:srgbClr>
                </a:gs>
                <a:gs pos="42857">
                  <a:srgbClr val="FFFFF7">
                    <a:alpha val="17075"/>
                  </a:srgbClr>
                </a:gs>
                <a:gs pos="57143">
                  <a:srgbClr val="FFFFF7">
                    <a:alpha val="9855"/>
                  </a:srgbClr>
                </a:gs>
                <a:gs pos="71429">
                  <a:srgbClr val="FFFFF7">
                    <a:alpha val="4740"/>
                  </a:srgbClr>
                </a:gs>
                <a:gs pos="85714">
                  <a:srgbClr val="FFFFF7">
                    <a:alpha val="1902"/>
                  </a:srgbClr>
                </a:gs>
                <a:gs pos="100000">
                  <a:srgbClr val="FFFFF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9" name="Splat 849"/>
            <p:cNvSpPr>
              <a:spLocks noGrp="1"/>
            </p:cNvSpPr>
            <p:nvPr/>
          </p:nvSpPr>
          <p:spPr>
            <a:xfrm rot="-8909452">
              <a:off x="789169" y="1190010"/>
              <a:ext cx="678540" cy="11975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0" name="Splat 850"/>
            <p:cNvSpPr>
              <a:spLocks noGrp="1"/>
            </p:cNvSpPr>
            <p:nvPr/>
          </p:nvSpPr>
          <p:spPr>
            <a:xfrm rot="5709530">
              <a:off x="3006805" y="1000451"/>
              <a:ext cx="495283" cy="221891"/>
            </a:xfrm>
            <a:prstGeom prst="ellipse">
              <a:avLst/>
            </a:prstGeom>
            <a:gradFill>
              <a:gsLst>
                <a:gs pos="0">
                  <a:srgbClr val="EDA97D">
                    <a:alpha val="32968"/>
                  </a:srgbClr>
                </a:gs>
                <a:gs pos="14286">
                  <a:srgbClr val="EDA97D">
                    <a:alpha val="30764"/>
                  </a:srgbClr>
                </a:gs>
                <a:gs pos="28571">
                  <a:srgbClr val="EDA97D">
                    <a:alpha val="24833"/>
                  </a:srgbClr>
                </a:gs>
                <a:gs pos="42857">
                  <a:srgbClr val="EDA97D">
                    <a:alpha val="17075"/>
                  </a:srgbClr>
                </a:gs>
                <a:gs pos="57143">
                  <a:srgbClr val="EDA97D">
                    <a:alpha val="9855"/>
                  </a:srgbClr>
                </a:gs>
                <a:gs pos="71429">
                  <a:srgbClr val="EDA97D">
                    <a:alpha val="4740"/>
                  </a:srgbClr>
                </a:gs>
                <a:gs pos="85714">
                  <a:srgbClr val="EDA97D">
                    <a:alpha val="1902"/>
                  </a:srgbClr>
                </a:gs>
                <a:gs pos="100000">
                  <a:srgbClr val="EDA97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1" name="Splat 851"/>
            <p:cNvSpPr>
              <a:spLocks noGrp="1"/>
            </p:cNvSpPr>
            <p:nvPr/>
          </p:nvSpPr>
          <p:spPr>
            <a:xfrm rot="3942875">
              <a:off x="1476614" y="-32551"/>
              <a:ext cx="379555" cy="11648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2" name="Splat 852"/>
            <p:cNvSpPr>
              <a:spLocks noGrp="1"/>
            </p:cNvSpPr>
            <p:nvPr/>
          </p:nvSpPr>
          <p:spPr>
            <a:xfrm rot="5563211">
              <a:off x="1631142" y="560373"/>
              <a:ext cx="322347" cy="274442"/>
            </a:xfrm>
            <a:prstGeom prst="ellipse">
              <a:avLst/>
            </a:prstGeom>
            <a:gradFill>
              <a:gsLst>
                <a:gs pos="0">
                  <a:srgbClr val="0071B8">
                    <a:alpha val="2958"/>
                  </a:srgbClr>
                </a:gs>
                <a:gs pos="14286">
                  <a:srgbClr val="0071B8">
                    <a:alpha val="2722"/>
                  </a:srgbClr>
                </a:gs>
                <a:gs pos="28571">
                  <a:srgbClr val="0071B8">
                    <a:alpha val="2120"/>
                  </a:srgbClr>
                </a:gs>
                <a:gs pos="42857">
                  <a:srgbClr val="0071B8">
                    <a:alpha val="1396"/>
                  </a:srgbClr>
                </a:gs>
                <a:gs pos="57143">
                  <a:srgbClr val="0071B8">
                    <a:alpha val="776"/>
                  </a:srgbClr>
                </a:gs>
                <a:gs pos="71429">
                  <a:srgbClr val="0071B8">
                    <a:alpha val="364"/>
                  </a:srgbClr>
                </a:gs>
                <a:gs pos="85714">
                  <a:srgbClr val="0071B8">
                    <a:alpha val="144"/>
                  </a:srgbClr>
                </a:gs>
                <a:gs pos="100000">
                  <a:srgbClr val="0071B8">
                    <a:alpha val="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3" name="Splat 853"/>
            <p:cNvSpPr>
              <a:spLocks noGrp="1"/>
            </p:cNvSpPr>
            <p:nvPr/>
          </p:nvSpPr>
          <p:spPr>
            <a:xfrm rot="4563991">
              <a:off x="1398920" y="832262"/>
              <a:ext cx="253987" cy="132756"/>
            </a:xfrm>
            <a:prstGeom prst="ellipse">
              <a:avLst/>
            </a:prstGeom>
            <a:gradFill>
              <a:gsLst>
                <a:gs pos="0">
                  <a:srgbClr val="FF8E26">
                    <a:alpha val="22451"/>
                  </a:srgbClr>
                </a:gs>
                <a:gs pos="14286">
                  <a:srgbClr val="FF8E26">
                    <a:alpha val="20840"/>
                  </a:srgbClr>
                </a:gs>
                <a:gs pos="28571">
                  <a:srgbClr val="FF8E26">
                    <a:alpha val="16594"/>
                  </a:srgbClr>
                </a:gs>
                <a:gs pos="42857">
                  <a:srgbClr val="FF8E26">
                    <a:alpha val="11221"/>
                  </a:srgbClr>
                </a:gs>
                <a:gs pos="57143">
                  <a:srgbClr val="FF8E26">
                    <a:alpha val="6382"/>
                  </a:srgbClr>
                </a:gs>
                <a:gs pos="71429">
                  <a:srgbClr val="FF8E26">
                    <a:alpha val="3040"/>
                  </a:srgbClr>
                </a:gs>
                <a:gs pos="85714">
                  <a:srgbClr val="FF8E26">
                    <a:alpha val="1213"/>
                  </a:srgbClr>
                </a:gs>
                <a:gs pos="100000">
                  <a:srgbClr val="FF8E26">
                    <a:alpha val="4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4" name="Splat 854"/>
            <p:cNvSpPr>
              <a:spLocks noGrp="1"/>
            </p:cNvSpPr>
            <p:nvPr/>
          </p:nvSpPr>
          <p:spPr>
            <a:xfrm rot="-8468004">
              <a:off x="1255556" y="810886"/>
              <a:ext cx="692128" cy="103084"/>
            </a:xfrm>
            <a:prstGeom prst="ellipse">
              <a:avLst/>
            </a:prstGeom>
            <a:gradFill>
              <a:gsLst>
                <a:gs pos="0">
                  <a:srgbClr val="2E0000">
                    <a:alpha val="32968"/>
                  </a:srgbClr>
                </a:gs>
                <a:gs pos="14286">
                  <a:srgbClr val="2E0000">
                    <a:alpha val="30764"/>
                  </a:srgbClr>
                </a:gs>
                <a:gs pos="28571">
                  <a:srgbClr val="2E0000">
                    <a:alpha val="24833"/>
                  </a:srgbClr>
                </a:gs>
                <a:gs pos="42857">
                  <a:srgbClr val="2E0000">
                    <a:alpha val="17075"/>
                  </a:srgbClr>
                </a:gs>
                <a:gs pos="57143">
                  <a:srgbClr val="2E0000">
                    <a:alpha val="9855"/>
                  </a:srgbClr>
                </a:gs>
                <a:gs pos="71429">
                  <a:srgbClr val="2E0000">
                    <a:alpha val="4740"/>
                  </a:srgbClr>
                </a:gs>
                <a:gs pos="85714">
                  <a:srgbClr val="2E0000">
                    <a:alpha val="1902"/>
                  </a:srgbClr>
                </a:gs>
                <a:gs pos="100000">
                  <a:srgbClr val="2E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5" name="Splat 855"/>
            <p:cNvSpPr>
              <a:spLocks noGrp="1"/>
            </p:cNvSpPr>
            <p:nvPr/>
          </p:nvSpPr>
          <p:spPr>
            <a:xfrm rot="7822839">
              <a:off x="993912" y="1438817"/>
              <a:ext cx="652073" cy="80142"/>
            </a:xfrm>
            <a:prstGeom prst="ellipse">
              <a:avLst/>
            </a:prstGeom>
            <a:gradFill>
              <a:gsLst>
                <a:gs pos="0">
                  <a:srgbClr val="090900">
                    <a:alpha val="32968"/>
                  </a:srgbClr>
                </a:gs>
                <a:gs pos="14286">
                  <a:srgbClr val="090900">
                    <a:alpha val="30764"/>
                  </a:srgbClr>
                </a:gs>
                <a:gs pos="28571">
                  <a:srgbClr val="090900">
                    <a:alpha val="24833"/>
                  </a:srgbClr>
                </a:gs>
                <a:gs pos="42857">
                  <a:srgbClr val="090900">
                    <a:alpha val="17075"/>
                  </a:srgbClr>
                </a:gs>
                <a:gs pos="57143">
                  <a:srgbClr val="090900">
                    <a:alpha val="9855"/>
                  </a:srgbClr>
                </a:gs>
                <a:gs pos="71429">
                  <a:srgbClr val="090900">
                    <a:alpha val="4740"/>
                  </a:srgbClr>
                </a:gs>
                <a:gs pos="85714">
                  <a:srgbClr val="090900">
                    <a:alpha val="1902"/>
                  </a:srgbClr>
                </a:gs>
                <a:gs pos="100000">
                  <a:srgbClr val="0909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6" name="Splat 856"/>
            <p:cNvSpPr>
              <a:spLocks noGrp="1"/>
            </p:cNvSpPr>
            <p:nvPr/>
          </p:nvSpPr>
          <p:spPr>
            <a:xfrm rot="3386307">
              <a:off x="2445979" y="372395"/>
              <a:ext cx="272351" cy="247231"/>
            </a:xfrm>
            <a:prstGeom prst="ellipse">
              <a:avLst/>
            </a:prstGeom>
            <a:gradFill>
              <a:gsLst>
                <a:gs pos="0">
                  <a:srgbClr val="5C3700">
                    <a:alpha val="10808"/>
                  </a:srgbClr>
                </a:gs>
                <a:gs pos="14286">
                  <a:srgbClr val="5C3700">
                    <a:alpha val="9979"/>
                  </a:srgbClr>
                </a:gs>
                <a:gs pos="28571">
                  <a:srgbClr val="5C3700">
                    <a:alpha val="7838"/>
                  </a:srgbClr>
                </a:gs>
                <a:gs pos="42857">
                  <a:srgbClr val="5C3700">
                    <a:alpha val="5213"/>
                  </a:srgbClr>
                </a:gs>
                <a:gs pos="57143">
                  <a:srgbClr val="5C3700">
                    <a:alpha val="2923"/>
                  </a:srgbClr>
                </a:gs>
                <a:gs pos="71429">
                  <a:srgbClr val="5C3700">
                    <a:alpha val="1379"/>
                  </a:srgbClr>
                </a:gs>
                <a:gs pos="85714">
                  <a:srgbClr val="5C3700">
                    <a:alpha val="548"/>
                  </a:srgbClr>
                </a:gs>
                <a:gs pos="100000">
                  <a:srgbClr val="5C3700">
                    <a:alpha val="1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7" name="Splat 857"/>
            <p:cNvSpPr>
              <a:spLocks noGrp="1"/>
            </p:cNvSpPr>
            <p:nvPr/>
          </p:nvSpPr>
          <p:spPr>
            <a:xfrm rot="10043828">
              <a:off x="967435" y="1672162"/>
              <a:ext cx="223512" cy="65232"/>
            </a:xfrm>
            <a:prstGeom prst="ellipse">
              <a:avLst/>
            </a:prstGeom>
            <a:gradFill>
              <a:gsLst>
                <a:gs pos="0">
                  <a:srgbClr val="FFFAFA">
                    <a:alpha val="16515"/>
                  </a:srgbClr>
                </a:gs>
                <a:gs pos="14286">
                  <a:srgbClr val="FFFAFA">
                    <a:alpha val="15287"/>
                  </a:srgbClr>
                </a:gs>
                <a:gs pos="28571">
                  <a:srgbClr val="FFFAFA">
                    <a:alpha val="12086"/>
                  </a:srgbClr>
                </a:gs>
                <a:gs pos="42857">
                  <a:srgbClr val="FFFAFA">
                    <a:alpha val="8102"/>
                  </a:srgbClr>
                </a:gs>
                <a:gs pos="57143">
                  <a:srgbClr val="FFFAFA">
                    <a:alpha val="4574"/>
                  </a:srgbClr>
                </a:gs>
                <a:gs pos="71429">
                  <a:srgbClr val="FFFAFA">
                    <a:alpha val="2168"/>
                  </a:srgbClr>
                </a:gs>
                <a:gs pos="85714">
                  <a:srgbClr val="FFFAFA">
                    <a:alpha val="863"/>
                  </a:srgbClr>
                </a:gs>
                <a:gs pos="100000">
                  <a:srgbClr val="FFFAFA">
                    <a:alpha val="2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8" name="Splat 858"/>
            <p:cNvSpPr>
              <a:spLocks noGrp="1"/>
            </p:cNvSpPr>
            <p:nvPr/>
          </p:nvSpPr>
          <p:spPr>
            <a:xfrm rot="5218987">
              <a:off x="92590" y="775275"/>
              <a:ext cx="585052" cy="54777"/>
            </a:xfrm>
            <a:prstGeom prst="ellipse">
              <a:avLst/>
            </a:prstGeom>
            <a:gradFill>
              <a:gsLst>
                <a:gs pos="0">
                  <a:srgbClr val="FFFFC3">
                    <a:alpha val="32968"/>
                  </a:srgbClr>
                </a:gs>
                <a:gs pos="14286">
                  <a:srgbClr val="FFFFC3">
                    <a:alpha val="30764"/>
                  </a:srgbClr>
                </a:gs>
                <a:gs pos="28571">
                  <a:srgbClr val="FFFFC3">
                    <a:alpha val="24833"/>
                  </a:srgbClr>
                </a:gs>
                <a:gs pos="42857">
                  <a:srgbClr val="FFFFC3">
                    <a:alpha val="17075"/>
                  </a:srgbClr>
                </a:gs>
                <a:gs pos="57143">
                  <a:srgbClr val="FFFFC3">
                    <a:alpha val="9855"/>
                  </a:srgbClr>
                </a:gs>
                <a:gs pos="71429">
                  <a:srgbClr val="FFFFC3">
                    <a:alpha val="4740"/>
                  </a:srgbClr>
                </a:gs>
                <a:gs pos="85714">
                  <a:srgbClr val="FFFFC3">
                    <a:alpha val="1902"/>
                  </a:srgbClr>
                </a:gs>
                <a:gs pos="100000">
                  <a:srgbClr val="FFFFC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9" name="Splat 859"/>
            <p:cNvSpPr>
              <a:spLocks noGrp="1"/>
            </p:cNvSpPr>
            <p:nvPr/>
          </p:nvSpPr>
          <p:spPr>
            <a:xfrm rot="-8165374">
              <a:off x="1330130" y="1445704"/>
              <a:ext cx="446194" cy="237974"/>
            </a:xfrm>
            <a:prstGeom prst="ellipse">
              <a:avLst/>
            </a:prstGeom>
            <a:gradFill>
              <a:gsLst>
                <a:gs pos="0">
                  <a:srgbClr val="000100">
                    <a:alpha val="23580"/>
                  </a:srgbClr>
                </a:gs>
                <a:gs pos="14286">
                  <a:srgbClr val="000100">
                    <a:alpha val="21900"/>
                  </a:srgbClr>
                </a:gs>
                <a:gs pos="28571">
                  <a:srgbClr val="000100">
                    <a:alpha val="17463"/>
                  </a:srgbClr>
                </a:gs>
                <a:gs pos="42857">
                  <a:srgbClr val="000100">
                    <a:alpha val="11828"/>
                  </a:srgbClr>
                </a:gs>
                <a:gs pos="57143">
                  <a:srgbClr val="000100">
                    <a:alpha val="6738"/>
                  </a:srgbClr>
                </a:gs>
                <a:gs pos="71429">
                  <a:srgbClr val="000100">
                    <a:alpha val="3212"/>
                  </a:srgbClr>
                </a:gs>
                <a:gs pos="85714">
                  <a:srgbClr val="000100">
                    <a:alpha val="1283"/>
                  </a:srgbClr>
                </a:gs>
                <a:gs pos="100000">
                  <a:srgbClr val="000100">
                    <a:alpha val="4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0" name="Splat 860"/>
            <p:cNvSpPr>
              <a:spLocks noGrp="1"/>
            </p:cNvSpPr>
            <p:nvPr/>
          </p:nvSpPr>
          <p:spPr>
            <a:xfrm rot="8271948">
              <a:off x="2838985" y="351282"/>
              <a:ext cx="333155" cy="120593"/>
            </a:xfrm>
            <a:prstGeom prst="ellipse">
              <a:avLst/>
            </a:prstGeom>
            <a:gradFill>
              <a:gsLst>
                <a:gs pos="0">
                  <a:srgbClr val="FFE7C8">
                    <a:alpha val="32968"/>
                  </a:srgbClr>
                </a:gs>
                <a:gs pos="14286">
                  <a:srgbClr val="FFE7C8">
                    <a:alpha val="30764"/>
                  </a:srgbClr>
                </a:gs>
                <a:gs pos="28571">
                  <a:srgbClr val="FFE7C8">
                    <a:alpha val="24833"/>
                  </a:srgbClr>
                </a:gs>
                <a:gs pos="42857">
                  <a:srgbClr val="FFE7C8">
                    <a:alpha val="17075"/>
                  </a:srgbClr>
                </a:gs>
                <a:gs pos="57143">
                  <a:srgbClr val="FFE7C8">
                    <a:alpha val="9855"/>
                  </a:srgbClr>
                </a:gs>
                <a:gs pos="71429">
                  <a:srgbClr val="FFE7C8">
                    <a:alpha val="4740"/>
                  </a:srgbClr>
                </a:gs>
                <a:gs pos="85714">
                  <a:srgbClr val="FFE7C8">
                    <a:alpha val="1902"/>
                  </a:srgbClr>
                </a:gs>
                <a:gs pos="100000">
                  <a:srgbClr val="FFE7C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1" name="Splat 861"/>
            <p:cNvSpPr>
              <a:spLocks noGrp="1"/>
            </p:cNvSpPr>
            <p:nvPr/>
          </p:nvSpPr>
          <p:spPr>
            <a:xfrm rot="4356321">
              <a:off x="1291755" y="1698961"/>
              <a:ext cx="595389" cy="40786"/>
            </a:xfrm>
            <a:prstGeom prst="ellipse">
              <a:avLst/>
            </a:prstGeom>
            <a:gradFill>
              <a:gsLst>
                <a:gs pos="0">
                  <a:srgbClr val="000013">
                    <a:alpha val="32968"/>
                  </a:srgbClr>
                </a:gs>
                <a:gs pos="14286">
                  <a:srgbClr val="000013">
                    <a:alpha val="30764"/>
                  </a:srgbClr>
                </a:gs>
                <a:gs pos="28571">
                  <a:srgbClr val="000013">
                    <a:alpha val="24833"/>
                  </a:srgbClr>
                </a:gs>
                <a:gs pos="42857">
                  <a:srgbClr val="000013">
                    <a:alpha val="17075"/>
                  </a:srgbClr>
                </a:gs>
                <a:gs pos="57143">
                  <a:srgbClr val="000013">
                    <a:alpha val="9855"/>
                  </a:srgbClr>
                </a:gs>
                <a:gs pos="71429">
                  <a:srgbClr val="000013">
                    <a:alpha val="4740"/>
                  </a:srgbClr>
                </a:gs>
                <a:gs pos="85714">
                  <a:srgbClr val="000013">
                    <a:alpha val="1902"/>
                  </a:srgbClr>
                </a:gs>
                <a:gs pos="100000">
                  <a:srgbClr val="00001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2" name="Splat 862"/>
            <p:cNvSpPr>
              <a:spLocks noGrp="1"/>
            </p:cNvSpPr>
            <p:nvPr/>
          </p:nvSpPr>
          <p:spPr>
            <a:xfrm rot="5177291">
              <a:off x="2241118" y="1482149"/>
              <a:ext cx="671593" cy="11013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3" name="Splat 863"/>
            <p:cNvSpPr>
              <a:spLocks noGrp="1"/>
            </p:cNvSpPr>
            <p:nvPr/>
          </p:nvSpPr>
          <p:spPr>
            <a:xfrm rot="8324623">
              <a:off x="2076309" y="1511544"/>
              <a:ext cx="372497" cy="20290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4" name="Splat 864"/>
            <p:cNvSpPr>
              <a:spLocks noGrp="1"/>
            </p:cNvSpPr>
            <p:nvPr/>
          </p:nvSpPr>
          <p:spPr>
            <a:xfrm rot="-9084578">
              <a:off x="2654510" y="703345"/>
              <a:ext cx="400243" cy="100871"/>
            </a:xfrm>
            <a:prstGeom prst="ellipse">
              <a:avLst/>
            </a:prstGeom>
            <a:gradFill>
              <a:gsLst>
                <a:gs pos="0">
                  <a:srgbClr val="FFFCFB">
                    <a:alpha val="32968"/>
                  </a:srgbClr>
                </a:gs>
                <a:gs pos="14286">
                  <a:srgbClr val="FFFCFB">
                    <a:alpha val="30764"/>
                  </a:srgbClr>
                </a:gs>
                <a:gs pos="28571">
                  <a:srgbClr val="FFFCFB">
                    <a:alpha val="24833"/>
                  </a:srgbClr>
                </a:gs>
                <a:gs pos="42857">
                  <a:srgbClr val="FFFCFB">
                    <a:alpha val="17075"/>
                  </a:srgbClr>
                </a:gs>
                <a:gs pos="57143">
                  <a:srgbClr val="FFFCFB">
                    <a:alpha val="9855"/>
                  </a:srgbClr>
                </a:gs>
                <a:gs pos="71429">
                  <a:srgbClr val="FFFCFB">
                    <a:alpha val="4740"/>
                  </a:srgbClr>
                </a:gs>
                <a:gs pos="85714">
                  <a:srgbClr val="FFFCFB">
                    <a:alpha val="1902"/>
                  </a:srgbClr>
                </a:gs>
                <a:gs pos="100000">
                  <a:srgbClr val="FFFCF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5" name="Splat 865"/>
            <p:cNvSpPr>
              <a:spLocks noGrp="1"/>
            </p:cNvSpPr>
            <p:nvPr/>
          </p:nvSpPr>
          <p:spPr>
            <a:xfrm rot="-10672425">
              <a:off x="2473772" y="550186"/>
              <a:ext cx="794012" cy="4294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6" name="Splat 866"/>
            <p:cNvSpPr>
              <a:spLocks noGrp="1"/>
            </p:cNvSpPr>
            <p:nvPr/>
          </p:nvSpPr>
          <p:spPr>
            <a:xfrm rot="3752313">
              <a:off x="1520597" y="1230824"/>
              <a:ext cx="521411" cy="20367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7" name="Splat 867"/>
            <p:cNvSpPr>
              <a:spLocks noGrp="1"/>
            </p:cNvSpPr>
            <p:nvPr/>
          </p:nvSpPr>
          <p:spPr>
            <a:xfrm rot="9894593">
              <a:off x="3150317" y="718715"/>
              <a:ext cx="236051" cy="69231"/>
            </a:xfrm>
            <a:prstGeom prst="ellipse">
              <a:avLst/>
            </a:prstGeom>
            <a:gradFill>
              <a:gsLst>
                <a:gs pos="0">
                  <a:srgbClr val="FFB37D">
                    <a:alpha val="18498"/>
                  </a:srgbClr>
                </a:gs>
                <a:gs pos="14286">
                  <a:srgbClr val="FFB37D">
                    <a:alpha val="17139"/>
                  </a:srgbClr>
                </a:gs>
                <a:gs pos="28571">
                  <a:srgbClr val="FFB37D">
                    <a:alpha val="13582"/>
                  </a:srgbClr>
                </a:gs>
                <a:gs pos="42857">
                  <a:srgbClr val="FFB37D">
                    <a:alpha val="9131"/>
                  </a:srgbClr>
                </a:gs>
                <a:gs pos="57143">
                  <a:srgbClr val="FFB37D">
                    <a:alpha val="5167"/>
                  </a:srgbClr>
                </a:gs>
                <a:gs pos="71429">
                  <a:srgbClr val="FFB37D">
                    <a:alpha val="2453"/>
                  </a:srgbClr>
                </a:gs>
                <a:gs pos="85714">
                  <a:srgbClr val="FFB37D">
                    <a:alpha val="977"/>
                  </a:srgbClr>
                </a:gs>
                <a:gs pos="100000">
                  <a:srgbClr val="FFB37D">
                    <a:alpha val="3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8" name="Splat 868"/>
            <p:cNvSpPr>
              <a:spLocks noGrp="1"/>
            </p:cNvSpPr>
            <p:nvPr/>
          </p:nvSpPr>
          <p:spPr>
            <a:xfrm rot="5450897">
              <a:off x="1087059" y="772655"/>
              <a:ext cx="425523" cy="91137"/>
            </a:xfrm>
            <a:prstGeom prst="ellipse">
              <a:avLst/>
            </a:prstGeom>
            <a:gradFill>
              <a:gsLst>
                <a:gs pos="0">
                  <a:srgbClr val="FF9D00">
                    <a:alpha val="17739"/>
                  </a:srgbClr>
                </a:gs>
                <a:gs pos="14286">
                  <a:srgbClr val="FF9D00">
                    <a:alpha val="16429"/>
                  </a:srgbClr>
                </a:gs>
                <a:gs pos="28571">
                  <a:srgbClr val="FF9D00">
                    <a:alpha val="13008"/>
                  </a:srgbClr>
                </a:gs>
                <a:gs pos="42857">
                  <a:srgbClr val="FF9D00">
                    <a:alpha val="8735"/>
                  </a:srgbClr>
                </a:gs>
                <a:gs pos="57143">
                  <a:srgbClr val="FF9D00">
                    <a:alpha val="4939"/>
                  </a:srgbClr>
                </a:gs>
                <a:gs pos="71429">
                  <a:srgbClr val="FF9D00">
                    <a:alpha val="2343"/>
                  </a:srgbClr>
                </a:gs>
                <a:gs pos="85714">
                  <a:srgbClr val="FF9D00">
                    <a:alpha val="933"/>
                  </a:srgbClr>
                </a:gs>
                <a:gs pos="100000">
                  <a:srgbClr val="FF9D00">
                    <a:alpha val="3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9" name="Splat 869"/>
            <p:cNvSpPr>
              <a:spLocks noGrp="1"/>
            </p:cNvSpPr>
            <p:nvPr/>
          </p:nvSpPr>
          <p:spPr>
            <a:xfrm rot="5727254">
              <a:off x="2932403" y="359913"/>
              <a:ext cx="272033" cy="135556"/>
            </a:xfrm>
            <a:prstGeom prst="ellipse">
              <a:avLst/>
            </a:prstGeom>
            <a:gradFill>
              <a:gsLst>
                <a:gs pos="0">
                  <a:srgbClr val="FCE09F">
                    <a:alpha val="32968"/>
                  </a:srgbClr>
                </a:gs>
                <a:gs pos="14286">
                  <a:srgbClr val="FCE09F">
                    <a:alpha val="30764"/>
                  </a:srgbClr>
                </a:gs>
                <a:gs pos="28571">
                  <a:srgbClr val="FCE09F">
                    <a:alpha val="24833"/>
                  </a:srgbClr>
                </a:gs>
                <a:gs pos="42857">
                  <a:srgbClr val="FCE09F">
                    <a:alpha val="17075"/>
                  </a:srgbClr>
                </a:gs>
                <a:gs pos="57143">
                  <a:srgbClr val="FCE09F">
                    <a:alpha val="9855"/>
                  </a:srgbClr>
                </a:gs>
                <a:gs pos="71429">
                  <a:srgbClr val="FCE09F">
                    <a:alpha val="4740"/>
                  </a:srgbClr>
                </a:gs>
                <a:gs pos="85714">
                  <a:srgbClr val="FCE09F">
                    <a:alpha val="1902"/>
                  </a:srgbClr>
                </a:gs>
                <a:gs pos="100000">
                  <a:srgbClr val="FCE09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0" name="Splat 870"/>
            <p:cNvSpPr>
              <a:spLocks noGrp="1"/>
            </p:cNvSpPr>
            <p:nvPr/>
          </p:nvSpPr>
          <p:spPr>
            <a:xfrm rot="10741933">
              <a:off x="1504146" y="-41911"/>
              <a:ext cx="783806" cy="26605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1" name="Splat 871"/>
            <p:cNvSpPr>
              <a:spLocks noGrp="1"/>
            </p:cNvSpPr>
            <p:nvPr/>
          </p:nvSpPr>
          <p:spPr>
            <a:xfrm rot="-10477811">
              <a:off x="3151205" y="2234201"/>
              <a:ext cx="605323" cy="107610"/>
            </a:xfrm>
            <a:prstGeom prst="ellipse">
              <a:avLst/>
            </a:prstGeom>
            <a:gradFill>
              <a:gsLst>
                <a:gs pos="0">
                  <a:srgbClr val="3D0000">
                    <a:alpha val="32968"/>
                  </a:srgbClr>
                </a:gs>
                <a:gs pos="14286">
                  <a:srgbClr val="3D0000">
                    <a:alpha val="30764"/>
                  </a:srgbClr>
                </a:gs>
                <a:gs pos="28571">
                  <a:srgbClr val="3D0000">
                    <a:alpha val="24833"/>
                  </a:srgbClr>
                </a:gs>
                <a:gs pos="42857">
                  <a:srgbClr val="3D0000">
                    <a:alpha val="17075"/>
                  </a:srgbClr>
                </a:gs>
                <a:gs pos="57143">
                  <a:srgbClr val="3D0000">
                    <a:alpha val="9855"/>
                  </a:srgbClr>
                </a:gs>
                <a:gs pos="71429">
                  <a:srgbClr val="3D0000">
                    <a:alpha val="4740"/>
                  </a:srgbClr>
                </a:gs>
                <a:gs pos="85714">
                  <a:srgbClr val="3D0000">
                    <a:alpha val="1902"/>
                  </a:srgbClr>
                </a:gs>
                <a:gs pos="100000">
                  <a:srgbClr val="3D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2" name="Splat 872"/>
            <p:cNvSpPr>
              <a:spLocks noGrp="1"/>
            </p:cNvSpPr>
            <p:nvPr/>
          </p:nvSpPr>
          <p:spPr>
            <a:xfrm rot="5093083">
              <a:off x="3315170" y="24078"/>
              <a:ext cx="580282" cy="191118"/>
            </a:xfrm>
            <a:prstGeom prst="ellipse">
              <a:avLst/>
            </a:prstGeom>
            <a:gradFill>
              <a:gsLst>
                <a:gs pos="0">
                  <a:srgbClr val="6F0000">
                    <a:alpha val="32968"/>
                  </a:srgbClr>
                </a:gs>
                <a:gs pos="14286">
                  <a:srgbClr val="6F0000">
                    <a:alpha val="30764"/>
                  </a:srgbClr>
                </a:gs>
                <a:gs pos="28571">
                  <a:srgbClr val="6F0000">
                    <a:alpha val="24833"/>
                  </a:srgbClr>
                </a:gs>
                <a:gs pos="42857">
                  <a:srgbClr val="6F0000">
                    <a:alpha val="17075"/>
                  </a:srgbClr>
                </a:gs>
                <a:gs pos="57143">
                  <a:srgbClr val="6F0000">
                    <a:alpha val="9855"/>
                  </a:srgbClr>
                </a:gs>
                <a:gs pos="71429">
                  <a:srgbClr val="6F0000">
                    <a:alpha val="4740"/>
                  </a:srgbClr>
                </a:gs>
                <a:gs pos="85714">
                  <a:srgbClr val="6F0000">
                    <a:alpha val="1902"/>
                  </a:srgbClr>
                </a:gs>
                <a:gs pos="100000">
                  <a:srgbClr val="6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3" name="Splat 873"/>
            <p:cNvSpPr>
              <a:spLocks noGrp="1"/>
            </p:cNvSpPr>
            <p:nvPr/>
          </p:nvSpPr>
          <p:spPr>
            <a:xfrm rot="-10470512">
              <a:off x="2742437" y="1950441"/>
              <a:ext cx="672179" cy="15223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4" name="Splat 874"/>
            <p:cNvSpPr>
              <a:spLocks noGrp="1"/>
            </p:cNvSpPr>
            <p:nvPr/>
          </p:nvSpPr>
          <p:spPr>
            <a:xfrm rot="-9739888">
              <a:off x="305620" y="924660"/>
              <a:ext cx="543152" cy="230533"/>
            </a:xfrm>
            <a:prstGeom prst="ellipse">
              <a:avLst/>
            </a:prstGeom>
            <a:gradFill>
              <a:gsLst>
                <a:gs pos="0">
                  <a:srgbClr val="FF0000">
                    <a:alpha val="32968"/>
                  </a:srgbClr>
                </a:gs>
                <a:gs pos="14286">
                  <a:srgbClr val="FF0000">
                    <a:alpha val="30764"/>
                  </a:srgbClr>
                </a:gs>
                <a:gs pos="28571">
                  <a:srgbClr val="FF0000">
                    <a:alpha val="24833"/>
                  </a:srgbClr>
                </a:gs>
                <a:gs pos="42857">
                  <a:srgbClr val="FF0000">
                    <a:alpha val="17075"/>
                  </a:srgbClr>
                </a:gs>
                <a:gs pos="57143">
                  <a:srgbClr val="FF0000">
                    <a:alpha val="9855"/>
                  </a:srgbClr>
                </a:gs>
                <a:gs pos="71429">
                  <a:srgbClr val="FF0000">
                    <a:alpha val="4740"/>
                  </a:srgbClr>
                </a:gs>
                <a:gs pos="85714">
                  <a:srgbClr val="FF0000">
                    <a:alpha val="1902"/>
                  </a:srgbClr>
                </a:gs>
                <a:gs pos="100000">
                  <a:srgbClr val="F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5" name="Splat 875"/>
            <p:cNvSpPr>
              <a:spLocks noGrp="1"/>
            </p:cNvSpPr>
            <p:nvPr/>
          </p:nvSpPr>
          <p:spPr>
            <a:xfrm rot="-10007467">
              <a:off x="2227651" y="863452"/>
              <a:ext cx="639033" cy="12038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6" name="Splat 876"/>
            <p:cNvSpPr>
              <a:spLocks noGrp="1"/>
            </p:cNvSpPr>
            <p:nvPr/>
          </p:nvSpPr>
          <p:spPr>
            <a:xfrm rot="4401260">
              <a:off x="2819707" y="391555"/>
              <a:ext cx="268972" cy="87424"/>
            </a:xfrm>
            <a:prstGeom prst="ellipse">
              <a:avLst/>
            </a:prstGeom>
            <a:gradFill>
              <a:gsLst>
                <a:gs pos="0">
                  <a:srgbClr val="FBB77C">
                    <a:alpha val="32968"/>
                  </a:srgbClr>
                </a:gs>
                <a:gs pos="14286">
                  <a:srgbClr val="FBB77C">
                    <a:alpha val="30764"/>
                  </a:srgbClr>
                </a:gs>
                <a:gs pos="28571">
                  <a:srgbClr val="FBB77C">
                    <a:alpha val="24833"/>
                  </a:srgbClr>
                </a:gs>
                <a:gs pos="42857">
                  <a:srgbClr val="FBB77C">
                    <a:alpha val="17075"/>
                  </a:srgbClr>
                </a:gs>
                <a:gs pos="57143">
                  <a:srgbClr val="FBB77C">
                    <a:alpha val="9855"/>
                  </a:srgbClr>
                </a:gs>
                <a:gs pos="71429">
                  <a:srgbClr val="FBB77C">
                    <a:alpha val="4740"/>
                  </a:srgbClr>
                </a:gs>
                <a:gs pos="85714">
                  <a:srgbClr val="FBB77C">
                    <a:alpha val="1902"/>
                  </a:srgbClr>
                </a:gs>
                <a:gs pos="100000">
                  <a:srgbClr val="FBB77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7" name="Splat 877"/>
            <p:cNvSpPr>
              <a:spLocks noGrp="1"/>
            </p:cNvSpPr>
            <p:nvPr/>
          </p:nvSpPr>
          <p:spPr>
            <a:xfrm rot="6379886">
              <a:off x="1301451" y="166510"/>
              <a:ext cx="686035" cy="6657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8" name="Splat 878"/>
            <p:cNvSpPr>
              <a:spLocks noGrp="1"/>
            </p:cNvSpPr>
            <p:nvPr/>
          </p:nvSpPr>
          <p:spPr>
            <a:xfrm rot="-10277312">
              <a:off x="2888571" y="2212425"/>
              <a:ext cx="500554" cy="178627"/>
            </a:xfrm>
            <a:prstGeom prst="ellipse">
              <a:avLst/>
            </a:prstGeom>
            <a:gradFill>
              <a:gsLst>
                <a:gs pos="0">
                  <a:srgbClr val="ACBAC0">
                    <a:alpha val="32968"/>
                  </a:srgbClr>
                </a:gs>
                <a:gs pos="14286">
                  <a:srgbClr val="ACBAC0">
                    <a:alpha val="30764"/>
                  </a:srgbClr>
                </a:gs>
                <a:gs pos="28571">
                  <a:srgbClr val="ACBAC0">
                    <a:alpha val="24833"/>
                  </a:srgbClr>
                </a:gs>
                <a:gs pos="42857">
                  <a:srgbClr val="ACBAC0">
                    <a:alpha val="17075"/>
                  </a:srgbClr>
                </a:gs>
                <a:gs pos="57143">
                  <a:srgbClr val="ACBAC0">
                    <a:alpha val="9855"/>
                  </a:srgbClr>
                </a:gs>
                <a:gs pos="71429">
                  <a:srgbClr val="ACBAC0">
                    <a:alpha val="4740"/>
                  </a:srgbClr>
                </a:gs>
                <a:gs pos="85714">
                  <a:srgbClr val="ACBAC0">
                    <a:alpha val="1902"/>
                  </a:srgbClr>
                </a:gs>
                <a:gs pos="100000">
                  <a:srgbClr val="ACBAC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9" name="Splat 879"/>
            <p:cNvSpPr>
              <a:spLocks noGrp="1"/>
            </p:cNvSpPr>
            <p:nvPr/>
          </p:nvSpPr>
          <p:spPr>
            <a:xfrm rot="5746360">
              <a:off x="1526403" y="1719730"/>
              <a:ext cx="417209" cy="159941"/>
            </a:xfrm>
            <a:prstGeom prst="ellipse">
              <a:avLst/>
            </a:prstGeom>
            <a:gradFill>
              <a:gsLst>
                <a:gs pos="0">
                  <a:srgbClr val="653F00">
                    <a:alpha val="25606"/>
                  </a:srgbClr>
                </a:gs>
                <a:gs pos="14286">
                  <a:srgbClr val="653F00">
                    <a:alpha val="23805"/>
                  </a:srgbClr>
                </a:gs>
                <a:gs pos="28571">
                  <a:srgbClr val="653F00">
                    <a:alpha val="19030"/>
                  </a:srgbClr>
                </a:gs>
                <a:gs pos="42857">
                  <a:srgbClr val="653F00">
                    <a:alpha val="12930"/>
                  </a:srgbClr>
                </a:gs>
                <a:gs pos="57143">
                  <a:srgbClr val="653F00">
                    <a:alpha val="7385"/>
                  </a:srgbClr>
                </a:gs>
                <a:gs pos="71429">
                  <a:srgbClr val="653F00">
                    <a:alpha val="3528"/>
                  </a:srgbClr>
                </a:gs>
                <a:gs pos="85714">
                  <a:srgbClr val="653F00">
                    <a:alpha val="1410"/>
                  </a:srgbClr>
                </a:gs>
                <a:gs pos="100000">
                  <a:srgbClr val="653F00">
                    <a:alpha val="4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0" name="Splat 880"/>
            <p:cNvSpPr>
              <a:spLocks noGrp="1"/>
            </p:cNvSpPr>
            <p:nvPr/>
          </p:nvSpPr>
          <p:spPr>
            <a:xfrm rot="-10562386">
              <a:off x="1651135" y="-18281"/>
              <a:ext cx="245754" cy="73272"/>
            </a:xfrm>
            <a:prstGeom prst="ellipse">
              <a:avLst/>
            </a:prstGeom>
            <a:gradFill>
              <a:gsLst>
                <a:gs pos="0">
                  <a:srgbClr val="E0EDFF">
                    <a:alpha val="32968"/>
                  </a:srgbClr>
                </a:gs>
                <a:gs pos="14286">
                  <a:srgbClr val="E0EDFF">
                    <a:alpha val="30764"/>
                  </a:srgbClr>
                </a:gs>
                <a:gs pos="28571">
                  <a:srgbClr val="E0EDFF">
                    <a:alpha val="24833"/>
                  </a:srgbClr>
                </a:gs>
                <a:gs pos="42857">
                  <a:srgbClr val="E0EDFF">
                    <a:alpha val="17075"/>
                  </a:srgbClr>
                </a:gs>
                <a:gs pos="57143">
                  <a:srgbClr val="E0EDFF">
                    <a:alpha val="9855"/>
                  </a:srgbClr>
                </a:gs>
                <a:gs pos="71429">
                  <a:srgbClr val="E0EDFF">
                    <a:alpha val="4740"/>
                  </a:srgbClr>
                </a:gs>
                <a:gs pos="85714">
                  <a:srgbClr val="E0EDFF">
                    <a:alpha val="1902"/>
                  </a:srgbClr>
                </a:gs>
                <a:gs pos="100000">
                  <a:srgbClr val="E0ED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1" name="Splat 881"/>
            <p:cNvSpPr>
              <a:spLocks noGrp="1"/>
            </p:cNvSpPr>
            <p:nvPr/>
          </p:nvSpPr>
          <p:spPr>
            <a:xfrm rot="-10663441">
              <a:off x="2952262" y="566650"/>
              <a:ext cx="770580" cy="3739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2" name="Splat 882"/>
            <p:cNvSpPr>
              <a:spLocks noGrp="1"/>
            </p:cNvSpPr>
            <p:nvPr/>
          </p:nvSpPr>
          <p:spPr>
            <a:xfrm rot="8321933">
              <a:off x="2656300" y="1888872"/>
              <a:ext cx="371095" cy="19229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3" name="Splat 883"/>
            <p:cNvSpPr>
              <a:spLocks noGrp="1"/>
            </p:cNvSpPr>
            <p:nvPr/>
          </p:nvSpPr>
          <p:spPr>
            <a:xfrm rot="5850575">
              <a:off x="-33876" y="1286672"/>
              <a:ext cx="620396" cy="137522"/>
            </a:xfrm>
            <a:prstGeom prst="ellipse">
              <a:avLst/>
            </a:prstGeom>
            <a:gradFill>
              <a:gsLst>
                <a:gs pos="0">
                  <a:srgbClr val="170000">
                    <a:alpha val="32968"/>
                  </a:srgbClr>
                </a:gs>
                <a:gs pos="14286">
                  <a:srgbClr val="170000">
                    <a:alpha val="30764"/>
                  </a:srgbClr>
                </a:gs>
                <a:gs pos="28571">
                  <a:srgbClr val="170000">
                    <a:alpha val="24833"/>
                  </a:srgbClr>
                </a:gs>
                <a:gs pos="42857">
                  <a:srgbClr val="170000">
                    <a:alpha val="17075"/>
                  </a:srgbClr>
                </a:gs>
                <a:gs pos="57143">
                  <a:srgbClr val="170000">
                    <a:alpha val="9855"/>
                  </a:srgbClr>
                </a:gs>
                <a:gs pos="71429">
                  <a:srgbClr val="170000">
                    <a:alpha val="4740"/>
                  </a:srgbClr>
                </a:gs>
                <a:gs pos="85714">
                  <a:srgbClr val="170000">
                    <a:alpha val="1902"/>
                  </a:srgbClr>
                </a:gs>
                <a:gs pos="100000">
                  <a:srgbClr val="17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4" name="Splat 884"/>
            <p:cNvSpPr>
              <a:spLocks noGrp="1"/>
            </p:cNvSpPr>
            <p:nvPr/>
          </p:nvSpPr>
          <p:spPr>
            <a:xfrm rot="3583015">
              <a:off x="2400448" y="1575793"/>
              <a:ext cx="789241" cy="7450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5" name="Splat 885"/>
            <p:cNvSpPr>
              <a:spLocks noGrp="1"/>
            </p:cNvSpPr>
            <p:nvPr/>
          </p:nvSpPr>
          <p:spPr>
            <a:xfrm rot="7908437">
              <a:off x="727900" y="196792"/>
              <a:ext cx="254650" cy="215199"/>
            </a:xfrm>
            <a:prstGeom prst="ellipse">
              <a:avLst/>
            </a:prstGeom>
            <a:gradFill>
              <a:gsLst>
                <a:gs pos="0">
                  <a:srgbClr val="FF9C00">
                    <a:alpha val="7098"/>
                  </a:srgbClr>
                </a:gs>
                <a:gs pos="14286">
                  <a:srgbClr val="FF9C00">
                    <a:alpha val="6543"/>
                  </a:srgbClr>
                </a:gs>
                <a:gs pos="28571">
                  <a:srgbClr val="FF9C00">
                    <a:alpha val="5119"/>
                  </a:srgbClr>
                </a:gs>
                <a:gs pos="42857">
                  <a:srgbClr val="FF9C00">
                    <a:alpha val="3388"/>
                  </a:srgbClr>
                </a:gs>
                <a:gs pos="57143">
                  <a:srgbClr val="FF9C00">
                    <a:alpha val="1892"/>
                  </a:srgbClr>
                </a:gs>
                <a:gs pos="71429">
                  <a:srgbClr val="FF9C00">
                    <a:alpha val="890"/>
                  </a:srgbClr>
                </a:gs>
                <a:gs pos="85714">
                  <a:srgbClr val="FF9C00">
                    <a:alpha val="353"/>
                  </a:srgbClr>
                </a:gs>
                <a:gs pos="100000">
                  <a:srgbClr val="FF9C00">
                    <a:alpha val="1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6" name="Splat 886"/>
            <p:cNvSpPr>
              <a:spLocks noGrp="1"/>
            </p:cNvSpPr>
            <p:nvPr/>
          </p:nvSpPr>
          <p:spPr>
            <a:xfrm rot="4868760">
              <a:off x="2621957" y="726757"/>
              <a:ext cx="293449" cy="4647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7" name="Splat 887"/>
            <p:cNvSpPr>
              <a:spLocks noGrp="1"/>
            </p:cNvSpPr>
            <p:nvPr/>
          </p:nvSpPr>
          <p:spPr>
            <a:xfrm rot="5774735">
              <a:off x="772060" y="245668"/>
              <a:ext cx="392597" cy="186647"/>
            </a:xfrm>
            <a:prstGeom prst="ellipse">
              <a:avLst/>
            </a:prstGeom>
            <a:gradFill>
              <a:gsLst>
                <a:gs pos="0">
                  <a:srgbClr val="FFEAE2">
                    <a:alpha val="23565"/>
                  </a:srgbClr>
                </a:gs>
                <a:gs pos="14286">
                  <a:srgbClr val="FFEAE2">
                    <a:alpha val="21886"/>
                  </a:srgbClr>
                </a:gs>
                <a:gs pos="28571">
                  <a:srgbClr val="FFEAE2">
                    <a:alpha val="17451"/>
                  </a:srgbClr>
                </a:gs>
                <a:gs pos="42857">
                  <a:srgbClr val="FFEAE2">
                    <a:alpha val="11820"/>
                  </a:srgbClr>
                </a:gs>
                <a:gs pos="57143">
                  <a:srgbClr val="FFEAE2">
                    <a:alpha val="6733"/>
                  </a:srgbClr>
                </a:gs>
                <a:gs pos="71429">
                  <a:srgbClr val="FFEAE2">
                    <a:alpha val="3210"/>
                  </a:srgbClr>
                </a:gs>
                <a:gs pos="85714">
                  <a:srgbClr val="FFEAE2">
                    <a:alpha val="1282"/>
                  </a:srgbClr>
                </a:gs>
                <a:gs pos="100000">
                  <a:srgbClr val="FFEAE2">
                    <a:alpha val="4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8" name="Splat 888"/>
            <p:cNvSpPr>
              <a:spLocks noGrp="1"/>
            </p:cNvSpPr>
            <p:nvPr/>
          </p:nvSpPr>
          <p:spPr>
            <a:xfrm rot="6009682">
              <a:off x="2912226" y="302807"/>
              <a:ext cx="348572" cy="252489"/>
            </a:xfrm>
            <a:prstGeom prst="ellipse">
              <a:avLst/>
            </a:prstGeom>
            <a:gradFill>
              <a:gsLst>
                <a:gs pos="0">
                  <a:srgbClr val="FF0000">
                    <a:alpha val="12121"/>
                  </a:srgbClr>
                </a:gs>
                <a:gs pos="14286">
                  <a:srgbClr val="FF0000">
                    <a:alpha val="11198"/>
                  </a:srgbClr>
                </a:gs>
                <a:gs pos="28571">
                  <a:srgbClr val="FF0000">
                    <a:alpha val="8808"/>
                  </a:srgbClr>
                </a:gs>
                <a:gs pos="42857">
                  <a:srgbClr val="FF0000">
                    <a:alpha val="5869"/>
                  </a:srgbClr>
                </a:gs>
                <a:gs pos="57143">
                  <a:srgbClr val="FF0000">
                    <a:alpha val="3296"/>
                  </a:srgbClr>
                </a:gs>
                <a:gs pos="71429">
                  <a:srgbClr val="FF0000">
                    <a:alpha val="1556"/>
                  </a:srgbClr>
                </a:gs>
                <a:gs pos="85714">
                  <a:srgbClr val="FF0000">
                    <a:alpha val="618"/>
                  </a:srgbClr>
                </a:gs>
                <a:gs pos="100000">
                  <a:srgbClr val="FF0000">
                    <a:alpha val="2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9" name="Splat 889"/>
            <p:cNvSpPr>
              <a:spLocks noGrp="1"/>
            </p:cNvSpPr>
            <p:nvPr/>
          </p:nvSpPr>
          <p:spPr>
            <a:xfrm rot="9461401">
              <a:off x="2211014" y="385172"/>
              <a:ext cx="246007" cy="46605"/>
            </a:xfrm>
            <a:prstGeom prst="ellipse">
              <a:avLst/>
            </a:prstGeom>
            <a:gradFill>
              <a:gsLst>
                <a:gs pos="0">
                  <a:srgbClr val="000000">
                    <a:alpha val="23721"/>
                  </a:srgbClr>
                </a:gs>
                <a:gs pos="14286">
                  <a:srgbClr val="000000">
                    <a:alpha val="22032"/>
                  </a:srgbClr>
                </a:gs>
                <a:gs pos="28571">
                  <a:srgbClr val="000000">
                    <a:alpha val="17571"/>
                  </a:srgbClr>
                </a:gs>
                <a:gs pos="42857">
                  <a:srgbClr val="000000">
                    <a:alpha val="11904"/>
                  </a:srgbClr>
                </a:gs>
                <a:gs pos="57143">
                  <a:srgbClr val="000000">
                    <a:alpha val="6782"/>
                  </a:srgbClr>
                </a:gs>
                <a:gs pos="71429">
                  <a:srgbClr val="000000">
                    <a:alpha val="3234"/>
                  </a:srgbClr>
                </a:gs>
                <a:gs pos="85714">
                  <a:srgbClr val="000000">
                    <a:alpha val="1292"/>
                  </a:srgbClr>
                </a:gs>
                <a:gs pos="100000">
                  <a:srgbClr val="000000">
                    <a:alpha val="4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0" name="Splat 890"/>
            <p:cNvSpPr>
              <a:spLocks noGrp="1"/>
            </p:cNvSpPr>
            <p:nvPr/>
          </p:nvSpPr>
          <p:spPr>
            <a:xfrm rot="-10637769">
              <a:off x="1637635" y="445536"/>
              <a:ext cx="257088" cy="83659"/>
            </a:xfrm>
            <a:prstGeom prst="ellipse">
              <a:avLst/>
            </a:prstGeom>
            <a:gradFill>
              <a:gsLst>
                <a:gs pos="0">
                  <a:srgbClr val="6E95BA">
                    <a:alpha val="32968"/>
                  </a:srgbClr>
                </a:gs>
                <a:gs pos="14286">
                  <a:srgbClr val="6E95BA">
                    <a:alpha val="30764"/>
                  </a:srgbClr>
                </a:gs>
                <a:gs pos="28571">
                  <a:srgbClr val="6E95BA">
                    <a:alpha val="24833"/>
                  </a:srgbClr>
                </a:gs>
                <a:gs pos="42857">
                  <a:srgbClr val="6E95BA">
                    <a:alpha val="17075"/>
                  </a:srgbClr>
                </a:gs>
                <a:gs pos="57143">
                  <a:srgbClr val="6E95BA">
                    <a:alpha val="9855"/>
                  </a:srgbClr>
                </a:gs>
                <a:gs pos="71429">
                  <a:srgbClr val="6E95BA">
                    <a:alpha val="4740"/>
                  </a:srgbClr>
                </a:gs>
                <a:gs pos="85714">
                  <a:srgbClr val="6E95BA">
                    <a:alpha val="1902"/>
                  </a:srgbClr>
                </a:gs>
                <a:gs pos="100000">
                  <a:srgbClr val="6E95B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1" name="Splat 891"/>
            <p:cNvSpPr>
              <a:spLocks noGrp="1"/>
            </p:cNvSpPr>
            <p:nvPr/>
          </p:nvSpPr>
          <p:spPr>
            <a:xfrm rot="-10604751">
              <a:off x="3179002" y="586191"/>
              <a:ext cx="237543" cy="63842"/>
            </a:xfrm>
            <a:prstGeom prst="ellipse">
              <a:avLst/>
            </a:prstGeom>
            <a:gradFill>
              <a:gsLst>
                <a:gs pos="0">
                  <a:srgbClr val="FFE5C8">
                    <a:alpha val="32968"/>
                  </a:srgbClr>
                </a:gs>
                <a:gs pos="14286">
                  <a:srgbClr val="FFE5C8">
                    <a:alpha val="30764"/>
                  </a:srgbClr>
                </a:gs>
                <a:gs pos="28571">
                  <a:srgbClr val="FFE5C8">
                    <a:alpha val="24833"/>
                  </a:srgbClr>
                </a:gs>
                <a:gs pos="42857">
                  <a:srgbClr val="FFE5C8">
                    <a:alpha val="17075"/>
                  </a:srgbClr>
                </a:gs>
                <a:gs pos="57143">
                  <a:srgbClr val="FFE5C8">
                    <a:alpha val="9855"/>
                  </a:srgbClr>
                </a:gs>
                <a:gs pos="71429">
                  <a:srgbClr val="FFE5C8">
                    <a:alpha val="4740"/>
                  </a:srgbClr>
                </a:gs>
                <a:gs pos="85714">
                  <a:srgbClr val="FFE5C8">
                    <a:alpha val="1902"/>
                  </a:srgbClr>
                </a:gs>
                <a:gs pos="100000">
                  <a:srgbClr val="FFE5C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2" name="Splat 892"/>
            <p:cNvSpPr>
              <a:spLocks noGrp="1"/>
            </p:cNvSpPr>
            <p:nvPr/>
          </p:nvSpPr>
          <p:spPr>
            <a:xfrm rot="9556834">
              <a:off x="304089" y="1179578"/>
              <a:ext cx="657157" cy="144470"/>
            </a:xfrm>
            <a:prstGeom prst="ellipse">
              <a:avLst/>
            </a:prstGeom>
            <a:gradFill>
              <a:gsLst>
                <a:gs pos="0">
                  <a:srgbClr val="3E0000">
                    <a:alpha val="32968"/>
                  </a:srgbClr>
                </a:gs>
                <a:gs pos="14286">
                  <a:srgbClr val="3E0000">
                    <a:alpha val="30764"/>
                  </a:srgbClr>
                </a:gs>
                <a:gs pos="28571">
                  <a:srgbClr val="3E0000">
                    <a:alpha val="24833"/>
                  </a:srgbClr>
                </a:gs>
                <a:gs pos="42857">
                  <a:srgbClr val="3E0000">
                    <a:alpha val="17075"/>
                  </a:srgbClr>
                </a:gs>
                <a:gs pos="57143">
                  <a:srgbClr val="3E0000">
                    <a:alpha val="9855"/>
                  </a:srgbClr>
                </a:gs>
                <a:gs pos="71429">
                  <a:srgbClr val="3E0000">
                    <a:alpha val="4740"/>
                  </a:srgbClr>
                </a:gs>
                <a:gs pos="85714">
                  <a:srgbClr val="3E0000">
                    <a:alpha val="1902"/>
                  </a:srgbClr>
                </a:gs>
                <a:gs pos="100000">
                  <a:srgbClr val="3E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3" name="Splat 893"/>
            <p:cNvSpPr>
              <a:spLocks noGrp="1"/>
            </p:cNvSpPr>
            <p:nvPr/>
          </p:nvSpPr>
          <p:spPr>
            <a:xfrm rot="-8559032">
              <a:off x="634291" y="101475"/>
              <a:ext cx="221235" cy="108099"/>
            </a:xfrm>
            <a:prstGeom prst="ellipse">
              <a:avLst/>
            </a:prstGeom>
            <a:gradFill>
              <a:gsLst>
                <a:gs pos="0">
                  <a:srgbClr val="FFFFDD">
                    <a:alpha val="32968"/>
                  </a:srgbClr>
                </a:gs>
                <a:gs pos="14286">
                  <a:srgbClr val="FFFFDD">
                    <a:alpha val="30764"/>
                  </a:srgbClr>
                </a:gs>
                <a:gs pos="28571">
                  <a:srgbClr val="FFFFDD">
                    <a:alpha val="24833"/>
                  </a:srgbClr>
                </a:gs>
                <a:gs pos="42857">
                  <a:srgbClr val="FFFFDD">
                    <a:alpha val="17075"/>
                  </a:srgbClr>
                </a:gs>
                <a:gs pos="57143">
                  <a:srgbClr val="FFFFDD">
                    <a:alpha val="9855"/>
                  </a:srgbClr>
                </a:gs>
                <a:gs pos="71429">
                  <a:srgbClr val="FFFFDD">
                    <a:alpha val="4740"/>
                  </a:srgbClr>
                </a:gs>
                <a:gs pos="85714">
                  <a:srgbClr val="FFFFDD">
                    <a:alpha val="1902"/>
                  </a:srgbClr>
                </a:gs>
                <a:gs pos="100000">
                  <a:srgbClr val="FFFFD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4" name="Splat 894"/>
            <p:cNvSpPr>
              <a:spLocks noGrp="1"/>
            </p:cNvSpPr>
            <p:nvPr/>
          </p:nvSpPr>
          <p:spPr>
            <a:xfrm rot="9696200">
              <a:off x="2670180" y="1304994"/>
              <a:ext cx="729891" cy="283816"/>
            </a:xfrm>
            <a:prstGeom prst="ellipse">
              <a:avLst/>
            </a:prstGeom>
            <a:gradFill>
              <a:gsLst>
                <a:gs pos="0">
                  <a:srgbClr val="000000">
                    <a:alpha val="29343"/>
                  </a:srgbClr>
                </a:gs>
                <a:gs pos="14286">
                  <a:srgbClr val="000000">
                    <a:alpha val="27330"/>
                  </a:srgbClr>
                </a:gs>
                <a:gs pos="28571">
                  <a:srgbClr val="000000">
                    <a:alpha val="21954"/>
                  </a:srgbClr>
                </a:gs>
                <a:gs pos="42857">
                  <a:srgbClr val="000000">
                    <a:alpha val="15005"/>
                  </a:srgbClr>
                </a:gs>
                <a:gs pos="57143">
                  <a:srgbClr val="000000">
                    <a:alpha val="8615"/>
                  </a:srgbClr>
                </a:gs>
                <a:gs pos="71429">
                  <a:srgbClr val="000000">
                    <a:alpha val="4129"/>
                  </a:srgbClr>
                </a:gs>
                <a:gs pos="85714">
                  <a:srgbClr val="000000">
                    <a:alpha val="1654"/>
                  </a:srgbClr>
                </a:gs>
                <a:gs pos="100000">
                  <a:srgbClr val="000000">
                    <a:alpha val="5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5" name="Splat 895"/>
            <p:cNvSpPr>
              <a:spLocks noGrp="1"/>
            </p:cNvSpPr>
            <p:nvPr/>
          </p:nvSpPr>
          <p:spPr>
            <a:xfrm rot="-8623947">
              <a:off x="908223" y="1902237"/>
              <a:ext cx="386292" cy="357046"/>
            </a:xfrm>
            <a:prstGeom prst="ellipse">
              <a:avLst/>
            </a:prstGeom>
            <a:gradFill>
              <a:gsLst>
                <a:gs pos="0">
                  <a:srgbClr val="5E0000">
                    <a:alpha val="19097"/>
                  </a:srgbClr>
                </a:gs>
                <a:gs pos="14286">
                  <a:srgbClr val="5E0000">
                    <a:alpha val="17699"/>
                  </a:srgbClr>
                </a:gs>
                <a:gs pos="28571">
                  <a:srgbClr val="5E0000">
                    <a:alpha val="14036"/>
                  </a:srgbClr>
                </a:gs>
                <a:gs pos="42857">
                  <a:srgbClr val="5E0000">
                    <a:alpha val="9444"/>
                  </a:srgbClr>
                </a:gs>
                <a:gs pos="57143">
                  <a:srgbClr val="5E0000">
                    <a:alpha val="5348"/>
                  </a:srgbClr>
                </a:gs>
                <a:gs pos="71429">
                  <a:srgbClr val="5E0000">
                    <a:alpha val="2540"/>
                  </a:srgbClr>
                </a:gs>
                <a:gs pos="85714">
                  <a:srgbClr val="5E0000">
                    <a:alpha val="1012"/>
                  </a:srgbClr>
                </a:gs>
                <a:gs pos="100000">
                  <a:srgbClr val="5E0000">
                    <a:alpha val="3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6" name="Splat 896"/>
            <p:cNvSpPr>
              <a:spLocks noGrp="1"/>
            </p:cNvSpPr>
            <p:nvPr/>
          </p:nvSpPr>
          <p:spPr>
            <a:xfrm rot="7131242">
              <a:off x="2987154" y="2048872"/>
              <a:ext cx="375786" cy="230194"/>
            </a:xfrm>
            <a:prstGeom prst="ellipse">
              <a:avLst/>
            </a:prstGeom>
            <a:gradFill>
              <a:gsLst>
                <a:gs pos="0">
                  <a:srgbClr val="072E43">
                    <a:alpha val="27632"/>
                  </a:srgbClr>
                </a:gs>
                <a:gs pos="14286">
                  <a:srgbClr val="072E43">
                    <a:alpha val="25714"/>
                  </a:srgbClr>
                </a:gs>
                <a:gs pos="28571">
                  <a:srgbClr val="072E43">
                    <a:alpha val="20610"/>
                  </a:srgbClr>
                </a:gs>
                <a:gs pos="42857">
                  <a:srgbClr val="072E43">
                    <a:alpha val="14048"/>
                  </a:srgbClr>
                </a:gs>
                <a:gs pos="57143">
                  <a:srgbClr val="072E43">
                    <a:alpha val="8046"/>
                  </a:srgbClr>
                </a:gs>
                <a:gs pos="71429">
                  <a:srgbClr val="072E43">
                    <a:alpha val="3850"/>
                  </a:srgbClr>
                </a:gs>
                <a:gs pos="85714">
                  <a:srgbClr val="072E43">
                    <a:alpha val="1541"/>
                  </a:srgbClr>
                </a:gs>
                <a:gs pos="100000">
                  <a:srgbClr val="072E43">
                    <a:alpha val="5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7" name="Splat 897"/>
            <p:cNvSpPr>
              <a:spLocks noGrp="1"/>
            </p:cNvSpPr>
            <p:nvPr/>
          </p:nvSpPr>
          <p:spPr>
            <a:xfrm rot="10099226">
              <a:off x="434985" y="908266"/>
              <a:ext cx="481580" cy="122443"/>
            </a:xfrm>
            <a:prstGeom prst="ellipse">
              <a:avLst/>
            </a:prstGeom>
            <a:gradFill>
              <a:gsLst>
                <a:gs pos="0">
                  <a:srgbClr val="280200">
                    <a:alpha val="32968"/>
                  </a:srgbClr>
                </a:gs>
                <a:gs pos="14286">
                  <a:srgbClr val="280200">
                    <a:alpha val="30764"/>
                  </a:srgbClr>
                </a:gs>
                <a:gs pos="28571">
                  <a:srgbClr val="280200">
                    <a:alpha val="24833"/>
                  </a:srgbClr>
                </a:gs>
                <a:gs pos="42857">
                  <a:srgbClr val="280200">
                    <a:alpha val="17075"/>
                  </a:srgbClr>
                </a:gs>
                <a:gs pos="57143">
                  <a:srgbClr val="280200">
                    <a:alpha val="9855"/>
                  </a:srgbClr>
                </a:gs>
                <a:gs pos="71429">
                  <a:srgbClr val="280200">
                    <a:alpha val="4740"/>
                  </a:srgbClr>
                </a:gs>
                <a:gs pos="85714">
                  <a:srgbClr val="280200">
                    <a:alpha val="1902"/>
                  </a:srgbClr>
                </a:gs>
                <a:gs pos="100000">
                  <a:srgbClr val="280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8" name="Splat 898"/>
            <p:cNvSpPr>
              <a:spLocks noGrp="1"/>
            </p:cNvSpPr>
            <p:nvPr/>
          </p:nvSpPr>
          <p:spPr>
            <a:xfrm rot="8946036">
              <a:off x="358447" y="1151049"/>
              <a:ext cx="571078" cy="184617"/>
            </a:xfrm>
            <a:prstGeom prst="ellipse">
              <a:avLst/>
            </a:prstGeom>
            <a:gradFill>
              <a:gsLst>
                <a:gs pos="0">
                  <a:srgbClr val="282300">
                    <a:alpha val="32968"/>
                  </a:srgbClr>
                </a:gs>
                <a:gs pos="14286">
                  <a:srgbClr val="282300">
                    <a:alpha val="30764"/>
                  </a:srgbClr>
                </a:gs>
                <a:gs pos="28571">
                  <a:srgbClr val="282300">
                    <a:alpha val="24833"/>
                  </a:srgbClr>
                </a:gs>
                <a:gs pos="42857">
                  <a:srgbClr val="282300">
                    <a:alpha val="17075"/>
                  </a:srgbClr>
                </a:gs>
                <a:gs pos="57143">
                  <a:srgbClr val="282300">
                    <a:alpha val="9855"/>
                  </a:srgbClr>
                </a:gs>
                <a:gs pos="71429">
                  <a:srgbClr val="282300">
                    <a:alpha val="4740"/>
                  </a:srgbClr>
                </a:gs>
                <a:gs pos="85714">
                  <a:srgbClr val="282300">
                    <a:alpha val="1902"/>
                  </a:srgbClr>
                </a:gs>
                <a:gs pos="100000">
                  <a:srgbClr val="2823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9" name="Splat 899"/>
            <p:cNvSpPr>
              <a:spLocks noGrp="1"/>
            </p:cNvSpPr>
            <p:nvPr/>
          </p:nvSpPr>
          <p:spPr>
            <a:xfrm rot="5883235">
              <a:off x="181534" y="996670"/>
              <a:ext cx="346508" cy="191519"/>
            </a:xfrm>
            <a:prstGeom prst="ellipse">
              <a:avLst/>
            </a:prstGeom>
            <a:gradFill>
              <a:gsLst>
                <a:gs pos="0">
                  <a:srgbClr val="FF9D00">
                    <a:alpha val="15040"/>
                  </a:srgbClr>
                </a:gs>
                <a:gs pos="14286">
                  <a:srgbClr val="FF9D00">
                    <a:alpha val="13913"/>
                  </a:srgbClr>
                </a:gs>
                <a:gs pos="28571">
                  <a:srgbClr val="FF9D00">
                    <a:alpha val="10981"/>
                  </a:srgbClr>
                </a:gs>
                <a:gs pos="42857">
                  <a:srgbClr val="FF9D00">
                    <a:alpha val="7346"/>
                  </a:srgbClr>
                </a:gs>
                <a:gs pos="57143">
                  <a:srgbClr val="FF9D00">
                    <a:alpha val="4140"/>
                  </a:srgbClr>
                </a:gs>
                <a:gs pos="71429">
                  <a:srgbClr val="FF9D00">
                    <a:alpha val="1959"/>
                  </a:srgbClr>
                </a:gs>
                <a:gs pos="85714">
                  <a:srgbClr val="FF9D00">
                    <a:alpha val="779"/>
                  </a:srgbClr>
                </a:gs>
                <a:gs pos="100000">
                  <a:srgbClr val="FF9D00">
                    <a:alpha val="2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0" name="Splat 900"/>
            <p:cNvSpPr>
              <a:spLocks noGrp="1"/>
            </p:cNvSpPr>
            <p:nvPr/>
          </p:nvSpPr>
          <p:spPr>
            <a:xfrm rot="-9604565">
              <a:off x="2550289" y="415148"/>
              <a:ext cx="473535" cy="107115"/>
            </a:xfrm>
            <a:prstGeom prst="ellipse">
              <a:avLst/>
            </a:prstGeom>
            <a:gradFill>
              <a:gsLst>
                <a:gs pos="0">
                  <a:srgbClr val="F9BA88">
                    <a:alpha val="32968"/>
                  </a:srgbClr>
                </a:gs>
                <a:gs pos="14286">
                  <a:srgbClr val="F9BA88">
                    <a:alpha val="30764"/>
                  </a:srgbClr>
                </a:gs>
                <a:gs pos="28571">
                  <a:srgbClr val="F9BA88">
                    <a:alpha val="24833"/>
                  </a:srgbClr>
                </a:gs>
                <a:gs pos="42857">
                  <a:srgbClr val="F9BA88">
                    <a:alpha val="17075"/>
                  </a:srgbClr>
                </a:gs>
                <a:gs pos="57143">
                  <a:srgbClr val="F9BA88">
                    <a:alpha val="9855"/>
                  </a:srgbClr>
                </a:gs>
                <a:gs pos="71429">
                  <a:srgbClr val="F9BA88">
                    <a:alpha val="4740"/>
                  </a:srgbClr>
                </a:gs>
                <a:gs pos="85714">
                  <a:srgbClr val="F9BA88">
                    <a:alpha val="1902"/>
                  </a:srgbClr>
                </a:gs>
                <a:gs pos="100000">
                  <a:srgbClr val="F9BA8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1" name="Splat 901"/>
            <p:cNvSpPr>
              <a:spLocks noGrp="1"/>
            </p:cNvSpPr>
            <p:nvPr/>
          </p:nvSpPr>
          <p:spPr>
            <a:xfrm rot="5455964">
              <a:off x="1917002" y="128478"/>
              <a:ext cx="432173" cy="54742"/>
            </a:xfrm>
            <a:prstGeom prst="ellipse">
              <a:avLst/>
            </a:prstGeom>
            <a:gradFill>
              <a:gsLst>
                <a:gs pos="0">
                  <a:srgbClr val="FFEDB3">
                    <a:alpha val="32968"/>
                  </a:srgbClr>
                </a:gs>
                <a:gs pos="14286">
                  <a:srgbClr val="FFEDB3">
                    <a:alpha val="30764"/>
                  </a:srgbClr>
                </a:gs>
                <a:gs pos="28571">
                  <a:srgbClr val="FFEDB3">
                    <a:alpha val="24833"/>
                  </a:srgbClr>
                </a:gs>
                <a:gs pos="42857">
                  <a:srgbClr val="FFEDB3">
                    <a:alpha val="17075"/>
                  </a:srgbClr>
                </a:gs>
                <a:gs pos="57143">
                  <a:srgbClr val="FFEDB3">
                    <a:alpha val="9855"/>
                  </a:srgbClr>
                </a:gs>
                <a:gs pos="71429">
                  <a:srgbClr val="FFEDB3">
                    <a:alpha val="4740"/>
                  </a:srgbClr>
                </a:gs>
                <a:gs pos="85714">
                  <a:srgbClr val="FFEDB3">
                    <a:alpha val="1902"/>
                  </a:srgbClr>
                </a:gs>
                <a:gs pos="100000">
                  <a:srgbClr val="FFEDB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2" name="Splat 902"/>
            <p:cNvSpPr>
              <a:spLocks noGrp="1"/>
            </p:cNvSpPr>
            <p:nvPr/>
          </p:nvSpPr>
          <p:spPr>
            <a:xfrm rot="-8568133">
              <a:off x="933038" y="535866"/>
              <a:ext cx="369766" cy="92158"/>
            </a:xfrm>
            <a:prstGeom prst="ellipse">
              <a:avLst/>
            </a:prstGeom>
            <a:gradFill>
              <a:gsLst>
                <a:gs pos="0">
                  <a:srgbClr val="FFECCC">
                    <a:alpha val="7450"/>
                  </a:srgbClr>
                </a:gs>
                <a:gs pos="14286">
                  <a:srgbClr val="FFECCC">
                    <a:alpha val="6868"/>
                  </a:srgbClr>
                </a:gs>
                <a:gs pos="28571">
                  <a:srgbClr val="FFECCC">
                    <a:alpha val="5375"/>
                  </a:srgbClr>
                </a:gs>
                <a:gs pos="42857">
                  <a:srgbClr val="FFECCC">
                    <a:alpha val="3559"/>
                  </a:srgbClr>
                </a:gs>
                <a:gs pos="57143">
                  <a:srgbClr val="FFECCC">
                    <a:alpha val="1988"/>
                  </a:srgbClr>
                </a:gs>
                <a:gs pos="71429">
                  <a:srgbClr val="FFECCC">
                    <a:alpha val="936"/>
                  </a:srgbClr>
                </a:gs>
                <a:gs pos="85714">
                  <a:srgbClr val="FFECCC">
                    <a:alpha val="371"/>
                  </a:srgbClr>
                </a:gs>
                <a:gs pos="100000">
                  <a:srgbClr val="FFECCC">
                    <a:alpha val="1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3" name="Splat 903"/>
            <p:cNvSpPr>
              <a:spLocks noGrp="1"/>
            </p:cNvSpPr>
            <p:nvPr/>
          </p:nvSpPr>
          <p:spPr>
            <a:xfrm rot="-10592726">
              <a:off x="2925532" y="1515910"/>
              <a:ext cx="384507" cy="114923"/>
            </a:xfrm>
            <a:prstGeom prst="ellipse">
              <a:avLst/>
            </a:prstGeom>
            <a:gradFill>
              <a:gsLst>
                <a:gs pos="0">
                  <a:srgbClr val="000E26">
                    <a:alpha val="32968"/>
                  </a:srgbClr>
                </a:gs>
                <a:gs pos="14286">
                  <a:srgbClr val="000E26">
                    <a:alpha val="30764"/>
                  </a:srgbClr>
                </a:gs>
                <a:gs pos="28571">
                  <a:srgbClr val="000E26">
                    <a:alpha val="24833"/>
                  </a:srgbClr>
                </a:gs>
                <a:gs pos="42857">
                  <a:srgbClr val="000E26">
                    <a:alpha val="17075"/>
                  </a:srgbClr>
                </a:gs>
                <a:gs pos="57143">
                  <a:srgbClr val="000E26">
                    <a:alpha val="9855"/>
                  </a:srgbClr>
                </a:gs>
                <a:gs pos="71429">
                  <a:srgbClr val="000E26">
                    <a:alpha val="4740"/>
                  </a:srgbClr>
                </a:gs>
                <a:gs pos="85714">
                  <a:srgbClr val="000E26">
                    <a:alpha val="1902"/>
                  </a:srgbClr>
                </a:gs>
                <a:gs pos="100000">
                  <a:srgbClr val="000E2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4" name="Splat 904"/>
            <p:cNvSpPr>
              <a:spLocks noGrp="1"/>
            </p:cNvSpPr>
            <p:nvPr/>
          </p:nvSpPr>
          <p:spPr>
            <a:xfrm rot="3922255">
              <a:off x="2294355" y="1552919"/>
              <a:ext cx="369552" cy="187043"/>
            </a:xfrm>
            <a:prstGeom prst="ellipse">
              <a:avLst/>
            </a:prstGeom>
            <a:gradFill>
              <a:gsLst>
                <a:gs pos="0">
                  <a:srgbClr val="FF9825">
                    <a:alpha val="18826"/>
                  </a:srgbClr>
                </a:gs>
                <a:gs pos="14286">
                  <a:srgbClr val="FF9825">
                    <a:alpha val="17445"/>
                  </a:srgbClr>
                </a:gs>
                <a:gs pos="28571">
                  <a:srgbClr val="FF9825">
                    <a:alpha val="13830"/>
                  </a:srgbClr>
                </a:gs>
                <a:gs pos="42857">
                  <a:srgbClr val="FF9825">
                    <a:alpha val="9302"/>
                  </a:srgbClr>
                </a:gs>
                <a:gs pos="57143">
                  <a:srgbClr val="FF9825">
                    <a:alpha val="5266"/>
                  </a:srgbClr>
                </a:gs>
                <a:gs pos="71429">
                  <a:srgbClr val="FF9825">
                    <a:alpha val="2501"/>
                  </a:srgbClr>
                </a:gs>
                <a:gs pos="85714">
                  <a:srgbClr val="FF9825">
                    <a:alpha val="996"/>
                  </a:srgbClr>
                </a:gs>
                <a:gs pos="100000">
                  <a:srgbClr val="FF9825">
                    <a:alpha val="3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5" name="Splat 905"/>
            <p:cNvSpPr>
              <a:spLocks noGrp="1"/>
            </p:cNvSpPr>
            <p:nvPr/>
          </p:nvSpPr>
          <p:spPr>
            <a:xfrm rot="-10748930">
              <a:off x="1921289" y="40716"/>
              <a:ext cx="723389" cy="3144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6" name="Splat 906"/>
            <p:cNvSpPr>
              <a:spLocks noGrp="1"/>
            </p:cNvSpPr>
            <p:nvPr/>
          </p:nvSpPr>
          <p:spPr>
            <a:xfrm rot="-10749870">
              <a:off x="2863086" y="312940"/>
              <a:ext cx="294450" cy="67148"/>
            </a:xfrm>
            <a:prstGeom prst="ellipse">
              <a:avLst/>
            </a:prstGeom>
            <a:gradFill>
              <a:gsLst>
                <a:gs pos="0">
                  <a:srgbClr val="FFFFCE">
                    <a:alpha val="32968"/>
                  </a:srgbClr>
                </a:gs>
                <a:gs pos="14286">
                  <a:srgbClr val="FFFFCE">
                    <a:alpha val="30764"/>
                  </a:srgbClr>
                </a:gs>
                <a:gs pos="28571">
                  <a:srgbClr val="FFFFCE">
                    <a:alpha val="24833"/>
                  </a:srgbClr>
                </a:gs>
                <a:gs pos="42857">
                  <a:srgbClr val="FFFFCE">
                    <a:alpha val="17075"/>
                  </a:srgbClr>
                </a:gs>
                <a:gs pos="57143">
                  <a:srgbClr val="FFFFCE">
                    <a:alpha val="9855"/>
                  </a:srgbClr>
                </a:gs>
                <a:gs pos="71429">
                  <a:srgbClr val="FFFFCE">
                    <a:alpha val="4740"/>
                  </a:srgbClr>
                </a:gs>
                <a:gs pos="85714">
                  <a:srgbClr val="FFFFCE">
                    <a:alpha val="1902"/>
                  </a:srgbClr>
                </a:gs>
                <a:gs pos="100000">
                  <a:srgbClr val="FFFFC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7" name="Splat 907"/>
            <p:cNvSpPr>
              <a:spLocks noGrp="1"/>
            </p:cNvSpPr>
            <p:nvPr/>
          </p:nvSpPr>
          <p:spPr>
            <a:xfrm rot="-8896772">
              <a:off x="774057" y="1147560"/>
              <a:ext cx="740246" cy="76022"/>
            </a:xfrm>
            <a:prstGeom prst="ellipse">
              <a:avLst/>
            </a:prstGeom>
            <a:gradFill>
              <a:gsLst>
                <a:gs pos="0">
                  <a:srgbClr val="FF3E06">
                    <a:alpha val="32968"/>
                  </a:srgbClr>
                </a:gs>
                <a:gs pos="14286">
                  <a:srgbClr val="FF3E06">
                    <a:alpha val="30764"/>
                  </a:srgbClr>
                </a:gs>
                <a:gs pos="28571">
                  <a:srgbClr val="FF3E06">
                    <a:alpha val="24833"/>
                  </a:srgbClr>
                </a:gs>
                <a:gs pos="42857">
                  <a:srgbClr val="FF3E06">
                    <a:alpha val="17075"/>
                  </a:srgbClr>
                </a:gs>
                <a:gs pos="57143">
                  <a:srgbClr val="FF3E06">
                    <a:alpha val="9855"/>
                  </a:srgbClr>
                </a:gs>
                <a:gs pos="71429">
                  <a:srgbClr val="FF3E06">
                    <a:alpha val="4740"/>
                  </a:srgbClr>
                </a:gs>
                <a:gs pos="85714">
                  <a:srgbClr val="FF3E06">
                    <a:alpha val="1902"/>
                  </a:srgbClr>
                </a:gs>
                <a:gs pos="100000">
                  <a:srgbClr val="FF3E0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8" name="Splat 908"/>
            <p:cNvSpPr>
              <a:spLocks noGrp="1"/>
            </p:cNvSpPr>
            <p:nvPr/>
          </p:nvSpPr>
          <p:spPr>
            <a:xfrm rot="9688270">
              <a:off x="2284824" y="908034"/>
              <a:ext cx="485498" cy="83473"/>
            </a:xfrm>
            <a:prstGeom prst="ellipse">
              <a:avLst/>
            </a:prstGeom>
            <a:gradFill>
              <a:gsLst>
                <a:gs pos="0">
                  <a:srgbClr val="000000">
                    <a:alpha val="32095"/>
                  </a:srgbClr>
                </a:gs>
                <a:gs pos="14286">
                  <a:srgbClr val="000000">
                    <a:alpha val="29935"/>
                  </a:srgbClr>
                </a:gs>
                <a:gs pos="28571">
                  <a:srgbClr val="000000">
                    <a:alpha val="24135"/>
                  </a:srgbClr>
                </a:gs>
                <a:gs pos="42857">
                  <a:srgbClr val="000000">
                    <a:alpha val="16571"/>
                  </a:srgbClr>
                </a:gs>
                <a:gs pos="57143">
                  <a:srgbClr val="000000">
                    <a:alpha val="9552"/>
                  </a:srgbClr>
                </a:gs>
                <a:gs pos="71429">
                  <a:srgbClr val="000000">
                    <a:alpha val="4591"/>
                  </a:srgbClr>
                </a:gs>
                <a:gs pos="85714">
                  <a:srgbClr val="000000">
                    <a:alpha val="1841"/>
                  </a:srgbClr>
                </a:gs>
                <a:gs pos="100000">
                  <a:srgbClr val="000000">
                    <a:alpha val="6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9" name="Splat 909"/>
            <p:cNvSpPr>
              <a:spLocks noGrp="1"/>
            </p:cNvSpPr>
            <p:nvPr/>
          </p:nvSpPr>
          <p:spPr>
            <a:xfrm rot="5974152">
              <a:off x="1528959" y="1197581"/>
              <a:ext cx="463830" cy="277029"/>
            </a:xfrm>
            <a:prstGeom prst="ellipse">
              <a:avLst/>
            </a:prstGeom>
            <a:gradFill>
              <a:gsLst>
                <a:gs pos="0">
                  <a:srgbClr val="080000">
                    <a:alpha val="32968"/>
                  </a:srgbClr>
                </a:gs>
                <a:gs pos="14286">
                  <a:srgbClr val="080000">
                    <a:alpha val="30764"/>
                  </a:srgbClr>
                </a:gs>
                <a:gs pos="28571">
                  <a:srgbClr val="080000">
                    <a:alpha val="24833"/>
                  </a:srgbClr>
                </a:gs>
                <a:gs pos="42857">
                  <a:srgbClr val="080000">
                    <a:alpha val="17075"/>
                  </a:srgbClr>
                </a:gs>
                <a:gs pos="57143">
                  <a:srgbClr val="080000">
                    <a:alpha val="9855"/>
                  </a:srgbClr>
                </a:gs>
                <a:gs pos="71429">
                  <a:srgbClr val="080000">
                    <a:alpha val="4740"/>
                  </a:srgbClr>
                </a:gs>
                <a:gs pos="85714">
                  <a:srgbClr val="080000">
                    <a:alpha val="1902"/>
                  </a:srgbClr>
                </a:gs>
                <a:gs pos="100000">
                  <a:srgbClr val="08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0" name="Splat 910"/>
            <p:cNvSpPr>
              <a:spLocks noGrp="1"/>
            </p:cNvSpPr>
            <p:nvPr/>
          </p:nvSpPr>
          <p:spPr>
            <a:xfrm rot="-10685683">
              <a:off x="1952769" y="508820"/>
              <a:ext cx="655741" cy="8716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1" name="Splat 911"/>
            <p:cNvSpPr>
              <a:spLocks noGrp="1"/>
            </p:cNvSpPr>
            <p:nvPr/>
          </p:nvSpPr>
          <p:spPr>
            <a:xfrm rot="-10399407">
              <a:off x="837030" y="623211"/>
              <a:ext cx="402120" cy="170018"/>
            </a:xfrm>
            <a:prstGeom prst="ellipse">
              <a:avLst/>
            </a:prstGeom>
            <a:gradFill>
              <a:gsLst>
                <a:gs pos="0">
                  <a:srgbClr val="000100">
                    <a:alpha val="32968"/>
                  </a:srgbClr>
                </a:gs>
                <a:gs pos="14286">
                  <a:srgbClr val="000100">
                    <a:alpha val="30764"/>
                  </a:srgbClr>
                </a:gs>
                <a:gs pos="28571">
                  <a:srgbClr val="000100">
                    <a:alpha val="24833"/>
                  </a:srgbClr>
                </a:gs>
                <a:gs pos="42857">
                  <a:srgbClr val="000100">
                    <a:alpha val="17075"/>
                  </a:srgbClr>
                </a:gs>
                <a:gs pos="57143">
                  <a:srgbClr val="000100">
                    <a:alpha val="9855"/>
                  </a:srgbClr>
                </a:gs>
                <a:gs pos="71429">
                  <a:srgbClr val="000100">
                    <a:alpha val="4740"/>
                  </a:srgbClr>
                </a:gs>
                <a:gs pos="85714">
                  <a:srgbClr val="000100">
                    <a:alpha val="1902"/>
                  </a:srgbClr>
                </a:gs>
                <a:gs pos="100000">
                  <a:srgbClr val="000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2" name="Splat 912"/>
            <p:cNvSpPr>
              <a:spLocks noGrp="1"/>
            </p:cNvSpPr>
            <p:nvPr/>
          </p:nvSpPr>
          <p:spPr>
            <a:xfrm rot="-10627977">
              <a:off x="1814508" y="444226"/>
              <a:ext cx="576929" cy="666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3" name="Splat 913"/>
            <p:cNvSpPr>
              <a:spLocks noGrp="1"/>
            </p:cNvSpPr>
            <p:nvPr/>
          </p:nvSpPr>
          <p:spPr>
            <a:xfrm rot="-10282852">
              <a:off x="717573" y="2004362"/>
              <a:ext cx="730366" cy="39609"/>
            </a:xfrm>
            <a:prstGeom prst="ellipse">
              <a:avLst/>
            </a:prstGeom>
            <a:gradFill>
              <a:gsLst>
                <a:gs pos="0">
                  <a:srgbClr val="FFF9F0">
                    <a:alpha val="32968"/>
                  </a:srgbClr>
                </a:gs>
                <a:gs pos="14286">
                  <a:srgbClr val="FFF9F0">
                    <a:alpha val="30764"/>
                  </a:srgbClr>
                </a:gs>
                <a:gs pos="28571">
                  <a:srgbClr val="FFF9F0">
                    <a:alpha val="24833"/>
                  </a:srgbClr>
                </a:gs>
                <a:gs pos="42857">
                  <a:srgbClr val="FFF9F0">
                    <a:alpha val="17075"/>
                  </a:srgbClr>
                </a:gs>
                <a:gs pos="57143">
                  <a:srgbClr val="FFF9F0">
                    <a:alpha val="9855"/>
                  </a:srgbClr>
                </a:gs>
                <a:gs pos="71429">
                  <a:srgbClr val="FFF9F0">
                    <a:alpha val="4740"/>
                  </a:srgbClr>
                </a:gs>
                <a:gs pos="85714">
                  <a:srgbClr val="FFF9F0">
                    <a:alpha val="1902"/>
                  </a:srgbClr>
                </a:gs>
                <a:gs pos="100000">
                  <a:srgbClr val="FFF9F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4" name="Splat 914"/>
            <p:cNvSpPr>
              <a:spLocks noGrp="1"/>
            </p:cNvSpPr>
            <p:nvPr/>
          </p:nvSpPr>
          <p:spPr>
            <a:xfrm rot="-10728956">
              <a:off x="1690614" y="1794140"/>
              <a:ext cx="418521" cy="38539"/>
            </a:xfrm>
            <a:prstGeom prst="ellipse">
              <a:avLst/>
            </a:prstGeom>
            <a:gradFill>
              <a:gsLst>
                <a:gs pos="0">
                  <a:srgbClr val="000004">
                    <a:alpha val="32968"/>
                  </a:srgbClr>
                </a:gs>
                <a:gs pos="14286">
                  <a:srgbClr val="000004">
                    <a:alpha val="30764"/>
                  </a:srgbClr>
                </a:gs>
                <a:gs pos="28571">
                  <a:srgbClr val="000004">
                    <a:alpha val="24833"/>
                  </a:srgbClr>
                </a:gs>
                <a:gs pos="42857">
                  <a:srgbClr val="000004">
                    <a:alpha val="17075"/>
                  </a:srgbClr>
                </a:gs>
                <a:gs pos="57143">
                  <a:srgbClr val="000004">
                    <a:alpha val="9855"/>
                  </a:srgbClr>
                </a:gs>
                <a:gs pos="71429">
                  <a:srgbClr val="000004">
                    <a:alpha val="4740"/>
                  </a:srgbClr>
                </a:gs>
                <a:gs pos="85714">
                  <a:srgbClr val="000004">
                    <a:alpha val="1902"/>
                  </a:srgbClr>
                </a:gs>
                <a:gs pos="100000">
                  <a:srgbClr val="00000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5" name="Splat 915"/>
            <p:cNvSpPr>
              <a:spLocks noGrp="1"/>
            </p:cNvSpPr>
            <p:nvPr/>
          </p:nvSpPr>
          <p:spPr>
            <a:xfrm rot="-10259672">
              <a:off x="2146907" y="351071"/>
              <a:ext cx="549004" cy="6813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6" name="Splat 916"/>
            <p:cNvSpPr>
              <a:spLocks noGrp="1"/>
            </p:cNvSpPr>
            <p:nvPr/>
          </p:nvSpPr>
          <p:spPr>
            <a:xfrm rot="4554095">
              <a:off x="680594" y="375245"/>
              <a:ext cx="298789" cy="147359"/>
            </a:xfrm>
            <a:prstGeom prst="ellipse">
              <a:avLst/>
            </a:prstGeom>
            <a:gradFill>
              <a:gsLst>
                <a:gs pos="0">
                  <a:srgbClr val="F18400">
                    <a:alpha val="32968"/>
                  </a:srgbClr>
                </a:gs>
                <a:gs pos="14286">
                  <a:srgbClr val="F18400">
                    <a:alpha val="30764"/>
                  </a:srgbClr>
                </a:gs>
                <a:gs pos="28571">
                  <a:srgbClr val="F18400">
                    <a:alpha val="24833"/>
                  </a:srgbClr>
                </a:gs>
                <a:gs pos="42857">
                  <a:srgbClr val="F18400">
                    <a:alpha val="17075"/>
                  </a:srgbClr>
                </a:gs>
                <a:gs pos="57143">
                  <a:srgbClr val="F18400">
                    <a:alpha val="9855"/>
                  </a:srgbClr>
                </a:gs>
                <a:gs pos="71429">
                  <a:srgbClr val="F18400">
                    <a:alpha val="4740"/>
                  </a:srgbClr>
                </a:gs>
                <a:gs pos="85714">
                  <a:srgbClr val="F18400">
                    <a:alpha val="1902"/>
                  </a:srgbClr>
                </a:gs>
                <a:gs pos="100000">
                  <a:srgbClr val="F184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7" name="Splat 917"/>
            <p:cNvSpPr>
              <a:spLocks noGrp="1"/>
            </p:cNvSpPr>
            <p:nvPr/>
          </p:nvSpPr>
          <p:spPr>
            <a:xfrm rot="8346912">
              <a:off x="3331567" y="-57591"/>
              <a:ext cx="514214" cy="18877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8" name="Splat 918"/>
            <p:cNvSpPr>
              <a:spLocks noGrp="1"/>
            </p:cNvSpPr>
            <p:nvPr/>
          </p:nvSpPr>
          <p:spPr>
            <a:xfrm rot="5299870">
              <a:off x="1863804" y="77183"/>
              <a:ext cx="343309" cy="78193"/>
            </a:xfrm>
            <a:prstGeom prst="ellipse">
              <a:avLst/>
            </a:prstGeom>
            <a:gradFill>
              <a:gsLst>
                <a:gs pos="0">
                  <a:srgbClr val="F8B980">
                    <a:alpha val="32968"/>
                  </a:srgbClr>
                </a:gs>
                <a:gs pos="14286">
                  <a:srgbClr val="F8B980">
                    <a:alpha val="30764"/>
                  </a:srgbClr>
                </a:gs>
                <a:gs pos="28571">
                  <a:srgbClr val="F8B980">
                    <a:alpha val="24833"/>
                  </a:srgbClr>
                </a:gs>
                <a:gs pos="42857">
                  <a:srgbClr val="F8B980">
                    <a:alpha val="17075"/>
                  </a:srgbClr>
                </a:gs>
                <a:gs pos="57143">
                  <a:srgbClr val="F8B980">
                    <a:alpha val="9855"/>
                  </a:srgbClr>
                </a:gs>
                <a:gs pos="71429">
                  <a:srgbClr val="F8B980">
                    <a:alpha val="4740"/>
                  </a:srgbClr>
                </a:gs>
                <a:gs pos="85714">
                  <a:srgbClr val="F8B980">
                    <a:alpha val="1902"/>
                  </a:srgbClr>
                </a:gs>
                <a:gs pos="100000">
                  <a:srgbClr val="F8B98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9" name="Splat 919"/>
            <p:cNvSpPr>
              <a:spLocks noGrp="1"/>
            </p:cNvSpPr>
            <p:nvPr/>
          </p:nvSpPr>
          <p:spPr>
            <a:xfrm rot="5660727">
              <a:off x="2092973" y="791743"/>
              <a:ext cx="803961" cy="11183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0" name="Splat 920"/>
            <p:cNvSpPr>
              <a:spLocks noGrp="1"/>
            </p:cNvSpPr>
            <p:nvPr/>
          </p:nvSpPr>
          <p:spPr>
            <a:xfrm rot="3699424">
              <a:off x="2411374" y="1155651"/>
              <a:ext cx="231873" cy="68781"/>
            </a:xfrm>
            <a:prstGeom prst="ellipse">
              <a:avLst/>
            </a:prstGeom>
            <a:gradFill>
              <a:gsLst>
                <a:gs pos="0">
                  <a:srgbClr val="C5C6C1">
                    <a:alpha val="32968"/>
                  </a:srgbClr>
                </a:gs>
                <a:gs pos="14286">
                  <a:srgbClr val="C5C6C1">
                    <a:alpha val="30764"/>
                  </a:srgbClr>
                </a:gs>
                <a:gs pos="28571">
                  <a:srgbClr val="C5C6C1">
                    <a:alpha val="24833"/>
                  </a:srgbClr>
                </a:gs>
                <a:gs pos="42857">
                  <a:srgbClr val="C5C6C1">
                    <a:alpha val="17075"/>
                  </a:srgbClr>
                </a:gs>
                <a:gs pos="57143">
                  <a:srgbClr val="C5C6C1">
                    <a:alpha val="9855"/>
                  </a:srgbClr>
                </a:gs>
                <a:gs pos="71429">
                  <a:srgbClr val="C5C6C1">
                    <a:alpha val="4740"/>
                  </a:srgbClr>
                </a:gs>
                <a:gs pos="85714">
                  <a:srgbClr val="C5C6C1">
                    <a:alpha val="1902"/>
                  </a:srgbClr>
                </a:gs>
                <a:gs pos="100000">
                  <a:srgbClr val="C5C6C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1" name="Splat 921"/>
            <p:cNvSpPr>
              <a:spLocks noGrp="1"/>
            </p:cNvSpPr>
            <p:nvPr/>
          </p:nvSpPr>
          <p:spPr>
            <a:xfrm rot="9310454">
              <a:off x="1043500" y="1352390"/>
              <a:ext cx="716238" cy="5892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2" name="Splat 922"/>
            <p:cNvSpPr>
              <a:spLocks noGrp="1"/>
            </p:cNvSpPr>
            <p:nvPr/>
          </p:nvSpPr>
          <p:spPr>
            <a:xfrm rot="6610165">
              <a:off x="1375471" y="1222109"/>
              <a:ext cx="306040" cy="194544"/>
            </a:xfrm>
            <a:prstGeom prst="ellipse">
              <a:avLst/>
            </a:prstGeom>
            <a:gradFill>
              <a:gsLst>
                <a:gs pos="0">
                  <a:srgbClr val="001A00">
                    <a:alpha val="16005"/>
                  </a:srgbClr>
                </a:gs>
                <a:gs pos="14286">
                  <a:srgbClr val="001A00">
                    <a:alpha val="14812"/>
                  </a:srgbClr>
                </a:gs>
                <a:gs pos="28571">
                  <a:srgbClr val="001A00">
                    <a:alpha val="11704"/>
                  </a:srgbClr>
                </a:gs>
                <a:gs pos="42857">
                  <a:srgbClr val="001A00">
                    <a:alpha val="7840"/>
                  </a:srgbClr>
                </a:gs>
                <a:gs pos="57143">
                  <a:srgbClr val="001A00">
                    <a:alpha val="4423"/>
                  </a:srgbClr>
                </a:gs>
                <a:gs pos="71429">
                  <a:srgbClr val="001A00">
                    <a:alpha val="2095"/>
                  </a:srgbClr>
                </a:gs>
                <a:gs pos="85714">
                  <a:srgbClr val="001A00">
                    <a:alpha val="834"/>
                  </a:srgbClr>
                </a:gs>
                <a:gs pos="100000">
                  <a:srgbClr val="001A00">
                    <a:alpha val="2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3" name="Splat 923"/>
            <p:cNvSpPr>
              <a:spLocks noGrp="1"/>
            </p:cNvSpPr>
            <p:nvPr/>
          </p:nvSpPr>
          <p:spPr>
            <a:xfrm rot="8687869">
              <a:off x="3153138" y="837694"/>
              <a:ext cx="522902" cy="92492"/>
            </a:xfrm>
            <a:prstGeom prst="ellipse">
              <a:avLst/>
            </a:prstGeom>
            <a:gradFill>
              <a:gsLst>
                <a:gs pos="0">
                  <a:srgbClr val="E5E3FF">
                    <a:alpha val="10370"/>
                  </a:srgbClr>
                </a:gs>
                <a:gs pos="14286">
                  <a:srgbClr val="E5E3FF">
                    <a:alpha val="9573"/>
                  </a:srgbClr>
                </a:gs>
                <a:gs pos="28571">
                  <a:srgbClr val="E5E3FF">
                    <a:alpha val="7516"/>
                  </a:srgbClr>
                </a:gs>
                <a:gs pos="42857">
                  <a:srgbClr val="E5E3FF">
                    <a:alpha val="4996"/>
                  </a:srgbClr>
                </a:gs>
                <a:gs pos="57143">
                  <a:srgbClr val="E5E3FF">
                    <a:alpha val="2800"/>
                  </a:srgbClr>
                </a:gs>
                <a:gs pos="71429">
                  <a:srgbClr val="E5E3FF">
                    <a:alpha val="1320"/>
                  </a:srgbClr>
                </a:gs>
                <a:gs pos="85714">
                  <a:srgbClr val="E5E3FF">
                    <a:alpha val="524"/>
                  </a:srgbClr>
                </a:gs>
                <a:gs pos="100000">
                  <a:srgbClr val="E5E3FF">
                    <a:alpha val="1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4" name="Splat 924"/>
            <p:cNvSpPr>
              <a:spLocks noGrp="1"/>
            </p:cNvSpPr>
            <p:nvPr/>
          </p:nvSpPr>
          <p:spPr>
            <a:xfrm rot="5783390">
              <a:off x="3086403" y="775824"/>
              <a:ext cx="798664" cy="7776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5" name="Splat 925"/>
            <p:cNvSpPr>
              <a:spLocks noGrp="1"/>
            </p:cNvSpPr>
            <p:nvPr/>
          </p:nvSpPr>
          <p:spPr>
            <a:xfrm rot="5425445">
              <a:off x="1212599" y="443309"/>
              <a:ext cx="506580" cy="58757"/>
            </a:xfrm>
            <a:prstGeom prst="ellipse">
              <a:avLst/>
            </a:prstGeom>
            <a:gradFill>
              <a:gsLst>
                <a:gs pos="0">
                  <a:srgbClr val="EBF4F9">
                    <a:alpha val="32968"/>
                  </a:srgbClr>
                </a:gs>
                <a:gs pos="14286">
                  <a:srgbClr val="EBF4F9">
                    <a:alpha val="30764"/>
                  </a:srgbClr>
                </a:gs>
                <a:gs pos="28571">
                  <a:srgbClr val="EBF4F9">
                    <a:alpha val="24833"/>
                  </a:srgbClr>
                </a:gs>
                <a:gs pos="42857">
                  <a:srgbClr val="EBF4F9">
                    <a:alpha val="17075"/>
                  </a:srgbClr>
                </a:gs>
                <a:gs pos="57143">
                  <a:srgbClr val="EBF4F9">
                    <a:alpha val="9855"/>
                  </a:srgbClr>
                </a:gs>
                <a:gs pos="71429">
                  <a:srgbClr val="EBF4F9">
                    <a:alpha val="4740"/>
                  </a:srgbClr>
                </a:gs>
                <a:gs pos="85714">
                  <a:srgbClr val="EBF4F9">
                    <a:alpha val="1902"/>
                  </a:srgbClr>
                </a:gs>
                <a:gs pos="100000">
                  <a:srgbClr val="EBF4F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6" name="Splat 926"/>
            <p:cNvSpPr>
              <a:spLocks noGrp="1"/>
            </p:cNvSpPr>
            <p:nvPr/>
          </p:nvSpPr>
          <p:spPr>
            <a:xfrm rot="3689166">
              <a:off x="2285269" y="409838"/>
              <a:ext cx="564020" cy="17650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7" name="Splat 927"/>
            <p:cNvSpPr>
              <a:spLocks noGrp="1"/>
            </p:cNvSpPr>
            <p:nvPr/>
          </p:nvSpPr>
          <p:spPr>
            <a:xfrm rot="6089652">
              <a:off x="1989078" y="1496949"/>
              <a:ext cx="690105" cy="5089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8" name="Splat 928"/>
            <p:cNvSpPr>
              <a:spLocks noGrp="1"/>
            </p:cNvSpPr>
            <p:nvPr/>
          </p:nvSpPr>
          <p:spPr>
            <a:xfrm rot="7402044">
              <a:off x="375175" y="1322402"/>
              <a:ext cx="179856" cy="103215"/>
            </a:xfrm>
            <a:prstGeom prst="ellipse">
              <a:avLst/>
            </a:prstGeom>
            <a:gradFill>
              <a:gsLst>
                <a:gs pos="0">
                  <a:srgbClr val="FFF2F0">
                    <a:alpha val="32968"/>
                  </a:srgbClr>
                </a:gs>
                <a:gs pos="14286">
                  <a:srgbClr val="FFF2F0">
                    <a:alpha val="30764"/>
                  </a:srgbClr>
                </a:gs>
                <a:gs pos="28571">
                  <a:srgbClr val="FFF2F0">
                    <a:alpha val="24833"/>
                  </a:srgbClr>
                </a:gs>
                <a:gs pos="42857">
                  <a:srgbClr val="FFF2F0">
                    <a:alpha val="17075"/>
                  </a:srgbClr>
                </a:gs>
                <a:gs pos="57143">
                  <a:srgbClr val="FFF2F0">
                    <a:alpha val="9855"/>
                  </a:srgbClr>
                </a:gs>
                <a:gs pos="71429">
                  <a:srgbClr val="FFF2F0">
                    <a:alpha val="4740"/>
                  </a:srgbClr>
                </a:gs>
                <a:gs pos="85714">
                  <a:srgbClr val="FFF2F0">
                    <a:alpha val="1902"/>
                  </a:srgbClr>
                </a:gs>
                <a:gs pos="100000">
                  <a:srgbClr val="FFF2F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9" name="Splat 929"/>
            <p:cNvSpPr>
              <a:spLocks noGrp="1"/>
            </p:cNvSpPr>
            <p:nvPr/>
          </p:nvSpPr>
          <p:spPr>
            <a:xfrm rot="-10529445">
              <a:off x="2852016" y="1342366"/>
              <a:ext cx="652175" cy="25353"/>
            </a:xfrm>
            <a:prstGeom prst="ellipse">
              <a:avLst/>
            </a:prstGeom>
            <a:gradFill>
              <a:gsLst>
                <a:gs pos="0">
                  <a:srgbClr val="FFBA88">
                    <a:alpha val="32968"/>
                  </a:srgbClr>
                </a:gs>
                <a:gs pos="14286">
                  <a:srgbClr val="FFBA88">
                    <a:alpha val="30764"/>
                  </a:srgbClr>
                </a:gs>
                <a:gs pos="28571">
                  <a:srgbClr val="FFBA88">
                    <a:alpha val="24833"/>
                  </a:srgbClr>
                </a:gs>
                <a:gs pos="42857">
                  <a:srgbClr val="FFBA88">
                    <a:alpha val="17075"/>
                  </a:srgbClr>
                </a:gs>
                <a:gs pos="57143">
                  <a:srgbClr val="FFBA88">
                    <a:alpha val="9855"/>
                  </a:srgbClr>
                </a:gs>
                <a:gs pos="71429">
                  <a:srgbClr val="FFBA88">
                    <a:alpha val="4740"/>
                  </a:srgbClr>
                </a:gs>
                <a:gs pos="85714">
                  <a:srgbClr val="FFBA88">
                    <a:alpha val="1902"/>
                  </a:srgbClr>
                </a:gs>
                <a:gs pos="100000">
                  <a:srgbClr val="FFBA8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0" name="Splat 930"/>
            <p:cNvSpPr>
              <a:spLocks noGrp="1"/>
            </p:cNvSpPr>
            <p:nvPr/>
          </p:nvSpPr>
          <p:spPr>
            <a:xfrm rot="5729345">
              <a:off x="990138" y="1442202"/>
              <a:ext cx="563492" cy="8262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1" name="Splat 931"/>
            <p:cNvSpPr>
              <a:spLocks noGrp="1"/>
            </p:cNvSpPr>
            <p:nvPr/>
          </p:nvSpPr>
          <p:spPr>
            <a:xfrm rot="4354411">
              <a:off x="2210762" y="1613825"/>
              <a:ext cx="711578" cy="11344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2" name="Splat 932"/>
            <p:cNvSpPr>
              <a:spLocks noGrp="1"/>
            </p:cNvSpPr>
            <p:nvPr/>
          </p:nvSpPr>
          <p:spPr>
            <a:xfrm rot="8200952">
              <a:off x="1687631" y="122895"/>
              <a:ext cx="350099" cy="17191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3" name="Splat 933"/>
            <p:cNvSpPr>
              <a:spLocks noGrp="1"/>
            </p:cNvSpPr>
            <p:nvPr/>
          </p:nvSpPr>
          <p:spPr>
            <a:xfrm rot="2935969">
              <a:off x="2483604" y="530611"/>
              <a:ext cx="487808" cy="7043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4" name="Splat 934"/>
            <p:cNvSpPr>
              <a:spLocks noGrp="1"/>
            </p:cNvSpPr>
            <p:nvPr/>
          </p:nvSpPr>
          <p:spPr>
            <a:xfrm rot="-8630693">
              <a:off x="2636248" y="1591727"/>
              <a:ext cx="739247" cy="363379"/>
            </a:xfrm>
            <a:prstGeom prst="ellipse">
              <a:avLst/>
            </a:prstGeom>
            <a:gradFill>
              <a:gsLst>
                <a:gs pos="0">
                  <a:srgbClr val="0E0000">
                    <a:alpha val="32968"/>
                  </a:srgbClr>
                </a:gs>
                <a:gs pos="14286">
                  <a:srgbClr val="0E0000">
                    <a:alpha val="30764"/>
                  </a:srgbClr>
                </a:gs>
                <a:gs pos="28571">
                  <a:srgbClr val="0E0000">
                    <a:alpha val="24833"/>
                  </a:srgbClr>
                </a:gs>
                <a:gs pos="42857">
                  <a:srgbClr val="0E0000">
                    <a:alpha val="17075"/>
                  </a:srgbClr>
                </a:gs>
                <a:gs pos="57143">
                  <a:srgbClr val="0E0000">
                    <a:alpha val="9855"/>
                  </a:srgbClr>
                </a:gs>
                <a:gs pos="71429">
                  <a:srgbClr val="0E0000">
                    <a:alpha val="4740"/>
                  </a:srgbClr>
                </a:gs>
                <a:gs pos="85714">
                  <a:srgbClr val="0E0000">
                    <a:alpha val="1902"/>
                  </a:srgbClr>
                </a:gs>
                <a:gs pos="100000">
                  <a:srgbClr val="0E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5" name="Splat 935"/>
            <p:cNvSpPr>
              <a:spLocks noGrp="1"/>
            </p:cNvSpPr>
            <p:nvPr/>
          </p:nvSpPr>
          <p:spPr>
            <a:xfrm rot="3455830">
              <a:off x="2666555" y="83446"/>
              <a:ext cx="519901" cy="15443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6" name="Splat 936"/>
            <p:cNvSpPr>
              <a:spLocks noGrp="1"/>
            </p:cNvSpPr>
            <p:nvPr/>
          </p:nvSpPr>
          <p:spPr>
            <a:xfrm rot="5377754">
              <a:off x="1128983" y="523514"/>
              <a:ext cx="724693" cy="3989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7" name="Splat 937"/>
            <p:cNvSpPr>
              <a:spLocks noGrp="1"/>
            </p:cNvSpPr>
            <p:nvPr/>
          </p:nvSpPr>
          <p:spPr>
            <a:xfrm rot="8111479">
              <a:off x="288629" y="1300439"/>
              <a:ext cx="589392" cy="107028"/>
            </a:xfrm>
            <a:prstGeom prst="ellipse">
              <a:avLst/>
            </a:prstGeom>
            <a:gradFill>
              <a:gsLst>
                <a:gs pos="0">
                  <a:srgbClr val="270000">
                    <a:alpha val="32968"/>
                  </a:srgbClr>
                </a:gs>
                <a:gs pos="14286">
                  <a:srgbClr val="270000">
                    <a:alpha val="30764"/>
                  </a:srgbClr>
                </a:gs>
                <a:gs pos="28571">
                  <a:srgbClr val="270000">
                    <a:alpha val="24833"/>
                  </a:srgbClr>
                </a:gs>
                <a:gs pos="42857">
                  <a:srgbClr val="270000">
                    <a:alpha val="17075"/>
                  </a:srgbClr>
                </a:gs>
                <a:gs pos="57143">
                  <a:srgbClr val="270000">
                    <a:alpha val="9855"/>
                  </a:srgbClr>
                </a:gs>
                <a:gs pos="71429">
                  <a:srgbClr val="270000">
                    <a:alpha val="4740"/>
                  </a:srgbClr>
                </a:gs>
                <a:gs pos="85714">
                  <a:srgbClr val="270000">
                    <a:alpha val="1902"/>
                  </a:srgbClr>
                </a:gs>
                <a:gs pos="100000">
                  <a:srgbClr val="27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8" name="Splat 938"/>
            <p:cNvSpPr>
              <a:spLocks noGrp="1"/>
            </p:cNvSpPr>
            <p:nvPr/>
          </p:nvSpPr>
          <p:spPr>
            <a:xfrm rot="3712757">
              <a:off x="736320" y="1712135"/>
              <a:ext cx="440879" cy="39992"/>
            </a:xfrm>
            <a:prstGeom prst="ellipse">
              <a:avLst/>
            </a:prstGeom>
            <a:gradFill>
              <a:gsLst>
                <a:gs pos="0">
                  <a:srgbClr val="CEC8C8">
                    <a:alpha val="30544"/>
                  </a:srgbClr>
                </a:gs>
                <a:gs pos="14286">
                  <a:srgbClr val="CEC8C8">
                    <a:alpha val="28466"/>
                  </a:srgbClr>
                </a:gs>
                <a:gs pos="28571">
                  <a:srgbClr val="CEC8C8">
                    <a:alpha val="22903"/>
                  </a:srgbClr>
                </a:gs>
                <a:gs pos="42857">
                  <a:srgbClr val="CEC8C8">
                    <a:alpha val="15685"/>
                  </a:srgbClr>
                </a:gs>
                <a:gs pos="57143">
                  <a:srgbClr val="CEC8C8">
                    <a:alpha val="9021"/>
                  </a:srgbClr>
                </a:gs>
                <a:gs pos="71429">
                  <a:srgbClr val="CEC8C8">
                    <a:alpha val="4329"/>
                  </a:srgbClr>
                </a:gs>
                <a:gs pos="85714">
                  <a:srgbClr val="CEC8C8">
                    <a:alpha val="1735"/>
                  </a:srgbClr>
                </a:gs>
                <a:gs pos="100000">
                  <a:srgbClr val="CEC8C8">
                    <a:alpha val="5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9" name="Splat 939"/>
            <p:cNvSpPr>
              <a:spLocks noGrp="1"/>
            </p:cNvSpPr>
            <p:nvPr/>
          </p:nvSpPr>
          <p:spPr>
            <a:xfrm rot="6562793">
              <a:off x="83576" y="1383722"/>
              <a:ext cx="609011" cy="9856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0" name="Splat 940"/>
            <p:cNvSpPr>
              <a:spLocks noGrp="1"/>
            </p:cNvSpPr>
            <p:nvPr/>
          </p:nvSpPr>
          <p:spPr>
            <a:xfrm rot="7342758">
              <a:off x="2265942" y="799748"/>
              <a:ext cx="528679" cy="4154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1" name="Splat 941"/>
            <p:cNvSpPr>
              <a:spLocks noGrp="1"/>
            </p:cNvSpPr>
            <p:nvPr/>
          </p:nvSpPr>
          <p:spPr>
            <a:xfrm rot="8627394">
              <a:off x="1033933" y="640817"/>
              <a:ext cx="301276" cy="49189"/>
            </a:xfrm>
            <a:prstGeom prst="ellipse">
              <a:avLst/>
            </a:prstGeom>
            <a:gradFill>
              <a:gsLst>
                <a:gs pos="0">
                  <a:srgbClr val="F5CC93">
                    <a:alpha val="16707"/>
                  </a:srgbClr>
                </a:gs>
                <a:gs pos="14286">
                  <a:srgbClr val="F5CC93">
                    <a:alpha val="15466"/>
                  </a:srgbClr>
                </a:gs>
                <a:gs pos="28571">
                  <a:srgbClr val="F5CC93">
                    <a:alpha val="12231"/>
                  </a:srgbClr>
                </a:gs>
                <a:gs pos="42857">
                  <a:srgbClr val="F5CC93">
                    <a:alpha val="8201"/>
                  </a:srgbClr>
                </a:gs>
                <a:gs pos="57143">
                  <a:srgbClr val="F5CC93">
                    <a:alpha val="4631"/>
                  </a:srgbClr>
                </a:gs>
                <a:gs pos="71429">
                  <a:srgbClr val="F5CC93">
                    <a:alpha val="2195"/>
                  </a:srgbClr>
                </a:gs>
                <a:gs pos="85714">
                  <a:srgbClr val="F5CC93">
                    <a:alpha val="874"/>
                  </a:srgbClr>
                </a:gs>
                <a:gs pos="100000">
                  <a:srgbClr val="F5CC93">
                    <a:alpha val="2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2" name="Splat 942"/>
            <p:cNvSpPr>
              <a:spLocks noGrp="1"/>
            </p:cNvSpPr>
            <p:nvPr/>
          </p:nvSpPr>
          <p:spPr>
            <a:xfrm rot="4660242">
              <a:off x="1752279" y="85475"/>
              <a:ext cx="404103" cy="50994"/>
            </a:xfrm>
            <a:prstGeom prst="ellipse">
              <a:avLst/>
            </a:prstGeom>
            <a:gradFill>
              <a:gsLst>
                <a:gs pos="0">
                  <a:srgbClr val="FFBF8C">
                    <a:alpha val="32968"/>
                  </a:srgbClr>
                </a:gs>
                <a:gs pos="14286">
                  <a:srgbClr val="FFBF8C">
                    <a:alpha val="30764"/>
                  </a:srgbClr>
                </a:gs>
                <a:gs pos="28571">
                  <a:srgbClr val="FFBF8C">
                    <a:alpha val="24833"/>
                  </a:srgbClr>
                </a:gs>
                <a:gs pos="42857">
                  <a:srgbClr val="FFBF8C">
                    <a:alpha val="17075"/>
                  </a:srgbClr>
                </a:gs>
                <a:gs pos="57143">
                  <a:srgbClr val="FFBF8C">
                    <a:alpha val="9855"/>
                  </a:srgbClr>
                </a:gs>
                <a:gs pos="71429">
                  <a:srgbClr val="FFBF8C">
                    <a:alpha val="4740"/>
                  </a:srgbClr>
                </a:gs>
                <a:gs pos="85714">
                  <a:srgbClr val="FFBF8C">
                    <a:alpha val="1902"/>
                  </a:srgbClr>
                </a:gs>
                <a:gs pos="100000">
                  <a:srgbClr val="FFBF8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3" name="Splat 943"/>
            <p:cNvSpPr>
              <a:spLocks noGrp="1"/>
            </p:cNvSpPr>
            <p:nvPr/>
          </p:nvSpPr>
          <p:spPr>
            <a:xfrm rot="10562375">
              <a:off x="3067843" y="917667"/>
              <a:ext cx="568595" cy="187588"/>
            </a:xfrm>
            <a:prstGeom prst="ellipse">
              <a:avLst/>
            </a:prstGeom>
            <a:gradFill>
              <a:gsLst>
                <a:gs pos="0">
                  <a:srgbClr val="0B0000">
                    <a:alpha val="29742"/>
                  </a:srgbClr>
                </a:gs>
                <a:gs pos="14286">
                  <a:srgbClr val="0B0000">
                    <a:alpha val="27707"/>
                  </a:srgbClr>
                </a:gs>
                <a:gs pos="28571">
                  <a:srgbClr val="0B0000">
                    <a:alpha val="22269"/>
                  </a:srgbClr>
                </a:gs>
                <a:gs pos="42857">
                  <a:srgbClr val="0B0000">
                    <a:alpha val="15230"/>
                  </a:srgbClr>
                </a:gs>
                <a:gs pos="57143">
                  <a:srgbClr val="0B0000">
                    <a:alpha val="8749"/>
                  </a:srgbClr>
                </a:gs>
                <a:gs pos="71429">
                  <a:srgbClr val="0B0000">
                    <a:alpha val="4195"/>
                  </a:srgbClr>
                </a:gs>
                <a:gs pos="85714">
                  <a:srgbClr val="0B0000">
                    <a:alpha val="1680"/>
                  </a:srgbClr>
                </a:gs>
                <a:gs pos="100000">
                  <a:srgbClr val="0B0000">
                    <a:alpha val="5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4" name="Splat 944"/>
            <p:cNvSpPr>
              <a:spLocks noGrp="1"/>
            </p:cNvSpPr>
            <p:nvPr/>
          </p:nvSpPr>
          <p:spPr>
            <a:xfrm rot="4053060">
              <a:off x="1464593" y="784656"/>
              <a:ext cx="528966" cy="97717"/>
            </a:xfrm>
            <a:prstGeom prst="ellipse">
              <a:avLst/>
            </a:prstGeom>
            <a:gradFill>
              <a:gsLst>
                <a:gs pos="0">
                  <a:srgbClr val="FBBC92">
                    <a:alpha val="32968"/>
                  </a:srgbClr>
                </a:gs>
                <a:gs pos="14286">
                  <a:srgbClr val="FBBC92">
                    <a:alpha val="30764"/>
                  </a:srgbClr>
                </a:gs>
                <a:gs pos="28571">
                  <a:srgbClr val="FBBC92">
                    <a:alpha val="24833"/>
                  </a:srgbClr>
                </a:gs>
                <a:gs pos="42857">
                  <a:srgbClr val="FBBC92">
                    <a:alpha val="17075"/>
                  </a:srgbClr>
                </a:gs>
                <a:gs pos="57143">
                  <a:srgbClr val="FBBC92">
                    <a:alpha val="9855"/>
                  </a:srgbClr>
                </a:gs>
                <a:gs pos="71429">
                  <a:srgbClr val="FBBC92">
                    <a:alpha val="4740"/>
                  </a:srgbClr>
                </a:gs>
                <a:gs pos="85714">
                  <a:srgbClr val="FBBC92">
                    <a:alpha val="1902"/>
                  </a:srgbClr>
                </a:gs>
                <a:gs pos="100000">
                  <a:srgbClr val="FBBC9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5" name="Splat 945"/>
            <p:cNvSpPr>
              <a:spLocks noGrp="1"/>
            </p:cNvSpPr>
            <p:nvPr/>
          </p:nvSpPr>
          <p:spPr>
            <a:xfrm rot="-10710283">
              <a:off x="1870926" y="32718"/>
              <a:ext cx="605552" cy="4812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6" name="Splat 946"/>
            <p:cNvSpPr>
              <a:spLocks noGrp="1"/>
            </p:cNvSpPr>
            <p:nvPr/>
          </p:nvSpPr>
          <p:spPr>
            <a:xfrm rot="-8295455">
              <a:off x="-9919" y="798361"/>
              <a:ext cx="597871" cy="89593"/>
            </a:xfrm>
            <a:prstGeom prst="ellipse">
              <a:avLst/>
            </a:prstGeom>
            <a:gradFill>
              <a:gsLst>
                <a:gs pos="0">
                  <a:srgbClr val="FF6300">
                    <a:alpha val="28751"/>
                  </a:srgbClr>
                </a:gs>
                <a:gs pos="14286">
                  <a:srgbClr val="FF6300">
                    <a:alpha val="26771"/>
                  </a:srgbClr>
                </a:gs>
                <a:gs pos="28571">
                  <a:srgbClr val="FF6300">
                    <a:alpha val="21488"/>
                  </a:srgbClr>
                </a:gs>
                <a:gs pos="42857">
                  <a:srgbClr val="FF6300">
                    <a:alpha val="14673"/>
                  </a:srgbClr>
                </a:gs>
                <a:gs pos="57143">
                  <a:srgbClr val="FF6300">
                    <a:alpha val="8417"/>
                  </a:srgbClr>
                </a:gs>
                <a:gs pos="71429">
                  <a:srgbClr val="FF6300">
                    <a:alpha val="4032"/>
                  </a:srgbClr>
                </a:gs>
                <a:gs pos="85714">
                  <a:srgbClr val="FF6300">
                    <a:alpha val="1614"/>
                  </a:srgbClr>
                </a:gs>
                <a:gs pos="100000">
                  <a:srgbClr val="FF6300">
                    <a:alpha val="5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7" name="Splat 947"/>
            <p:cNvSpPr>
              <a:spLocks noGrp="1"/>
            </p:cNvSpPr>
            <p:nvPr/>
          </p:nvSpPr>
          <p:spPr>
            <a:xfrm rot="5338969">
              <a:off x="285249" y="113749"/>
              <a:ext cx="752338" cy="10129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8" name="Splat 948"/>
            <p:cNvSpPr>
              <a:spLocks noGrp="1"/>
            </p:cNvSpPr>
            <p:nvPr/>
          </p:nvSpPr>
          <p:spPr>
            <a:xfrm rot="7537307">
              <a:off x="3211973" y="400175"/>
              <a:ext cx="729287" cy="20292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9" name="Splat 949"/>
            <p:cNvSpPr>
              <a:spLocks noGrp="1"/>
            </p:cNvSpPr>
            <p:nvPr/>
          </p:nvSpPr>
          <p:spPr>
            <a:xfrm rot="5561422">
              <a:off x="2646644" y="342831"/>
              <a:ext cx="277938" cy="133900"/>
            </a:xfrm>
            <a:prstGeom prst="ellipse">
              <a:avLst/>
            </a:prstGeom>
            <a:gradFill>
              <a:gsLst>
                <a:gs pos="0">
                  <a:srgbClr val="FFD2A3">
                    <a:alpha val="32968"/>
                  </a:srgbClr>
                </a:gs>
                <a:gs pos="14286">
                  <a:srgbClr val="FFD2A3">
                    <a:alpha val="30764"/>
                  </a:srgbClr>
                </a:gs>
                <a:gs pos="28571">
                  <a:srgbClr val="FFD2A3">
                    <a:alpha val="24833"/>
                  </a:srgbClr>
                </a:gs>
                <a:gs pos="42857">
                  <a:srgbClr val="FFD2A3">
                    <a:alpha val="17075"/>
                  </a:srgbClr>
                </a:gs>
                <a:gs pos="57143">
                  <a:srgbClr val="FFD2A3">
                    <a:alpha val="9855"/>
                  </a:srgbClr>
                </a:gs>
                <a:gs pos="71429">
                  <a:srgbClr val="FFD2A3">
                    <a:alpha val="4740"/>
                  </a:srgbClr>
                </a:gs>
                <a:gs pos="85714">
                  <a:srgbClr val="FFD2A3">
                    <a:alpha val="1902"/>
                  </a:srgbClr>
                </a:gs>
                <a:gs pos="100000">
                  <a:srgbClr val="FFD2A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0" name="Splat 950"/>
            <p:cNvSpPr>
              <a:spLocks noGrp="1"/>
            </p:cNvSpPr>
            <p:nvPr/>
          </p:nvSpPr>
          <p:spPr>
            <a:xfrm rot="5535038">
              <a:off x="1049825" y="21272"/>
              <a:ext cx="658264" cy="129432"/>
            </a:xfrm>
            <a:prstGeom prst="ellipse">
              <a:avLst/>
            </a:prstGeom>
            <a:gradFill>
              <a:gsLst>
                <a:gs pos="0">
                  <a:srgbClr val="FFF0F8">
                    <a:alpha val="32968"/>
                  </a:srgbClr>
                </a:gs>
                <a:gs pos="14286">
                  <a:srgbClr val="FFF0F8">
                    <a:alpha val="30764"/>
                  </a:srgbClr>
                </a:gs>
                <a:gs pos="28571">
                  <a:srgbClr val="FFF0F8">
                    <a:alpha val="24833"/>
                  </a:srgbClr>
                </a:gs>
                <a:gs pos="42857">
                  <a:srgbClr val="FFF0F8">
                    <a:alpha val="17075"/>
                  </a:srgbClr>
                </a:gs>
                <a:gs pos="57143">
                  <a:srgbClr val="FFF0F8">
                    <a:alpha val="9855"/>
                  </a:srgbClr>
                </a:gs>
                <a:gs pos="71429">
                  <a:srgbClr val="FFF0F8">
                    <a:alpha val="4740"/>
                  </a:srgbClr>
                </a:gs>
                <a:gs pos="85714">
                  <a:srgbClr val="FFF0F8">
                    <a:alpha val="1902"/>
                  </a:srgbClr>
                </a:gs>
                <a:gs pos="100000">
                  <a:srgbClr val="FFF0F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1" name="Splat 951"/>
            <p:cNvSpPr>
              <a:spLocks noGrp="1"/>
            </p:cNvSpPr>
            <p:nvPr/>
          </p:nvSpPr>
          <p:spPr>
            <a:xfrm rot="8262850">
              <a:off x="1669365" y="253837"/>
              <a:ext cx="313536" cy="47775"/>
            </a:xfrm>
            <a:prstGeom prst="ellipse">
              <a:avLst/>
            </a:prstGeom>
            <a:gradFill>
              <a:gsLst>
                <a:gs pos="0">
                  <a:srgbClr val="D69D71">
                    <a:alpha val="32968"/>
                  </a:srgbClr>
                </a:gs>
                <a:gs pos="14286">
                  <a:srgbClr val="D69D71">
                    <a:alpha val="30764"/>
                  </a:srgbClr>
                </a:gs>
                <a:gs pos="28571">
                  <a:srgbClr val="D69D71">
                    <a:alpha val="24833"/>
                  </a:srgbClr>
                </a:gs>
                <a:gs pos="42857">
                  <a:srgbClr val="D69D71">
                    <a:alpha val="17075"/>
                  </a:srgbClr>
                </a:gs>
                <a:gs pos="57143">
                  <a:srgbClr val="D69D71">
                    <a:alpha val="9855"/>
                  </a:srgbClr>
                </a:gs>
                <a:gs pos="71429">
                  <a:srgbClr val="D69D71">
                    <a:alpha val="4740"/>
                  </a:srgbClr>
                </a:gs>
                <a:gs pos="85714">
                  <a:srgbClr val="D69D71">
                    <a:alpha val="1902"/>
                  </a:srgbClr>
                </a:gs>
                <a:gs pos="100000">
                  <a:srgbClr val="D69D7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2" name="Splat 952"/>
            <p:cNvSpPr>
              <a:spLocks noGrp="1"/>
            </p:cNvSpPr>
            <p:nvPr/>
          </p:nvSpPr>
          <p:spPr>
            <a:xfrm rot="-10763779">
              <a:off x="1488218" y="27417"/>
              <a:ext cx="686819" cy="5617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3" name="Splat 953"/>
            <p:cNvSpPr>
              <a:spLocks noGrp="1"/>
            </p:cNvSpPr>
            <p:nvPr/>
          </p:nvSpPr>
          <p:spPr>
            <a:xfrm rot="5827084">
              <a:off x="1377143" y="2019719"/>
              <a:ext cx="531641" cy="4723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4" name="Splat 954"/>
            <p:cNvSpPr>
              <a:spLocks noGrp="1"/>
            </p:cNvSpPr>
            <p:nvPr/>
          </p:nvSpPr>
          <p:spPr>
            <a:xfrm rot="5418981">
              <a:off x="1295916" y="663408"/>
              <a:ext cx="573565" cy="43061"/>
            </a:xfrm>
            <a:prstGeom prst="ellipse">
              <a:avLst/>
            </a:prstGeom>
            <a:gradFill>
              <a:gsLst>
                <a:gs pos="0">
                  <a:srgbClr val="FFCC7E">
                    <a:alpha val="32968"/>
                  </a:srgbClr>
                </a:gs>
                <a:gs pos="14286">
                  <a:srgbClr val="FFCC7E">
                    <a:alpha val="30764"/>
                  </a:srgbClr>
                </a:gs>
                <a:gs pos="28571">
                  <a:srgbClr val="FFCC7E">
                    <a:alpha val="24833"/>
                  </a:srgbClr>
                </a:gs>
                <a:gs pos="42857">
                  <a:srgbClr val="FFCC7E">
                    <a:alpha val="17075"/>
                  </a:srgbClr>
                </a:gs>
                <a:gs pos="57143">
                  <a:srgbClr val="FFCC7E">
                    <a:alpha val="9855"/>
                  </a:srgbClr>
                </a:gs>
                <a:gs pos="71429">
                  <a:srgbClr val="FFCC7E">
                    <a:alpha val="4740"/>
                  </a:srgbClr>
                </a:gs>
                <a:gs pos="85714">
                  <a:srgbClr val="FFCC7E">
                    <a:alpha val="1902"/>
                  </a:srgbClr>
                </a:gs>
                <a:gs pos="100000">
                  <a:srgbClr val="FFCC7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5" name="Splat 955"/>
            <p:cNvSpPr>
              <a:spLocks noGrp="1"/>
            </p:cNvSpPr>
            <p:nvPr/>
          </p:nvSpPr>
          <p:spPr>
            <a:xfrm rot="9114535">
              <a:off x="1567789" y="874075"/>
              <a:ext cx="765739" cy="4167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6" name="Splat 956"/>
            <p:cNvSpPr>
              <a:spLocks noGrp="1"/>
            </p:cNvSpPr>
            <p:nvPr/>
          </p:nvSpPr>
          <p:spPr>
            <a:xfrm rot="-10648099">
              <a:off x="801951" y="2012207"/>
              <a:ext cx="716364" cy="28764"/>
            </a:xfrm>
            <a:prstGeom prst="ellipse">
              <a:avLst/>
            </a:prstGeom>
            <a:gradFill>
              <a:gsLst>
                <a:gs pos="0">
                  <a:srgbClr val="FFFFFD">
                    <a:alpha val="32968"/>
                  </a:srgbClr>
                </a:gs>
                <a:gs pos="14286">
                  <a:srgbClr val="FFFFFD">
                    <a:alpha val="30764"/>
                  </a:srgbClr>
                </a:gs>
                <a:gs pos="28571">
                  <a:srgbClr val="FFFFFD">
                    <a:alpha val="24833"/>
                  </a:srgbClr>
                </a:gs>
                <a:gs pos="42857">
                  <a:srgbClr val="FFFFFD">
                    <a:alpha val="17075"/>
                  </a:srgbClr>
                </a:gs>
                <a:gs pos="57143">
                  <a:srgbClr val="FFFFFD">
                    <a:alpha val="9855"/>
                  </a:srgbClr>
                </a:gs>
                <a:gs pos="71429">
                  <a:srgbClr val="FFFFFD">
                    <a:alpha val="4740"/>
                  </a:srgbClr>
                </a:gs>
                <a:gs pos="85714">
                  <a:srgbClr val="FFFFFD">
                    <a:alpha val="1902"/>
                  </a:srgbClr>
                </a:gs>
                <a:gs pos="100000">
                  <a:srgbClr val="FFFFF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7" name="Splat 957"/>
            <p:cNvSpPr>
              <a:spLocks noGrp="1"/>
            </p:cNvSpPr>
            <p:nvPr/>
          </p:nvSpPr>
          <p:spPr>
            <a:xfrm rot="-10398576">
              <a:off x="3003423" y="683847"/>
              <a:ext cx="344764" cy="113883"/>
            </a:xfrm>
            <a:prstGeom prst="ellipse">
              <a:avLst/>
            </a:prstGeom>
            <a:gradFill>
              <a:gsLst>
                <a:gs pos="0">
                  <a:srgbClr val="030000">
                    <a:alpha val="32968"/>
                  </a:srgbClr>
                </a:gs>
                <a:gs pos="14286">
                  <a:srgbClr val="030000">
                    <a:alpha val="30764"/>
                  </a:srgbClr>
                </a:gs>
                <a:gs pos="28571">
                  <a:srgbClr val="030000">
                    <a:alpha val="24833"/>
                  </a:srgbClr>
                </a:gs>
                <a:gs pos="42857">
                  <a:srgbClr val="030000">
                    <a:alpha val="17075"/>
                  </a:srgbClr>
                </a:gs>
                <a:gs pos="57143">
                  <a:srgbClr val="030000">
                    <a:alpha val="9855"/>
                  </a:srgbClr>
                </a:gs>
                <a:gs pos="71429">
                  <a:srgbClr val="030000">
                    <a:alpha val="4740"/>
                  </a:srgbClr>
                </a:gs>
                <a:gs pos="85714">
                  <a:srgbClr val="030000">
                    <a:alpha val="1902"/>
                  </a:srgbClr>
                </a:gs>
                <a:gs pos="100000">
                  <a:srgbClr val="03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8" name="Splat 958"/>
            <p:cNvSpPr>
              <a:spLocks noGrp="1"/>
            </p:cNvSpPr>
            <p:nvPr/>
          </p:nvSpPr>
          <p:spPr>
            <a:xfrm rot="5667050">
              <a:off x="1042064" y="251371"/>
              <a:ext cx="558132" cy="244642"/>
            </a:xfrm>
            <a:prstGeom prst="ellipse">
              <a:avLst/>
            </a:prstGeom>
            <a:gradFill>
              <a:gsLst>
                <a:gs pos="0">
                  <a:srgbClr val="F7EBF0">
                    <a:alpha val="32968"/>
                  </a:srgbClr>
                </a:gs>
                <a:gs pos="14286">
                  <a:srgbClr val="F7EBF0">
                    <a:alpha val="30764"/>
                  </a:srgbClr>
                </a:gs>
                <a:gs pos="28571">
                  <a:srgbClr val="F7EBF0">
                    <a:alpha val="24833"/>
                  </a:srgbClr>
                </a:gs>
                <a:gs pos="42857">
                  <a:srgbClr val="F7EBF0">
                    <a:alpha val="17075"/>
                  </a:srgbClr>
                </a:gs>
                <a:gs pos="57143">
                  <a:srgbClr val="F7EBF0">
                    <a:alpha val="9855"/>
                  </a:srgbClr>
                </a:gs>
                <a:gs pos="71429">
                  <a:srgbClr val="F7EBF0">
                    <a:alpha val="4740"/>
                  </a:srgbClr>
                </a:gs>
                <a:gs pos="85714">
                  <a:srgbClr val="F7EBF0">
                    <a:alpha val="1902"/>
                  </a:srgbClr>
                </a:gs>
                <a:gs pos="100000">
                  <a:srgbClr val="F7EBF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9" name="Splat 959"/>
            <p:cNvSpPr>
              <a:spLocks noGrp="1"/>
            </p:cNvSpPr>
            <p:nvPr/>
          </p:nvSpPr>
          <p:spPr>
            <a:xfrm rot="4654823">
              <a:off x="2472375" y="1695951"/>
              <a:ext cx="326325" cy="66021"/>
            </a:xfrm>
            <a:prstGeom prst="ellipse">
              <a:avLst/>
            </a:prstGeom>
            <a:gradFill>
              <a:gsLst>
                <a:gs pos="0">
                  <a:srgbClr val="FFE3C3">
                    <a:alpha val="32968"/>
                  </a:srgbClr>
                </a:gs>
                <a:gs pos="14286">
                  <a:srgbClr val="FFE3C3">
                    <a:alpha val="30764"/>
                  </a:srgbClr>
                </a:gs>
                <a:gs pos="28571">
                  <a:srgbClr val="FFE3C3">
                    <a:alpha val="24833"/>
                  </a:srgbClr>
                </a:gs>
                <a:gs pos="42857">
                  <a:srgbClr val="FFE3C3">
                    <a:alpha val="17075"/>
                  </a:srgbClr>
                </a:gs>
                <a:gs pos="57143">
                  <a:srgbClr val="FFE3C3">
                    <a:alpha val="9855"/>
                  </a:srgbClr>
                </a:gs>
                <a:gs pos="71429">
                  <a:srgbClr val="FFE3C3">
                    <a:alpha val="4740"/>
                  </a:srgbClr>
                </a:gs>
                <a:gs pos="85714">
                  <a:srgbClr val="FFE3C3">
                    <a:alpha val="1902"/>
                  </a:srgbClr>
                </a:gs>
                <a:gs pos="100000">
                  <a:srgbClr val="FFE3C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0" name="Splat 960"/>
            <p:cNvSpPr>
              <a:spLocks noGrp="1"/>
            </p:cNvSpPr>
            <p:nvPr/>
          </p:nvSpPr>
          <p:spPr>
            <a:xfrm rot="8798624">
              <a:off x="1018493" y="254920"/>
              <a:ext cx="439578" cy="329124"/>
            </a:xfrm>
            <a:prstGeom prst="ellipse">
              <a:avLst/>
            </a:prstGeom>
            <a:gradFill>
              <a:gsLst>
                <a:gs pos="0">
                  <a:srgbClr val="DBD1DA">
                    <a:alpha val="32964"/>
                  </a:srgbClr>
                </a:gs>
                <a:gs pos="14286">
                  <a:srgbClr val="DBD1DA">
                    <a:alpha val="30760"/>
                  </a:srgbClr>
                </a:gs>
                <a:gs pos="28571">
                  <a:srgbClr val="DBD1DA">
                    <a:alpha val="24830"/>
                  </a:srgbClr>
                </a:gs>
                <a:gs pos="42857">
                  <a:srgbClr val="DBD1DA">
                    <a:alpha val="17073"/>
                  </a:srgbClr>
                </a:gs>
                <a:gs pos="57143">
                  <a:srgbClr val="DBD1DA">
                    <a:alpha val="9853"/>
                  </a:srgbClr>
                </a:gs>
                <a:gs pos="71429">
                  <a:srgbClr val="DBD1DA">
                    <a:alpha val="4740"/>
                  </a:srgbClr>
                </a:gs>
                <a:gs pos="85714">
                  <a:srgbClr val="DBD1DA">
                    <a:alpha val="1902"/>
                  </a:srgbClr>
                </a:gs>
                <a:gs pos="100000">
                  <a:srgbClr val="DBD1D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1" name="Splat 961"/>
            <p:cNvSpPr>
              <a:spLocks noGrp="1"/>
            </p:cNvSpPr>
            <p:nvPr/>
          </p:nvSpPr>
          <p:spPr>
            <a:xfrm rot="7367278">
              <a:off x="2292995" y="1404568"/>
              <a:ext cx="431429" cy="73428"/>
            </a:xfrm>
            <a:prstGeom prst="ellipse">
              <a:avLst/>
            </a:prstGeom>
            <a:gradFill>
              <a:gsLst>
                <a:gs pos="0">
                  <a:srgbClr val="FFE8D6">
                    <a:alpha val="32968"/>
                  </a:srgbClr>
                </a:gs>
                <a:gs pos="14286">
                  <a:srgbClr val="FFE8D6">
                    <a:alpha val="30764"/>
                  </a:srgbClr>
                </a:gs>
                <a:gs pos="28571">
                  <a:srgbClr val="FFE8D6">
                    <a:alpha val="24833"/>
                  </a:srgbClr>
                </a:gs>
                <a:gs pos="42857">
                  <a:srgbClr val="FFE8D6">
                    <a:alpha val="17075"/>
                  </a:srgbClr>
                </a:gs>
                <a:gs pos="57143">
                  <a:srgbClr val="FFE8D6">
                    <a:alpha val="9855"/>
                  </a:srgbClr>
                </a:gs>
                <a:gs pos="71429">
                  <a:srgbClr val="FFE8D6">
                    <a:alpha val="4740"/>
                  </a:srgbClr>
                </a:gs>
                <a:gs pos="85714">
                  <a:srgbClr val="FFE8D6">
                    <a:alpha val="1902"/>
                  </a:srgbClr>
                </a:gs>
                <a:gs pos="100000">
                  <a:srgbClr val="FFE8D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2" name="Splat 962"/>
            <p:cNvSpPr>
              <a:spLocks noGrp="1"/>
            </p:cNvSpPr>
            <p:nvPr/>
          </p:nvSpPr>
          <p:spPr>
            <a:xfrm rot="3725643">
              <a:off x="1665197" y="1350557"/>
              <a:ext cx="416124" cy="82078"/>
            </a:xfrm>
            <a:prstGeom prst="ellipse">
              <a:avLst/>
            </a:prstGeom>
            <a:gradFill>
              <a:gsLst>
                <a:gs pos="0">
                  <a:srgbClr val="FFECD7">
                    <a:alpha val="27555"/>
                  </a:srgbClr>
                </a:gs>
                <a:gs pos="14286">
                  <a:srgbClr val="FFECD7">
                    <a:alpha val="25641"/>
                  </a:srgbClr>
                </a:gs>
                <a:gs pos="28571">
                  <a:srgbClr val="FFECD7">
                    <a:alpha val="20550"/>
                  </a:srgbClr>
                </a:gs>
                <a:gs pos="42857">
                  <a:srgbClr val="FFECD7">
                    <a:alpha val="14005"/>
                  </a:srgbClr>
                </a:gs>
                <a:gs pos="57143">
                  <a:srgbClr val="FFECD7">
                    <a:alpha val="8021"/>
                  </a:srgbClr>
                </a:gs>
                <a:gs pos="71429">
                  <a:srgbClr val="FFECD7">
                    <a:alpha val="3838"/>
                  </a:srgbClr>
                </a:gs>
                <a:gs pos="85714">
                  <a:srgbClr val="FFECD7">
                    <a:alpha val="1536"/>
                  </a:srgbClr>
                </a:gs>
                <a:gs pos="100000">
                  <a:srgbClr val="FFECD7">
                    <a:alpha val="5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3" name="Splat 963"/>
            <p:cNvSpPr>
              <a:spLocks noGrp="1"/>
            </p:cNvSpPr>
            <p:nvPr/>
          </p:nvSpPr>
          <p:spPr>
            <a:xfrm rot="5441882">
              <a:off x="1188600" y="17252"/>
              <a:ext cx="675702" cy="87881"/>
            </a:xfrm>
            <a:prstGeom prst="ellipse">
              <a:avLst/>
            </a:prstGeom>
            <a:gradFill>
              <a:gsLst>
                <a:gs pos="0">
                  <a:srgbClr val="FFDB97">
                    <a:alpha val="32968"/>
                  </a:srgbClr>
                </a:gs>
                <a:gs pos="14286">
                  <a:srgbClr val="FFDB97">
                    <a:alpha val="30764"/>
                  </a:srgbClr>
                </a:gs>
                <a:gs pos="28571">
                  <a:srgbClr val="FFDB97">
                    <a:alpha val="24833"/>
                  </a:srgbClr>
                </a:gs>
                <a:gs pos="42857">
                  <a:srgbClr val="FFDB97">
                    <a:alpha val="17075"/>
                  </a:srgbClr>
                </a:gs>
                <a:gs pos="57143">
                  <a:srgbClr val="FFDB97">
                    <a:alpha val="9855"/>
                  </a:srgbClr>
                </a:gs>
                <a:gs pos="71429">
                  <a:srgbClr val="FFDB97">
                    <a:alpha val="4740"/>
                  </a:srgbClr>
                </a:gs>
                <a:gs pos="85714">
                  <a:srgbClr val="FFDB97">
                    <a:alpha val="1902"/>
                  </a:srgbClr>
                </a:gs>
                <a:gs pos="100000">
                  <a:srgbClr val="FFDB9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4" name="Splat 964"/>
            <p:cNvSpPr>
              <a:spLocks noGrp="1"/>
            </p:cNvSpPr>
            <p:nvPr/>
          </p:nvSpPr>
          <p:spPr>
            <a:xfrm rot="2813323">
              <a:off x="2748889" y="1728681"/>
              <a:ext cx="363823" cy="77341"/>
            </a:xfrm>
            <a:prstGeom prst="ellipse">
              <a:avLst/>
            </a:prstGeom>
            <a:gradFill>
              <a:gsLst>
                <a:gs pos="0">
                  <a:srgbClr val="FFE1CD">
                    <a:alpha val="32968"/>
                  </a:srgbClr>
                </a:gs>
                <a:gs pos="14286">
                  <a:srgbClr val="FFE1CD">
                    <a:alpha val="30764"/>
                  </a:srgbClr>
                </a:gs>
                <a:gs pos="28571">
                  <a:srgbClr val="FFE1CD">
                    <a:alpha val="24833"/>
                  </a:srgbClr>
                </a:gs>
                <a:gs pos="42857">
                  <a:srgbClr val="FFE1CD">
                    <a:alpha val="17075"/>
                  </a:srgbClr>
                </a:gs>
                <a:gs pos="57143">
                  <a:srgbClr val="FFE1CD">
                    <a:alpha val="9855"/>
                  </a:srgbClr>
                </a:gs>
                <a:gs pos="71429">
                  <a:srgbClr val="FFE1CD">
                    <a:alpha val="4740"/>
                  </a:srgbClr>
                </a:gs>
                <a:gs pos="85714">
                  <a:srgbClr val="FFE1CD">
                    <a:alpha val="1902"/>
                  </a:srgbClr>
                </a:gs>
                <a:gs pos="100000">
                  <a:srgbClr val="FFE1C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5" name="Splat 965"/>
            <p:cNvSpPr>
              <a:spLocks noGrp="1"/>
            </p:cNvSpPr>
            <p:nvPr/>
          </p:nvSpPr>
          <p:spPr>
            <a:xfrm rot="3099993">
              <a:off x="2611644" y="1882417"/>
              <a:ext cx="639560" cy="6410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6" name="Splat 966"/>
            <p:cNvSpPr>
              <a:spLocks noGrp="1"/>
            </p:cNvSpPr>
            <p:nvPr/>
          </p:nvSpPr>
          <p:spPr>
            <a:xfrm rot="-10774344">
              <a:off x="2379046" y="542877"/>
              <a:ext cx="783247" cy="6532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7" name="Splat 967"/>
            <p:cNvSpPr>
              <a:spLocks noGrp="1"/>
            </p:cNvSpPr>
            <p:nvPr/>
          </p:nvSpPr>
          <p:spPr>
            <a:xfrm rot="6851693">
              <a:off x="375685" y="1085346"/>
              <a:ext cx="385345" cy="6667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8" name="Splat 968"/>
            <p:cNvSpPr>
              <a:spLocks noGrp="1"/>
            </p:cNvSpPr>
            <p:nvPr/>
          </p:nvSpPr>
          <p:spPr>
            <a:xfrm rot="8463363">
              <a:off x="1695616" y="800735"/>
              <a:ext cx="302909" cy="117959"/>
            </a:xfrm>
            <a:prstGeom prst="ellipse">
              <a:avLst/>
            </a:prstGeom>
            <a:gradFill>
              <a:gsLst>
                <a:gs pos="0">
                  <a:srgbClr val="FFC292">
                    <a:alpha val="32968"/>
                  </a:srgbClr>
                </a:gs>
                <a:gs pos="14286">
                  <a:srgbClr val="FFC292">
                    <a:alpha val="30764"/>
                  </a:srgbClr>
                </a:gs>
                <a:gs pos="28571">
                  <a:srgbClr val="FFC292">
                    <a:alpha val="24833"/>
                  </a:srgbClr>
                </a:gs>
                <a:gs pos="42857">
                  <a:srgbClr val="FFC292">
                    <a:alpha val="17075"/>
                  </a:srgbClr>
                </a:gs>
                <a:gs pos="57143">
                  <a:srgbClr val="FFC292">
                    <a:alpha val="9855"/>
                  </a:srgbClr>
                </a:gs>
                <a:gs pos="71429">
                  <a:srgbClr val="FFC292">
                    <a:alpha val="4740"/>
                  </a:srgbClr>
                </a:gs>
                <a:gs pos="85714">
                  <a:srgbClr val="FFC292">
                    <a:alpha val="1902"/>
                  </a:srgbClr>
                </a:gs>
                <a:gs pos="100000">
                  <a:srgbClr val="FFC29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9" name="Splat 969"/>
            <p:cNvSpPr>
              <a:spLocks noGrp="1"/>
            </p:cNvSpPr>
            <p:nvPr/>
          </p:nvSpPr>
          <p:spPr>
            <a:xfrm rot="-10758759">
              <a:off x="2811459" y="67962"/>
              <a:ext cx="789506" cy="31367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0" name="Splat 970"/>
            <p:cNvSpPr>
              <a:spLocks noGrp="1"/>
            </p:cNvSpPr>
            <p:nvPr/>
          </p:nvSpPr>
          <p:spPr>
            <a:xfrm rot="-10563808">
              <a:off x="532431" y="950895"/>
              <a:ext cx="761721" cy="116452"/>
            </a:xfrm>
            <a:prstGeom prst="ellipse">
              <a:avLst/>
            </a:prstGeom>
            <a:gradFill>
              <a:gsLst>
                <a:gs pos="0">
                  <a:srgbClr val="000016">
                    <a:alpha val="32968"/>
                  </a:srgbClr>
                </a:gs>
                <a:gs pos="14286">
                  <a:srgbClr val="000016">
                    <a:alpha val="30764"/>
                  </a:srgbClr>
                </a:gs>
                <a:gs pos="28571">
                  <a:srgbClr val="000016">
                    <a:alpha val="24833"/>
                  </a:srgbClr>
                </a:gs>
                <a:gs pos="42857">
                  <a:srgbClr val="000016">
                    <a:alpha val="17075"/>
                  </a:srgbClr>
                </a:gs>
                <a:gs pos="57143">
                  <a:srgbClr val="000016">
                    <a:alpha val="9855"/>
                  </a:srgbClr>
                </a:gs>
                <a:gs pos="71429">
                  <a:srgbClr val="000016">
                    <a:alpha val="4740"/>
                  </a:srgbClr>
                </a:gs>
                <a:gs pos="85714">
                  <a:srgbClr val="000016">
                    <a:alpha val="1902"/>
                  </a:srgbClr>
                </a:gs>
                <a:gs pos="100000">
                  <a:srgbClr val="00001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1" name="Splat 971"/>
            <p:cNvSpPr>
              <a:spLocks noGrp="1"/>
            </p:cNvSpPr>
            <p:nvPr/>
          </p:nvSpPr>
          <p:spPr>
            <a:xfrm rot="-9489558">
              <a:off x="2533975" y="2113062"/>
              <a:ext cx="756765" cy="69088"/>
            </a:xfrm>
            <a:prstGeom prst="ellipse">
              <a:avLst/>
            </a:prstGeom>
            <a:gradFill>
              <a:gsLst>
                <a:gs pos="0">
                  <a:srgbClr val="000018">
                    <a:alpha val="32968"/>
                  </a:srgbClr>
                </a:gs>
                <a:gs pos="14286">
                  <a:srgbClr val="000018">
                    <a:alpha val="30764"/>
                  </a:srgbClr>
                </a:gs>
                <a:gs pos="28571">
                  <a:srgbClr val="000018">
                    <a:alpha val="24833"/>
                  </a:srgbClr>
                </a:gs>
                <a:gs pos="42857">
                  <a:srgbClr val="000018">
                    <a:alpha val="17075"/>
                  </a:srgbClr>
                </a:gs>
                <a:gs pos="57143">
                  <a:srgbClr val="000018">
                    <a:alpha val="9855"/>
                  </a:srgbClr>
                </a:gs>
                <a:gs pos="71429">
                  <a:srgbClr val="000018">
                    <a:alpha val="4740"/>
                  </a:srgbClr>
                </a:gs>
                <a:gs pos="85714">
                  <a:srgbClr val="000018">
                    <a:alpha val="1902"/>
                  </a:srgbClr>
                </a:gs>
                <a:gs pos="100000">
                  <a:srgbClr val="00001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2" name="Splat 972"/>
            <p:cNvSpPr>
              <a:spLocks noGrp="1"/>
            </p:cNvSpPr>
            <p:nvPr/>
          </p:nvSpPr>
          <p:spPr>
            <a:xfrm rot="4926047">
              <a:off x="3164408" y="798746"/>
              <a:ext cx="700816" cy="18609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3" name="Splat 973"/>
            <p:cNvSpPr>
              <a:spLocks noGrp="1"/>
            </p:cNvSpPr>
            <p:nvPr/>
          </p:nvSpPr>
          <p:spPr>
            <a:xfrm rot="9060412">
              <a:off x="3136852" y="697179"/>
              <a:ext cx="457844" cy="128148"/>
            </a:xfrm>
            <a:prstGeom prst="ellipse">
              <a:avLst/>
            </a:prstGeom>
            <a:gradFill>
              <a:gsLst>
                <a:gs pos="0">
                  <a:srgbClr val="00000E">
                    <a:alpha val="32968"/>
                  </a:srgbClr>
                </a:gs>
                <a:gs pos="14286">
                  <a:srgbClr val="00000E">
                    <a:alpha val="30764"/>
                  </a:srgbClr>
                </a:gs>
                <a:gs pos="28571">
                  <a:srgbClr val="00000E">
                    <a:alpha val="24833"/>
                  </a:srgbClr>
                </a:gs>
                <a:gs pos="42857">
                  <a:srgbClr val="00000E">
                    <a:alpha val="17075"/>
                  </a:srgbClr>
                </a:gs>
                <a:gs pos="57143">
                  <a:srgbClr val="00000E">
                    <a:alpha val="9855"/>
                  </a:srgbClr>
                </a:gs>
                <a:gs pos="71429">
                  <a:srgbClr val="00000E">
                    <a:alpha val="4740"/>
                  </a:srgbClr>
                </a:gs>
                <a:gs pos="85714">
                  <a:srgbClr val="00000E">
                    <a:alpha val="1902"/>
                  </a:srgbClr>
                </a:gs>
                <a:gs pos="100000">
                  <a:srgbClr val="00000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4" name="Splat 974"/>
            <p:cNvSpPr>
              <a:spLocks noGrp="1"/>
            </p:cNvSpPr>
            <p:nvPr/>
          </p:nvSpPr>
          <p:spPr>
            <a:xfrm rot="5858774">
              <a:off x="1777472" y="1313965"/>
              <a:ext cx="454235" cy="44258"/>
            </a:xfrm>
            <a:prstGeom prst="ellipse">
              <a:avLst/>
            </a:prstGeom>
            <a:gradFill>
              <a:gsLst>
                <a:gs pos="0">
                  <a:srgbClr val="FFFFFE">
                    <a:alpha val="32968"/>
                  </a:srgbClr>
                </a:gs>
                <a:gs pos="14286">
                  <a:srgbClr val="FFFFFE">
                    <a:alpha val="30764"/>
                  </a:srgbClr>
                </a:gs>
                <a:gs pos="28571">
                  <a:srgbClr val="FFFFFE">
                    <a:alpha val="24833"/>
                  </a:srgbClr>
                </a:gs>
                <a:gs pos="42857">
                  <a:srgbClr val="FFFFFE">
                    <a:alpha val="17075"/>
                  </a:srgbClr>
                </a:gs>
                <a:gs pos="57143">
                  <a:srgbClr val="FFFFFE">
                    <a:alpha val="9855"/>
                  </a:srgbClr>
                </a:gs>
                <a:gs pos="71429">
                  <a:srgbClr val="FFFFFE">
                    <a:alpha val="4740"/>
                  </a:srgbClr>
                </a:gs>
                <a:gs pos="85714">
                  <a:srgbClr val="FFFFFE">
                    <a:alpha val="1902"/>
                  </a:srgbClr>
                </a:gs>
                <a:gs pos="100000">
                  <a:srgbClr val="FF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5" name="Splat 975"/>
            <p:cNvSpPr>
              <a:spLocks noGrp="1"/>
            </p:cNvSpPr>
            <p:nvPr/>
          </p:nvSpPr>
          <p:spPr>
            <a:xfrm rot="3702756">
              <a:off x="1290857" y="1537160"/>
              <a:ext cx="323068" cy="23233"/>
            </a:xfrm>
            <a:prstGeom prst="ellipse">
              <a:avLst/>
            </a:prstGeom>
            <a:gradFill>
              <a:gsLst>
                <a:gs pos="0">
                  <a:srgbClr val="FEFFFF">
                    <a:alpha val="32968"/>
                  </a:srgbClr>
                </a:gs>
                <a:gs pos="14286">
                  <a:srgbClr val="FEFFFF">
                    <a:alpha val="30764"/>
                  </a:srgbClr>
                </a:gs>
                <a:gs pos="28571">
                  <a:srgbClr val="FEFFFF">
                    <a:alpha val="24833"/>
                  </a:srgbClr>
                </a:gs>
                <a:gs pos="42857">
                  <a:srgbClr val="FEFFFF">
                    <a:alpha val="17075"/>
                  </a:srgbClr>
                </a:gs>
                <a:gs pos="57143">
                  <a:srgbClr val="FEFFFF">
                    <a:alpha val="9855"/>
                  </a:srgbClr>
                </a:gs>
                <a:gs pos="71429">
                  <a:srgbClr val="FEFFFF">
                    <a:alpha val="4740"/>
                  </a:srgbClr>
                </a:gs>
                <a:gs pos="85714">
                  <a:srgbClr val="FEFFFF">
                    <a:alpha val="1902"/>
                  </a:srgbClr>
                </a:gs>
                <a:gs pos="100000">
                  <a:srgbClr val="FE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6" name="Splat 976"/>
            <p:cNvSpPr>
              <a:spLocks noGrp="1"/>
            </p:cNvSpPr>
            <p:nvPr/>
          </p:nvSpPr>
          <p:spPr>
            <a:xfrm rot="6832083">
              <a:off x="1973768" y="1058706"/>
              <a:ext cx="746169" cy="5807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7" name="Splat 977"/>
            <p:cNvSpPr>
              <a:spLocks noGrp="1"/>
            </p:cNvSpPr>
            <p:nvPr/>
          </p:nvSpPr>
          <p:spPr>
            <a:xfrm rot="7807253">
              <a:off x="262272" y="836696"/>
              <a:ext cx="353909" cy="75769"/>
            </a:xfrm>
            <a:prstGeom prst="ellipse">
              <a:avLst/>
            </a:prstGeom>
            <a:gradFill>
              <a:gsLst>
                <a:gs pos="0">
                  <a:srgbClr val="FFCE97">
                    <a:alpha val="32968"/>
                  </a:srgbClr>
                </a:gs>
                <a:gs pos="14286">
                  <a:srgbClr val="FFCE97">
                    <a:alpha val="30764"/>
                  </a:srgbClr>
                </a:gs>
                <a:gs pos="28571">
                  <a:srgbClr val="FFCE97">
                    <a:alpha val="24833"/>
                  </a:srgbClr>
                </a:gs>
                <a:gs pos="42857">
                  <a:srgbClr val="FFCE97">
                    <a:alpha val="17075"/>
                  </a:srgbClr>
                </a:gs>
                <a:gs pos="57143">
                  <a:srgbClr val="FFCE97">
                    <a:alpha val="9855"/>
                  </a:srgbClr>
                </a:gs>
                <a:gs pos="71429">
                  <a:srgbClr val="FFCE97">
                    <a:alpha val="4740"/>
                  </a:srgbClr>
                </a:gs>
                <a:gs pos="85714">
                  <a:srgbClr val="FFCE97">
                    <a:alpha val="1902"/>
                  </a:srgbClr>
                </a:gs>
                <a:gs pos="100000">
                  <a:srgbClr val="FFCE9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8" name="Splat 978"/>
            <p:cNvSpPr>
              <a:spLocks noGrp="1"/>
            </p:cNvSpPr>
            <p:nvPr/>
          </p:nvSpPr>
          <p:spPr>
            <a:xfrm rot="4561643">
              <a:off x="1206735" y="1821463"/>
              <a:ext cx="591776" cy="211266"/>
            </a:xfrm>
            <a:prstGeom prst="ellipse">
              <a:avLst/>
            </a:prstGeom>
            <a:gradFill>
              <a:gsLst>
                <a:gs pos="0">
                  <a:srgbClr val="0E0000">
                    <a:alpha val="32968"/>
                  </a:srgbClr>
                </a:gs>
                <a:gs pos="14286">
                  <a:srgbClr val="0E0000">
                    <a:alpha val="30764"/>
                  </a:srgbClr>
                </a:gs>
                <a:gs pos="28571">
                  <a:srgbClr val="0E0000">
                    <a:alpha val="24833"/>
                  </a:srgbClr>
                </a:gs>
                <a:gs pos="42857">
                  <a:srgbClr val="0E0000">
                    <a:alpha val="17075"/>
                  </a:srgbClr>
                </a:gs>
                <a:gs pos="57143">
                  <a:srgbClr val="0E0000">
                    <a:alpha val="9855"/>
                  </a:srgbClr>
                </a:gs>
                <a:gs pos="71429">
                  <a:srgbClr val="0E0000">
                    <a:alpha val="4740"/>
                  </a:srgbClr>
                </a:gs>
                <a:gs pos="85714">
                  <a:srgbClr val="0E0000">
                    <a:alpha val="1902"/>
                  </a:srgbClr>
                </a:gs>
                <a:gs pos="100000">
                  <a:srgbClr val="0E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9" name="Splat 979"/>
            <p:cNvSpPr>
              <a:spLocks noGrp="1"/>
            </p:cNvSpPr>
            <p:nvPr/>
          </p:nvSpPr>
          <p:spPr>
            <a:xfrm rot="5755651">
              <a:off x="2542437" y="332513"/>
              <a:ext cx="724509" cy="5057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0" name="Splat 980"/>
            <p:cNvSpPr>
              <a:spLocks noGrp="1"/>
            </p:cNvSpPr>
            <p:nvPr/>
          </p:nvSpPr>
          <p:spPr>
            <a:xfrm rot="6445853">
              <a:off x="308508" y="989778"/>
              <a:ext cx="366173" cy="116214"/>
            </a:xfrm>
            <a:prstGeom prst="ellipse">
              <a:avLst/>
            </a:prstGeom>
            <a:gradFill>
              <a:gsLst>
                <a:gs pos="0">
                  <a:srgbClr val="FF8D62">
                    <a:alpha val="32968"/>
                  </a:srgbClr>
                </a:gs>
                <a:gs pos="14286">
                  <a:srgbClr val="FF8D62">
                    <a:alpha val="30764"/>
                  </a:srgbClr>
                </a:gs>
                <a:gs pos="28571">
                  <a:srgbClr val="FF8D62">
                    <a:alpha val="24833"/>
                  </a:srgbClr>
                </a:gs>
                <a:gs pos="42857">
                  <a:srgbClr val="FF8D62">
                    <a:alpha val="17075"/>
                  </a:srgbClr>
                </a:gs>
                <a:gs pos="57143">
                  <a:srgbClr val="FF8D62">
                    <a:alpha val="9855"/>
                  </a:srgbClr>
                </a:gs>
                <a:gs pos="71429">
                  <a:srgbClr val="FF8D62">
                    <a:alpha val="4740"/>
                  </a:srgbClr>
                </a:gs>
                <a:gs pos="85714">
                  <a:srgbClr val="FF8D62">
                    <a:alpha val="1902"/>
                  </a:srgbClr>
                </a:gs>
                <a:gs pos="100000">
                  <a:srgbClr val="FF8D6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1" name="Splat 981"/>
            <p:cNvSpPr>
              <a:spLocks noGrp="1"/>
            </p:cNvSpPr>
            <p:nvPr/>
          </p:nvSpPr>
          <p:spPr>
            <a:xfrm rot="9787655">
              <a:off x="2107701" y="1146498"/>
              <a:ext cx="416416" cy="61312"/>
            </a:xfrm>
            <a:prstGeom prst="ellipse">
              <a:avLst/>
            </a:prstGeom>
            <a:gradFill>
              <a:gsLst>
                <a:gs pos="0">
                  <a:srgbClr val="FFDAB0">
                    <a:alpha val="32968"/>
                  </a:srgbClr>
                </a:gs>
                <a:gs pos="14286">
                  <a:srgbClr val="FFDAB0">
                    <a:alpha val="30764"/>
                  </a:srgbClr>
                </a:gs>
                <a:gs pos="28571">
                  <a:srgbClr val="FFDAB0">
                    <a:alpha val="24833"/>
                  </a:srgbClr>
                </a:gs>
                <a:gs pos="42857">
                  <a:srgbClr val="FFDAB0">
                    <a:alpha val="17075"/>
                  </a:srgbClr>
                </a:gs>
                <a:gs pos="57143">
                  <a:srgbClr val="FFDAB0">
                    <a:alpha val="9855"/>
                  </a:srgbClr>
                </a:gs>
                <a:gs pos="71429">
                  <a:srgbClr val="FFDAB0">
                    <a:alpha val="4740"/>
                  </a:srgbClr>
                </a:gs>
                <a:gs pos="85714">
                  <a:srgbClr val="FFDAB0">
                    <a:alpha val="1902"/>
                  </a:srgbClr>
                </a:gs>
                <a:gs pos="100000">
                  <a:srgbClr val="FFDAB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2" name="Splat 982"/>
            <p:cNvSpPr>
              <a:spLocks noGrp="1"/>
            </p:cNvSpPr>
            <p:nvPr/>
          </p:nvSpPr>
          <p:spPr>
            <a:xfrm rot="-9482393">
              <a:off x="568664" y="798775"/>
              <a:ext cx="566159" cy="9256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3" name="Splat 983"/>
            <p:cNvSpPr>
              <a:spLocks noGrp="1"/>
            </p:cNvSpPr>
            <p:nvPr/>
          </p:nvSpPr>
          <p:spPr>
            <a:xfrm rot="-9146518">
              <a:off x="2571537" y="1401092"/>
              <a:ext cx="741097" cy="107833"/>
            </a:xfrm>
            <a:prstGeom prst="ellipse">
              <a:avLst/>
            </a:prstGeom>
            <a:gradFill>
              <a:gsLst>
                <a:gs pos="0">
                  <a:srgbClr val="FF0400">
                    <a:alpha val="32968"/>
                  </a:srgbClr>
                </a:gs>
                <a:gs pos="14286">
                  <a:srgbClr val="FF0400">
                    <a:alpha val="30764"/>
                  </a:srgbClr>
                </a:gs>
                <a:gs pos="28571">
                  <a:srgbClr val="FF0400">
                    <a:alpha val="24833"/>
                  </a:srgbClr>
                </a:gs>
                <a:gs pos="42857">
                  <a:srgbClr val="FF0400">
                    <a:alpha val="17075"/>
                  </a:srgbClr>
                </a:gs>
                <a:gs pos="57143">
                  <a:srgbClr val="FF0400">
                    <a:alpha val="9855"/>
                  </a:srgbClr>
                </a:gs>
                <a:gs pos="71429">
                  <a:srgbClr val="FF0400">
                    <a:alpha val="4740"/>
                  </a:srgbClr>
                </a:gs>
                <a:gs pos="85714">
                  <a:srgbClr val="FF0400">
                    <a:alpha val="1902"/>
                  </a:srgbClr>
                </a:gs>
                <a:gs pos="100000">
                  <a:srgbClr val="FF04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4" name="Splat 984"/>
            <p:cNvSpPr>
              <a:spLocks noGrp="1"/>
            </p:cNvSpPr>
            <p:nvPr/>
          </p:nvSpPr>
          <p:spPr>
            <a:xfrm rot="5854766">
              <a:off x="2376582" y="266073"/>
              <a:ext cx="231317" cy="58784"/>
            </a:xfrm>
            <a:prstGeom prst="ellipse">
              <a:avLst/>
            </a:prstGeom>
            <a:gradFill>
              <a:gsLst>
                <a:gs pos="0">
                  <a:srgbClr val="FFDBB9">
                    <a:alpha val="32968"/>
                  </a:srgbClr>
                </a:gs>
                <a:gs pos="14286">
                  <a:srgbClr val="FFDBB9">
                    <a:alpha val="30764"/>
                  </a:srgbClr>
                </a:gs>
                <a:gs pos="28571">
                  <a:srgbClr val="FFDBB9">
                    <a:alpha val="24833"/>
                  </a:srgbClr>
                </a:gs>
                <a:gs pos="42857">
                  <a:srgbClr val="FFDBB9">
                    <a:alpha val="17075"/>
                  </a:srgbClr>
                </a:gs>
                <a:gs pos="57143">
                  <a:srgbClr val="FFDBB9">
                    <a:alpha val="9855"/>
                  </a:srgbClr>
                </a:gs>
                <a:gs pos="71429">
                  <a:srgbClr val="FFDBB9">
                    <a:alpha val="4740"/>
                  </a:srgbClr>
                </a:gs>
                <a:gs pos="85714">
                  <a:srgbClr val="FFDBB9">
                    <a:alpha val="1902"/>
                  </a:srgbClr>
                </a:gs>
                <a:gs pos="100000">
                  <a:srgbClr val="FFDBB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5" name="Splat 985"/>
            <p:cNvSpPr>
              <a:spLocks noGrp="1"/>
            </p:cNvSpPr>
            <p:nvPr/>
          </p:nvSpPr>
          <p:spPr>
            <a:xfrm rot="-8448641">
              <a:off x="131349" y="691752"/>
              <a:ext cx="711850" cy="206488"/>
            </a:xfrm>
            <a:prstGeom prst="ellipse">
              <a:avLst/>
            </a:prstGeom>
            <a:gradFill>
              <a:gsLst>
                <a:gs pos="0">
                  <a:srgbClr val="422000">
                    <a:alpha val="32968"/>
                  </a:srgbClr>
                </a:gs>
                <a:gs pos="14286">
                  <a:srgbClr val="422000">
                    <a:alpha val="30764"/>
                  </a:srgbClr>
                </a:gs>
                <a:gs pos="28571">
                  <a:srgbClr val="422000">
                    <a:alpha val="24833"/>
                  </a:srgbClr>
                </a:gs>
                <a:gs pos="42857">
                  <a:srgbClr val="422000">
                    <a:alpha val="17075"/>
                  </a:srgbClr>
                </a:gs>
                <a:gs pos="57143">
                  <a:srgbClr val="422000">
                    <a:alpha val="9855"/>
                  </a:srgbClr>
                </a:gs>
                <a:gs pos="71429">
                  <a:srgbClr val="422000">
                    <a:alpha val="4740"/>
                  </a:srgbClr>
                </a:gs>
                <a:gs pos="85714">
                  <a:srgbClr val="422000">
                    <a:alpha val="1902"/>
                  </a:srgbClr>
                </a:gs>
                <a:gs pos="100000">
                  <a:srgbClr val="422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6" name="Splat 986"/>
            <p:cNvSpPr>
              <a:spLocks noGrp="1"/>
            </p:cNvSpPr>
            <p:nvPr/>
          </p:nvSpPr>
          <p:spPr>
            <a:xfrm rot="5625352">
              <a:off x="1093929" y="-93309"/>
              <a:ext cx="482660" cy="222116"/>
            </a:xfrm>
            <a:prstGeom prst="ellipse">
              <a:avLst/>
            </a:prstGeom>
            <a:gradFill>
              <a:gsLst>
                <a:gs pos="0">
                  <a:srgbClr val="E5E0E8">
                    <a:alpha val="32968"/>
                  </a:srgbClr>
                </a:gs>
                <a:gs pos="14286">
                  <a:srgbClr val="E5E0E8">
                    <a:alpha val="30764"/>
                  </a:srgbClr>
                </a:gs>
                <a:gs pos="28571">
                  <a:srgbClr val="E5E0E8">
                    <a:alpha val="24833"/>
                  </a:srgbClr>
                </a:gs>
                <a:gs pos="42857">
                  <a:srgbClr val="E5E0E8">
                    <a:alpha val="17075"/>
                  </a:srgbClr>
                </a:gs>
                <a:gs pos="57143">
                  <a:srgbClr val="E5E0E8">
                    <a:alpha val="9855"/>
                  </a:srgbClr>
                </a:gs>
                <a:gs pos="71429">
                  <a:srgbClr val="E5E0E8">
                    <a:alpha val="4740"/>
                  </a:srgbClr>
                </a:gs>
                <a:gs pos="85714">
                  <a:srgbClr val="E5E0E8">
                    <a:alpha val="1902"/>
                  </a:srgbClr>
                </a:gs>
                <a:gs pos="100000">
                  <a:srgbClr val="E5E0E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7" name="Splat 987"/>
            <p:cNvSpPr>
              <a:spLocks noGrp="1"/>
            </p:cNvSpPr>
            <p:nvPr/>
          </p:nvSpPr>
          <p:spPr>
            <a:xfrm rot="6186626">
              <a:off x="2225129" y="806308"/>
              <a:ext cx="345517" cy="5339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8" name="Splat 988"/>
            <p:cNvSpPr>
              <a:spLocks noGrp="1"/>
            </p:cNvSpPr>
            <p:nvPr/>
          </p:nvSpPr>
          <p:spPr>
            <a:xfrm rot="5252032">
              <a:off x="664945" y="-49785"/>
              <a:ext cx="504390" cy="99571"/>
            </a:xfrm>
            <a:prstGeom prst="ellipse">
              <a:avLst/>
            </a:prstGeom>
            <a:gradFill>
              <a:gsLst>
                <a:gs pos="0">
                  <a:srgbClr val="FCF5FF">
                    <a:alpha val="15825"/>
                  </a:srgbClr>
                </a:gs>
                <a:gs pos="14286">
                  <a:srgbClr val="FCF5FF">
                    <a:alpha val="14644"/>
                  </a:srgbClr>
                </a:gs>
                <a:gs pos="28571">
                  <a:srgbClr val="FCF5FF">
                    <a:alpha val="11568"/>
                  </a:srgbClr>
                </a:gs>
                <a:gs pos="42857">
                  <a:srgbClr val="FCF5FF">
                    <a:alpha val="7747"/>
                  </a:srgbClr>
                </a:gs>
                <a:gs pos="57143">
                  <a:srgbClr val="FCF5FF">
                    <a:alpha val="4370"/>
                  </a:srgbClr>
                </a:gs>
                <a:gs pos="71429">
                  <a:srgbClr val="FCF5FF">
                    <a:alpha val="2070"/>
                  </a:srgbClr>
                </a:gs>
                <a:gs pos="85714">
                  <a:srgbClr val="FCF5FF">
                    <a:alpha val="824"/>
                  </a:srgbClr>
                </a:gs>
                <a:gs pos="100000">
                  <a:srgbClr val="FCF5FF">
                    <a:alpha val="2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9" name="Splat 989"/>
            <p:cNvSpPr>
              <a:spLocks noGrp="1"/>
            </p:cNvSpPr>
            <p:nvPr/>
          </p:nvSpPr>
          <p:spPr>
            <a:xfrm rot="10690786">
              <a:off x="1125473" y="2011902"/>
              <a:ext cx="646645" cy="39541"/>
            </a:xfrm>
            <a:prstGeom prst="ellipse">
              <a:avLst/>
            </a:prstGeom>
            <a:gradFill>
              <a:gsLst>
                <a:gs pos="0">
                  <a:srgbClr val="FFFAF1">
                    <a:alpha val="31734"/>
                  </a:srgbClr>
                </a:gs>
                <a:gs pos="14286">
                  <a:srgbClr val="FFFAF1">
                    <a:alpha val="29593"/>
                  </a:srgbClr>
                </a:gs>
                <a:gs pos="28571">
                  <a:srgbClr val="FFFAF1">
                    <a:alpha val="23848"/>
                  </a:srgbClr>
                </a:gs>
                <a:gs pos="42857">
                  <a:srgbClr val="FFFAF1">
                    <a:alpha val="16364"/>
                  </a:srgbClr>
                </a:gs>
                <a:gs pos="57143">
                  <a:srgbClr val="FFFAF1">
                    <a:alpha val="9427"/>
                  </a:srgbClr>
                </a:gs>
                <a:gs pos="71429">
                  <a:srgbClr val="FFFAF1">
                    <a:alpha val="4529"/>
                  </a:srgbClr>
                </a:gs>
                <a:gs pos="85714">
                  <a:srgbClr val="FFFAF1">
                    <a:alpha val="1816"/>
                  </a:srgbClr>
                </a:gs>
                <a:gs pos="100000">
                  <a:srgbClr val="FFFAF1">
                    <a:alpha val="6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0" name="Splat 990"/>
            <p:cNvSpPr>
              <a:spLocks noGrp="1"/>
            </p:cNvSpPr>
            <p:nvPr/>
          </p:nvSpPr>
          <p:spPr>
            <a:xfrm rot="10755423">
              <a:off x="1139493" y="2007290"/>
              <a:ext cx="592408" cy="100054"/>
            </a:xfrm>
            <a:prstGeom prst="ellipse">
              <a:avLst/>
            </a:prstGeom>
            <a:gradFill>
              <a:gsLst>
                <a:gs pos="0">
                  <a:srgbClr val="E6DDD6">
                    <a:alpha val="32968"/>
                  </a:srgbClr>
                </a:gs>
                <a:gs pos="14286">
                  <a:srgbClr val="E6DDD6">
                    <a:alpha val="30764"/>
                  </a:srgbClr>
                </a:gs>
                <a:gs pos="28571">
                  <a:srgbClr val="E6DDD6">
                    <a:alpha val="24833"/>
                  </a:srgbClr>
                </a:gs>
                <a:gs pos="42857">
                  <a:srgbClr val="E6DDD6">
                    <a:alpha val="17075"/>
                  </a:srgbClr>
                </a:gs>
                <a:gs pos="57143">
                  <a:srgbClr val="E6DDD6">
                    <a:alpha val="9855"/>
                  </a:srgbClr>
                </a:gs>
                <a:gs pos="71429">
                  <a:srgbClr val="E6DDD6">
                    <a:alpha val="4740"/>
                  </a:srgbClr>
                </a:gs>
                <a:gs pos="85714">
                  <a:srgbClr val="E6DDD6">
                    <a:alpha val="1902"/>
                  </a:srgbClr>
                </a:gs>
                <a:gs pos="100000">
                  <a:srgbClr val="E6DDD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1" name="Splat 991"/>
            <p:cNvSpPr>
              <a:spLocks noGrp="1"/>
            </p:cNvSpPr>
            <p:nvPr/>
          </p:nvSpPr>
          <p:spPr>
            <a:xfrm rot="4871019">
              <a:off x="75899" y="1015509"/>
              <a:ext cx="693679" cy="15704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2" name="Splat 992"/>
            <p:cNvSpPr>
              <a:spLocks noGrp="1"/>
            </p:cNvSpPr>
            <p:nvPr/>
          </p:nvSpPr>
          <p:spPr>
            <a:xfrm rot="5339768">
              <a:off x="1202472" y="80726"/>
              <a:ext cx="653534" cy="40410"/>
            </a:xfrm>
            <a:prstGeom prst="ellipse">
              <a:avLst/>
            </a:prstGeom>
            <a:gradFill>
              <a:gsLst>
                <a:gs pos="0">
                  <a:srgbClr val="9A000D">
                    <a:alpha val="32968"/>
                  </a:srgbClr>
                </a:gs>
                <a:gs pos="14286">
                  <a:srgbClr val="9A000D">
                    <a:alpha val="30764"/>
                  </a:srgbClr>
                </a:gs>
                <a:gs pos="28571">
                  <a:srgbClr val="9A000D">
                    <a:alpha val="24833"/>
                  </a:srgbClr>
                </a:gs>
                <a:gs pos="42857">
                  <a:srgbClr val="9A000D">
                    <a:alpha val="17075"/>
                  </a:srgbClr>
                </a:gs>
                <a:gs pos="57143">
                  <a:srgbClr val="9A000D">
                    <a:alpha val="9855"/>
                  </a:srgbClr>
                </a:gs>
                <a:gs pos="71429">
                  <a:srgbClr val="9A000D">
                    <a:alpha val="4740"/>
                  </a:srgbClr>
                </a:gs>
                <a:gs pos="85714">
                  <a:srgbClr val="9A000D">
                    <a:alpha val="1902"/>
                  </a:srgbClr>
                </a:gs>
                <a:gs pos="100000">
                  <a:srgbClr val="9A000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3" name="Splat 993"/>
            <p:cNvSpPr>
              <a:spLocks noGrp="1"/>
            </p:cNvSpPr>
            <p:nvPr/>
          </p:nvSpPr>
          <p:spPr>
            <a:xfrm rot="10350132">
              <a:off x="2547642" y="139383"/>
              <a:ext cx="341382" cy="237010"/>
            </a:xfrm>
            <a:prstGeom prst="ellipse">
              <a:avLst/>
            </a:prstGeom>
            <a:gradFill>
              <a:gsLst>
                <a:gs pos="0">
                  <a:srgbClr val="FFFFD2">
                    <a:alpha val="32968"/>
                  </a:srgbClr>
                </a:gs>
                <a:gs pos="14286">
                  <a:srgbClr val="FFFFD2">
                    <a:alpha val="30764"/>
                  </a:srgbClr>
                </a:gs>
                <a:gs pos="28571">
                  <a:srgbClr val="FFFFD2">
                    <a:alpha val="24833"/>
                  </a:srgbClr>
                </a:gs>
                <a:gs pos="42857">
                  <a:srgbClr val="FFFFD2">
                    <a:alpha val="17075"/>
                  </a:srgbClr>
                </a:gs>
                <a:gs pos="57143">
                  <a:srgbClr val="FFFFD2">
                    <a:alpha val="9855"/>
                  </a:srgbClr>
                </a:gs>
                <a:gs pos="71429">
                  <a:srgbClr val="FFFFD2">
                    <a:alpha val="4740"/>
                  </a:srgbClr>
                </a:gs>
                <a:gs pos="85714">
                  <a:srgbClr val="FFFFD2">
                    <a:alpha val="1902"/>
                  </a:srgbClr>
                </a:gs>
                <a:gs pos="100000">
                  <a:srgbClr val="FFFFD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4" name="Splat 994"/>
            <p:cNvSpPr>
              <a:spLocks noGrp="1"/>
            </p:cNvSpPr>
            <p:nvPr/>
          </p:nvSpPr>
          <p:spPr>
            <a:xfrm rot="8603697">
              <a:off x="2569483" y="209801"/>
              <a:ext cx="356763" cy="212771"/>
            </a:xfrm>
            <a:prstGeom prst="ellipse">
              <a:avLst/>
            </a:prstGeom>
            <a:gradFill>
              <a:gsLst>
                <a:gs pos="0">
                  <a:srgbClr val="FDEBB6">
                    <a:alpha val="32968"/>
                  </a:srgbClr>
                </a:gs>
                <a:gs pos="14286">
                  <a:srgbClr val="FDEBB6">
                    <a:alpha val="30764"/>
                  </a:srgbClr>
                </a:gs>
                <a:gs pos="28571">
                  <a:srgbClr val="FDEBB6">
                    <a:alpha val="24833"/>
                  </a:srgbClr>
                </a:gs>
                <a:gs pos="42857">
                  <a:srgbClr val="FDEBB6">
                    <a:alpha val="17075"/>
                  </a:srgbClr>
                </a:gs>
                <a:gs pos="57143">
                  <a:srgbClr val="FDEBB6">
                    <a:alpha val="9855"/>
                  </a:srgbClr>
                </a:gs>
                <a:gs pos="71429">
                  <a:srgbClr val="FDEBB6">
                    <a:alpha val="4740"/>
                  </a:srgbClr>
                </a:gs>
                <a:gs pos="85714">
                  <a:srgbClr val="FDEBB6">
                    <a:alpha val="1902"/>
                  </a:srgbClr>
                </a:gs>
                <a:gs pos="100000">
                  <a:srgbClr val="FDEBB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5" name="Splat 995"/>
            <p:cNvSpPr>
              <a:spLocks noGrp="1"/>
            </p:cNvSpPr>
            <p:nvPr/>
          </p:nvSpPr>
          <p:spPr>
            <a:xfrm rot="6680645">
              <a:off x="2583600" y="958148"/>
              <a:ext cx="540184" cy="260728"/>
            </a:xfrm>
            <a:prstGeom prst="ellipse">
              <a:avLst/>
            </a:prstGeom>
            <a:gradFill>
              <a:gsLst>
                <a:gs pos="0">
                  <a:srgbClr val="FF3D36">
                    <a:alpha val="32968"/>
                  </a:srgbClr>
                </a:gs>
                <a:gs pos="14286">
                  <a:srgbClr val="FF3D36">
                    <a:alpha val="30764"/>
                  </a:srgbClr>
                </a:gs>
                <a:gs pos="28571">
                  <a:srgbClr val="FF3D36">
                    <a:alpha val="24833"/>
                  </a:srgbClr>
                </a:gs>
                <a:gs pos="42857">
                  <a:srgbClr val="FF3D36">
                    <a:alpha val="17075"/>
                  </a:srgbClr>
                </a:gs>
                <a:gs pos="57143">
                  <a:srgbClr val="FF3D36">
                    <a:alpha val="9855"/>
                  </a:srgbClr>
                </a:gs>
                <a:gs pos="71429">
                  <a:srgbClr val="FF3D36">
                    <a:alpha val="4740"/>
                  </a:srgbClr>
                </a:gs>
                <a:gs pos="85714">
                  <a:srgbClr val="FF3D36">
                    <a:alpha val="1902"/>
                  </a:srgbClr>
                </a:gs>
                <a:gs pos="100000">
                  <a:srgbClr val="FF3D3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6" name="Splat 996"/>
            <p:cNvSpPr>
              <a:spLocks noGrp="1"/>
            </p:cNvSpPr>
            <p:nvPr/>
          </p:nvSpPr>
          <p:spPr>
            <a:xfrm rot="5794894">
              <a:off x="3079747" y="1077907"/>
              <a:ext cx="241759" cy="48046"/>
            </a:xfrm>
            <a:prstGeom prst="ellipse">
              <a:avLst/>
            </a:prstGeom>
            <a:gradFill>
              <a:gsLst>
                <a:gs pos="0">
                  <a:srgbClr val="DFDAE6">
                    <a:alpha val="32968"/>
                  </a:srgbClr>
                </a:gs>
                <a:gs pos="14286">
                  <a:srgbClr val="DFDAE6">
                    <a:alpha val="30764"/>
                  </a:srgbClr>
                </a:gs>
                <a:gs pos="28571">
                  <a:srgbClr val="DFDAE6">
                    <a:alpha val="24833"/>
                  </a:srgbClr>
                </a:gs>
                <a:gs pos="42857">
                  <a:srgbClr val="DFDAE6">
                    <a:alpha val="17075"/>
                  </a:srgbClr>
                </a:gs>
                <a:gs pos="57143">
                  <a:srgbClr val="DFDAE6">
                    <a:alpha val="9855"/>
                  </a:srgbClr>
                </a:gs>
                <a:gs pos="71429">
                  <a:srgbClr val="DFDAE6">
                    <a:alpha val="4740"/>
                  </a:srgbClr>
                </a:gs>
                <a:gs pos="85714">
                  <a:srgbClr val="DFDAE6">
                    <a:alpha val="1902"/>
                  </a:srgbClr>
                </a:gs>
                <a:gs pos="100000">
                  <a:srgbClr val="DFDAE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7" name="Splat 997"/>
            <p:cNvSpPr>
              <a:spLocks noGrp="1"/>
            </p:cNvSpPr>
            <p:nvPr/>
          </p:nvSpPr>
          <p:spPr>
            <a:xfrm rot="5460483">
              <a:off x="2165261" y="178711"/>
              <a:ext cx="578861" cy="5550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8" name="Splat 998"/>
            <p:cNvSpPr>
              <a:spLocks noGrp="1"/>
            </p:cNvSpPr>
            <p:nvPr/>
          </p:nvSpPr>
          <p:spPr>
            <a:xfrm rot="9817578">
              <a:off x="1477913" y="2090164"/>
              <a:ext cx="698015" cy="43089"/>
            </a:xfrm>
            <a:prstGeom prst="ellipse">
              <a:avLst/>
            </a:prstGeom>
            <a:gradFill>
              <a:gsLst>
                <a:gs pos="0">
                  <a:srgbClr val="EAE4DB">
                    <a:alpha val="32968"/>
                  </a:srgbClr>
                </a:gs>
                <a:gs pos="14286">
                  <a:srgbClr val="EAE4DB">
                    <a:alpha val="30764"/>
                  </a:srgbClr>
                </a:gs>
                <a:gs pos="28571">
                  <a:srgbClr val="EAE4DB">
                    <a:alpha val="24833"/>
                  </a:srgbClr>
                </a:gs>
                <a:gs pos="42857">
                  <a:srgbClr val="EAE4DB">
                    <a:alpha val="17075"/>
                  </a:srgbClr>
                </a:gs>
                <a:gs pos="57143">
                  <a:srgbClr val="EAE4DB">
                    <a:alpha val="9855"/>
                  </a:srgbClr>
                </a:gs>
                <a:gs pos="71429">
                  <a:srgbClr val="EAE4DB">
                    <a:alpha val="4740"/>
                  </a:srgbClr>
                </a:gs>
                <a:gs pos="85714">
                  <a:srgbClr val="EAE4DB">
                    <a:alpha val="1902"/>
                  </a:srgbClr>
                </a:gs>
                <a:gs pos="100000">
                  <a:srgbClr val="EAE4D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9" name="Splat 999"/>
            <p:cNvSpPr>
              <a:spLocks noGrp="1"/>
            </p:cNvSpPr>
            <p:nvPr/>
          </p:nvSpPr>
          <p:spPr>
            <a:xfrm rot="8976746">
              <a:off x="2523895" y="579336"/>
              <a:ext cx="618036" cy="11497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0" name="Splat 1000"/>
            <p:cNvSpPr>
              <a:spLocks noGrp="1"/>
            </p:cNvSpPr>
            <p:nvPr/>
          </p:nvSpPr>
          <p:spPr>
            <a:xfrm rot="2954019">
              <a:off x="2964912" y="1947054"/>
              <a:ext cx="158727" cy="67800"/>
            </a:xfrm>
            <a:prstGeom prst="ellipse">
              <a:avLst/>
            </a:prstGeom>
            <a:gradFill>
              <a:gsLst>
                <a:gs pos="0">
                  <a:srgbClr val="000024">
                    <a:alpha val="32968"/>
                  </a:srgbClr>
                </a:gs>
                <a:gs pos="14286">
                  <a:srgbClr val="000024">
                    <a:alpha val="30764"/>
                  </a:srgbClr>
                </a:gs>
                <a:gs pos="28571">
                  <a:srgbClr val="000024">
                    <a:alpha val="24833"/>
                  </a:srgbClr>
                </a:gs>
                <a:gs pos="42857">
                  <a:srgbClr val="000024">
                    <a:alpha val="17075"/>
                  </a:srgbClr>
                </a:gs>
                <a:gs pos="57143">
                  <a:srgbClr val="000024">
                    <a:alpha val="9855"/>
                  </a:srgbClr>
                </a:gs>
                <a:gs pos="71429">
                  <a:srgbClr val="000024">
                    <a:alpha val="4740"/>
                  </a:srgbClr>
                </a:gs>
                <a:gs pos="85714">
                  <a:srgbClr val="000024">
                    <a:alpha val="1902"/>
                  </a:srgbClr>
                </a:gs>
                <a:gs pos="100000">
                  <a:srgbClr val="00002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1" name="Splat 1001"/>
            <p:cNvSpPr>
              <a:spLocks noGrp="1"/>
            </p:cNvSpPr>
            <p:nvPr/>
          </p:nvSpPr>
          <p:spPr>
            <a:xfrm rot="5541016">
              <a:off x="1224995" y="442164"/>
              <a:ext cx="785836" cy="58530"/>
            </a:xfrm>
            <a:prstGeom prst="ellipse">
              <a:avLst/>
            </a:prstGeom>
            <a:gradFill>
              <a:gsLst>
                <a:gs pos="0">
                  <a:srgbClr val="0D0000">
                    <a:alpha val="32968"/>
                  </a:srgbClr>
                </a:gs>
                <a:gs pos="14286">
                  <a:srgbClr val="0D0000">
                    <a:alpha val="30764"/>
                  </a:srgbClr>
                </a:gs>
                <a:gs pos="28571">
                  <a:srgbClr val="0D0000">
                    <a:alpha val="24833"/>
                  </a:srgbClr>
                </a:gs>
                <a:gs pos="42857">
                  <a:srgbClr val="0D0000">
                    <a:alpha val="17075"/>
                  </a:srgbClr>
                </a:gs>
                <a:gs pos="57143">
                  <a:srgbClr val="0D0000">
                    <a:alpha val="9855"/>
                  </a:srgbClr>
                </a:gs>
                <a:gs pos="71429">
                  <a:srgbClr val="0D0000">
                    <a:alpha val="4740"/>
                  </a:srgbClr>
                </a:gs>
                <a:gs pos="85714">
                  <a:srgbClr val="0D0000">
                    <a:alpha val="1902"/>
                  </a:srgbClr>
                </a:gs>
                <a:gs pos="100000">
                  <a:srgbClr val="0D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2" name="Splat 1002"/>
            <p:cNvSpPr>
              <a:spLocks noGrp="1"/>
            </p:cNvSpPr>
            <p:nvPr/>
          </p:nvSpPr>
          <p:spPr>
            <a:xfrm rot="-8384830">
              <a:off x="3124583" y="1209420"/>
              <a:ext cx="709414" cy="19535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3" name="Splat 1003"/>
            <p:cNvSpPr>
              <a:spLocks noGrp="1"/>
            </p:cNvSpPr>
            <p:nvPr/>
          </p:nvSpPr>
          <p:spPr>
            <a:xfrm rot="9965759">
              <a:off x="1958689" y="759697"/>
              <a:ext cx="552384" cy="10072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4" name="Splat 1004"/>
            <p:cNvSpPr>
              <a:spLocks noGrp="1"/>
            </p:cNvSpPr>
            <p:nvPr/>
          </p:nvSpPr>
          <p:spPr>
            <a:xfrm rot="5436095">
              <a:off x="1196178" y="787064"/>
              <a:ext cx="704598" cy="17505"/>
            </a:xfrm>
            <a:prstGeom prst="ellipse">
              <a:avLst/>
            </a:prstGeom>
            <a:gradFill>
              <a:gsLst>
                <a:gs pos="0">
                  <a:srgbClr val="FF9121">
                    <a:alpha val="14199"/>
                  </a:srgbClr>
                </a:gs>
                <a:gs pos="14286">
                  <a:srgbClr val="FF9121">
                    <a:alpha val="13129"/>
                  </a:srgbClr>
                </a:gs>
                <a:gs pos="28571">
                  <a:srgbClr val="FF9121">
                    <a:alpha val="10352"/>
                  </a:srgbClr>
                </a:gs>
                <a:gs pos="42857">
                  <a:srgbClr val="FF9121">
                    <a:alpha val="6917"/>
                  </a:srgbClr>
                </a:gs>
                <a:gs pos="57143">
                  <a:srgbClr val="FF9121">
                    <a:alpha val="3894"/>
                  </a:srgbClr>
                </a:gs>
                <a:gs pos="71429">
                  <a:srgbClr val="FF9121">
                    <a:alpha val="1842"/>
                  </a:srgbClr>
                </a:gs>
                <a:gs pos="85714">
                  <a:srgbClr val="FF9121">
                    <a:alpha val="733"/>
                  </a:srgbClr>
                </a:gs>
                <a:gs pos="100000">
                  <a:srgbClr val="FF9121">
                    <a:alpha val="2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5" name="Splat 1005"/>
            <p:cNvSpPr>
              <a:spLocks noGrp="1"/>
            </p:cNvSpPr>
            <p:nvPr/>
          </p:nvSpPr>
          <p:spPr>
            <a:xfrm rot="-9775490">
              <a:off x="3078257" y="1567991"/>
              <a:ext cx="102179" cy="38830"/>
            </a:xfrm>
            <a:prstGeom prst="ellipse">
              <a:avLst/>
            </a:prstGeom>
            <a:gradFill>
              <a:gsLst>
                <a:gs pos="0">
                  <a:srgbClr val="FFF2F0">
                    <a:alpha val="32968"/>
                  </a:srgbClr>
                </a:gs>
                <a:gs pos="14286">
                  <a:srgbClr val="FFF2F0">
                    <a:alpha val="30764"/>
                  </a:srgbClr>
                </a:gs>
                <a:gs pos="28571">
                  <a:srgbClr val="FFF2F0">
                    <a:alpha val="24833"/>
                  </a:srgbClr>
                </a:gs>
                <a:gs pos="42857">
                  <a:srgbClr val="FFF2F0">
                    <a:alpha val="17075"/>
                  </a:srgbClr>
                </a:gs>
                <a:gs pos="57143">
                  <a:srgbClr val="FFF2F0">
                    <a:alpha val="9855"/>
                  </a:srgbClr>
                </a:gs>
                <a:gs pos="71429">
                  <a:srgbClr val="FFF2F0">
                    <a:alpha val="4740"/>
                  </a:srgbClr>
                </a:gs>
                <a:gs pos="85714">
                  <a:srgbClr val="FFF2F0">
                    <a:alpha val="1902"/>
                  </a:srgbClr>
                </a:gs>
                <a:gs pos="100000">
                  <a:srgbClr val="FFF2F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6" name="Splat 1006"/>
            <p:cNvSpPr>
              <a:spLocks noGrp="1"/>
            </p:cNvSpPr>
            <p:nvPr/>
          </p:nvSpPr>
          <p:spPr>
            <a:xfrm rot="10789955">
              <a:off x="2692294" y="43958"/>
              <a:ext cx="817351" cy="5138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7" name="Splat 1007"/>
            <p:cNvSpPr>
              <a:spLocks noGrp="1"/>
            </p:cNvSpPr>
            <p:nvPr/>
          </p:nvSpPr>
          <p:spPr>
            <a:xfrm rot="5299850">
              <a:off x="1444924" y="148625"/>
              <a:ext cx="682119" cy="12634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8" name="Splat 1008"/>
            <p:cNvSpPr>
              <a:spLocks noGrp="1"/>
            </p:cNvSpPr>
            <p:nvPr/>
          </p:nvSpPr>
          <p:spPr>
            <a:xfrm rot="8034026">
              <a:off x="1422801" y="594761"/>
              <a:ext cx="321839" cy="116824"/>
            </a:xfrm>
            <a:prstGeom prst="ellipse">
              <a:avLst/>
            </a:prstGeom>
            <a:gradFill>
              <a:gsLst>
                <a:gs pos="0">
                  <a:srgbClr val="0F0000">
                    <a:alpha val="32968"/>
                  </a:srgbClr>
                </a:gs>
                <a:gs pos="14286">
                  <a:srgbClr val="0F0000">
                    <a:alpha val="30764"/>
                  </a:srgbClr>
                </a:gs>
                <a:gs pos="28571">
                  <a:srgbClr val="0F0000">
                    <a:alpha val="24833"/>
                  </a:srgbClr>
                </a:gs>
                <a:gs pos="42857">
                  <a:srgbClr val="0F0000">
                    <a:alpha val="17075"/>
                  </a:srgbClr>
                </a:gs>
                <a:gs pos="57143">
                  <a:srgbClr val="0F0000">
                    <a:alpha val="9855"/>
                  </a:srgbClr>
                </a:gs>
                <a:gs pos="71429">
                  <a:srgbClr val="0F0000">
                    <a:alpha val="4740"/>
                  </a:srgbClr>
                </a:gs>
                <a:gs pos="85714">
                  <a:srgbClr val="0F0000">
                    <a:alpha val="1902"/>
                  </a:srgbClr>
                </a:gs>
                <a:gs pos="100000">
                  <a:srgbClr val="0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9" name="Splat 1009"/>
            <p:cNvSpPr>
              <a:spLocks noGrp="1"/>
            </p:cNvSpPr>
            <p:nvPr/>
          </p:nvSpPr>
          <p:spPr>
            <a:xfrm rot="5529129">
              <a:off x="3166087" y="1264498"/>
              <a:ext cx="683621" cy="8235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0" name="Splat 1010"/>
            <p:cNvSpPr>
              <a:spLocks noGrp="1"/>
            </p:cNvSpPr>
            <p:nvPr/>
          </p:nvSpPr>
          <p:spPr>
            <a:xfrm rot="5749723">
              <a:off x="3078641" y="1072545"/>
              <a:ext cx="743106" cy="5629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1" name="Splat 1011"/>
            <p:cNvSpPr>
              <a:spLocks noGrp="1"/>
            </p:cNvSpPr>
            <p:nvPr/>
          </p:nvSpPr>
          <p:spPr>
            <a:xfrm rot="5095097">
              <a:off x="1758011" y="185756"/>
              <a:ext cx="652445" cy="106161"/>
            </a:xfrm>
            <a:prstGeom prst="ellipse">
              <a:avLst/>
            </a:prstGeom>
            <a:gradFill>
              <a:gsLst>
                <a:gs pos="0">
                  <a:srgbClr val="010000">
                    <a:alpha val="32968"/>
                  </a:srgbClr>
                </a:gs>
                <a:gs pos="14286">
                  <a:srgbClr val="010000">
                    <a:alpha val="30764"/>
                  </a:srgbClr>
                </a:gs>
                <a:gs pos="28571">
                  <a:srgbClr val="010000">
                    <a:alpha val="24833"/>
                  </a:srgbClr>
                </a:gs>
                <a:gs pos="42857">
                  <a:srgbClr val="010000">
                    <a:alpha val="17075"/>
                  </a:srgbClr>
                </a:gs>
                <a:gs pos="57143">
                  <a:srgbClr val="010000">
                    <a:alpha val="9855"/>
                  </a:srgbClr>
                </a:gs>
                <a:gs pos="71429">
                  <a:srgbClr val="010000">
                    <a:alpha val="4740"/>
                  </a:srgbClr>
                </a:gs>
                <a:gs pos="85714">
                  <a:srgbClr val="010000">
                    <a:alpha val="1902"/>
                  </a:srgbClr>
                </a:gs>
                <a:gs pos="100000">
                  <a:srgbClr val="01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2" name="Splat 1012"/>
            <p:cNvSpPr>
              <a:spLocks noGrp="1"/>
            </p:cNvSpPr>
            <p:nvPr/>
          </p:nvSpPr>
          <p:spPr>
            <a:xfrm rot="-9982773">
              <a:off x="1814230" y="670447"/>
              <a:ext cx="772685" cy="6388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3" name="Splat 1013"/>
            <p:cNvSpPr>
              <a:spLocks noGrp="1"/>
            </p:cNvSpPr>
            <p:nvPr/>
          </p:nvSpPr>
          <p:spPr>
            <a:xfrm rot="-10384033">
              <a:off x="2946726" y="77197"/>
              <a:ext cx="472611" cy="124035"/>
            </a:xfrm>
            <a:prstGeom prst="ellipse">
              <a:avLst/>
            </a:prstGeom>
            <a:gradFill>
              <a:gsLst>
                <a:gs pos="0">
                  <a:srgbClr val="FFCCB0">
                    <a:alpha val="32968"/>
                  </a:srgbClr>
                </a:gs>
                <a:gs pos="14286">
                  <a:srgbClr val="FFCCB0">
                    <a:alpha val="30764"/>
                  </a:srgbClr>
                </a:gs>
                <a:gs pos="28571">
                  <a:srgbClr val="FFCCB0">
                    <a:alpha val="24833"/>
                  </a:srgbClr>
                </a:gs>
                <a:gs pos="42857">
                  <a:srgbClr val="FFCCB0">
                    <a:alpha val="17075"/>
                  </a:srgbClr>
                </a:gs>
                <a:gs pos="57143">
                  <a:srgbClr val="FFCCB0">
                    <a:alpha val="9855"/>
                  </a:srgbClr>
                </a:gs>
                <a:gs pos="71429">
                  <a:srgbClr val="FFCCB0">
                    <a:alpha val="4740"/>
                  </a:srgbClr>
                </a:gs>
                <a:gs pos="85714">
                  <a:srgbClr val="FFCCB0">
                    <a:alpha val="1902"/>
                  </a:srgbClr>
                </a:gs>
                <a:gs pos="100000">
                  <a:srgbClr val="FFCCB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4" name="Splat 1014"/>
            <p:cNvSpPr>
              <a:spLocks noGrp="1"/>
            </p:cNvSpPr>
            <p:nvPr/>
          </p:nvSpPr>
          <p:spPr>
            <a:xfrm rot="9649668">
              <a:off x="2319582" y="2135209"/>
              <a:ext cx="428137" cy="106272"/>
            </a:xfrm>
            <a:prstGeom prst="ellipse">
              <a:avLst/>
            </a:prstGeom>
            <a:gradFill>
              <a:gsLst>
                <a:gs pos="0">
                  <a:srgbClr val="FFF2E8">
                    <a:alpha val="32968"/>
                  </a:srgbClr>
                </a:gs>
                <a:gs pos="14286">
                  <a:srgbClr val="FFF2E8">
                    <a:alpha val="30764"/>
                  </a:srgbClr>
                </a:gs>
                <a:gs pos="28571">
                  <a:srgbClr val="FFF2E8">
                    <a:alpha val="24833"/>
                  </a:srgbClr>
                </a:gs>
                <a:gs pos="42857">
                  <a:srgbClr val="FFF2E8">
                    <a:alpha val="17075"/>
                  </a:srgbClr>
                </a:gs>
                <a:gs pos="57143">
                  <a:srgbClr val="FFF2E8">
                    <a:alpha val="9855"/>
                  </a:srgbClr>
                </a:gs>
                <a:gs pos="71429">
                  <a:srgbClr val="FFF2E8">
                    <a:alpha val="4740"/>
                  </a:srgbClr>
                </a:gs>
                <a:gs pos="85714">
                  <a:srgbClr val="FFF2E8">
                    <a:alpha val="1902"/>
                  </a:srgbClr>
                </a:gs>
                <a:gs pos="100000">
                  <a:srgbClr val="FFF2E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5" name="Splat 1015"/>
            <p:cNvSpPr>
              <a:spLocks noGrp="1"/>
            </p:cNvSpPr>
            <p:nvPr/>
          </p:nvSpPr>
          <p:spPr>
            <a:xfrm rot="3548494">
              <a:off x="2894964" y="1665888"/>
              <a:ext cx="733083" cy="7297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6" name="Splat 1016"/>
            <p:cNvSpPr>
              <a:spLocks noGrp="1"/>
            </p:cNvSpPr>
            <p:nvPr/>
          </p:nvSpPr>
          <p:spPr>
            <a:xfrm rot="-10479437">
              <a:off x="2488798" y="1304144"/>
              <a:ext cx="714801" cy="7957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7" name="Splat 1017"/>
            <p:cNvSpPr>
              <a:spLocks noGrp="1"/>
            </p:cNvSpPr>
            <p:nvPr/>
          </p:nvSpPr>
          <p:spPr>
            <a:xfrm rot="4631209">
              <a:off x="2036345" y="653925"/>
              <a:ext cx="741758" cy="123608"/>
            </a:xfrm>
            <a:prstGeom prst="ellipse">
              <a:avLst/>
            </a:prstGeom>
            <a:gradFill>
              <a:gsLst>
                <a:gs pos="0">
                  <a:srgbClr val="000000">
                    <a:alpha val="21279"/>
                  </a:srgbClr>
                </a:gs>
                <a:gs pos="14286">
                  <a:srgbClr val="000000">
                    <a:alpha val="19741"/>
                  </a:srgbClr>
                </a:gs>
                <a:gs pos="28571">
                  <a:srgbClr val="000000">
                    <a:alpha val="15697"/>
                  </a:srgbClr>
                </a:gs>
                <a:gs pos="42857">
                  <a:srgbClr val="000000">
                    <a:alpha val="10595"/>
                  </a:srgbClr>
                </a:gs>
                <a:gs pos="57143">
                  <a:srgbClr val="000000">
                    <a:alpha val="6017"/>
                  </a:srgbClr>
                </a:gs>
                <a:gs pos="71429">
                  <a:srgbClr val="000000">
                    <a:alpha val="2863"/>
                  </a:srgbClr>
                </a:gs>
                <a:gs pos="85714">
                  <a:srgbClr val="000000">
                    <a:alpha val="1142"/>
                  </a:srgbClr>
                </a:gs>
                <a:gs pos="100000">
                  <a:srgbClr val="000000">
                    <a:alpha val="3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8" name="Splat 1018"/>
            <p:cNvSpPr>
              <a:spLocks noGrp="1"/>
            </p:cNvSpPr>
            <p:nvPr/>
          </p:nvSpPr>
          <p:spPr>
            <a:xfrm rot="8497897">
              <a:off x="2356599" y="1490312"/>
              <a:ext cx="378310" cy="134561"/>
            </a:xfrm>
            <a:prstGeom prst="ellipse">
              <a:avLst/>
            </a:prstGeom>
            <a:gradFill>
              <a:gsLst>
                <a:gs pos="0">
                  <a:srgbClr val="031410">
                    <a:alpha val="32968"/>
                  </a:srgbClr>
                </a:gs>
                <a:gs pos="14286">
                  <a:srgbClr val="031410">
                    <a:alpha val="30764"/>
                  </a:srgbClr>
                </a:gs>
                <a:gs pos="28571">
                  <a:srgbClr val="031410">
                    <a:alpha val="24833"/>
                  </a:srgbClr>
                </a:gs>
                <a:gs pos="42857">
                  <a:srgbClr val="031410">
                    <a:alpha val="17075"/>
                  </a:srgbClr>
                </a:gs>
                <a:gs pos="57143">
                  <a:srgbClr val="031410">
                    <a:alpha val="9855"/>
                  </a:srgbClr>
                </a:gs>
                <a:gs pos="71429">
                  <a:srgbClr val="031410">
                    <a:alpha val="4740"/>
                  </a:srgbClr>
                </a:gs>
                <a:gs pos="85714">
                  <a:srgbClr val="031410">
                    <a:alpha val="1902"/>
                  </a:srgbClr>
                </a:gs>
                <a:gs pos="100000">
                  <a:srgbClr val="03141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9" name="Splat 1019"/>
            <p:cNvSpPr>
              <a:spLocks noGrp="1"/>
            </p:cNvSpPr>
            <p:nvPr/>
          </p:nvSpPr>
          <p:spPr>
            <a:xfrm rot="9933053">
              <a:off x="1484587" y="668965"/>
              <a:ext cx="719001" cy="103637"/>
            </a:xfrm>
            <a:prstGeom prst="ellipse">
              <a:avLst/>
            </a:prstGeom>
            <a:gradFill>
              <a:gsLst>
                <a:gs pos="0">
                  <a:srgbClr val="000500">
                    <a:alpha val="32968"/>
                  </a:srgbClr>
                </a:gs>
                <a:gs pos="14286">
                  <a:srgbClr val="000500">
                    <a:alpha val="30764"/>
                  </a:srgbClr>
                </a:gs>
                <a:gs pos="28571">
                  <a:srgbClr val="000500">
                    <a:alpha val="24833"/>
                  </a:srgbClr>
                </a:gs>
                <a:gs pos="42857">
                  <a:srgbClr val="000500">
                    <a:alpha val="17075"/>
                  </a:srgbClr>
                </a:gs>
                <a:gs pos="57143">
                  <a:srgbClr val="000500">
                    <a:alpha val="9855"/>
                  </a:srgbClr>
                </a:gs>
                <a:gs pos="71429">
                  <a:srgbClr val="000500">
                    <a:alpha val="4740"/>
                  </a:srgbClr>
                </a:gs>
                <a:gs pos="85714">
                  <a:srgbClr val="000500">
                    <a:alpha val="1902"/>
                  </a:srgbClr>
                </a:gs>
                <a:gs pos="100000">
                  <a:srgbClr val="000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0" name="Splat 1020"/>
            <p:cNvSpPr>
              <a:spLocks noGrp="1"/>
            </p:cNvSpPr>
            <p:nvPr/>
          </p:nvSpPr>
          <p:spPr>
            <a:xfrm rot="-9978259">
              <a:off x="624968" y="779670"/>
              <a:ext cx="596620" cy="137878"/>
            </a:xfrm>
            <a:prstGeom prst="ellipse">
              <a:avLst/>
            </a:prstGeom>
            <a:gradFill>
              <a:gsLst>
                <a:gs pos="0">
                  <a:srgbClr val="010000">
                    <a:alpha val="32968"/>
                  </a:srgbClr>
                </a:gs>
                <a:gs pos="14286">
                  <a:srgbClr val="010000">
                    <a:alpha val="30764"/>
                  </a:srgbClr>
                </a:gs>
                <a:gs pos="28571">
                  <a:srgbClr val="010000">
                    <a:alpha val="24833"/>
                  </a:srgbClr>
                </a:gs>
                <a:gs pos="42857">
                  <a:srgbClr val="010000">
                    <a:alpha val="17075"/>
                  </a:srgbClr>
                </a:gs>
                <a:gs pos="57143">
                  <a:srgbClr val="010000">
                    <a:alpha val="9855"/>
                  </a:srgbClr>
                </a:gs>
                <a:gs pos="71429">
                  <a:srgbClr val="010000">
                    <a:alpha val="4740"/>
                  </a:srgbClr>
                </a:gs>
                <a:gs pos="85714">
                  <a:srgbClr val="010000">
                    <a:alpha val="1902"/>
                  </a:srgbClr>
                </a:gs>
                <a:gs pos="100000">
                  <a:srgbClr val="01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1" name="Splat 1021"/>
            <p:cNvSpPr>
              <a:spLocks noGrp="1"/>
            </p:cNvSpPr>
            <p:nvPr/>
          </p:nvSpPr>
          <p:spPr>
            <a:xfrm rot="8998094">
              <a:off x="3001759" y="2154644"/>
              <a:ext cx="422603" cy="6342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2" name="Splat 1022"/>
            <p:cNvSpPr>
              <a:spLocks noGrp="1"/>
            </p:cNvSpPr>
            <p:nvPr/>
          </p:nvSpPr>
          <p:spPr>
            <a:xfrm rot="5584706">
              <a:off x="636155" y="47561"/>
              <a:ext cx="638849" cy="178705"/>
            </a:xfrm>
            <a:prstGeom prst="ellipse">
              <a:avLst/>
            </a:prstGeom>
            <a:gradFill>
              <a:gsLst>
                <a:gs pos="0">
                  <a:srgbClr val="F5E7EE">
                    <a:alpha val="22936"/>
                  </a:srgbClr>
                </a:gs>
                <a:gs pos="14286">
                  <a:srgbClr val="F5E7EE">
                    <a:alpha val="21294"/>
                  </a:srgbClr>
                </a:gs>
                <a:gs pos="28571">
                  <a:srgbClr val="F5E7EE">
                    <a:alpha val="16966"/>
                  </a:srgbClr>
                </a:gs>
                <a:gs pos="42857">
                  <a:srgbClr val="F5E7EE">
                    <a:alpha val="11481"/>
                  </a:srgbClr>
                </a:gs>
                <a:gs pos="57143">
                  <a:srgbClr val="F5E7EE">
                    <a:alpha val="6534"/>
                  </a:srgbClr>
                </a:gs>
                <a:gs pos="71429">
                  <a:srgbClr val="F5E7EE">
                    <a:alpha val="3114"/>
                  </a:srgbClr>
                </a:gs>
                <a:gs pos="85714">
                  <a:srgbClr val="F5E7EE">
                    <a:alpha val="1243"/>
                  </a:srgbClr>
                </a:gs>
                <a:gs pos="100000">
                  <a:srgbClr val="F5E7EE">
                    <a:alpha val="4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3" name="Splat 1023"/>
            <p:cNvSpPr>
              <a:spLocks noGrp="1"/>
            </p:cNvSpPr>
            <p:nvPr/>
          </p:nvSpPr>
          <p:spPr>
            <a:xfrm rot="3989139">
              <a:off x="970749" y="63314"/>
              <a:ext cx="526348" cy="197726"/>
            </a:xfrm>
            <a:prstGeom prst="ellipse">
              <a:avLst/>
            </a:prstGeom>
            <a:gradFill>
              <a:gsLst>
                <a:gs pos="0">
                  <a:srgbClr val="000000">
                    <a:alpha val="32527"/>
                  </a:srgbClr>
                </a:gs>
                <a:gs pos="14286">
                  <a:srgbClr val="000000">
                    <a:alpha val="30345"/>
                  </a:srgbClr>
                </a:gs>
                <a:gs pos="28571">
                  <a:srgbClr val="000000">
                    <a:alpha val="24480"/>
                  </a:srgbClr>
                </a:gs>
                <a:gs pos="42857">
                  <a:srgbClr val="000000">
                    <a:alpha val="16820"/>
                  </a:srgbClr>
                </a:gs>
                <a:gs pos="57143">
                  <a:srgbClr val="000000">
                    <a:alpha val="9701"/>
                  </a:srgbClr>
                </a:gs>
                <a:gs pos="71429">
                  <a:srgbClr val="000000">
                    <a:alpha val="4664"/>
                  </a:srgbClr>
                </a:gs>
                <a:gs pos="85714">
                  <a:srgbClr val="000000">
                    <a:alpha val="1871"/>
                  </a:srgbClr>
                </a:gs>
                <a:gs pos="100000">
                  <a:srgbClr val="000000">
                    <a:alpha val="6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4" name="Splat 1024"/>
            <p:cNvSpPr>
              <a:spLocks noGrp="1"/>
            </p:cNvSpPr>
            <p:nvPr/>
          </p:nvSpPr>
          <p:spPr>
            <a:xfrm rot="-10238183">
              <a:off x="1618162" y="2010923"/>
              <a:ext cx="233113" cy="59530"/>
            </a:xfrm>
            <a:prstGeom prst="ellipse">
              <a:avLst/>
            </a:prstGeom>
            <a:gradFill>
              <a:gsLst>
                <a:gs pos="0">
                  <a:srgbClr val="D4CDC4">
                    <a:alpha val="27917"/>
                  </a:srgbClr>
                </a:gs>
                <a:gs pos="14286">
                  <a:srgbClr val="D4CDC4">
                    <a:alpha val="25983"/>
                  </a:srgbClr>
                </a:gs>
                <a:gs pos="28571">
                  <a:srgbClr val="D4CDC4">
                    <a:alpha val="20833"/>
                  </a:srgbClr>
                </a:gs>
                <a:gs pos="42857">
                  <a:srgbClr val="D4CDC4">
                    <a:alpha val="14207"/>
                  </a:srgbClr>
                </a:gs>
                <a:gs pos="57143">
                  <a:srgbClr val="D4CDC4">
                    <a:alpha val="8140"/>
                  </a:srgbClr>
                </a:gs>
                <a:gs pos="71429">
                  <a:srgbClr val="D4CDC4">
                    <a:alpha val="3896"/>
                  </a:srgbClr>
                </a:gs>
                <a:gs pos="85714">
                  <a:srgbClr val="D4CDC4">
                    <a:alpha val="1559"/>
                  </a:srgbClr>
                </a:gs>
                <a:gs pos="100000">
                  <a:srgbClr val="D4CDC4">
                    <a:alpha val="5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5" name="Splat 1025"/>
            <p:cNvSpPr>
              <a:spLocks noGrp="1"/>
            </p:cNvSpPr>
            <p:nvPr/>
          </p:nvSpPr>
          <p:spPr>
            <a:xfrm rot="6457770">
              <a:off x="2310777" y="276269"/>
              <a:ext cx="102047" cy="78360"/>
            </a:xfrm>
            <a:prstGeom prst="ellipse">
              <a:avLst/>
            </a:prstGeom>
            <a:gradFill>
              <a:gsLst>
                <a:gs pos="0">
                  <a:srgbClr val="DCE4F0">
                    <a:alpha val="32968"/>
                  </a:srgbClr>
                </a:gs>
                <a:gs pos="14286">
                  <a:srgbClr val="DCE4F0">
                    <a:alpha val="30764"/>
                  </a:srgbClr>
                </a:gs>
                <a:gs pos="28571">
                  <a:srgbClr val="DCE4F0">
                    <a:alpha val="24833"/>
                  </a:srgbClr>
                </a:gs>
                <a:gs pos="42857">
                  <a:srgbClr val="DCE4F0">
                    <a:alpha val="17075"/>
                  </a:srgbClr>
                </a:gs>
                <a:gs pos="57143">
                  <a:srgbClr val="DCE4F0">
                    <a:alpha val="9855"/>
                  </a:srgbClr>
                </a:gs>
                <a:gs pos="71429">
                  <a:srgbClr val="DCE4F0">
                    <a:alpha val="4740"/>
                  </a:srgbClr>
                </a:gs>
                <a:gs pos="85714">
                  <a:srgbClr val="DCE4F0">
                    <a:alpha val="1902"/>
                  </a:srgbClr>
                </a:gs>
                <a:gs pos="100000">
                  <a:srgbClr val="DCE4F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6" name="Splat 1026"/>
            <p:cNvSpPr>
              <a:spLocks noGrp="1"/>
            </p:cNvSpPr>
            <p:nvPr/>
          </p:nvSpPr>
          <p:spPr>
            <a:xfrm rot="8107891">
              <a:off x="707621" y="197630"/>
              <a:ext cx="433752" cy="117586"/>
            </a:xfrm>
            <a:prstGeom prst="ellipse">
              <a:avLst/>
            </a:prstGeom>
            <a:gradFill>
              <a:gsLst>
                <a:gs pos="0">
                  <a:srgbClr val="E8D7D8">
                    <a:alpha val="14496"/>
                  </a:srgbClr>
                </a:gs>
                <a:gs pos="14286">
                  <a:srgbClr val="E8D7D8">
                    <a:alpha val="13406"/>
                  </a:srgbClr>
                </a:gs>
                <a:gs pos="28571">
                  <a:srgbClr val="E8D7D8">
                    <a:alpha val="10574"/>
                  </a:srgbClr>
                </a:gs>
                <a:gs pos="42857">
                  <a:srgbClr val="E8D7D8">
                    <a:alpha val="7068"/>
                  </a:srgbClr>
                </a:gs>
                <a:gs pos="57143">
                  <a:srgbClr val="E8D7D8">
                    <a:alpha val="3980"/>
                  </a:srgbClr>
                </a:gs>
                <a:gs pos="71429">
                  <a:srgbClr val="E8D7D8">
                    <a:alpha val="1883"/>
                  </a:srgbClr>
                </a:gs>
                <a:gs pos="85714">
                  <a:srgbClr val="E8D7D8">
                    <a:alpha val="749"/>
                  </a:srgbClr>
                </a:gs>
                <a:gs pos="100000">
                  <a:srgbClr val="E8D7D8">
                    <a:alpha val="2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7" name="Splat 1027"/>
            <p:cNvSpPr>
              <a:spLocks noGrp="1"/>
            </p:cNvSpPr>
            <p:nvPr/>
          </p:nvSpPr>
          <p:spPr>
            <a:xfrm rot="4956304">
              <a:off x="1801685" y="76702"/>
              <a:ext cx="378420" cy="116058"/>
            </a:xfrm>
            <a:prstGeom prst="ellipse">
              <a:avLst/>
            </a:prstGeom>
            <a:gradFill>
              <a:gsLst>
                <a:gs pos="0">
                  <a:srgbClr val="FFCC98">
                    <a:alpha val="32968"/>
                  </a:srgbClr>
                </a:gs>
                <a:gs pos="14286">
                  <a:srgbClr val="FFCC98">
                    <a:alpha val="30764"/>
                  </a:srgbClr>
                </a:gs>
                <a:gs pos="28571">
                  <a:srgbClr val="FFCC98">
                    <a:alpha val="24833"/>
                  </a:srgbClr>
                </a:gs>
                <a:gs pos="42857">
                  <a:srgbClr val="FFCC98">
                    <a:alpha val="17075"/>
                  </a:srgbClr>
                </a:gs>
                <a:gs pos="57143">
                  <a:srgbClr val="FFCC98">
                    <a:alpha val="9855"/>
                  </a:srgbClr>
                </a:gs>
                <a:gs pos="71429">
                  <a:srgbClr val="FFCC98">
                    <a:alpha val="4740"/>
                  </a:srgbClr>
                </a:gs>
                <a:gs pos="85714">
                  <a:srgbClr val="FFCC98">
                    <a:alpha val="1902"/>
                  </a:srgbClr>
                </a:gs>
                <a:gs pos="100000">
                  <a:srgbClr val="FFCC9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8" name="Splat 1028"/>
            <p:cNvSpPr>
              <a:spLocks noGrp="1"/>
            </p:cNvSpPr>
            <p:nvPr/>
          </p:nvSpPr>
          <p:spPr>
            <a:xfrm rot="-8824887">
              <a:off x="2770694" y="1930498"/>
              <a:ext cx="176657" cy="48132"/>
            </a:xfrm>
            <a:prstGeom prst="ellipse">
              <a:avLst/>
            </a:prstGeom>
            <a:gradFill>
              <a:gsLst>
                <a:gs pos="0">
                  <a:srgbClr val="F4D8C9">
                    <a:alpha val="32968"/>
                  </a:srgbClr>
                </a:gs>
                <a:gs pos="14286">
                  <a:srgbClr val="F4D8C9">
                    <a:alpha val="30764"/>
                  </a:srgbClr>
                </a:gs>
                <a:gs pos="28571">
                  <a:srgbClr val="F4D8C9">
                    <a:alpha val="24833"/>
                  </a:srgbClr>
                </a:gs>
                <a:gs pos="42857">
                  <a:srgbClr val="F4D8C9">
                    <a:alpha val="17075"/>
                  </a:srgbClr>
                </a:gs>
                <a:gs pos="57143">
                  <a:srgbClr val="F4D8C9">
                    <a:alpha val="9855"/>
                  </a:srgbClr>
                </a:gs>
                <a:gs pos="71429">
                  <a:srgbClr val="F4D8C9">
                    <a:alpha val="4740"/>
                  </a:srgbClr>
                </a:gs>
                <a:gs pos="85714">
                  <a:srgbClr val="F4D8C9">
                    <a:alpha val="1902"/>
                  </a:srgbClr>
                </a:gs>
                <a:gs pos="100000">
                  <a:srgbClr val="F4D8C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9" name="Splat 1029"/>
            <p:cNvSpPr>
              <a:spLocks noGrp="1"/>
            </p:cNvSpPr>
            <p:nvPr/>
          </p:nvSpPr>
          <p:spPr>
            <a:xfrm rot="9910592">
              <a:off x="1552654" y="2067316"/>
              <a:ext cx="724528" cy="96894"/>
            </a:xfrm>
            <a:prstGeom prst="ellipse">
              <a:avLst/>
            </a:prstGeom>
            <a:gradFill>
              <a:gsLst>
                <a:gs pos="0">
                  <a:srgbClr val="DFD6CC">
                    <a:alpha val="32968"/>
                  </a:srgbClr>
                </a:gs>
                <a:gs pos="14286">
                  <a:srgbClr val="DFD6CC">
                    <a:alpha val="30764"/>
                  </a:srgbClr>
                </a:gs>
                <a:gs pos="28571">
                  <a:srgbClr val="DFD6CC">
                    <a:alpha val="24833"/>
                  </a:srgbClr>
                </a:gs>
                <a:gs pos="42857">
                  <a:srgbClr val="DFD6CC">
                    <a:alpha val="17075"/>
                  </a:srgbClr>
                </a:gs>
                <a:gs pos="57143">
                  <a:srgbClr val="DFD6CC">
                    <a:alpha val="9855"/>
                  </a:srgbClr>
                </a:gs>
                <a:gs pos="71429">
                  <a:srgbClr val="DFD6CC">
                    <a:alpha val="4740"/>
                  </a:srgbClr>
                </a:gs>
                <a:gs pos="85714">
                  <a:srgbClr val="DFD6CC">
                    <a:alpha val="1902"/>
                  </a:srgbClr>
                </a:gs>
                <a:gs pos="100000">
                  <a:srgbClr val="DFD6C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0" name="Splat 1030"/>
            <p:cNvSpPr>
              <a:spLocks noGrp="1"/>
            </p:cNvSpPr>
            <p:nvPr/>
          </p:nvSpPr>
          <p:spPr>
            <a:xfrm rot="3919864">
              <a:off x="2572905" y="1679348"/>
              <a:ext cx="776983" cy="5773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1" name="Splat 1031"/>
            <p:cNvSpPr>
              <a:spLocks noGrp="1"/>
            </p:cNvSpPr>
            <p:nvPr/>
          </p:nvSpPr>
          <p:spPr>
            <a:xfrm rot="3993275">
              <a:off x="2272344" y="604277"/>
              <a:ext cx="149612" cy="66583"/>
            </a:xfrm>
            <a:prstGeom prst="ellipse">
              <a:avLst/>
            </a:prstGeom>
            <a:gradFill>
              <a:gsLst>
                <a:gs pos="0">
                  <a:srgbClr val="F1FDFF">
                    <a:alpha val="32968"/>
                  </a:srgbClr>
                </a:gs>
                <a:gs pos="14286">
                  <a:srgbClr val="F1FDFF">
                    <a:alpha val="30764"/>
                  </a:srgbClr>
                </a:gs>
                <a:gs pos="28571">
                  <a:srgbClr val="F1FDFF">
                    <a:alpha val="24833"/>
                  </a:srgbClr>
                </a:gs>
                <a:gs pos="42857">
                  <a:srgbClr val="F1FDFF">
                    <a:alpha val="17075"/>
                  </a:srgbClr>
                </a:gs>
                <a:gs pos="57143">
                  <a:srgbClr val="F1FDFF">
                    <a:alpha val="9855"/>
                  </a:srgbClr>
                </a:gs>
                <a:gs pos="71429">
                  <a:srgbClr val="F1FDFF">
                    <a:alpha val="4740"/>
                  </a:srgbClr>
                </a:gs>
                <a:gs pos="85714">
                  <a:srgbClr val="F1FDFF">
                    <a:alpha val="1902"/>
                  </a:srgbClr>
                </a:gs>
                <a:gs pos="100000">
                  <a:srgbClr val="F1FD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2" name="Splat 1032"/>
            <p:cNvSpPr>
              <a:spLocks noGrp="1"/>
            </p:cNvSpPr>
            <p:nvPr/>
          </p:nvSpPr>
          <p:spPr>
            <a:xfrm rot="5653546">
              <a:off x="2743253" y="1103131"/>
              <a:ext cx="635185" cy="65816"/>
            </a:xfrm>
            <a:prstGeom prst="ellipse">
              <a:avLst/>
            </a:prstGeom>
            <a:gradFill>
              <a:gsLst>
                <a:gs pos="0">
                  <a:srgbClr val="FCBC95">
                    <a:alpha val="32968"/>
                  </a:srgbClr>
                </a:gs>
                <a:gs pos="14286">
                  <a:srgbClr val="FCBC95">
                    <a:alpha val="30764"/>
                  </a:srgbClr>
                </a:gs>
                <a:gs pos="28571">
                  <a:srgbClr val="FCBC95">
                    <a:alpha val="24833"/>
                  </a:srgbClr>
                </a:gs>
                <a:gs pos="42857">
                  <a:srgbClr val="FCBC95">
                    <a:alpha val="17075"/>
                  </a:srgbClr>
                </a:gs>
                <a:gs pos="57143">
                  <a:srgbClr val="FCBC95">
                    <a:alpha val="9855"/>
                  </a:srgbClr>
                </a:gs>
                <a:gs pos="71429">
                  <a:srgbClr val="FCBC95">
                    <a:alpha val="4740"/>
                  </a:srgbClr>
                </a:gs>
                <a:gs pos="85714">
                  <a:srgbClr val="FCBC95">
                    <a:alpha val="1902"/>
                  </a:srgbClr>
                </a:gs>
                <a:gs pos="100000">
                  <a:srgbClr val="FCBC9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3" name="Splat 1033"/>
            <p:cNvSpPr>
              <a:spLocks noGrp="1"/>
            </p:cNvSpPr>
            <p:nvPr/>
          </p:nvSpPr>
          <p:spPr>
            <a:xfrm rot="5762582">
              <a:off x="2982135" y="1027772"/>
              <a:ext cx="787470" cy="8813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4" name="Splat 1034"/>
            <p:cNvSpPr>
              <a:spLocks noGrp="1"/>
            </p:cNvSpPr>
            <p:nvPr/>
          </p:nvSpPr>
          <p:spPr>
            <a:xfrm rot="-9815925">
              <a:off x="1690521" y="244016"/>
              <a:ext cx="700068" cy="61871"/>
            </a:xfrm>
            <a:prstGeom prst="ellipse">
              <a:avLst/>
            </a:prstGeom>
            <a:gradFill>
              <a:gsLst>
                <a:gs pos="0">
                  <a:srgbClr val="0B0000">
                    <a:alpha val="32968"/>
                  </a:srgbClr>
                </a:gs>
                <a:gs pos="14286">
                  <a:srgbClr val="0B0000">
                    <a:alpha val="30764"/>
                  </a:srgbClr>
                </a:gs>
                <a:gs pos="28571">
                  <a:srgbClr val="0B0000">
                    <a:alpha val="24833"/>
                  </a:srgbClr>
                </a:gs>
                <a:gs pos="42857">
                  <a:srgbClr val="0B0000">
                    <a:alpha val="17075"/>
                  </a:srgbClr>
                </a:gs>
                <a:gs pos="57143">
                  <a:srgbClr val="0B0000">
                    <a:alpha val="9855"/>
                  </a:srgbClr>
                </a:gs>
                <a:gs pos="71429">
                  <a:srgbClr val="0B0000">
                    <a:alpha val="4740"/>
                  </a:srgbClr>
                </a:gs>
                <a:gs pos="85714">
                  <a:srgbClr val="0B0000">
                    <a:alpha val="1902"/>
                  </a:srgbClr>
                </a:gs>
                <a:gs pos="100000">
                  <a:srgbClr val="0B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5" name="Splat 1035"/>
            <p:cNvSpPr>
              <a:spLocks noGrp="1"/>
            </p:cNvSpPr>
            <p:nvPr/>
          </p:nvSpPr>
          <p:spPr>
            <a:xfrm rot="-10421766">
              <a:off x="1839255" y="2085000"/>
              <a:ext cx="762423" cy="138273"/>
            </a:xfrm>
            <a:prstGeom prst="ellipse">
              <a:avLst/>
            </a:prstGeom>
            <a:gradFill>
              <a:gsLst>
                <a:gs pos="0">
                  <a:srgbClr val="D7C9C0">
                    <a:alpha val="32968"/>
                  </a:srgbClr>
                </a:gs>
                <a:gs pos="14286">
                  <a:srgbClr val="D7C9C0">
                    <a:alpha val="30764"/>
                  </a:srgbClr>
                </a:gs>
                <a:gs pos="28571">
                  <a:srgbClr val="D7C9C0">
                    <a:alpha val="24833"/>
                  </a:srgbClr>
                </a:gs>
                <a:gs pos="42857">
                  <a:srgbClr val="D7C9C0">
                    <a:alpha val="17075"/>
                  </a:srgbClr>
                </a:gs>
                <a:gs pos="57143">
                  <a:srgbClr val="D7C9C0">
                    <a:alpha val="9855"/>
                  </a:srgbClr>
                </a:gs>
                <a:gs pos="71429">
                  <a:srgbClr val="D7C9C0">
                    <a:alpha val="4740"/>
                  </a:srgbClr>
                </a:gs>
                <a:gs pos="85714">
                  <a:srgbClr val="D7C9C0">
                    <a:alpha val="1902"/>
                  </a:srgbClr>
                </a:gs>
                <a:gs pos="100000">
                  <a:srgbClr val="D7C9C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6" name="Splat 1036"/>
            <p:cNvSpPr>
              <a:spLocks noGrp="1"/>
            </p:cNvSpPr>
            <p:nvPr/>
          </p:nvSpPr>
          <p:spPr>
            <a:xfrm rot="2939429">
              <a:off x="611741" y="1677688"/>
              <a:ext cx="443847" cy="3844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7" name="Splat 1037"/>
            <p:cNvSpPr>
              <a:spLocks noGrp="1"/>
            </p:cNvSpPr>
            <p:nvPr/>
          </p:nvSpPr>
          <p:spPr>
            <a:xfrm rot="3140672">
              <a:off x="682918" y="1705478"/>
              <a:ext cx="208971" cy="45775"/>
            </a:xfrm>
            <a:prstGeom prst="ellipse">
              <a:avLst/>
            </a:prstGeom>
            <a:gradFill>
              <a:gsLst>
                <a:gs pos="0">
                  <a:srgbClr val="FFF8F0">
                    <a:alpha val="32968"/>
                  </a:srgbClr>
                </a:gs>
                <a:gs pos="14286">
                  <a:srgbClr val="FFF8F0">
                    <a:alpha val="30764"/>
                  </a:srgbClr>
                </a:gs>
                <a:gs pos="28571">
                  <a:srgbClr val="FFF8F0">
                    <a:alpha val="24833"/>
                  </a:srgbClr>
                </a:gs>
                <a:gs pos="42857">
                  <a:srgbClr val="FFF8F0">
                    <a:alpha val="17075"/>
                  </a:srgbClr>
                </a:gs>
                <a:gs pos="57143">
                  <a:srgbClr val="FFF8F0">
                    <a:alpha val="9855"/>
                  </a:srgbClr>
                </a:gs>
                <a:gs pos="71429">
                  <a:srgbClr val="FFF8F0">
                    <a:alpha val="4740"/>
                  </a:srgbClr>
                </a:gs>
                <a:gs pos="85714">
                  <a:srgbClr val="FFF8F0">
                    <a:alpha val="1902"/>
                  </a:srgbClr>
                </a:gs>
                <a:gs pos="100000">
                  <a:srgbClr val="FFF8F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8" name="Splat 1038"/>
            <p:cNvSpPr>
              <a:spLocks noGrp="1"/>
            </p:cNvSpPr>
            <p:nvPr/>
          </p:nvSpPr>
          <p:spPr>
            <a:xfrm rot="-10021515">
              <a:off x="1274691" y="604083"/>
              <a:ext cx="578116" cy="16182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9" name="Splat 1039"/>
            <p:cNvSpPr>
              <a:spLocks noGrp="1"/>
            </p:cNvSpPr>
            <p:nvPr/>
          </p:nvSpPr>
          <p:spPr>
            <a:xfrm rot="6161723">
              <a:off x="2653607" y="982342"/>
              <a:ext cx="566842" cy="167817"/>
            </a:xfrm>
            <a:prstGeom prst="ellipse">
              <a:avLst/>
            </a:prstGeom>
            <a:gradFill>
              <a:gsLst>
                <a:gs pos="0">
                  <a:srgbClr val="FF1B00">
                    <a:alpha val="32968"/>
                  </a:srgbClr>
                </a:gs>
                <a:gs pos="14286">
                  <a:srgbClr val="FF1B00">
                    <a:alpha val="30764"/>
                  </a:srgbClr>
                </a:gs>
                <a:gs pos="28571">
                  <a:srgbClr val="FF1B00">
                    <a:alpha val="24833"/>
                  </a:srgbClr>
                </a:gs>
                <a:gs pos="42857">
                  <a:srgbClr val="FF1B00">
                    <a:alpha val="17075"/>
                  </a:srgbClr>
                </a:gs>
                <a:gs pos="57143">
                  <a:srgbClr val="FF1B00">
                    <a:alpha val="9855"/>
                  </a:srgbClr>
                </a:gs>
                <a:gs pos="71429">
                  <a:srgbClr val="FF1B00">
                    <a:alpha val="4740"/>
                  </a:srgbClr>
                </a:gs>
                <a:gs pos="85714">
                  <a:srgbClr val="FF1B00">
                    <a:alpha val="1902"/>
                  </a:srgbClr>
                </a:gs>
                <a:gs pos="100000">
                  <a:srgbClr val="FF1B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0" name="Splat 1040"/>
            <p:cNvSpPr>
              <a:spLocks noGrp="1"/>
            </p:cNvSpPr>
            <p:nvPr/>
          </p:nvSpPr>
          <p:spPr>
            <a:xfrm rot="-10739753">
              <a:off x="1670774" y="33945"/>
              <a:ext cx="769139" cy="3255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1" name="Splat 1041"/>
            <p:cNvSpPr>
              <a:spLocks noGrp="1"/>
            </p:cNvSpPr>
            <p:nvPr/>
          </p:nvSpPr>
          <p:spPr>
            <a:xfrm rot="3424122">
              <a:off x="2897296" y="1645970"/>
              <a:ext cx="539981" cy="12925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2" name="Splat 1042"/>
            <p:cNvSpPr>
              <a:spLocks noGrp="1"/>
            </p:cNvSpPr>
            <p:nvPr/>
          </p:nvSpPr>
          <p:spPr>
            <a:xfrm rot="-10710711">
              <a:off x="1517129" y="503683"/>
              <a:ext cx="667878" cy="5482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3" name="Splat 1043"/>
            <p:cNvSpPr>
              <a:spLocks noGrp="1"/>
            </p:cNvSpPr>
            <p:nvPr/>
          </p:nvSpPr>
          <p:spPr>
            <a:xfrm rot="7277422">
              <a:off x="2906883" y="1679510"/>
              <a:ext cx="709992" cy="427071"/>
            </a:xfrm>
            <a:prstGeom prst="ellipse">
              <a:avLst/>
            </a:prstGeom>
            <a:gradFill>
              <a:gsLst>
                <a:gs pos="0">
                  <a:srgbClr val="1C0000">
                    <a:alpha val="32968"/>
                  </a:srgbClr>
                </a:gs>
                <a:gs pos="14286">
                  <a:srgbClr val="1C0000">
                    <a:alpha val="30764"/>
                  </a:srgbClr>
                </a:gs>
                <a:gs pos="28571">
                  <a:srgbClr val="1C0000">
                    <a:alpha val="24833"/>
                  </a:srgbClr>
                </a:gs>
                <a:gs pos="42857">
                  <a:srgbClr val="1C0000">
                    <a:alpha val="17075"/>
                  </a:srgbClr>
                </a:gs>
                <a:gs pos="57143">
                  <a:srgbClr val="1C0000">
                    <a:alpha val="9855"/>
                  </a:srgbClr>
                </a:gs>
                <a:gs pos="71429">
                  <a:srgbClr val="1C0000">
                    <a:alpha val="4740"/>
                  </a:srgbClr>
                </a:gs>
                <a:gs pos="85714">
                  <a:srgbClr val="1C0000">
                    <a:alpha val="1902"/>
                  </a:srgbClr>
                </a:gs>
                <a:gs pos="100000">
                  <a:srgbClr val="1C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4" name="Splat 1044"/>
            <p:cNvSpPr>
              <a:spLocks noGrp="1"/>
            </p:cNvSpPr>
            <p:nvPr/>
          </p:nvSpPr>
          <p:spPr>
            <a:xfrm rot="5433552">
              <a:off x="566547" y="202812"/>
              <a:ext cx="664332" cy="22185"/>
            </a:xfrm>
            <a:prstGeom prst="ellipse">
              <a:avLst/>
            </a:prstGeom>
            <a:gradFill>
              <a:gsLst>
                <a:gs pos="0">
                  <a:srgbClr val="FFF7F7">
                    <a:alpha val="32968"/>
                  </a:srgbClr>
                </a:gs>
                <a:gs pos="14286">
                  <a:srgbClr val="FFF7F7">
                    <a:alpha val="30764"/>
                  </a:srgbClr>
                </a:gs>
                <a:gs pos="28571">
                  <a:srgbClr val="FFF7F7">
                    <a:alpha val="24833"/>
                  </a:srgbClr>
                </a:gs>
                <a:gs pos="42857">
                  <a:srgbClr val="FFF7F7">
                    <a:alpha val="17075"/>
                  </a:srgbClr>
                </a:gs>
                <a:gs pos="57143">
                  <a:srgbClr val="FFF7F7">
                    <a:alpha val="9855"/>
                  </a:srgbClr>
                </a:gs>
                <a:gs pos="71429">
                  <a:srgbClr val="FFF7F7">
                    <a:alpha val="4740"/>
                  </a:srgbClr>
                </a:gs>
                <a:gs pos="85714">
                  <a:srgbClr val="FFF7F7">
                    <a:alpha val="1902"/>
                  </a:srgbClr>
                </a:gs>
                <a:gs pos="100000">
                  <a:srgbClr val="FFF7F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5" name="Splat 1045"/>
            <p:cNvSpPr>
              <a:spLocks noGrp="1"/>
            </p:cNvSpPr>
            <p:nvPr/>
          </p:nvSpPr>
          <p:spPr>
            <a:xfrm rot="5974308">
              <a:off x="1653814" y="1245011"/>
              <a:ext cx="621703" cy="67121"/>
            </a:xfrm>
            <a:prstGeom prst="ellipse">
              <a:avLst/>
            </a:prstGeom>
            <a:gradFill>
              <a:gsLst>
                <a:gs pos="0">
                  <a:srgbClr val="110900">
                    <a:alpha val="32968"/>
                  </a:srgbClr>
                </a:gs>
                <a:gs pos="14286">
                  <a:srgbClr val="110900">
                    <a:alpha val="30764"/>
                  </a:srgbClr>
                </a:gs>
                <a:gs pos="28571">
                  <a:srgbClr val="110900">
                    <a:alpha val="24833"/>
                  </a:srgbClr>
                </a:gs>
                <a:gs pos="42857">
                  <a:srgbClr val="110900">
                    <a:alpha val="17075"/>
                  </a:srgbClr>
                </a:gs>
                <a:gs pos="57143">
                  <a:srgbClr val="110900">
                    <a:alpha val="9855"/>
                  </a:srgbClr>
                </a:gs>
                <a:gs pos="71429">
                  <a:srgbClr val="110900">
                    <a:alpha val="4740"/>
                  </a:srgbClr>
                </a:gs>
                <a:gs pos="85714">
                  <a:srgbClr val="110900">
                    <a:alpha val="1902"/>
                  </a:srgbClr>
                </a:gs>
                <a:gs pos="100000">
                  <a:srgbClr val="1109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6" name="Splat 1046"/>
            <p:cNvSpPr>
              <a:spLocks noGrp="1"/>
            </p:cNvSpPr>
            <p:nvPr/>
          </p:nvSpPr>
          <p:spPr>
            <a:xfrm rot="-8331426">
              <a:off x="1942243" y="853102"/>
              <a:ext cx="572690" cy="31704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7" name="Splat 1047"/>
            <p:cNvSpPr>
              <a:spLocks noGrp="1"/>
            </p:cNvSpPr>
            <p:nvPr/>
          </p:nvSpPr>
          <p:spPr>
            <a:xfrm rot="5592628">
              <a:off x="2246536" y="200416"/>
              <a:ext cx="470998" cy="9990"/>
            </a:xfrm>
            <a:prstGeom prst="ellipse">
              <a:avLst/>
            </a:prstGeom>
            <a:gradFill>
              <a:gsLst>
                <a:gs pos="0">
                  <a:srgbClr val="FFD99B">
                    <a:alpha val="32968"/>
                  </a:srgbClr>
                </a:gs>
                <a:gs pos="14286">
                  <a:srgbClr val="FFD99B">
                    <a:alpha val="30764"/>
                  </a:srgbClr>
                </a:gs>
                <a:gs pos="28571">
                  <a:srgbClr val="FFD99B">
                    <a:alpha val="24833"/>
                  </a:srgbClr>
                </a:gs>
                <a:gs pos="42857">
                  <a:srgbClr val="FFD99B">
                    <a:alpha val="17075"/>
                  </a:srgbClr>
                </a:gs>
                <a:gs pos="57143">
                  <a:srgbClr val="FFD99B">
                    <a:alpha val="9855"/>
                  </a:srgbClr>
                </a:gs>
                <a:gs pos="71429">
                  <a:srgbClr val="FFD99B">
                    <a:alpha val="4740"/>
                  </a:srgbClr>
                </a:gs>
                <a:gs pos="85714">
                  <a:srgbClr val="FFD99B">
                    <a:alpha val="1902"/>
                  </a:srgbClr>
                </a:gs>
                <a:gs pos="100000">
                  <a:srgbClr val="FFD99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8" name="Splat 1048"/>
            <p:cNvSpPr>
              <a:spLocks noGrp="1"/>
            </p:cNvSpPr>
            <p:nvPr/>
          </p:nvSpPr>
          <p:spPr>
            <a:xfrm rot="6425697">
              <a:off x="231586" y="1044101"/>
              <a:ext cx="683307" cy="8377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9" name="Splat 1049"/>
            <p:cNvSpPr>
              <a:spLocks noGrp="1"/>
            </p:cNvSpPr>
            <p:nvPr/>
          </p:nvSpPr>
          <p:spPr>
            <a:xfrm rot="6742658">
              <a:off x="-303997" y="39813"/>
              <a:ext cx="741783" cy="409685"/>
            </a:xfrm>
            <a:prstGeom prst="ellipse">
              <a:avLst/>
            </a:prstGeom>
            <a:gradFill>
              <a:gsLst>
                <a:gs pos="0">
                  <a:srgbClr val="590000">
                    <a:alpha val="32968"/>
                  </a:srgbClr>
                </a:gs>
                <a:gs pos="14286">
                  <a:srgbClr val="590000">
                    <a:alpha val="30764"/>
                  </a:srgbClr>
                </a:gs>
                <a:gs pos="28571">
                  <a:srgbClr val="590000">
                    <a:alpha val="24833"/>
                  </a:srgbClr>
                </a:gs>
                <a:gs pos="42857">
                  <a:srgbClr val="590000">
                    <a:alpha val="17075"/>
                  </a:srgbClr>
                </a:gs>
                <a:gs pos="57143">
                  <a:srgbClr val="590000">
                    <a:alpha val="9855"/>
                  </a:srgbClr>
                </a:gs>
                <a:gs pos="71429">
                  <a:srgbClr val="590000">
                    <a:alpha val="4740"/>
                  </a:srgbClr>
                </a:gs>
                <a:gs pos="85714">
                  <a:srgbClr val="590000">
                    <a:alpha val="1902"/>
                  </a:srgbClr>
                </a:gs>
                <a:gs pos="100000">
                  <a:srgbClr val="59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0" name="Splat 1050"/>
            <p:cNvSpPr>
              <a:spLocks noGrp="1"/>
            </p:cNvSpPr>
            <p:nvPr/>
          </p:nvSpPr>
          <p:spPr>
            <a:xfrm rot="-8751134">
              <a:off x="983620" y="791158"/>
              <a:ext cx="654099" cy="327702"/>
            </a:xfrm>
            <a:prstGeom prst="ellipse">
              <a:avLst/>
            </a:prstGeom>
            <a:gradFill>
              <a:gsLst>
                <a:gs pos="0">
                  <a:srgbClr val="200000">
                    <a:alpha val="32968"/>
                  </a:srgbClr>
                </a:gs>
                <a:gs pos="14286">
                  <a:srgbClr val="200000">
                    <a:alpha val="30764"/>
                  </a:srgbClr>
                </a:gs>
                <a:gs pos="28571">
                  <a:srgbClr val="200000">
                    <a:alpha val="24833"/>
                  </a:srgbClr>
                </a:gs>
                <a:gs pos="42857">
                  <a:srgbClr val="200000">
                    <a:alpha val="17075"/>
                  </a:srgbClr>
                </a:gs>
                <a:gs pos="57143">
                  <a:srgbClr val="200000">
                    <a:alpha val="9855"/>
                  </a:srgbClr>
                </a:gs>
                <a:gs pos="71429">
                  <a:srgbClr val="200000">
                    <a:alpha val="4740"/>
                  </a:srgbClr>
                </a:gs>
                <a:gs pos="85714">
                  <a:srgbClr val="200000">
                    <a:alpha val="1902"/>
                  </a:srgbClr>
                </a:gs>
                <a:gs pos="100000">
                  <a:srgbClr val="2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1" name="Splat 1051"/>
            <p:cNvSpPr>
              <a:spLocks noGrp="1"/>
            </p:cNvSpPr>
            <p:nvPr/>
          </p:nvSpPr>
          <p:spPr>
            <a:xfrm rot="7620626">
              <a:off x="1003803" y="1467731"/>
              <a:ext cx="290343" cy="8964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2" name="Splat 1052"/>
            <p:cNvSpPr>
              <a:spLocks noGrp="1"/>
            </p:cNvSpPr>
            <p:nvPr/>
          </p:nvSpPr>
          <p:spPr>
            <a:xfrm rot="5852368">
              <a:off x="1306416" y="1587042"/>
              <a:ext cx="653966" cy="2906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3" name="Splat 1053"/>
            <p:cNvSpPr>
              <a:spLocks noGrp="1"/>
            </p:cNvSpPr>
            <p:nvPr/>
          </p:nvSpPr>
          <p:spPr>
            <a:xfrm rot="6063122">
              <a:off x="2242554" y="40359"/>
              <a:ext cx="610248" cy="40269"/>
            </a:xfrm>
            <a:prstGeom prst="ellipse">
              <a:avLst/>
            </a:prstGeom>
            <a:gradFill>
              <a:gsLst>
                <a:gs pos="0">
                  <a:srgbClr val="360000">
                    <a:alpha val="32968"/>
                  </a:srgbClr>
                </a:gs>
                <a:gs pos="14286">
                  <a:srgbClr val="360000">
                    <a:alpha val="30764"/>
                  </a:srgbClr>
                </a:gs>
                <a:gs pos="28571">
                  <a:srgbClr val="360000">
                    <a:alpha val="24833"/>
                  </a:srgbClr>
                </a:gs>
                <a:gs pos="42857">
                  <a:srgbClr val="360000">
                    <a:alpha val="17075"/>
                  </a:srgbClr>
                </a:gs>
                <a:gs pos="57143">
                  <a:srgbClr val="360000">
                    <a:alpha val="9855"/>
                  </a:srgbClr>
                </a:gs>
                <a:gs pos="71429">
                  <a:srgbClr val="360000">
                    <a:alpha val="4740"/>
                  </a:srgbClr>
                </a:gs>
                <a:gs pos="85714">
                  <a:srgbClr val="360000">
                    <a:alpha val="1902"/>
                  </a:srgbClr>
                </a:gs>
                <a:gs pos="100000">
                  <a:srgbClr val="36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4" name="Splat 1054"/>
            <p:cNvSpPr>
              <a:spLocks noGrp="1"/>
            </p:cNvSpPr>
            <p:nvPr/>
          </p:nvSpPr>
          <p:spPr>
            <a:xfrm rot="-9039889">
              <a:off x="968142" y="1711577"/>
              <a:ext cx="685493" cy="16433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5" name="Splat 1055"/>
            <p:cNvSpPr>
              <a:spLocks noGrp="1"/>
            </p:cNvSpPr>
            <p:nvPr/>
          </p:nvSpPr>
          <p:spPr>
            <a:xfrm rot="9694770">
              <a:off x="1403810" y="562946"/>
              <a:ext cx="708870" cy="49547"/>
            </a:xfrm>
            <a:prstGeom prst="ellipse">
              <a:avLst/>
            </a:prstGeom>
            <a:gradFill>
              <a:gsLst>
                <a:gs pos="0">
                  <a:srgbClr val="050000">
                    <a:alpha val="32968"/>
                  </a:srgbClr>
                </a:gs>
                <a:gs pos="14286">
                  <a:srgbClr val="050000">
                    <a:alpha val="30764"/>
                  </a:srgbClr>
                </a:gs>
                <a:gs pos="28571">
                  <a:srgbClr val="050000">
                    <a:alpha val="24833"/>
                  </a:srgbClr>
                </a:gs>
                <a:gs pos="42857">
                  <a:srgbClr val="050000">
                    <a:alpha val="17075"/>
                  </a:srgbClr>
                </a:gs>
                <a:gs pos="57143">
                  <a:srgbClr val="050000">
                    <a:alpha val="9855"/>
                  </a:srgbClr>
                </a:gs>
                <a:gs pos="71429">
                  <a:srgbClr val="050000">
                    <a:alpha val="4740"/>
                  </a:srgbClr>
                </a:gs>
                <a:gs pos="85714">
                  <a:srgbClr val="050000">
                    <a:alpha val="1902"/>
                  </a:srgbClr>
                </a:gs>
                <a:gs pos="100000">
                  <a:srgbClr val="05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6" name="Splat 1056"/>
            <p:cNvSpPr>
              <a:spLocks noGrp="1"/>
            </p:cNvSpPr>
            <p:nvPr/>
          </p:nvSpPr>
          <p:spPr>
            <a:xfrm rot="-8157973">
              <a:off x="559208" y="919161"/>
              <a:ext cx="430488" cy="5218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7" name="Splat 1057"/>
            <p:cNvSpPr>
              <a:spLocks noGrp="1"/>
            </p:cNvSpPr>
            <p:nvPr/>
          </p:nvSpPr>
          <p:spPr>
            <a:xfrm rot="9836417">
              <a:off x="2000162" y="1085292"/>
              <a:ext cx="804685" cy="61304"/>
            </a:xfrm>
            <a:prstGeom prst="ellipse">
              <a:avLst/>
            </a:prstGeom>
            <a:gradFill>
              <a:gsLst>
                <a:gs pos="0">
                  <a:srgbClr val="00000A">
                    <a:alpha val="32968"/>
                  </a:srgbClr>
                </a:gs>
                <a:gs pos="14286">
                  <a:srgbClr val="00000A">
                    <a:alpha val="30764"/>
                  </a:srgbClr>
                </a:gs>
                <a:gs pos="28571">
                  <a:srgbClr val="00000A">
                    <a:alpha val="24833"/>
                  </a:srgbClr>
                </a:gs>
                <a:gs pos="42857">
                  <a:srgbClr val="00000A">
                    <a:alpha val="17075"/>
                  </a:srgbClr>
                </a:gs>
                <a:gs pos="57143">
                  <a:srgbClr val="00000A">
                    <a:alpha val="9855"/>
                  </a:srgbClr>
                </a:gs>
                <a:gs pos="71429">
                  <a:srgbClr val="00000A">
                    <a:alpha val="4740"/>
                  </a:srgbClr>
                </a:gs>
                <a:gs pos="85714">
                  <a:srgbClr val="00000A">
                    <a:alpha val="1902"/>
                  </a:srgbClr>
                </a:gs>
                <a:gs pos="100000">
                  <a:srgbClr val="00000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8" name="Splat 1058"/>
            <p:cNvSpPr>
              <a:spLocks noGrp="1"/>
            </p:cNvSpPr>
            <p:nvPr/>
          </p:nvSpPr>
          <p:spPr>
            <a:xfrm rot="5455321">
              <a:off x="1336789" y="180758"/>
              <a:ext cx="732936" cy="30745"/>
            </a:xfrm>
            <a:prstGeom prst="ellipse">
              <a:avLst/>
            </a:prstGeom>
            <a:gradFill>
              <a:gsLst>
                <a:gs pos="0">
                  <a:srgbClr val="B4BED5">
                    <a:alpha val="32968"/>
                  </a:srgbClr>
                </a:gs>
                <a:gs pos="14286">
                  <a:srgbClr val="B4BED5">
                    <a:alpha val="30764"/>
                  </a:srgbClr>
                </a:gs>
                <a:gs pos="28571">
                  <a:srgbClr val="B4BED5">
                    <a:alpha val="24833"/>
                  </a:srgbClr>
                </a:gs>
                <a:gs pos="42857">
                  <a:srgbClr val="B4BED5">
                    <a:alpha val="17075"/>
                  </a:srgbClr>
                </a:gs>
                <a:gs pos="57143">
                  <a:srgbClr val="B4BED5">
                    <a:alpha val="9855"/>
                  </a:srgbClr>
                </a:gs>
                <a:gs pos="71429">
                  <a:srgbClr val="B4BED5">
                    <a:alpha val="4740"/>
                  </a:srgbClr>
                </a:gs>
                <a:gs pos="85714">
                  <a:srgbClr val="B4BED5">
                    <a:alpha val="1902"/>
                  </a:srgbClr>
                </a:gs>
                <a:gs pos="100000">
                  <a:srgbClr val="B4BED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9" name="Splat 1059"/>
            <p:cNvSpPr>
              <a:spLocks noGrp="1"/>
            </p:cNvSpPr>
            <p:nvPr/>
          </p:nvSpPr>
          <p:spPr>
            <a:xfrm rot="5497852">
              <a:off x="3102663" y="1953842"/>
              <a:ext cx="213186" cy="32861"/>
            </a:xfrm>
            <a:prstGeom prst="ellipse">
              <a:avLst/>
            </a:prstGeom>
            <a:gradFill>
              <a:gsLst>
                <a:gs pos="0">
                  <a:srgbClr val="FFF4F0">
                    <a:alpha val="32968"/>
                  </a:srgbClr>
                </a:gs>
                <a:gs pos="14286">
                  <a:srgbClr val="FFF4F0">
                    <a:alpha val="30764"/>
                  </a:srgbClr>
                </a:gs>
                <a:gs pos="28571">
                  <a:srgbClr val="FFF4F0">
                    <a:alpha val="24833"/>
                  </a:srgbClr>
                </a:gs>
                <a:gs pos="42857">
                  <a:srgbClr val="FFF4F0">
                    <a:alpha val="17075"/>
                  </a:srgbClr>
                </a:gs>
                <a:gs pos="57143">
                  <a:srgbClr val="FFF4F0">
                    <a:alpha val="9855"/>
                  </a:srgbClr>
                </a:gs>
                <a:gs pos="71429">
                  <a:srgbClr val="FFF4F0">
                    <a:alpha val="4740"/>
                  </a:srgbClr>
                </a:gs>
                <a:gs pos="85714">
                  <a:srgbClr val="FFF4F0">
                    <a:alpha val="1902"/>
                  </a:srgbClr>
                </a:gs>
                <a:gs pos="100000">
                  <a:srgbClr val="FFF4F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0" name="Splat 1060"/>
            <p:cNvSpPr>
              <a:spLocks noGrp="1"/>
            </p:cNvSpPr>
            <p:nvPr/>
          </p:nvSpPr>
          <p:spPr>
            <a:xfrm rot="-8647163">
              <a:off x="487095" y="1868551"/>
              <a:ext cx="771970" cy="10331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1" name="Splat 1061"/>
            <p:cNvSpPr>
              <a:spLocks noGrp="1"/>
            </p:cNvSpPr>
            <p:nvPr/>
          </p:nvSpPr>
          <p:spPr>
            <a:xfrm rot="-10278755">
              <a:off x="2998104" y="1352466"/>
              <a:ext cx="583318" cy="103837"/>
            </a:xfrm>
            <a:prstGeom prst="ellipse">
              <a:avLst/>
            </a:prstGeom>
            <a:gradFill>
              <a:gsLst>
                <a:gs pos="0">
                  <a:srgbClr val="007292">
                    <a:alpha val="32968"/>
                  </a:srgbClr>
                </a:gs>
                <a:gs pos="14286">
                  <a:srgbClr val="007292">
                    <a:alpha val="30764"/>
                  </a:srgbClr>
                </a:gs>
                <a:gs pos="28571">
                  <a:srgbClr val="007292">
                    <a:alpha val="24833"/>
                  </a:srgbClr>
                </a:gs>
                <a:gs pos="42857">
                  <a:srgbClr val="007292">
                    <a:alpha val="17075"/>
                  </a:srgbClr>
                </a:gs>
                <a:gs pos="57143">
                  <a:srgbClr val="007292">
                    <a:alpha val="9855"/>
                  </a:srgbClr>
                </a:gs>
                <a:gs pos="71429">
                  <a:srgbClr val="007292">
                    <a:alpha val="4740"/>
                  </a:srgbClr>
                </a:gs>
                <a:gs pos="85714">
                  <a:srgbClr val="007292">
                    <a:alpha val="1902"/>
                  </a:srgbClr>
                </a:gs>
                <a:gs pos="100000">
                  <a:srgbClr val="00729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2" name="Splat 1062"/>
            <p:cNvSpPr>
              <a:spLocks noGrp="1"/>
            </p:cNvSpPr>
            <p:nvPr/>
          </p:nvSpPr>
          <p:spPr>
            <a:xfrm rot="5436091">
              <a:off x="1058293" y="145354"/>
              <a:ext cx="765660" cy="66160"/>
            </a:xfrm>
            <a:prstGeom prst="ellipse">
              <a:avLst/>
            </a:prstGeom>
            <a:gradFill>
              <a:gsLst>
                <a:gs pos="0">
                  <a:srgbClr val="E0E5EE">
                    <a:alpha val="32968"/>
                  </a:srgbClr>
                </a:gs>
                <a:gs pos="14286">
                  <a:srgbClr val="E0E5EE">
                    <a:alpha val="30764"/>
                  </a:srgbClr>
                </a:gs>
                <a:gs pos="28571">
                  <a:srgbClr val="E0E5EE">
                    <a:alpha val="24833"/>
                  </a:srgbClr>
                </a:gs>
                <a:gs pos="42857">
                  <a:srgbClr val="E0E5EE">
                    <a:alpha val="17075"/>
                  </a:srgbClr>
                </a:gs>
                <a:gs pos="57143">
                  <a:srgbClr val="E0E5EE">
                    <a:alpha val="9855"/>
                  </a:srgbClr>
                </a:gs>
                <a:gs pos="71429">
                  <a:srgbClr val="E0E5EE">
                    <a:alpha val="4740"/>
                  </a:srgbClr>
                </a:gs>
                <a:gs pos="85714">
                  <a:srgbClr val="E0E5EE">
                    <a:alpha val="1902"/>
                  </a:srgbClr>
                </a:gs>
                <a:gs pos="100000">
                  <a:srgbClr val="E0E5E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3" name="Splat 1063"/>
            <p:cNvSpPr>
              <a:spLocks noGrp="1"/>
            </p:cNvSpPr>
            <p:nvPr/>
          </p:nvSpPr>
          <p:spPr>
            <a:xfrm rot="7179617">
              <a:off x="1982988" y="972548"/>
              <a:ext cx="516934" cy="215310"/>
            </a:xfrm>
            <a:prstGeom prst="ellipse">
              <a:avLst/>
            </a:prstGeom>
            <a:gradFill>
              <a:gsLst>
                <a:gs pos="0">
                  <a:srgbClr val="FF0000">
                    <a:alpha val="32968"/>
                  </a:srgbClr>
                </a:gs>
                <a:gs pos="14286">
                  <a:srgbClr val="FF0000">
                    <a:alpha val="30764"/>
                  </a:srgbClr>
                </a:gs>
                <a:gs pos="28571">
                  <a:srgbClr val="FF0000">
                    <a:alpha val="24833"/>
                  </a:srgbClr>
                </a:gs>
                <a:gs pos="42857">
                  <a:srgbClr val="FF0000">
                    <a:alpha val="17075"/>
                  </a:srgbClr>
                </a:gs>
                <a:gs pos="57143">
                  <a:srgbClr val="FF0000">
                    <a:alpha val="9855"/>
                  </a:srgbClr>
                </a:gs>
                <a:gs pos="71429">
                  <a:srgbClr val="FF0000">
                    <a:alpha val="4740"/>
                  </a:srgbClr>
                </a:gs>
                <a:gs pos="85714">
                  <a:srgbClr val="FF0000">
                    <a:alpha val="1902"/>
                  </a:srgbClr>
                </a:gs>
                <a:gs pos="100000">
                  <a:srgbClr val="F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4" name="Splat 1064"/>
            <p:cNvSpPr>
              <a:spLocks noGrp="1"/>
            </p:cNvSpPr>
            <p:nvPr/>
          </p:nvSpPr>
          <p:spPr>
            <a:xfrm rot="8840429">
              <a:off x="1070094" y="1167241"/>
              <a:ext cx="796638" cy="2943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5" name="Splat 1065"/>
            <p:cNvSpPr>
              <a:spLocks noGrp="1"/>
            </p:cNvSpPr>
            <p:nvPr/>
          </p:nvSpPr>
          <p:spPr>
            <a:xfrm rot="10247066">
              <a:off x="1887583" y="839980"/>
              <a:ext cx="539208" cy="139285"/>
            </a:xfrm>
            <a:prstGeom prst="ellipse">
              <a:avLst/>
            </a:prstGeom>
            <a:gradFill>
              <a:gsLst>
                <a:gs pos="0">
                  <a:srgbClr val="FF0000">
                    <a:alpha val="32968"/>
                  </a:srgbClr>
                </a:gs>
                <a:gs pos="14286">
                  <a:srgbClr val="FF0000">
                    <a:alpha val="30764"/>
                  </a:srgbClr>
                </a:gs>
                <a:gs pos="28571">
                  <a:srgbClr val="FF0000">
                    <a:alpha val="24833"/>
                  </a:srgbClr>
                </a:gs>
                <a:gs pos="42857">
                  <a:srgbClr val="FF0000">
                    <a:alpha val="17075"/>
                  </a:srgbClr>
                </a:gs>
                <a:gs pos="57143">
                  <a:srgbClr val="FF0000">
                    <a:alpha val="9855"/>
                  </a:srgbClr>
                </a:gs>
                <a:gs pos="71429">
                  <a:srgbClr val="FF0000">
                    <a:alpha val="4740"/>
                  </a:srgbClr>
                </a:gs>
                <a:gs pos="85714">
                  <a:srgbClr val="FF0000">
                    <a:alpha val="1902"/>
                  </a:srgbClr>
                </a:gs>
                <a:gs pos="100000">
                  <a:srgbClr val="F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6" name="Splat 1066"/>
            <p:cNvSpPr>
              <a:spLocks noGrp="1"/>
            </p:cNvSpPr>
            <p:nvPr/>
          </p:nvSpPr>
          <p:spPr>
            <a:xfrm rot="5455961">
              <a:off x="1295790" y="91903"/>
              <a:ext cx="782067" cy="23736"/>
            </a:xfrm>
            <a:prstGeom prst="ellipse">
              <a:avLst/>
            </a:prstGeom>
            <a:gradFill>
              <a:gsLst>
                <a:gs pos="0">
                  <a:srgbClr val="FEFFFF">
                    <a:alpha val="32968"/>
                  </a:srgbClr>
                </a:gs>
                <a:gs pos="14286">
                  <a:srgbClr val="FEFFFF">
                    <a:alpha val="30764"/>
                  </a:srgbClr>
                </a:gs>
                <a:gs pos="28571">
                  <a:srgbClr val="FEFFFF">
                    <a:alpha val="24833"/>
                  </a:srgbClr>
                </a:gs>
                <a:gs pos="42857">
                  <a:srgbClr val="FEFFFF">
                    <a:alpha val="17075"/>
                  </a:srgbClr>
                </a:gs>
                <a:gs pos="57143">
                  <a:srgbClr val="FEFFFF">
                    <a:alpha val="9855"/>
                  </a:srgbClr>
                </a:gs>
                <a:gs pos="71429">
                  <a:srgbClr val="FEFFFF">
                    <a:alpha val="4740"/>
                  </a:srgbClr>
                </a:gs>
                <a:gs pos="85714">
                  <a:srgbClr val="FEFFFF">
                    <a:alpha val="1902"/>
                  </a:srgbClr>
                </a:gs>
                <a:gs pos="100000">
                  <a:srgbClr val="FE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7" name="Splat 1067"/>
            <p:cNvSpPr>
              <a:spLocks noGrp="1"/>
            </p:cNvSpPr>
            <p:nvPr/>
          </p:nvSpPr>
          <p:spPr>
            <a:xfrm rot="5634457">
              <a:off x="2752168" y="1088355"/>
              <a:ext cx="581012" cy="28297"/>
            </a:xfrm>
            <a:prstGeom prst="ellipse">
              <a:avLst/>
            </a:prstGeom>
            <a:gradFill>
              <a:gsLst>
                <a:gs pos="0">
                  <a:srgbClr val="FFD0AF">
                    <a:alpha val="32968"/>
                  </a:srgbClr>
                </a:gs>
                <a:gs pos="14286">
                  <a:srgbClr val="FFD0AF">
                    <a:alpha val="30764"/>
                  </a:srgbClr>
                </a:gs>
                <a:gs pos="28571">
                  <a:srgbClr val="FFD0AF">
                    <a:alpha val="24833"/>
                  </a:srgbClr>
                </a:gs>
                <a:gs pos="42857">
                  <a:srgbClr val="FFD0AF">
                    <a:alpha val="17075"/>
                  </a:srgbClr>
                </a:gs>
                <a:gs pos="57143">
                  <a:srgbClr val="FFD0AF">
                    <a:alpha val="9855"/>
                  </a:srgbClr>
                </a:gs>
                <a:gs pos="71429">
                  <a:srgbClr val="FFD0AF">
                    <a:alpha val="4740"/>
                  </a:srgbClr>
                </a:gs>
                <a:gs pos="85714">
                  <a:srgbClr val="FFD0AF">
                    <a:alpha val="1902"/>
                  </a:srgbClr>
                </a:gs>
                <a:gs pos="100000">
                  <a:srgbClr val="FFD0A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8" name="Splat 1068"/>
            <p:cNvSpPr>
              <a:spLocks noGrp="1"/>
            </p:cNvSpPr>
            <p:nvPr/>
          </p:nvSpPr>
          <p:spPr>
            <a:xfrm rot="4217334">
              <a:off x="1745825" y="318213"/>
              <a:ext cx="188068" cy="63129"/>
            </a:xfrm>
            <a:prstGeom prst="ellipse">
              <a:avLst/>
            </a:prstGeom>
            <a:gradFill>
              <a:gsLst>
                <a:gs pos="0">
                  <a:srgbClr val="FFFDFF">
                    <a:alpha val="32968"/>
                  </a:srgbClr>
                </a:gs>
                <a:gs pos="14286">
                  <a:srgbClr val="FFFDFF">
                    <a:alpha val="30764"/>
                  </a:srgbClr>
                </a:gs>
                <a:gs pos="28571">
                  <a:srgbClr val="FFFDFF">
                    <a:alpha val="24833"/>
                  </a:srgbClr>
                </a:gs>
                <a:gs pos="42857">
                  <a:srgbClr val="FFFDFF">
                    <a:alpha val="17075"/>
                  </a:srgbClr>
                </a:gs>
                <a:gs pos="57143">
                  <a:srgbClr val="FFFDFF">
                    <a:alpha val="9855"/>
                  </a:srgbClr>
                </a:gs>
                <a:gs pos="71429">
                  <a:srgbClr val="FFFDFF">
                    <a:alpha val="4740"/>
                  </a:srgbClr>
                </a:gs>
                <a:gs pos="85714">
                  <a:srgbClr val="FFFDFF">
                    <a:alpha val="1902"/>
                  </a:srgbClr>
                </a:gs>
                <a:gs pos="100000">
                  <a:srgbClr val="FFFD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9" name="Splat 1069"/>
            <p:cNvSpPr>
              <a:spLocks noGrp="1"/>
            </p:cNvSpPr>
            <p:nvPr/>
          </p:nvSpPr>
          <p:spPr>
            <a:xfrm rot="-8773978">
              <a:off x="2827795" y="1512657"/>
              <a:ext cx="396017" cy="49073"/>
            </a:xfrm>
            <a:prstGeom prst="ellipse">
              <a:avLst/>
            </a:prstGeom>
            <a:gradFill>
              <a:gsLst>
                <a:gs pos="0">
                  <a:srgbClr val="240000">
                    <a:alpha val="26252"/>
                  </a:srgbClr>
                </a:gs>
                <a:gs pos="14286">
                  <a:srgbClr val="240000">
                    <a:alpha val="24413"/>
                  </a:srgbClr>
                </a:gs>
                <a:gs pos="28571">
                  <a:srgbClr val="240000">
                    <a:alpha val="19533"/>
                  </a:srgbClr>
                </a:gs>
                <a:gs pos="42857">
                  <a:srgbClr val="240000">
                    <a:alpha val="13285"/>
                  </a:srgbClr>
                </a:gs>
                <a:gs pos="57143">
                  <a:srgbClr val="240000">
                    <a:alpha val="7595"/>
                  </a:srgbClr>
                </a:gs>
                <a:gs pos="71429">
                  <a:srgbClr val="240000">
                    <a:alpha val="3630"/>
                  </a:srgbClr>
                </a:gs>
                <a:gs pos="85714">
                  <a:srgbClr val="240000">
                    <a:alpha val="1451"/>
                  </a:srgbClr>
                </a:gs>
                <a:gs pos="100000">
                  <a:srgbClr val="240000">
                    <a:alpha val="4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0" name="Splat 1070"/>
            <p:cNvSpPr>
              <a:spLocks noGrp="1"/>
            </p:cNvSpPr>
            <p:nvPr/>
          </p:nvSpPr>
          <p:spPr>
            <a:xfrm rot="-10790216">
              <a:off x="1139387" y="1769969"/>
              <a:ext cx="601981" cy="137696"/>
            </a:xfrm>
            <a:prstGeom prst="ellipse">
              <a:avLst/>
            </a:prstGeom>
            <a:gradFill>
              <a:gsLst>
                <a:gs pos="0">
                  <a:srgbClr val="5C382B">
                    <a:alpha val="32968"/>
                  </a:srgbClr>
                </a:gs>
                <a:gs pos="14286">
                  <a:srgbClr val="5C382B">
                    <a:alpha val="30764"/>
                  </a:srgbClr>
                </a:gs>
                <a:gs pos="28571">
                  <a:srgbClr val="5C382B">
                    <a:alpha val="24833"/>
                  </a:srgbClr>
                </a:gs>
                <a:gs pos="42857">
                  <a:srgbClr val="5C382B">
                    <a:alpha val="17075"/>
                  </a:srgbClr>
                </a:gs>
                <a:gs pos="57143">
                  <a:srgbClr val="5C382B">
                    <a:alpha val="9855"/>
                  </a:srgbClr>
                </a:gs>
                <a:gs pos="71429">
                  <a:srgbClr val="5C382B">
                    <a:alpha val="4740"/>
                  </a:srgbClr>
                </a:gs>
                <a:gs pos="85714">
                  <a:srgbClr val="5C382B">
                    <a:alpha val="1902"/>
                  </a:srgbClr>
                </a:gs>
                <a:gs pos="100000">
                  <a:srgbClr val="5C382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1" name="Splat 1071"/>
            <p:cNvSpPr>
              <a:spLocks noGrp="1"/>
            </p:cNvSpPr>
            <p:nvPr/>
          </p:nvSpPr>
          <p:spPr>
            <a:xfrm rot="6591076">
              <a:off x="1085398" y="30918"/>
              <a:ext cx="656678" cy="85438"/>
            </a:xfrm>
            <a:prstGeom prst="ellipse">
              <a:avLst/>
            </a:prstGeom>
            <a:gradFill>
              <a:gsLst>
                <a:gs pos="0">
                  <a:srgbClr val="C9C7CF">
                    <a:alpha val="17339"/>
                  </a:srgbClr>
                </a:gs>
                <a:gs pos="14286">
                  <a:srgbClr val="C9C7CF">
                    <a:alpha val="16056"/>
                  </a:srgbClr>
                </a:gs>
                <a:gs pos="28571">
                  <a:srgbClr val="C9C7CF">
                    <a:alpha val="12707"/>
                  </a:srgbClr>
                </a:gs>
                <a:gs pos="42857">
                  <a:srgbClr val="C9C7CF">
                    <a:alpha val="8528"/>
                  </a:srgbClr>
                </a:gs>
                <a:gs pos="57143">
                  <a:srgbClr val="C9C7CF">
                    <a:alpha val="4819"/>
                  </a:srgbClr>
                </a:gs>
                <a:gs pos="71429">
                  <a:srgbClr val="C9C7CF">
                    <a:alpha val="2285"/>
                  </a:srgbClr>
                </a:gs>
                <a:gs pos="85714">
                  <a:srgbClr val="C9C7CF">
                    <a:alpha val="910"/>
                  </a:srgbClr>
                </a:gs>
                <a:gs pos="100000">
                  <a:srgbClr val="C9C7CF">
                    <a:alpha val="3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2" name="Splat 1072"/>
            <p:cNvSpPr>
              <a:spLocks noGrp="1"/>
            </p:cNvSpPr>
            <p:nvPr/>
          </p:nvSpPr>
          <p:spPr>
            <a:xfrm rot="-9215917">
              <a:off x="2231355" y="1341817"/>
              <a:ext cx="333467" cy="95532"/>
            </a:xfrm>
            <a:prstGeom prst="ellipse">
              <a:avLst/>
            </a:prstGeom>
            <a:gradFill>
              <a:gsLst>
                <a:gs pos="0">
                  <a:srgbClr val="DAC8B7">
                    <a:alpha val="32968"/>
                  </a:srgbClr>
                </a:gs>
                <a:gs pos="14286">
                  <a:srgbClr val="DAC8B7">
                    <a:alpha val="30764"/>
                  </a:srgbClr>
                </a:gs>
                <a:gs pos="28571">
                  <a:srgbClr val="DAC8B7">
                    <a:alpha val="24833"/>
                  </a:srgbClr>
                </a:gs>
                <a:gs pos="42857">
                  <a:srgbClr val="DAC8B7">
                    <a:alpha val="17075"/>
                  </a:srgbClr>
                </a:gs>
                <a:gs pos="57143">
                  <a:srgbClr val="DAC8B7">
                    <a:alpha val="9855"/>
                  </a:srgbClr>
                </a:gs>
                <a:gs pos="71429">
                  <a:srgbClr val="DAC8B7">
                    <a:alpha val="4740"/>
                  </a:srgbClr>
                </a:gs>
                <a:gs pos="85714">
                  <a:srgbClr val="DAC8B7">
                    <a:alpha val="1902"/>
                  </a:srgbClr>
                </a:gs>
                <a:gs pos="100000">
                  <a:srgbClr val="DAC8B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3" name="Splat 1073"/>
            <p:cNvSpPr>
              <a:spLocks noGrp="1"/>
            </p:cNvSpPr>
            <p:nvPr/>
          </p:nvSpPr>
          <p:spPr>
            <a:xfrm rot="10196156">
              <a:off x="2327169" y="1232346"/>
              <a:ext cx="149216" cy="103168"/>
            </a:xfrm>
            <a:prstGeom prst="ellipse">
              <a:avLst/>
            </a:prstGeom>
            <a:gradFill>
              <a:gsLst>
                <a:gs pos="0">
                  <a:srgbClr val="E8B695">
                    <a:alpha val="32968"/>
                  </a:srgbClr>
                </a:gs>
                <a:gs pos="14286">
                  <a:srgbClr val="E8B695">
                    <a:alpha val="30764"/>
                  </a:srgbClr>
                </a:gs>
                <a:gs pos="28571">
                  <a:srgbClr val="E8B695">
                    <a:alpha val="24833"/>
                  </a:srgbClr>
                </a:gs>
                <a:gs pos="42857">
                  <a:srgbClr val="E8B695">
                    <a:alpha val="17075"/>
                  </a:srgbClr>
                </a:gs>
                <a:gs pos="57143">
                  <a:srgbClr val="E8B695">
                    <a:alpha val="9855"/>
                  </a:srgbClr>
                </a:gs>
                <a:gs pos="71429">
                  <a:srgbClr val="E8B695">
                    <a:alpha val="4740"/>
                  </a:srgbClr>
                </a:gs>
                <a:gs pos="85714">
                  <a:srgbClr val="E8B695">
                    <a:alpha val="1902"/>
                  </a:srgbClr>
                </a:gs>
                <a:gs pos="100000">
                  <a:srgbClr val="E8B69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4" name="Splat 1074"/>
            <p:cNvSpPr>
              <a:spLocks noGrp="1"/>
            </p:cNvSpPr>
            <p:nvPr/>
          </p:nvSpPr>
          <p:spPr>
            <a:xfrm rot="-10143980">
              <a:off x="914252" y="1595246"/>
              <a:ext cx="636521" cy="33585"/>
            </a:xfrm>
            <a:prstGeom prst="ellipse">
              <a:avLst/>
            </a:prstGeom>
            <a:gradFill>
              <a:gsLst>
                <a:gs pos="0">
                  <a:srgbClr val="AEA1A0">
                    <a:alpha val="32968"/>
                  </a:srgbClr>
                </a:gs>
                <a:gs pos="14286">
                  <a:srgbClr val="AEA1A0">
                    <a:alpha val="30764"/>
                  </a:srgbClr>
                </a:gs>
                <a:gs pos="28571">
                  <a:srgbClr val="AEA1A0">
                    <a:alpha val="24833"/>
                  </a:srgbClr>
                </a:gs>
                <a:gs pos="42857">
                  <a:srgbClr val="AEA1A0">
                    <a:alpha val="17075"/>
                  </a:srgbClr>
                </a:gs>
                <a:gs pos="57143">
                  <a:srgbClr val="AEA1A0">
                    <a:alpha val="9855"/>
                  </a:srgbClr>
                </a:gs>
                <a:gs pos="71429">
                  <a:srgbClr val="AEA1A0">
                    <a:alpha val="4740"/>
                  </a:srgbClr>
                </a:gs>
                <a:gs pos="85714">
                  <a:srgbClr val="AEA1A0">
                    <a:alpha val="1902"/>
                  </a:srgbClr>
                </a:gs>
                <a:gs pos="100000">
                  <a:srgbClr val="AEA1A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5" name="Splat 1075"/>
            <p:cNvSpPr>
              <a:spLocks noGrp="1"/>
            </p:cNvSpPr>
            <p:nvPr/>
          </p:nvSpPr>
          <p:spPr>
            <a:xfrm rot="4045915">
              <a:off x="3033594" y="1823194"/>
              <a:ext cx="294493" cy="28567"/>
            </a:xfrm>
            <a:prstGeom prst="ellipse">
              <a:avLst/>
            </a:prstGeom>
            <a:gradFill>
              <a:gsLst>
                <a:gs pos="0">
                  <a:srgbClr val="FFEFE8">
                    <a:alpha val="32968"/>
                  </a:srgbClr>
                </a:gs>
                <a:gs pos="14286">
                  <a:srgbClr val="FFEFE8">
                    <a:alpha val="30764"/>
                  </a:srgbClr>
                </a:gs>
                <a:gs pos="28571">
                  <a:srgbClr val="FFEFE8">
                    <a:alpha val="24833"/>
                  </a:srgbClr>
                </a:gs>
                <a:gs pos="42857">
                  <a:srgbClr val="FFEFE8">
                    <a:alpha val="17075"/>
                  </a:srgbClr>
                </a:gs>
                <a:gs pos="57143">
                  <a:srgbClr val="FFEFE8">
                    <a:alpha val="9855"/>
                  </a:srgbClr>
                </a:gs>
                <a:gs pos="71429">
                  <a:srgbClr val="FFEFE8">
                    <a:alpha val="4740"/>
                  </a:srgbClr>
                </a:gs>
                <a:gs pos="85714">
                  <a:srgbClr val="FFEFE8">
                    <a:alpha val="1902"/>
                  </a:srgbClr>
                </a:gs>
                <a:gs pos="100000">
                  <a:srgbClr val="FFEFE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6" name="Splat 1076"/>
            <p:cNvSpPr>
              <a:spLocks noGrp="1"/>
            </p:cNvSpPr>
            <p:nvPr/>
          </p:nvSpPr>
          <p:spPr>
            <a:xfrm rot="-8932333">
              <a:off x="2791711" y="1521474"/>
              <a:ext cx="260285" cy="2962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7" name="Splat 1077"/>
            <p:cNvSpPr>
              <a:spLocks noGrp="1"/>
            </p:cNvSpPr>
            <p:nvPr/>
          </p:nvSpPr>
          <p:spPr>
            <a:xfrm rot="10264731">
              <a:off x="51998" y="937934"/>
              <a:ext cx="775475" cy="6312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8" name="Splat 1078"/>
            <p:cNvSpPr>
              <a:spLocks noGrp="1"/>
            </p:cNvSpPr>
            <p:nvPr/>
          </p:nvSpPr>
          <p:spPr>
            <a:xfrm rot="8094134">
              <a:off x="1557984" y="956508"/>
              <a:ext cx="432943" cy="129671"/>
            </a:xfrm>
            <a:prstGeom prst="ellipse">
              <a:avLst/>
            </a:prstGeom>
            <a:gradFill>
              <a:gsLst>
                <a:gs pos="0">
                  <a:srgbClr val="FF141D">
                    <a:alpha val="32968"/>
                  </a:srgbClr>
                </a:gs>
                <a:gs pos="14286">
                  <a:srgbClr val="FF141D">
                    <a:alpha val="30764"/>
                  </a:srgbClr>
                </a:gs>
                <a:gs pos="28571">
                  <a:srgbClr val="FF141D">
                    <a:alpha val="24833"/>
                  </a:srgbClr>
                </a:gs>
                <a:gs pos="42857">
                  <a:srgbClr val="FF141D">
                    <a:alpha val="17075"/>
                  </a:srgbClr>
                </a:gs>
                <a:gs pos="57143">
                  <a:srgbClr val="FF141D">
                    <a:alpha val="9855"/>
                  </a:srgbClr>
                </a:gs>
                <a:gs pos="71429">
                  <a:srgbClr val="FF141D">
                    <a:alpha val="4740"/>
                  </a:srgbClr>
                </a:gs>
                <a:gs pos="85714">
                  <a:srgbClr val="FF141D">
                    <a:alpha val="1902"/>
                  </a:srgbClr>
                </a:gs>
                <a:gs pos="100000">
                  <a:srgbClr val="FF141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9" name="Splat 1079"/>
            <p:cNvSpPr>
              <a:spLocks noGrp="1"/>
            </p:cNvSpPr>
            <p:nvPr/>
          </p:nvSpPr>
          <p:spPr>
            <a:xfrm rot="7396153">
              <a:off x="3275325" y="1172186"/>
              <a:ext cx="683905" cy="31500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0" name="Splat 1080"/>
            <p:cNvSpPr>
              <a:spLocks noGrp="1"/>
            </p:cNvSpPr>
            <p:nvPr/>
          </p:nvSpPr>
          <p:spPr>
            <a:xfrm rot="-8899416">
              <a:off x="2788157" y="1919070"/>
              <a:ext cx="152772" cy="27774"/>
            </a:xfrm>
            <a:prstGeom prst="ellipse">
              <a:avLst/>
            </a:prstGeom>
            <a:gradFill>
              <a:gsLst>
                <a:gs pos="0">
                  <a:srgbClr val="FFF6E1">
                    <a:alpha val="32968"/>
                  </a:srgbClr>
                </a:gs>
                <a:gs pos="14286">
                  <a:srgbClr val="FFF6E1">
                    <a:alpha val="30764"/>
                  </a:srgbClr>
                </a:gs>
                <a:gs pos="28571">
                  <a:srgbClr val="FFF6E1">
                    <a:alpha val="24833"/>
                  </a:srgbClr>
                </a:gs>
                <a:gs pos="42857">
                  <a:srgbClr val="FFF6E1">
                    <a:alpha val="17075"/>
                  </a:srgbClr>
                </a:gs>
                <a:gs pos="57143">
                  <a:srgbClr val="FFF6E1">
                    <a:alpha val="9855"/>
                  </a:srgbClr>
                </a:gs>
                <a:gs pos="71429">
                  <a:srgbClr val="FFF6E1">
                    <a:alpha val="4740"/>
                  </a:srgbClr>
                </a:gs>
                <a:gs pos="85714">
                  <a:srgbClr val="FFF6E1">
                    <a:alpha val="1902"/>
                  </a:srgbClr>
                </a:gs>
                <a:gs pos="100000">
                  <a:srgbClr val="FFF6E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1" name="Splat 1081"/>
            <p:cNvSpPr>
              <a:spLocks noGrp="1"/>
            </p:cNvSpPr>
            <p:nvPr/>
          </p:nvSpPr>
          <p:spPr>
            <a:xfrm rot="10490860">
              <a:off x="2218584" y="2134857"/>
              <a:ext cx="619505" cy="70960"/>
            </a:xfrm>
            <a:prstGeom prst="ellipse">
              <a:avLst/>
            </a:prstGeom>
            <a:gradFill>
              <a:gsLst>
                <a:gs pos="0">
                  <a:srgbClr val="FEEFE7">
                    <a:alpha val="32968"/>
                  </a:srgbClr>
                </a:gs>
                <a:gs pos="14286">
                  <a:srgbClr val="FEEFE7">
                    <a:alpha val="30764"/>
                  </a:srgbClr>
                </a:gs>
                <a:gs pos="28571">
                  <a:srgbClr val="FEEFE7">
                    <a:alpha val="24833"/>
                  </a:srgbClr>
                </a:gs>
                <a:gs pos="42857">
                  <a:srgbClr val="FEEFE7">
                    <a:alpha val="17075"/>
                  </a:srgbClr>
                </a:gs>
                <a:gs pos="57143">
                  <a:srgbClr val="FEEFE7">
                    <a:alpha val="9855"/>
                  </a:srgbClr>
                </a:gs>
                <a:gs pos="71429">
                  <a:srgbClr val="FEEFE7">
                    <a:alpha val="4740"/>
                  </a:srgbClr>
                </a:gs>
                <a:gs pos="85714">
                  <a:srgbClr val="FEEFE7">
                    <a:alpha val="1902"/>
                  </a:srgbClr>
                </a:gs>
                <a:gs pos="100000">
                  <a:srgbClr val="FEEFE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2" name="Splat 1082"/>
            <p:cNvSpPr>
              <a:spLocks noGrp="1"/>
            </p:cNvSpPr>
            <p:nvPr/>
          </p:nvSpPr>
          <p:spPr>
            <a:xfrm rot="6473467">
              <a:off x="2294523" y="1444650"/>
              <a:ext cx="478084" cy="90362"/>
            </a:xfrm>
            <a:prstGeom prst="ellipse">
              <a:avLst/>
            </a:prstGeom>
            <a:gradFill>
              <a:gsLst>
                <a:gs pos="0">
                  <a:srgbClr val="250000">
                    <a:alpha val="32968"/>
                  </a:srgbClr>
                </a:gs>
                <a:gs pos="14286">
                  <a:srgbClr val="250000">
                    <a:alpha val="30764"/>
                  </a:srgbClr>
                </a:gs>
                <a:gs pos="28571">
                  <a:srgbClr val="250000">
                    <a:alpha val="24833"/>
                  </a:srgbClr>
                </a:gs>
                <a:gs pos="42857">
                  <a:srgbClr val="250000">
                    <a:alpha val="17075"/>
                  </a:srgbClr>
                </a:gs>
                <a:gs pos="57143">
                  <a:srgbClr val="250000">
                    <a:alpha val="9855"/>
                  </a:srgbClr>
                </a:gs>
                <a:gs pos="71429">
                  <a:srgbClr val="250000">
                    <a:alpha val="4740"/>
                  </a:srgbClr>
                </a:gs>
                <a:gs pos="85714">
                  <a:srgbClr val="250000">
                    <a:alpha val="1902"/>
                  </a:srgbClr>
                </a:gs>
                <a:gs pos="100000">
                  <a:srgbClr val="25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3" name="Splat 1083"/>
            <p:cNvSpPr>
              <a:spLocks noGrp="1"/>
            </p:cNvSpPr>
            <p:nvPr/>
          </p:nvSpPr>
          <p:spPr>
            <a:xfrm rot="-10770680">
              <a:off x="2388263" y="38242"/>
              <a:ext cx="810926" cy="6628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4" name="Splat 1084"/>
            <p:cNvSpPr>
              <a:spLocks noGrp="1"/>
            </p:cNvSpPr>
            <p:nvPr/>
          </p:nvSpPr>
          <p:spPr>
            <a:xfrm rot="7652978">
              <a:off x="480210" y="1334622"/>
              <a:ext cx="571401" cy="7021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5" name="Splat 1085"/>
            <p:cNvSpPr>
              <a:spLocks noGrp="1"/>
            </p:cNvSpPr>
            <p:nvPr/>
          </p:nvSpPr>
          <p:spPr>
            <a:xfrm rot="-10178530">
              <a:off x="2576773" y="1309925"/>
              <a:ext cx="671725" cy="10485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6" name="Splat 1086"/>
            <p:cNvSpPr>
              <a:spLocks noGrp="1"/>
            </p:cNvSpPr>
            <p:nvPr/>
          </p:nvSpPr>
          <p:spPr>
            <a:xfrm rot="5590285">
              <a:off x="2218259" y="314807"/>
              <a:ext cx="763635" cy="24468"/>
            </a:xfrm>
            <a:prstGeom prst="ellipse">
              <a:avLst/>
            </a:prstGeom>
            <a:gradFill>
              <a:gsLst>
                <a:gs pos="0">
                  <a:srgbClr val="4F0000">
                    <a:alpha val="32968"/>
                  </a:srgbClr>
                </a:gs>
                <a:gs pos="14286">
                  <a:srgbClr val="4F0000">
                    <a:alpha val="30764"/>
                  </a:srgbClr>
                </a:gs>
                <a:gs pos="28571">
                  <a:srgbClr val="4F0000">
                    <a:alpha val="24833"/>
                  </a:srgbClr>
                </a:gs>
                <a:gs pos="42857">
                  <a:srgbClr val="4F0000">
                    <a:alpha val="17075"/>
                  </a:srgbClr>
                </a:gs>
                <a:gs pos="57143">
                  <a:srgbClr val="4F0000">
                    <a:alpha val="9855"/>
                  </a:srgbClr>
                </a:gs>
                <a:gs pos="71429">
                  <a:srgbClr val="4F0000">
                    <a:alpha val="4740"/>
                  </a:srgbClr>
                </a:gs>
                <a:gs pos="85714">
                  <a:srgbClr val="4F0000">
                    <a:alpha val="1902"/>
                  </a:srgbClr>
                </a:gs>
                <a:gs pos="100000">
                  <a:srgbClr val="4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7" name="Splat 1087"/>
            <p:cNvSpPr>
              <a:spLocks noGrp="1"/>
            </p:cNvSpPr>
            <p:nvPr/>
          </p:nvSpPr>
          <p:spPr>
            <a:xfrm rot="-8501969">
              <a:off x="758177" y="1459543"/>
              <a:ext cx="448374" cy="21982"/>
            </a:xfrm>
            <a:prstGeom prst="ellipse">
              <a:avLst/>
            </a:prstGeom>
            <a:gradFill>
              <a:gsLst>
                <a:gs pos="0">
                  <a:srgbClr val="F0F2F9">
                    <a:alpha val="32968"/>
                  </a:srgbClr>
                </a:gs>
                <a:gs pos="14286">
                  <a:srgbClr val="F0F2F9">
                    <a:alpha val="30764"/>
                  </a:srgbClr>
                </a:gs>
                <a:gs pos="28571">
                  <a:srgbClr val="F0F2F9">
                    <a:alpha val="24833"/>
                  </a:srgbClr>
                </a:gs>
                <a:gs pos="42857">
                  <a:srgbClr val="F0F2F9">
                    <a:alpha val="17075"/>
                  </a:srgbClr>
                </a:gs>
                <a:gs pos="57143">
                  <a:srgbClr val="F0F2F9">
                    <a:alpha val="9855"/>
                  </a:srgbClr>
                </a:gs>
                <a:gs pos="71429">
                  <a:srgbClr val="F0F2F9">
                    <a:alpha val="4740"/>
                  </a:srgbClr>
                </a:gs>
                <a:gs pos="85714">
                  <a:srgbClr val="F0F2F9">
                    <a:alpha val="1902"/>
                  </a:srgbClr>
                </a:gs>
                <a:gs pos="100000">
                  <a:srgbClr val="F0F2F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8" name="Splat 1088"/>
            <p:cNvSpPr>
              <a:spLocks noGrp="1"/>
            </p:cNvSpPr>
            <p:nvPr/>
          </p:nvSpPr>
          <p:spPr>
            <a:xfrm rot="5707795">
              <a:off x="3072750" y="553539"/>
              <a:ext cx="863265" cy="6631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9" name="Splat 1089"/>
            <p:cNvSpPr>
              <a:spLocks noGrp="1"/>
            </p:cNvSpPr>
            <p:nvPr/>
          </p:nvSpPr>
          <p:spPr>
            <a:xfrm rot="4308073">
              <a:off x="2194377" y="1374139"/>
              <a:ext cx="612363" cy="5359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0" name="Splat 1090"/>
            <p:cNvSpPr>
              <a:spLocks noGrp="1"/>
            </p:cNvSpPr>
            <p:nvPr/>
          </p:nvSpPr>
          <p:spPr>
            <a:xfrm rot="6382959">
              <a:off x="1163344" y="699506"/>
              <a:ext cx="531711" cy="123650"/>
            </a:xfrm>
            <a:prstGeom prst="ellipse">
              <a:avLst/>
            </a:prstGeom>
            <a:gradFill>
              <a:gsLst>
                <a:gs pos="0">
                  <a:srgbClr val="1B1400">
                    <a:alpha val="31978"/>
                  </a:srgbClr>
                </a:gs>
                <a:gs pos="14286">
                  <a:srgbClr val="1B1400">
                    <a:alpha val="29824"/>
                  </a:srgbClr>
                </a:gs>
                <a:gs pos="28571">
                  <a:srgbClr val="1B1400">
                    <a:alpha val="24042"/>
                  </a:srgbClr>
                </a:gs>
                <a:gs pos="42857">
                  <a:srgbClr val="1B1400">
                    <a:alpha val="16504"/>
                  </a:srgbClr>
                </a:gs>
                <a:gs pos="57143">
                  <a:srgbClr val="1B1400">
                    <a:alpha val="9511"/>
                  </a:srgbClr>
                </a:gs>
                <a:gs pos="71429">
                  <a:srgbClr val="1B1400">
                    <a:alpha val="4571"/>
                  </a:srgbClr>
                </a:gs>
                <a:gs pos="85714">
                  <a:srgbClr val="1B1400">
                    <a:alpha val="1833"/>
                  </a:srgbClr>
                </a:gs>
                <a:gs pos="100000">
                  <a:srgbClr val="1B1400">
                    <a:alpha val="6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1" name="Splat 1091"/>
            <p:cNvSpPr>
              <a:spLocks noGrp="1"/>
            </p:cNvSpPr>
            <p:nvPr/>
          </p:nvSpPr>
          <p:spPr>
            <a:xfrm rot="4055311">
              <a:off x="2341050" y="1698382"/>
              <a:ext cx="734609" cy="14143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2" name="Splat 1092"/>
            <p:cNvSpPr>
              <a:spLocks noGrp="1"/>
            </p:cNvSpPr>
            <p:nvPr/>
          </p:nvSpPr>
          <p:spPr>
            <a:xfrm rot="5456269">
              <a:off x="264304" y="209861"/>
              <a:ext cx="789415" cy="11103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3" name="Splat 1093"/>
            <p:cNvSpPr>
              <a:spLocks noGrp="1"/>
            </p:cNvSpPr>
            <p:nvPr/>
          </p:nvSpPr>
          <p:spPr>
            <a:xfrm rot="6882237">
              <a:off x="2092846" y="1638875"/>
              <a:ext cx="327810" cy="29886"/>
            </a:xfrm>
            <a:prstGeom prst="ellipse">
              <a:avLst/>
            </a:prstGeom>
            <a:gradFill>
              <a:gsLst>
                <a:gs pos="0">
                  <a:srgbClr val="FFFEFE">
                    <a:alpha val="32968"/>
                  </a:srgbClr>
                </a:gs>
                <a:gs pos="14286">
                  <a:srgbClr val="FFFEFE">
                    <a:alpha val="30764"/>
                  </a:srgbClr>
                </a:gs>
                <a:gs pos="28571">
                  <a:srgbClr val="FFFEFE">
                    <a:alpha val="24833"/>
                  </a:srgbClr>
                </a:gs>
                <a:gs pos="42857">
                  <a:srgbClr val="FFFEFE">
                    <a:alpha val="17075"/>
                  </a:srgbClr>
                </a:gs>
                <a:gs pos="57143">
                  <a:srgbClr val="FFFEFE">
                    <a:alpha val="9855"/>
                  </a:srgbClr>
                </a:gs>
                <a:gs pos="71429">
                  <a:srgbClr val="FFFEFE">
                    <a:alpha val="4740"/>
                  </a:srgbClr>
                </a:gs>
                <a:gs pos="85714">
                  <a:srgbClr val="FFFEFE">
                    <a:alpha val="1902"/>
                  </a:srgbClr>
                </a:gs>
                <a:gs pos="100000">
                  <a:srgbClr val="FFFE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4" name="Splat 1094"/>
            <p:cNvSpPr>
              <a:spLocks noGrp="1"/>
            </p:cNvSpPr>
            <p:nvPr/>
          </p:nvSpPr>
          <p:spPr>
            <a:xfrm rot="5650357">
              <a:off x="2758360" y="1057139"/>
              <a:ext cx="707804" cy="154964"/>
            </a:xfrm>
            <a:prstGeom prst="ellipse">
              <a:avLst/>
            </a:prstGeom>
            <a:gradFill>
              <a:gsLst>
                <a:gs pos="0">
                  <a:srgbClr val="E3A37A">
                    <a:alpha val="32968"/>
                  </a:srgbClr>
                </a:gs>
                <a:gs pos="14286">
                  <a:srgbClr val="E3A37A">
                    <a:alpha val="30764"/>
                  </a:srgbClr>
                </a:gs>
                <a:gs pos="28571">
                  <a:srgbClr val="E3A37A">
                    <a:alpha val="24833"/>
                  </a:srgbClr>
                </a:gs>
                <a:gs pos="42857">
                  <a:srgbClr val="E3A37A">
                    <a:alpha val="17075"/>
                  </a:srgbClr>
                </a:gs>
                <a:gs pos="57143">
                  <a:srgbClr val="E3A37A">
                    <a:alpha val="9855"/>
                  </a:srgbClr>
                </a:gs>
                <a:gs pos="71429">
                  <a:srgbClr val="E3A37A">
                    <a:alpha val="4740"/>
                  </a:srgbClr>
                </a:gs>
                <a:gs pos="85714">
                  <a:srgbClr val="E3A37A">
                    <a:alpha val="1902"/>
                  </a:srgbClr>
                </a:gs>
                <a:gs pos="100000">
                  <a:srgbClr val="E3A37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5" name="Splat 1095"/>
            <p:cNvSpPr>
              <a:spLocks noGrp="1"/>
            </p:cNvSpPr>
            <p:nvPr/>
          </p:nvSpPr>
          <p:spPr>
            <a:xfrm rot="8897378">
              <a:off x="337234" y="1074551"/>
              <a:ext cx="246938" cy="105135"/>
            </a:xfrm>
            <a:prstGeom prst="ellipse">
              <a:avLst/>
            </a:prstGeom>
            <a:gradFill>
              <a:gsLst>
                <a:gs pos="0">
                  <a:srgbClr val="DDB996">
                    <a:alpha val="32968"/>
                  </a:srgbClr>
                </a:gs>
                <a:gs pos="14286">
                  <a:srgbClr val="DDB996">
                    <a:alpha val="30764"/>
                  </a:srgbClr>
                </a:gs>
                <a:gs pos="28571">
                  <a:srgbClr val="DDB996">
                    <a:alpha val="24833"/>
                  </a:srgbClr>
                </a:gs>
                <a:gs pos="42857">
                  <a:srgbClr val="DDB996">
                    <a:alpha val="17075"/>
                  </a:srgbClr>
                </a:gs>
                <a:gs pos="57143">
                  <a:srgbClr val="DDB996">
                    <a:alpha val="9855"/>
                  </a:srgbClr>
                </a:gs>
                <a:gs pos="71429">
                  <a:srgbClr val="DDB996">
                    <a:alpha val="4740"/>
                  </a:srgbClr>
                </a:gs>
                <a:gs pos="85714">
                  <a:srgbClr val="DDB996">
                    <a:alpha val="1902"/>
                  </a:srgbClr>
                </a:gs>
                <a:gs pos="100000">
                  <a:srgbClr val="DDB99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6" name="Splat 1096"/>
            <p:cNvSpPr>
              <a:spLocks noGrp="1"/>
            </p:cNvSpPr>
            <p:nvPr/>
          </p:nvSpPr>
          <p:spPr>
            <a:xfrm rot="9663008">
              <a:off x="1477372" y="1330064"/>
              <a:ext cx="638957" cy="166552"/>
            </a:xfrm>
            <a:prstGeom prst="ellipse">
              <a:avLst/>
            </a:prstGeom>
            <a:gradFill>
              <a:gsLst>
                <a:gs pos="0">
                  <a:srgbClr val="090000">
                    <a:alpha val="32968"/>
                  </a:srgbClr>
                </a:gs>
                <a:gs pos="14286">
                  <a:srgbClr val="090000">
                    <a:alpha val="30764"/>
                  </a:srgbClr>
                </a:gs>
                <a:gs pos="28571">
                  <a:srgbClr val="090000">
                    <a:alpha val="24833"/>
                  </a:srgbClr>
                </a:gs>
                <a:gs pos="42857">
                  <a:srgbClr val="090000">
                    <a:alpha val="17075"/>
                  </a:srgbClr>
                </a:gs>
                <a:gs pos="57143">
                  <a:srgbClr val="090000">
                    <a:alpha val="9855"/>
                  </a:srgbClr>
                </a:gs>
                <a:gs pos="71429">
                  <a:srgbClr val="090000">
                    <a:alpha val="4740"/>
                  </a:srgbClr>
                </a:gs>
                <a:gs pos="85714">
                  <a:srgbClr val="090000">
                    <a:alpha val="1902"/>
                  </a:srgbClr>
                </a:gs>
                <a:gs pos="100000">
                  <a:srgbClr val="09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7" name="Splat 1097"/>
            <p:cNvSpPr>
              <a:spLocks noGrp="1"/>
            </p:cNvSpPr>
            <p:nvPr/>
          </p:nvSpPr>
          <p:spPr>
            <a:xfrm rot="9475082">
              <a:off x="1141821" y="1295432"/>
              <a:ext cx="776586" cy="5215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8" name="Splat 1098"/>
            <p:cNvSpPr>
              <a:spLocks noGrp="1"/>
            </p:cNvSpPr>
            <p:nvPr/>
          </p:nvSpPr>
          <p:spPr>
            <a:xfrm rot="8840804">
              <a:off x="1992442" y="1754827"/>
              <a:ext cx="331111" cy="2965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9" name="Splat 1099"/>
            <p:cNvSpPr>
              <a:spLocks noGrp="1"/>
            </p:cNvSpPr>
            <p:nvPr/>
          </p:nvSpPr>
          <p:spPr>
            <a:xfrm rot="-8330398">
              <a:off x="2594822" y="841843"/>
              <a:ext cx="94591" cy="56120"/>
            </a:xfrm>
            <a:prstGeom prst="ellipse">
              <a:avLst/>
            </a:prstGeom>
            <a:gradFill>
              <a:gsLst>
                <a:gs pos="0">
                  <a:srgbClr val="FFFFEE">
                    <a:alpha val="32968"/>
                  </a:srgbClr>
                </a:gs>
                <a:gs pos="14286">
                  <a:srgbClr val="FFFFEE">
                    <a:alpha val="30764"/>
                  </a:srgbClr>
                </a:gs>
                <a:gs pos="28571">
                  <a:srgbClr val="FFFFEE">
                    <a:alpha val="24833"/>
                  </a:srgbClr>
                </a:gs>
                <a:gs pos="42857">
                  <a:srgbClr val="FFFFEE">
                    <a:alpha val="17075"/>
                  </a:srgbClr>
                </a:gs>
                <a:gs pos="57143">
                  <a:srgbClr val="FFFFEE">
                    <a:alpha val="9855"/>
                  </a:srgbClr>
                </a:gs>
                <a:gs pos="71429">
                  <a:srgbClr val="FFFFEE">
                    <a:alpha val="4740"/>
                  </a:srgbClr>
                </a:gs>
                <a:gs pos="85714">
                  <a:srgbClr val="FFFFEE">
                    <a:alpha val="1902"/>
                  </a:srgbClr>
                </a:gs>
                <a:gs pos="100000">
                  <a:srgbClr val="FFFFE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0" name="Splat 1100"/>
            <p:cNvSpPr>
              <a:spLocks noGrp="1"/>
            </p:cNvSpPr>
            <p:nvPr/>
          </p:nvSpPr>
          <p:spPr>
            <a:xfrm rot="10036655">
              <a:off x="2435147" y="89950"/>
              <a:ext cx="657472" cy="6163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1" name="Splat 1101"/>
            <p:cNvSpPr>
              <a:spLocks noGrp="1"/>
            </p:cNvSpPr>
            <p:nvPr/>
          </p:nvSpPr>
          <p:spPr>
            <a:xfrm rot="5723967">
              <a:off x="3043364" y="1284156"/>
              <a:ext cx="771152" cy="6875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2" name="Splat 1102"/>
            <p:cNvSpPr>
              <a:spLocks noGrp="1"/>
            </p:cNvSpPr>
            <p:nvPr/>
          </p:nvSpPr>
          <p:spPr>
            <a:xfrm rot="-8834680">
              <a:off x="2791824" y="1379354"/>
              <a:ext cx="564927" cy="130648"/>
            </a:xfrm>
            <a:prstGeom prst="ellipse">
              <a:avLst/>
            </a:prstGeom>
            <a:gradFill>
              <a:gsLst>
                <a:gs pos="0">
                  <a:srgbClr val="E70000">
                    <a:alpha val="32968"/>
                  </a:srgbClr>
                </a:gs>
                <a:gs pos="14286">
                  <a:srgbClr val="E70000">
                    <a:alpha val="30764"/>
                  </a:srgbClr>
                </a:gs>
                <a:gs pos="28571">
                  <a:srgbClr val="E70000">
                    <a:alpha val="24833"/>
                  </a:srgbClr>
                </a:gs>
                <a:gs pos="42857">
                  <a:srgbClr val="E70000">
                    <a:alpha val="17075"/>
                  </a:srgbClr>
                </a:gs>
                <a:gs pos="57143">
                  <a:srgbClr val="E70000">
                    <a:alpha val="9855"/>
                  </a:srgbClr>
                </a:gs>
                <a:gs pos="71429">
                  <a:srgbClr val="E70000">
                    <a:alpha val="4740"/>
                  </a:srgbClr>
                </a:gs>
                <a:gs pos="85714">
                  <a:srgbClr val="E70000">
                    <a:alpha val="1902"/>
                  </a:srgbClr>
                </a:gs>
                <a:gs pos="100000">
                  <a:srgbClr val="E7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3" name="Splat 1103"/>
            <p:cNvSpPr>
              <a:spLocks noGrp="1"/>
            </p:cNvSpPr>
            <p:nvPr/>
          </p:nvSpPr>
          <p:spPr>
            <a:xfrm rot="5632370">
              <a:off x="3032175" y="1076115"/>
              <a:ext cx="281114" cy="53943"/>
            </a:xfrm>
            <a:prstGeom prst="ellipse">
              <a:avLst/>
            </a:prstGeom>
            <a:gradFill>
              <a:gsLst>
                <a:gs pos="0">
                  <a:srgbClr val="E9D8E2">
                    <a:alpha val="32968"/>
                  </a:srgbClr>
                </a:gs>
                <a:gs pos="14286">
                  <a:srgbClr val="E9D8E2">
                    <a:alpha val="30764"/>
                  </a:srgbClr>
                </a:gs>
                <a:gs pos="28571">
                  <a:srgbClr val="E9D8E2">
                    <a:alpha val="24833"/>
                  </a:srgbClr>
                </a:gs>
                <a:gs pos="42857">
                  <a:srgbClr val="E9D8E2">
                    <a:alpha val="17075"/>
                  </a:srgbClr>
                </a:gs>
                <a:gs pos="57143">
                  <a:srgbClr val="E9D8E2">
                    <a:alpha val="9855"/>
                  </a:srgbClr>
                </a:gs>
                <a:gs pos="71429">
                  <a:srgbClr val="E9D8E2">
                    <a:alpha val="4740"/>
                  </a:srgbClr>
                </a:gs>
                <a:gs pos="85714">
                  <a:srgbClr val="E9D8E2">
                    <a:alpha val="1902"/>
                  </a:srgbClr>
                </a:gs>
                <a:gs pos="100000">
                  <a:srgbClr val="E9D8E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4" name="Splat 1104"/>
            <p:cNvSpPr>
              <a:spLocks noGrp="1"/>
            </p:cNvSpPr>
            <p:nvPr/>
          </p:nvSpPr>
          <p:spPr>
            <a:xfrm rot="6165793">
              <a:off x="1440048" y="279799"/>
              <a:ext cx="690474" cy="78447"/>
            </a:xfrm>
            <a:prstGeom prst="ellipse">
              <a:avLst/>
            </a:prstGeom>
            <a:gradFill>
              <a:gsLst>
                <a:gs pos="0">
                  <a:srgbClr val="5D2E13">
                    <a:alpha val="32968"/>
                  </a:srgbClr>
                </a:gs>
                <a:gs pos="14286">
                  <a:srgbClr val="5D2E13">
                    <a:alpha val="30764"/>
                  </a:srgbClr>
                </a:gs>
                <a:gs pos="28571">
                  <a:srgbClr val="5D2E13">
                    <a:alpha val="24833"/>
                  </a:srgbClr>
                </a:gs>
                <a:gs pos="42857">
                  <a:srgbClr val="5D2E13">
                    <a:alpha val="17075"/>
                  </a:srgbClr>
                </a:gs>
                <a:gs pos="57143">
                  <a:srgbClr val="5D2E13">
                    <a:alpha val="9855"/>
                  </a:srgbClr>
                </a:gs>
                <a:gs pos="71429">
                  <a:srgbClr val="5D2E13">
                    <a:alpha val="4740"/>
                  </a:srgbClr>
                </a:gs>
                <a:gs pos="85714">
                  <a:srgbClr val="5D2E13">
                    <a:alpha val="1902"/>
                  </a:srgbClr>
                </a:gs>
                <a:gs pos="100000">
                  <a:srgbClr val="5D2E1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5" name="Splat 1105"/>
            <p:cNvSpPr>
              <a:spLocks noGrp="1"/>
            </p:cNvSpPr>
            <p:nvPr/>
          </p:nvSpPr>
          <p:spPr>
            <a:xfrm rot="6535931">
              <a:off x="1047670" y="674271"/>
              <a:ext cx="240885" cy="94331"/>
            </a:xfrm>
            <a:prstGeom prst="ellipse">
              <a:avLst/>
            </a:prstGeom>
            <a:gradFill>
              <a:gsLst>
                <a:gs pos="0">
                  <a:srgbClr val="1D0000">
                    <a:alpha val="32968"/>
                  </a:srgbClr>
                </a:gs>
                <a:gs pos="14286">
                  <a:srgbClr val="1D0000">
                    <a:alpha val="30764"/>
                  </a:srgbClr>
                </a:gs>
                <a:gs pos="28571">
                  <a:srgbClr val="1D0000">
                    <a:alpha val="24833"/>
                  </a:srgbClr>
                </a:gs>
                <a:gs pos="42857">
                  <a:srgbClr val="1D0000">
                    <a:alpha val="17075"/>
                  </a:srgbClr>
                </a:gs>
                <a:gs pos="57143">
                  <a:srgbClr val="1D0000">
                    <a:alpha val="9855"/>
                  </a:srgbClr>
                </a:gs>
                <a:gs pos="71429">
                  <a:srgbClr val="1D0000">
                    <a:alpha val="4740"/>
                  </a:srgbClr>
                </a:gs>
                <a:gs pos="85714">
                  <a:srgbClr val="1D0000">
                    <a:alpha val="1902"/>
                  </a:srgbClr>
                </a:gs>
                <a:gs pos="100000">
                  <a:srgbClr val="1D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6" name="Splat 1106"/>
            <p:cNvSpPr>
              <a:spLocks noGrp="1"/>
            </p:cNvSpPr>
            <p:nvPr/>
          </p:nvSpPr>
          <p:spPr>
            <a:xfrm rot="-10763123">
              <a:off x="101699" y="516398"/>
              <a:ext cx="741913" cy="127612"/>
            </a:xfrm>
            <a:prstGeom prst="ellipse">
              <a:avLst/>
            </a:prstGeom>
            <a:gradFill>
              <a:gsLst>
                <a:gs pos="0">
                  <a:srgbClr val="FFE7B6">
                    <a:alpha val="31927"/>
                  </a:srgbClr>
                </a:gs>
                <a:gs pos="14286">
                  <a:srgbClr val="FFE7B6">
                    <a:alpha val="29776"/>
                  </a:srgbClr>
                </a:gs>
                <a:gs pos="28571">
                  <a:srgbClr val="FFE7B6">
                    <a:alpha val="24002"/>
                  </a:srgbClr>
                </a:gs>
                <a:gs pos="42857">
                  <a:srgbClr val="FFE7B6">
                    <a:alpha val="16475"/>
                  </a:srgbClr>
                </a:gs>
                <a:gs pos="57143">
                  <a:srgbClr val="FFE7B6">
                    <a:alpha val="9494"/>
                  </a:srgbClr>
                </a:gs>
                <a:gs pos="71429">
                  <a:srgbClr val="FFE7B6">
                    <a:alpha val="4562"/>
                  </a:srgbClr>
                </a:gs>
                <a:gs pos="85714">
                  <a:srgbClr val="FFE7B6">
                    <a:alpha val="1829"/>
                  </a:srgbClr>
                </a:gs>
                <a:gs pos="100000">
                  <a:srgbClr val="FFE7B6">
                    <a:alpha val="6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7" name="Splat 1107"/>
            <p:cNvSpPr>
              <a:spLocks noGrp="1"/>
            </p:cNvSpPr>
            <p:nvPr/>
          </p:nvSpPr>
          <p:spPr>
            <a:xfrm rot="9977276">
              <a:off x="1438045" y="936718"/>
              <a:ext cx="280039" cy="53011"/>
            </a:xfrm>
            <a:prstGeom prst="ellipse">
              <a:avLst/>
            </a:prstGeom>
            <a:gradFill>
              <a:gsLst>
                <a:gs pos="0">
                  <a:srgbClr val="C4BBBD">
                    <a:alpha val="32968"/>
                  </a:srgbClr>
                </a:gs>
                <a:gs pos="14286">
                  <a:srgbClr val="C4BBBD">
                    <a:alpha val="30764"/>
                  </a:srgbClr>
                </a:gs>
                <a:gs pos="28571">
                  <a:srgbClr val="C4BBBD">
                    <a:alpha val="24833"/>
                  </a:srgbClr>
                </a:gs>
                <a:gs pos="42857">
                  <a:srgbClr val="C4BBBD">
                    <a:alpha val="17075"/>
                  </a:srgbClr>
                </a:gs>
                <a:gs pos="57143">
                  <a:srgbClr val="C4BBBD">
                    <a:alpha val="9855"/>
                  </a:srgbClr>
                </a:gs>
                <a:gs pos="71429">
                  <a:srgbClr val="C4BBBD">
                    <a:alpha val="4740"/>
                  </a:srgbClr>
                </a:gs>
                <a:gs pos="85714">
                  <a:srgbClr val="C4BBBD">
                    <a:alpha val="1902"/>
                  </a:srgbClr>
                </a:gs>
                <a:gs pos="100000">
                  <a:srgbClr val="C4BBB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8" name="Splat 1108"/>
            <p:cNvSpPr>
              <a:spLocks noGrp="1"/>
            </p:cNvSpPr>
            <p:nvPr/>
          </p:nvSpPr>
          <p:spPr>
            <a:xfrm rot="-10623532">
              <a:off x="1553056" y="781718"/>
              <a:ext cx="574312" cy="8235"/>
            </a:xfrm>
            <a:prstGeom prst="ellipse">
              <a:avLst/>
            </a:prstGeom>
            <a:gradFill>
              <a:gsLst>
                <a:gs pos="0">
                  <a:srgbClr val="9FC4E2">
                    <a:alpha val="32968"/>
                  </a:srgbClr>
                </a:gs>
                <a:gs pos="14286">
                  <a:srgbClr val="9FC4E2">
                    <a:alpha val="30764"/>
                  </a:srgbClr>
                </a:gs>
                <a:gs pos="28571">
                  <a:srgbClr val="9FC4E2">
                    <a:alpha val="24833"/>
                  </a:srgbClr>
                </a:gs>
                <a:gs pos="42857">
                  <a:srgbClr val="9FC4E2">
                    <a:alpha val="17075"/>
                  </a:srgbClr>
                </a:gs>
                <a:gs pos="57143">
                  <a:srgbClr val="9FC4E2">
                    <a:alpha val="9855"/>
                  </a:srgbClr>
                </a:gs>
                <a:gs pos="71429">
                  <a:srgbClr val="9FC4E2">
                    <a:alpha val="4740"/>
                  </a:srgbClr>
                </a:gs>
                <a:gs pos="85714">
                  <a:srgbClr val="9FC4E2">
                    <a:alpha val="1902"/>
                  </a:srgbClr>
                </a:gs>
                <a:gs pos="100000">
                  <a:srgbClr val="9FC4E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9" name="Splat 1109"/>
            <p:cNvSpPr>
              <a:spLocks noGrp="1"/>
            </p:cNvSpPr>
            <p:nvPr/>
          </p:nvSpPr>
          <p:spPr>
            <a:xfrm rot="-8324581">
              <a:off x="921115" y="713680"/>
              <a:ext cx="318574" cy="53219"/>
            </a:xfrm>
            <a:prstGeom prst="ellipse">
              <a:avLst/>
            </a:prstGeom>
            <a:gradFill>
              <a:gsLst>
                <a:gs pos="0">
                  <a:srgbClr val="DBB792">
                    <a:alpha val="32968"/>
                  </a:srgbClr>
                </a:gs>
                <a:gs pos="14286">
                  <a:srgbClr val="DBB792">
                    <a:alpha val="30764"/>
                  </a:srgbClr>
                </a:gs>
                <a:gs pos="28571">
                  <a:srgbClr val="DBB792">
                    <a:alpha val="24833"/>
                  </a:srgbClr>
                </a:gs>
                <a:gs pos="42857">
                  <a:srgbClr val="DBB792">
                    <a:alpha val="17075"/>
                  </a:srgbClr>
                </a:gs>
                <a:gs pos="57143">
                  <a:srgbClr val="DBB792">
                    <a:alpha val="9855"/>
                  </a:srgbClr>
                </a:gs>
                <a:gs pos="71429">
                  <a:srgbClr val="DBB792">
                    <a:alpha val="4740"/>
                  </a:srgbClr>
                </a:gs>
                <a:gs pos="85714">
                  <a:srgbClr val="DBB792">
                    <a:alpha val="1902"/>
                  </a:srgbClr>
                </a:gs>
                <a:gs pos="100000">
                  <a:srgbClr val="DBB79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0" name="Splat 1110"/>
            <p:cNvSpPr>
              <a:spLocks noGrp="1"/>
            </p:cNvSpPr>
            <p:nvPr/>
          </p:nvSpPr>
          <p:spPr>
            <a:xfrm rot="3826950">
              <a:off x="2276471" y="1773193"/>
              <a:ext cx="686083" cy="88952"/>
            </a:xfrm>
            <a:prstGeom prst="ellipse">
              <a:avLst/>
            </a:prstGeom>
            <a:gradFill>
              <a:gsLst>
                <a:gs pos="0">
                  <a:srgbClr val="000007">
                    <a:alpha val="32968"/>
                  </a:srgbClr>
                </a:gs>
                <a:gs pos="14286">
                  <a:srgbClr val="000007">
                    <a:alpha val="30764"/>
                  </a:srgbClr>
                </a:gs>
                <a:gs pos="28571">
                  <a:srgbClr val="000007">
                    <a:alpha val="24833"/>
                  </a:srgbClr>
                </a:gs>
                <a:gs pos="42857">
                  <a:srgbClr val="000007">
                    <a:alpha val="17075"/>
                  </a:srgbClr>
                </a:gs>
                <a:gs pos="57143">
                  <a:srgbClr val="000007">
                    <a:alpha val="9855"/>
                  </a:srgbClr>
                </a:gs>
                <a:gs pos="71429">
                  <a:srgbClr val="000007">
                    <a:alpha val="4740"/>
                  </a:srgbClr>
                </a:gs>
                <a:gs pos="85714">
                  <a:srgbClr val="000007">
                    <a:alpha val="1902"/>
                  </a:srgbClr>
                </a:gs>
                <a:gs pos="100000">
                  <a:srgbClr val="00000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1" name="Splat 1111"/>
            <p:cNvSpPr>
              <a:spLocks noGrp="1"/>
            </p:cNvSpPr>
            <p:nvPr/>
          </p:nvSpPr>
          <p:spPr>
            <a:xfrm rot="-9982234">
              <a:off x="2772565" y="2212244"/>
              <a:ext cx="687778" cy="3701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2" name="Splat 1112"/>
            <p:cNvSpPr>
              <a:spLocks noGrp="1"/>
            </p:cNvSpPr>
            <p:nvPr/>
          </p:nvSpPr>
          <p:spPr>
            <a:xfrm rot="9512586">
              <a:off x="1224404" y="1258960"/>
              <a:ext cx="794361" cy="54050"/>
            </a:xfrm>
            <a:prstGeom prst="ellipse">
              <a:avLst/>
            </a:prstGeom>
            <a:gradFill>
              <a:gsLst>
                <a:gs pos="0">
                  <a:srgbClr val="001212">
                    <a:alpha val="32968"/>
                  </a:srgbClr>
                </a:gs>
                <a:gs pos="14286">
                  <a:srgbClr val="001212">
                    <a:alpha val="30764"/>
                  </a:srgbClr>
                </a:gs>
                <a:gs pos="28571">
                  <a:srgbClr val="001212">
                    <a:alpha val="24833"/>
                  </a:srgbClr>
                </a:gs>
                <a:gs pos="42857">
                  <a:srgbClr val="001212">
                    <a:alpha val="17075"/>
                  </a:srgbClr>
                </a:gs>
                <a:gs pos="57143">
                  <a:srgbClr val="001212">
                    <a:alpha val="9855"/>
                  </a:srgbClr>
                </a:gs>
                <a:gs pos="71429">
                  <a:srgbClr val="001212">
                    <a:alpha val="4740"/>
                  </a:srgbClr>
                </a:gs>
                <a:gs pos="85714">
                  <a:srgbClr val="001212">
                    <a:alpha val="1902"/>
                  </a:srgbClr>
                </a:gs>
                <a:gs pos="100000">
                  <a:srgbClr val="00121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3" name="Splat 1113"/>
            <p:cNvSpPr>
              <a:spLocks noGrp="1"/>
            </p:cNvSpPr>
            <p:nvPr/>
          </p:nvSpPr>
          <p:spPr>
            <a:xfrm rot="10746628">
              <a:off x="968767" y="1989308"/>
              <a:ext cx="770934" cy="43658"/>
            </a:xfrm>
            <a:prstGeom prst="ellipse">
              <a:avLst/>
            </a:prstGeom>
            <a:gradFill>
              <a:gsLst>
                <a:gs pos="0">
                  <a:srgbClr val="2F0000">
                    <a:alpha val="32968"/>
                  </a:srgbClr>
                </a:gs>
                <a:gs pos="14286">
                  <a:srgbClr val="2F0000">
                    <a:alpha val="30764"/>
                  </a:srgbClr>
                </a:gs>
                <a:gs pos="28571">
                  <a:srgbClr val="2F0000">
                    <a:alpha val="24833"/>
                  </a:srgbClr>
                </a:gs>
                <a:gs pos="42857">
                  <a:srgbClr val="2F0000">
                    <a:alpha val="17075"/>
                  </a:srgbClr>
                </a:gs>
                <a:gs pos="57143">
                  <a:srgbClr val="2F0000">
                    <a:alpha val="9855"/>
                  </a:srgbClr>
                </a:gs>
                <a:gs pos="71429">
                  <a:srgbClr val="2F0000">
                    <a:alpha val="4740"/>
                  </a:srgbClr>
                </a:gs>
                <a:gs pos="85714">
                  <a:srgbClr val="2F0000">
                    <a:alpha val="1902"/>
                  </a:srgbClr>
                </a:gs>
                <a:gs pos="100000">
                  <a:srgbClr val="2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4" name="Splat 1114"/>
            <p:cNvSpPr>
              <a:spLocks noGrp="1"/>
            </p:cNvSpPr>
            <p:nvPr/>
          </p:nvSpPr>
          <p:spPr>
            <a:xfrm rot="7705316">
              <a:off x="655568" y="88271"/>
              <a:ext cx="161617" cy="113718"/>
            </a:xfrm>
            <a:prstGeom prst="ellipse">
              <a:avLst/>
            </a:prstGeom>
            <a:gradFill>
              <a:gsLst>
                <a:gs pos="0">
                  <a:srgbClr val="FAFFE6">
                    <a:alpha val="32968"/>
                  </a:srgbClr>
                </a:gs>
                <a:gs pos="14286">
                  <a:srgbClr val="FAFFE6">
                    <a:alpha val="30764"/>
                  </a:srgbClr>
                </a:gs>
                <a:gs pos="28571">
                  <a:srgbClr val="FAFFE6">
                    <a:alpha val="24833"/>
                  </a:srgbClr>
                </a:gs>
                <a:gs pos="42857">
                  <a:srgbClr val="FAFFE6">
                    <a:alpha val="17075"/>
                  </a:srgbClr>
                </a:gs>
                <a:gs pos="57143">
                  <a:srgbClr val="FAFFE6">
                    <a:alpha val="9855"/>
                  </a:srgbClr>
                </a:gs>
                <a:gs pos="71429">
                  <a:srgbClr val="FAFFE6">
                    <a:alpha val="4740"/>
                  </a:srgbClr>
                </a:gs>
                <a:gs pos="85714">
                  <a:srgbClr val="FAFFE6">
                    <a:alpha val="1902"/>
                  </a:srgbClr>
                </a:gs>
                <a:gs pos="100000">
                  <a:srgbClr val="FAFFE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5" name="Splat 1115"/>
            <p:cNvSpPr>
              <a:spLocks noGrp="1"/>
            </p:cNvSpPr>
            <p:nvPr/>
          </p:nvSpPr>
          <p:spPr>
            <a:xfrm rot="3146823">
              <a:off x="1751067" y="1173074"/>
              <a:ext cx="387944" cy="7546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6" name="Splat 1116"/>
            <p:cNvSpPr>
              <a:spLocks noGrp="1"/>
            </p:cNvSpPr>
            <p:nvPr/>
          </p:nvSpPr>
          <p:spPr>
            <a:xfrm rot="7934068">
              <a:off x="3063648" y="2053057"/>
              <a:ext cx="209194" cy="52061"/>
            </a:xfrm>
            <a:prstGeom prst="ellipse">
              <a:avLst/>
            </a:prstGeom>
            <a:gradFill>
              <a:gsLst>
                <a:gs pos="0">
                  <a:srgbClr val="FFF4F2">
                    <a:alpha val="32968"/>
                  </a:srgbClr>
                </a:gs>
                <a:gs pos="14286">
                  <a:srgbClr val="FFF4F2">
                    <a:alpha val="30764"/>
                  </a:srgbClr>
                </a:gs>
                <a:gs pos="28571">
                  <a:srgbClr val="FFF4F2">
                    <a:alpha val="24833"/>
                  </a:srgbClr>
                </a:gs>
                <a:gs pos="42857">
                  <a:srgbClr val="FFF4F2">
                    <a:alpha val="17075"/>
                  </a:srgbClr>
                </a:gs>
                <a:gs pos="57143">
                  <a:srgbClr val="FFF4F2">
                    <a:alpha val="9855"/>
                  </a:srgbClr>
                </a:gs>
                <a:gs pos="71429">
                  <a:srgbClr val="FFF4F2">
                    <a:alpha val="4740"/>
                  </a:srgbClr>
                </a:gs>
                <a:gs pos="85714">
                  <a:srgbClr val="FFF4F2">
                    <a:alpha val="1902"/>
                  </a:srgbClr>
                </a:gs>
                <a:gs pos="100000">
                  <a:srgbClr val="FFF4F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7" name="Splat 1117"/>
            <p:cNvSpPr>
              <a:spLocks noGrp="1"/>
            </p:cNvSpPr>
            <p:nvPr/>
          </p:nvSpPr>
          <p:spPr>
            <a:xfrm rot="3787812">
              <a:off x="903941" y="777669"/>
              <a:ext cx="654730" cy="296007"/>
            </a:xfrm>
            <a:prstGeom prst="ellipse">
              <a:avLst/>
            </a:prstGeom>
            <a:gradFill>
              <a:gsLst>
                <a:gs pos="0">
                  <a:srgbClr val="000400">
                    <a:alpha val="32968"/>
                  </a:srgbClr>
                </a:gs>
                <a:gs pos="14286">
                  <a:srgbClr val="000400">
                    <a:alpha val="30764"/>
                  </a:srgbClr>
                </a:gs>
                <a:gs pos="28571">
                  <a:srgbClr val="000400">
                    <a:alpha val="24833"/>
                  </a:srgbClr>
                </a:gs>
                <a:gs pos="42857">
                  <a:srgbClr val="000400">
                    <a:alpha val="17075"/>
                  </a:srgbClr>
                </a:gs>
                <a:gs pos="57143">
                  <a:srgbClr val="000400">
                    <a:alpha val="9855"/>
                  </a:srgbClr>
                </a:gs>
                <a:gs pos="71429">
                  <a:srgbClr val="000400">
                    <a:alpha val="4740"/>
                  </a:srgbClr>
                </a:gs>
                <a:gs pos="85714">
                  <a:srgbClr val="000400">
                    <a:alpha val="1902"/>
                  </a:srgbClr>
                </a:gs>
                <a:gs pos="100000">
                  <a:srgbClr val="0004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8" name="Splat 1118"/>
            <p:cNvSpPr>
              <a:spLocks noGrp="1"/>
            </p:cNvSpPr>
            <p:nvPr/>
          </p:nvSpPr>
          <p:spPr>
            <a:xfrm rot="-10631707">
              <a:off x="711712" y="413329"/>
              <a:ext cx="823047" cy="98229"/>
            </a:xfrm>
            <a:prstGeom prst="ellipse">
              <a:avLst/>
            </a:prstGeom>
            <a:gradFill>
              <a:gsLst>
                <a:gs pos="0">
                  <a:srgbClr val="3B4E4B">
                    <a:alpha val="32968"/>
                  </a:srgbClr>
                </a:gs>
                <a:gs pos="14286">
                  <a:srgbClr val="3B4E4B">
                    <a:alpha val="30764"/>
                  </a:srgbClr>
                </a:gs>
                <a:gs pos="28571">
                  <a:srgbClr val="3B4E4B">
                    <a:alpha val="24833"/>
                  </a:srgbClr>
                </a:gs>
                <a:gs pos="42857">
                  <a:srgbClr val="3B4E4B">
                    <a:alpha val="17075"/>
                  </a:srgbClr>
                </a:gs>
                <a:gs pos="57143">
                  <a:srgbClr val="3B4E4B">
                    <a:alpha val="9855"/>
                  </a:srgbClr>
                </a:gs>
                <a:gs pos="71429">
                  <a:srgbClr val="3B4E4B">
                    <a:alpha val="4740"/>
                  </a:srgbClr>
                </a:gs>
                <a:gs pos="85714">
                  <a:srgbClr val="3B4E4B">
                    <a:alpha val="1902"/>
                  </a:srgbClr>
                </a:gs>
                <a:gs pos="100000">
                  <a:srgbClr val="3B4E4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9" name="Splat 1119"/>
            <p:cNvSpPr>
              <a:spLocks noGrp="1"/>
            </p:cNvSpPr>
            <p:nvPr/>
          </p:nvSpPr>
          <p:spPr>
            <a:xfrm rot="5976147">
              <a:off x="3107215" y="1336496"/>
              <a:ext cx="539908" cy="65785"/>
            </a:xfrm>
            <a:prstGeom prst="ellipse">
              <a:avLst/>
            </a:prstGeom>
            <a:gradFill>
              <a:gsLst>
                <a:gs pos="0">
                  <a:srgbClr val="CEC1CC">
                    <a:alpha val="32968"/>
                  </a:srgbClr>
                </a:gs>
                <a:gs pos="14286">
                  <a:srgbClr val="CEC1CC">
                    <a:alpha val="30764"/>
                  </a:srgbClr>
                </a:gs>
                <a:gs pos="28571">
                  <a:srgbClr val="CEC1CC">
                    <a:alpha val="24833"/>
                  </a:srgbClr>
                </a:gs>
                <a:gs pos="42857">
                  <a:srgbClr val="CEC1CC">
                    <a:alpha val="17075"/>
                  </a:srgbClr>
                </a:gs>
                <a:gs pos="57143">
                  <a:srgbClr val="CEC1CC">
                    <a:alpha val="9855"/>
                  </a:srgbClr>
                </a:gs>
                <a:gs pos="71429">
                  <a:srgbClr val="CEC1CC">
                    <a:alpha val="4740"/>
                  </a:srgbClr>
                </a:gs>
                <a:gs pos="85714">
                  <a:srgbClr val="CEC1CC">
                    <a:alpha val="1902"/>
                  </a:srgbClr>
                </a:gs>
                <a:gs pos="100000">
                  <a:srgbClr val="CEC1C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0" name="Splat 1120"/>
            <p:cNvSpPr>
              <a:spLocks noGrp="1"/>
            </p:cNvSpPr>
            <p:nvPr/>
          </p:nvSpPr>
          <p:spPr>
            <a:xfrm rot="-10748227">
              <a:off x="1057360" y="526735"/>
              <a:ext cx="412292" cy="88811"/>
            </a:xfrm>
            <a:prstGeom prst="ellipse">
              <a:avLst/>
            </a:prstGeom>
            <a:gradFill>
              <a:gsLst>
                <a:gs pos="0">
                  <a:srgbClr val="390D00">
                    <a:alpha val="32968"/>
                  </a:srgbClr>
                </a:gs>
                <a:gs pos="14286">
                  <a:srgbClr val="390D00">
                    <a:alpha val="30764"/>
                  </a:srgbClr>
                </a:gs>
                <a:gs pos="28571">
                  <a:srgbClr val="390D00">
                    <a:alpha val="24833"/>
                  </a:srgbClr>
                </a:gs>
                <a:gs pos="42857">
                  <a:srgbClr val="390D00">
                    <a:alpha val="17075"/>
                  </a:srgbClr>
                </a:gs>
                <a:gs pos="57143">
                  <a:srgbClr val="390D00">
                    <a:alpha val="9855"/>
                  </a:srgbClr>
                </a:gs>
                <a:gs pos="71429">
                  <a:srgbClr val="390D00">
                    <a:alpha val="4740"/>
                  </a:srgbClr>
                </a:gs>
                <a:gs pos="85714">
                  <a:srgbClr val="390D00">
                    <a:alpha val="1902"/>
                  </a:srgbClr>
                </a:gs>
                <a:gs pos="100000">
                  <a:srgbClr val="390D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1" name="Splat 1121"/>
            <p:cNvSpPr>
              <a:spLocks noGrp="1"/>
            </p:cNvSpPr>
            <p:nvPr/>
          </p:nvSpPr>
          <p:spPr>
            <a:xfrm rot="5116445">
              <a:off x="269221" y="100260"/>
              <a:ext cx="794490" cy="83094"/>
            </a:xfrm>
            <a:prstGeom prst="ellipse">
              <a:avLst/>
            </a:prstGeom>
            <a:gradFill>
              <a:gsLst>
                <a:gs pos="0">
                  <a:srgbClr val="000001">
                    <a:alpha val="32968"/>
                  </a:srgbClr>
                </a:gs>
                <a:gs pos="14286">
                  <a:srgbClr val="000001">
                    <a:alpha val="30764"/>
                  </a:srgbClr>
                </a:gs>
                <a:gs pos="28571">
                  <a:srgbClr val="000001">
                    <a:alpha val="24833"/>
                  </a:srgbClr>
                </a:gs>
                <a:gs pos="42857">
                  <a:srgbClr val="000001">
                    <a:alpha val="17075"/>
                  </a:srgbClr>
                </a:gs>
                <a:gs pos="57143">
                  <a:srgbClr val="000001">
                    <a:alpha val="9855"/>
                  </a:srgbClr>
                </a:gs>
                <a:gs pos="71429">
                  <a:srgbClr val="000001">
                    <a:alpha val="4740"/>
                  </a:srgbClr>
                </a:gs>
                <a:gs pos="85714">
                  <a:srgbClr val="000001">
                    <a:alpha val="1902"/>
                  </a:srgbClr>
                </a:gs>
                <a:gs pos="100000">
                  <a:srgbClr val="00000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2" name="Splat 1122"/>
            <p:cNvSpPr>
              <a:spLocks noGrp="1"/>
            </p:cNvSpPr>
            <p:nvPr/>
          </p:nvSpPr>
          <p:spPr>
            <a:xfrm rot="5368456">
              <a:off x="1104078" y="534844"/>
              <a:ext cx="775101" cy="40237"/>
            </a:xfrm>
            <a:prstGeom prst="ellipse">
              <a:avLst/>
            </a:prstGeom>
            <a:gradFill>
              <a:gsLst>
                <a:gs pos="0">
                  <a:srgbClr val="220000">
                    <a:alpha val="32968"/>
                  </a:srgbClr>
                </a:gs>
                <a:gs pos="14286">
                  <a:srgbClr val="220000">
                    <a:alpha val="30764"/>
                  </a:srgbClr>
                </a:gs>
                <a:gs pos="28571">
                  <a:srgbClr val="220000">
                    <a:alpha val="24833"/>
                  </a:srgbClr>
                </a:gs>
                <a:gs pos="42857">
                  <a:srgbClr val="220000">
                    <a:alpha val="17075"/>
                  </a:srgbClr>
                </a:gs>
                <a:gs pos="57143">
                  <a:srgbClr val="220000">
                    <a:alpha val="9855"/>
                  </a:srgbClr>
                </a:gs>
                <a:gs pos="71429">
                  <a:srgbClr val="220000">
                    <a:alpha val="4740"/>
                  </a:srgbClr>
                </a:gs>
                <a:gs pos="85714">
                  <a:srgbClr val="220000">
                    <a:alpha val="1902"/>
                  </a:srgbClr>
                </a:gs>
                <a:gs pos="100000">
                  <a:srgbClr val="22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3" name="Splat 1123"/>
            <p:cNvSpPr>
              <a:spLocks noGrp="1"/>
            </p:cNvSpPr>
            <p:nvPr/>
          </p:nvSpPr>
          <p:spPr>
            <a:xfrm rot="-10021756">
              <a:off x="2265739" y="870032"/>
              <a:ext cx="615223" cy="11973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4" name="Splat 1124"/>
            <p:cNvSpPr>
              <a:spLocks noGrp="1"/>
            </p:cNvSpPr>
            <p:nvPr/>
          </p:nvSpPr>
          <p:spPr>
            <a:xfrm rot="-9386195">
              <a:off x="1332881" y="2027066"/>
              <a:ext cx="372507" cy="214181"/>
            </a:xfrm>
            <a:prstGeom prst="ellipse">
              <a:avLst/>
            </a:prstGeom>
            <a:gradFill>
              <a:gsLst>
                <a:gs pos="0">
                  <a:srgbClr val="E4DBD0">
                    <a:alpha val="31620"/>
                  </a:srgbClr>
                </a:gs>
                <a:gs pos="14286">
                  <a:srgbClr val="E4DBD0">
                    <a:alpha val="29485"/>
                  </a:srgbClr>
                </a:gs>
                <a:gs pos="28571">
                  <a:srgbClr val="E4DBD0">
                    <a:alpha val="23757"/>
                  </a:srgbClr>
                </a:gs>
                <a:gs pos="42857">
                  <a:srgbClr val="E4DBD0">
                    <a:alpha val="16299"/>
                  </a:srgbClr>
                </a:gs>
                <a:gs pos="57143">
                  <a:srgbClr val="E4DBD0">
                    <a:alpha val="9388"/>
                  </a:srgbClr>
                </a:gs>
                <a:gs pos="71429">
                  <a:srgbClr val="E4DBD0">
                    <a:alpha val="4510"/>
                  </a:srgbClr>
                </a:gs>
                <a:gs pos="85714">
                  <a:srgbClr val="E4DBD0">
                    <a:alpha val="1808"/>
                  </a:srgbClr>
                </a:gs>
                <a:gs pos="100000">
                  <a:srgbClr val="E4DBD0">
                    <a:alpha val="6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5" name="Splat 1125"/>
            <p:cNvSpPr>
              <a:spLocks noGrp="1"/>
            </p:cNvSpPr>
            <p:nvPr/>
          </p:nvSpPr>
          <p:spPr>
            <a:xfrm rot="2929957">
              <a:off x="2490837" y="590601"/>
              <a:ext cx="334135" cy="137306"/>
            </a:xfrm>
            <a:prstGeom prst="ellipse">
              <a:avLst/>
            </a:prstGeom>
            <a:gradFill>
              <a:gsLst>
                <a:gs pos="0">
                  <a:srgbClr val="C69665">
                    <a:alpha val="32968"/>
                  </a:srgbClr>
                </a:gs>
                <a:gs pos="14286">
                  <a:srgbClr val="C69665">
                    <a:alpha val="30764"/>
                  </a:srgbClr>
                </a:gs>
                <a:gs pos="28571">
                  <a:srgbClr val="C69665">
                    <a:alpha val="24833"/>
                  </a:srgbClr>
                </a:gs>
                <a:gs pos="42857">
                  <a:srgbClr val="C69665">
                    <a:alpha val="17075"/>
                  </a:srgbClr>
                </a:gs>
                <a:gs pos="57143">
                  <a:srgbClr val="C69665">
                    <a:alpha val="9855"/>
                  </a:srgbClr>
                </a:gs>
                <a:gs pos="71429">
                  <a:srgbClr val="C69665">
                    <a:alpha val="4740"/>
                  </a:srgbClr>
                </a:gs>
                <a:gs pos="85714">
                  <a:srgbClr val="C69665">
                    <a:alpha val="1902"/>
                  </a:srgbClr>
                </a:gs>
                <a:gs pos="100000">
                  <a:srgbClr val="C6966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6" name="Splat 1126"/>
            <p:cNvSpPr>
              <a:spLocks noGrp="1"/>
            </p:cNvSpPr>
            <p:nvPr/>
          </p:nvSpPr>
          <p:spPr>
            <a:xfrm rot="5894950">
              <a:off x="2960432" y="1885883"/>
              <a:ext cx="691030" cy="16544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7" name="Splat 1127"/>
            <p:cNvSpPr>
              <a:spLocks noGrp="1"/>
            </p:cNvSpPr>
            <p:nvPr/>
          </p:nvSpPr>
          <p:spPr>
            <a:xfrm rot="6508932">
              <a:off x="2459497" y="698932"/>
              <a:ext cx="153133" cy="76927"/>
            </a:xfrm>
            <a:prstGeom prst="ellipse">
              <a:avLst/>
            </a:prstGeom>
            <a:gradFill>
              <a:gsLst>
                <a:gs pos="0">
                  <a:srgbClr val="F8F8FF">
                    <a:alpha val="32968"/>
                  </a:srgbClr>
                </a:gs>
                <a:gs pos="14286">
                  <a:srgbClr val="F8F8FF">
                    <a:alpha val="30764"/>
                  </a:srgbClr>
                </a:gs>
                <a:gs pos="28571">
                  <a:srgbClr val="F8F8FF">
                    <a:alpha val="24833"/>
                  </a:srgbClr>
                </a:gs>
                <a:gs pos="42857">
                  <a:srgbClr val="F8F8FF">
                    <a:alpha val="17075"/>
                  </a:srgbClr>
                </a:gs>
                <a:gs pos="57143">
                  <a:srgbClr val="F8F8FF">
                    <a:alpha val="9855"/>
                  </a:srgbClr>
                </a:gs>
                <a:gs pos="71429">
                  <a:srgbClr val="F8F8FF">
                    <a:alpha val="4740"/>
                  </a:srgbClr>
                </a:gs>
                <a:gs pos="85714">
                  <a:srgbClr val="F8F8FF">
                    <a:alpha val="1902"/>
                  </a:srgbClr>
                </a:gs>
                <a:gs pos="100000">
                  <a:srgbClr val="F8F8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8" name="Splat 1128"/>
            <p:cNvSpPr>
              <a:spLocks noGrp="1"/>
            </p:cNvSpPr>
            <p:nvPr/>
          </p:nvSpPr>
          <p:spPr>
            <a:xfrm rot="5575499">
              <a:off x="2268469" y="104528"/>
              <a:ext cx="644454" cy="37824"/>
            </a:xfrm>
            <a:prstGeom prst="ellipse">
              <a:avLst/>
            </a:prstGeom>
            <a:gradFill>
              <a:gsLst>
                <a:gs pos="0">
                  <a:srgbClr val="9B9BAA">
                    <a:alpha val="32968"/>
                  </a:srgbClr>
                </a:gs>
                <a:gs pos="14286">
                  <a:srgbClr val="9B9BAA">
                    <a:alpha val="30764"/>
                  </a:srgbClr>
                </a:gs>
                <a:gs pos="28571">
                  <a:srgbClr val="9B9BAA">
                    <a:alpha val="24833"/>
                  </a:srgbClr>
                </a:gs>
                <a:gs pos="42857">
                  <a:srgbClr val="9B9BAA">
                    <a:alpha val="17075"/>
                  </a:srgbClr>
                </a:gs>
                <a:gs pos="57143">
                  <a:srgbClr val="9B9BAA">
                    <a:alpha val="9855"/>
                  </a:srgbClr>
                </a:gs>
                <a:gs pos="71429">
                  <a:srgbClr val="9B9BAA">
                    <a:alpha val="4740"/>
                  </a:srgbClr>
                </a:gs>
                <a:gs pos="85714">
                  <a:srgbClr val="9B9BAA">
                    <a:alpha val="1902"/>
                  </a:srgbClr>
                </a:gs>
                <a:gs pos="100000">
                  <a:srgbClr val="9B9BA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9" name="Splat 1129"/>
            <p:cNvSpPr>
              <a:spLocks noGrp="1"/>
            </p:cNvSpPr>
            <p:nvPr/>
          </p:nvSpPr>
          <p:spPr>
            <a:xfrm rot="6884864">
              <a:off x="2178942" y="670785"/>
              <a:ext cx="148765" cy="18240"/>
            </a:xfrm>
            <a:prstGeom prst="ellipse">
              <a:avLst/>
            </a:prstGeom>
            <a:gradFill>
              <a:gsLst>
                <a:gs pos="0">
                  <a:srgbClr val="FEA565">
                    <a:alpha val="24426"/>
                  </a:srgbClr>
                </a:gs>
                <a:gs pos="14286">
                  <a:srgbClr val="FEA565">
                    <a:alpha val="22695"/>
                  </a:srgbClr>
                </a:gs>
                <a:gs pos="28571">
                  <a:srgbClr val="FEA565">
                    <a:alpha val="18116"/>
                  </a:srgbClr>
                </a:gs>
                <a:gs pos="42857">
                  <a:srgbClr val="FEA565">
                    <a:alpha val="12286"/>
                  </a:srgbClr>
                </a:gs>
                <a:gs pos="57143">
                  <a:srgbClr val="FEA565">
                    <a:alpha val="7006"/>
                  </a:srgbClr>
                </a:gs>
                <a:gs pos="71429">
                  <a:srgbClr val="FEA565">
                    <a:alpha val="3343"/>
                  </a:srgbClr>
                </a:gs>
                <a:gs pos="85714">
                  <a:srgbClr val="FEA565">
                    <a:alpha val="1336"/>
                  </a:srgbClr>
                </a:gs>
                <a:gs pos="100000">
                  <a:srgbClr val="FEA565">
                    <a:alpha val="4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0" name="Splat 1130"/>
            <p:cNvSpPr>
              <a:spLocks noGrp="1"/>
            </p:cNvSpPr>
            <p:nvPr/>
          </p:nvSpPr>
          <p:spPr>
            <a:xfrm rot="5408084">
              <a:off x="1323829" y="271974"/>
              <a:ext cx="369103" cy="95852"/>
            </a:xfrm>
            <a:prstGeom prst="ellipse">
              <a:avLst/>
            </a:prstGeom>
            <a:gradFill>
              <a:gsLst>
                <a:gs pos="0">
                  <a:srgbClr val="E59F6A">
                    <a:alpha val="32968"/>
                  </a:srgbClr>
                </a:gs>
                <a:gs pos="14286">
                  <a:srgbClr val="E59F6A">
                    <a:alpha val="30764"/>
                  </a:srgbClr>
                </a:gs>
                <a:gs pos="28571">
                  <a:srgbClr val="E59F6A">
                    <a:alpha val="24833"/>
                  </a:srgbClr>
                </a:gs>
                <a:gs pos="42857">
                  <a:srgbClr val="E59F6A">
                    <a:alpha val="17075"/>
                  </a:srgbClr>
                </a:gs>
                <a:gs pos="57143">
                  <a:srgbClr val="E59F6A">
                    <a:alpha val="9855"/>
                  </a:srgbClr>
                </a:gs>
                <a:gs pos="71429">
                  <a:srgbClr val="E59F6A">
                    <a:alpha val="4740"/>
                  </a:srgbClr>
                </a:gs>
                <a:gs pos="85714">
                  <a:srgbClr val="E59F6A">
                    <a:alpha val="1902"/>
                  </a:srgbClr>
                </a:gs>
                <a:gs pos="100000">
                  <a:srgbClr val="E59F6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1" name="Splat 1131"/>
            <p:cNvSpPr>
              <a:spLocks noGrp="1"/>
            </p:cNvSpPr>
            <p:nvPr/>
          </p:nvSpPr>
          <p:spPr>
            <a:xfrm rot="10295332">
              <a:off x="2750176" y="66019"/>
              <a:ext cx="164066" cy="88376"/>
            </a:xfrm>
            <a:prstGeom prst="ellipse">
              <a:avLst/>
            </a:prstGeom>
            <a:gradFill>
              <a:gsLst>
                <a:gs pos="0">
                  <a:srgbClr val="FFA753">
                    <a:alpha val="32968"/>
                  </a:srgbClr>
                </a:gs>
                <a:gs pos="14286">
                  <a:srgbClr val="FFA753">
                    <a:alpha val="30764"/>
                  </a:srgbClr>
                </a:gs>
                <a:gs pos="28571">
                  <a:srgbClr val="FFA753">
                    <a:alpha val="24833"/>
                  </a:srgbClr>
                </a:gs>
                <a:gs pos="42857">
                  <a:srgbClr val="FFA753">
                    <a:alpha val="17075"/>
                  </a:srgbClr>
                </a:gs>
                <a:gs pos="57143">
                  <a:srgbClr val="FFA753">
                    <a:alpha val="9855"/>
                  </a:srgbClr>
                </a:gs>
                <a:gs pos="71429">
                  <a:srgbClr val="FFA753">
                    <a:alpha val="4740"/>
                  </a:srgbClr>
                </a:gs>
                <a:gs pos="85714">
                  <a:srgbClr val="FFA753">
                    <a:alpha val="1902"/>
                  </a:srgbClr>
                </a:gs>
                <a:gs pos="100000">
                  <a:srgbClr val="FFA75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2" name="Splat 1132"/>
            <p:cNvSpPr>
              <a:spLocks noGrp="1"/>
            </p:cNvSpPr>
            <p:nvPr/>
          </p:nvSpPr>
          <p:spPr>
            <a:xfrm rot="5665633">
              <a:off x="3000625" y="1087356"/>
              <a:ext cx="626425" cy="99819"/>
            </a:xfrm>
            <a:prstGeom prst="ellipse">
              <a:avLst/>
            </a:prstGeom>
            <a:gradFill>
              <a:gsLst>
                <a:gs pos="0">
                  <a:srgbClr val="FFB58A">
                    <a:alpha val="32968"/>
                  </a:srgbClr>
                </a:gs>
                <a:gs pos="14286">
                  <a:srgbClr val="FFB58A">
                    <a:alpha val="30764"/>
                  </a:srgbClr>
                </a:gs>
                <a:gs pos="28571">
                  <a:srgbClr val="FFB58A">
                    <a:alpha val="24833"/>
                  </a:srgbClr>
                </a:gs>
                <a:gs pos="42857">
                  <a:srgbClr val="FFB58A">
                    <a:alpha val="17075"/>
                  </a:srgbClr>
                </a:gs>
                <a:gs pos="57143">
                  <a:srgbClr val="FFB58A">
                    <a:alpha val="9855"/>
                  </a:srgbClr>
                </a:gs>
                <a:gs pos="71429">
                  <a:srgbClr val="FFB58A">
                    <a:alpha val="4740"/>
                  </a:srgbClr>
                </a:gs>
                <a:gs pos="85714">
                  <a:srgbClr val="FFB58A">
                    <a:alpha val="1902"/>
                  </a:srgbClr>
                </a:gs>
                <a:gs pos="100000">
                  <a:srgbClr val="FFB58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3" name="Splat 1133"/>
            <p:cNvSpPr>
              <a:spLocks noGrp="1"/>
            </p:cNvSpPr>
            <p:nvPr/>
          </p:nvSpPr>
          <p:spPr>
            <a:xfrm rot="9187296">
              <a:off x="1920801" y="1744205"/>
              <a:ext cx="304517" cy="62661"/>
            </a:xfrm>
            <a:prstGeom prst="ellipse">
              <a:avLst/>
            </a:prstGeom>
            <a:gradFill>
              <a:gsLst>
                <a:gs pos="0">
                  <a:srgbClr val="332E1A">
                    <a:alpha val="32968"/>
                  </a:srgbClr>
                </a:gs>
                <a:gs pos="14286">
                  <a:srgbClr val="332E1A">
                    <a:alpha val="30764"/>
                  </a:srgbClr>
                </a:gs>
                <a:gs pos="28571">
                  <a:srgbClr val="332E1A">
                    <a:alpha val="24833"/>
                  </a:srgbClr>
                </a:gs>
                <a:gs pos="42857">
                  <a:srgbClr val="332E1A">
                    <a:alpha val="17075"/>
                  </a:srgbClr>
                </a:gs>
                <a:gs pos="57143">
                  <a:srgbClr val="332E1A">
                    <a:alpha val="9855"/>
                  </a:srgbClr>
                </a:gs>
                <a:gs pos="71429">
                  <a:srgbClr val="332E1A">
                    <a:alpha val="4740"/>
                  </a:srgbClr>
                </a:gs>
                <a:gs pos="85714">
                  <a:srgbClr val="332E1A">
                    <a:alpha val="1902"/>
                  </a:srgbClr>
                </a:gs>
                <a:gs pos="100000">
                  <a:srgbClr val="332E1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4" name="Splat 1134"/>
            <p:cNvSpPr>
              <a:spLocks noGrp="1"/>
            </p:cNvSpPr>
            <p:nvPr/>
          </p:nvSpPr>
          <p:spPr>
            <a:xfrm rot="3037197">
              <a:off x="1177290" y="1583156"/>
              <a:ext cx="768676" cy="3000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5" name="Splat 1135"/>
            <p:cNvSpPr>
              <a:spLocks noGrp="1"/>
            </p:cNvSpPr>
            <p:nvPr/>
          </p:nvSpPr>
          <p:spPr>
            <a:xfrm rot="-8471352">
              <a:off x="2655791" y="2008408"/>
              <a:ext cx="369332" cy="47343"/>
            </a:xfrm>
            <a:prstGeom prst="ellipse">
              <a:avLst/>
            </a:prstGeom>
            <a:gradFill>
              <a:gsLst>
                <a:gs pos="0">
                  <a:srgbClr val="FFFEFF">
                    <a:alpha val="32968"/>
                  </a:srgbClr>
                </a:gs>
                <a:gs pos="14286">
                  <a:srgbClr val="FFFEFF">
                    <a:alpha val="30764"/>
                  </a:srgbClr>
                </a:gs>
                <a:gs pos="28571">
                  <a:srgbClr val="FFFEFF">
                    <a:alpha val="24833"/>
                  </a:srgbClr>
                </a:gs>
                <a:gs pos="42857">
                  <a:srgbClr val="FFFEFF">
                    <a:alpha val="17075"/>
                  </a:srgbClr>
                </a:gs>
                <a:gs pos="57143">
                  <a:srgbClr val="FFFEFF">
                    <a:alpha val="9855"/>
                  </a:srgbClr>
                </a:gs>
                <a:gs pos="71429">
                  <a:srgbClr val="FFFEFF">
                    <a:alpha val="4740"/>
                  </a:srgbClr>
                </a:gs>
                <a:gs pos="85714">
                  <a:srgbClr val="FFFEFF">
                    <a:alpha val="1902"/>
                  </a:srgbClr>
                </a:gs>
                <a:gs pos="100000">
                  <a:srgbClr val="FFF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6" name="Splat 1136"/>
            <p:cNvSpPr>
              <a:spLocks noGrp="1"/>
            </p:cNvSpPr>
            <p:nvPr/>
          </p:nvSpPr>
          <p:spPr>
            <a:xfrm rot="7987462">
              <a:off x="332632" y="702204"/>
              <a:ext cx="500663" cy="53401"/>
            </a:xfrm>
            <a:prstGeom prst="ellipse">
              <a:avLst/>
            </a:prstGeom>
            <a:gradFill>
              <a:gsLst>
                <a:gs pos="0">
                  <a:srgbClr val="FFD3AF">
                    <a:alpha val="32968"/>
                  </a:srgbClr>
                </a:gs>
                <a:gs pos="14286">
                  <a:srgbClr val="FFD3AF">
                    <a:alpha val="30764"/>
                  </a:srgbClr>
                </a:gs>
                <a:gs pos="28571">
                  <a:srgbClr val="FFD3AF">
                    <a:alpha val="24833"/>
                  </a:srgbClr>
                </a:gs>
                <a:gs pos="42857">
                  <a:srgbClr val="FFD3AF">
                    <a:alpha val="17075"/>
                  </a:srgbClr>
                </a:gs>
                <a:gs pos="57143">
                  <a:srgbClr val="FFD3AF">
                    <a:alpha val="9855"/>
                  </a:srgbClr>
                </a:gs>
                <a:gs pos="71429">
                  <a:srgbClr val="FFD3AF">
                    <a:alpha val="4740"/>
                  </a:srgbClr>
                </a:gs>
                <a:gs pos="85714">
                  <a:srgbClr val="FFD3AF">
                    <a:alpha val="1902"/>
                  </a:srgbClr>
                </a:gs>
                <a:gs pos="100000">
                  <a:srgbClr val="FFD3A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7" name="Splat 1137"/>
            <p:cNvSpPr>
              <a:spLocks noGrp="1"/>
            </p:cNvSpPr>
            <p:nvPr/>
          </p:nvSpPr>
          <p:spPr>
            <a:xfrm rot="-9764801">
              <a:off x="1042891" y="1691407"/>
              <a:ext cx="652074" cy="28620"/>
            </a:xfrm>
            <a:prstGeom prst="ellipse">
              <a:avLst/>
            </a:prstGeom>
            <a:gradFill>
              <a:gsLst>
                <a:gs pos="0">
                  <a:srgbClr val="FFD7C0">
                    <a:alpha val="29513"/>
                  </a:srgbClr>
                </a:gs>
                <a:gs pos="14286">
                  <a:srgbClr val="FFD7C0">
                    <a:alpha val="27491"/>
                  </a:srgbClr>
                </a:gs>
                <a:gs pos="28571">
                  <a:srgbClr val="FFD7C0">
                    <a:alpha val="22088"/>
                  </a:srgbClr>
                </a:gs>
                <a:gs pos="42857">
                  <a:srgbClr val="FFD7C0">
                    <a:alpha val="15102"/>
                  </a:srgbClr>
                </a:gs>
                <a:gs pos="57143">
                  <a:srgbClr val="FFD7C0">
                    <a:alpha val="8672"/>
                  </a:srgbClr>
                </a:gs>
                <a:gs pos="71429">
                  <a:srgbClr val="FFD7C0">
                    <a:alpha val="4157"/>
                  </a:srgbClr>
                </a:gs>
                <a:gs pos="85714">
                  <a:srgbClr val="FFD7C0">
                    <a:alpha val="1665"/>
                  </a:srgbClr>
                </a:gs>
                <a:gs pos="100000">
                  <a:srgbClr val="FFD7C0">
                    <a:alpha val="5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8" name="Splat 1138"/>
            <p:cNvSpPr>
              <a:spLocks noGrp="1"/>
            </p:cNvSpPr>
            <p:nvPr/>
          </p:nvSpPr>
          <p:spPr>
            <a:xfrm rot="9451713">
              <a:off x="3161947" y="703128"/>
              <a:ext cx="430616" cy="6783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9" name="Splat 1139"/>
            <p:cNvSpPr>
              <a:spLocks noGrp="1"/>
            </p:cNvSpPr>
            <p:nvPr/>
          </p:nvSpPr>
          <p:spPr>
            <a:xfrm rot="5571505">
              <a:off x="2931105" y="1134126"/>
              <a:ext cx="878594" cy="7583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0" name="Splat 1140"/>
            <p:cNvSpPr>
              <a:spLocks noGrp="1"/>
            </p:cNvSpPr>
            <p:nvPr/>
          </p:nvSpPr>
          <p:spPr>
            <a:xfrm rot="6818562">
              <a:off x="317794" y="1264451"/>
              <a:ext cx="653273" cy="67862"/>
            </a:xfrm>
            <a:prstGeom prst="ellipse">
              <a:avLst/>
            </a:prstGeom>
            <a:gradFill>
              <a:gsLst>
                <a:gs pos="0">
                  <a:srgbClr val="1F0D00">
                    <a:alpha val="32968"/>
                  </a:srgbClr>
                </a:gs>
                <a:gs pos="14286">
                  <a:srgbClr val="1F0D00">
                    <a:alpha val="30764"/>
                  </a:srgbClr>
                </a:gs>
                <a:gs pos="28571">
                  <a:srgbClr val="1F0D00">
                    <a:alpha val="24833"/>
                  </a:srgbClr>
                </a:gs>
                <a:gs pos="42857">
                  <a:srgbClr val="1F0D00">
                    <a:alpha val="17075"/>
                  </a:srgbClr>
                </a:gs>
                <a:gs pos="57143">
                  <a:srgbClr val="1F0D00">
                    <a:alpha val="9855"/>
                  </a:srgbClr>
                </a:gs>
                <a:gs pos="71429">
                  <a:srgbClr val="1F0D00">
                    <a:alpha val="4740"/>
                  </a:srgbClr>
                </a:gs>
                <a:gs pos="85714">
                  <a:srgbClr val="1F0D00">
                    <a:alpha val="1902"/>
                  </a:srgbClr>
                </a:gs>
                <a:gs pos="100000">
                  <a:srgbClr val="1F0D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1" name="Splat 1141"/>
            <p:cNvSpPr>
              <a:spLocks noGrp="1"/>
            </p:cNvSpPr>
            <p:nvPr/>
          </p:nvSpPr>
          <p:spPr>
            <a:xfrm rot="9607969">
              <a:off x="3039995" y="1497826"/>
              <a:ext cx="220860" cy="115319"/>
            </a:xfrm>
            <a:prstGeom prst="ellipse">
              <a:avLst/>
            </a:prstGeom>
            <a:gradFill>
              <a:gsLst>
                <a:gs pos="0">
                  <a:srgbClr val="005248">
                    <a:alpha val="32968"/>
                  </a:srgbClr>
                </a:gs>
                <a:gs pos="14286">
                  <a:srgbClr val="005248">
                    <a:alpha val="30764"/>
                  </a:srgbClr>
                </a:gs>
                <a:gs pos="28571">
                  <a:srgbClr val="005248">
                    <a:alpha val="24833"/>
                  </a:srgbClr>
                </a:gs>
                <a:gs pos="42857">
                  <a:srgbClr val="005248">
                    <a:alpha val="17075"/>
                  </a:srgbClr>
                </a:gs>
                <a:gs pos="57143">
                  <a:srgbClr val="005248">
                    <a:alpha val="9855"/>
                  </a:srgbClr>
                </a:gs>
                <a:gs pos="71429">
                  <a:srgbClr val="005248">
                    <a:alpha val="4740"/>
                  </a:srgbClr>
                </a:gs>
                <a:gs pos="85714">
                  <a:srgbClr val="005248">
                    <a:alpha val="1902"/>
                  </a:srgbClr>
                </a:gs>
                <a:gs pos="100000">
                  <a:srgbClr val="00524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2" name="Splat 1142"/>
            <p:cNvSpPr>
              <a:spLocks noGrp="1"/>
            </p:cNvSpPr>
            <p:nvPr/>
          </p:nvSpPr>
          <p:spPr>
            <a:xfrm rot="4760340">
              <a:off x="2320261" y="1113368"/>
              <a:ext cx="477337" cy="8328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3" name="Splat 1143"/>
            <p:cNvSpPr>
              <a:spLocks noGrp="1"/>
            </p:cNvSpPr>
            <p:nvPr/>
          </p:nvSpPr>
          <p:spPr>
            <a:xfrm rot="-9894721">
              <a:off x="1376193" y="1809787"/>
              <a:ext cx="744934" cy="112594"/>
            </a:xfrm>
            <a:prstGeom prst="ellipse">
              <a:avLst/>
            </a:prstGeom>
            <a:gradFill>
              <a:gsLst>
                <a:gs pos="0">
                  <a:srgbClr val="2E0000">
                    <a:alpha val="32968"/>
                  </a:srgbClr>
                </a:gs>
                <a:gs pos="14286">
                  <a:srgbClr val="2E0000">
                    <a:alpha val="30764"/>
                  </a:srgbClr>
                </a:gs>
                <a:gs pos="28571">
                  <a:srgbClr val="2E0000">
                    <a:alpha val="24833"/>
                  </a:srgbClr>
                </a:gs>
                <a:gs pos="42857">
                  <a:srgbClr val="2E0000">
                    <a:alpha val="17075"/>
                  </a:srgbClr>
                </a:gs>
                <a:gs pos="57143">
                  <a:srgbClr val="2E0000">
                    <a:alpha val="9855"/>
                  </a:srgbClr>
                </a:gs>
                <a:gs pos="71429">
                  <a:srgbClr val="2E0000">
                    <a:alpha val="4740"/>
                  </a:srgbClr>
                </a:gs>
                <a:gs pos="85714">
                  <a:srgbClr val="2E0000">
                    <a:alpha val="1902"/>
                  </a:srgbClr>
                </a:gs>
                <a:gs pos="100000">
                  <a:srgbClr val="2E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4" name="Splat 1144"/>
            <p:cNvSpPr>
              <a:spLocks noGrp="1"/>
            </p:cNvSpPr>
            <p:nvPr/>
          </p:nvSpPr>
          <p:spPr>
            <a:xfrm rot="2744236">
              <a:off x="944740" y="1203757"/>
              <a:ext cx="555872" cy="85612"/>
            </a:xfrm>
            <a:prstGeom prst="ellipse">
              <a:avLst/>
            </a:prstGeom>
            <a:gradFill>
              <a:gsLst>
                <a:gs pos="0">
                  <a:srgbClr val="FF5100">
                    <a:alpha val="32968"/>
                  </a:srgbClr>
                </a:gs>
                <a:gs pos="14286">
                  <a:srgbClr val="FF5100">
                    <a:alpha val="30764"/>
                  </a:srgbClr>
                </a:gs>
                <a:gs pos="28571">
                  <a:srgbClr val="FF5100">
                    <a:alpha val="24833"/>
                  </a:srgbClr>
                </a:gs>
                <a:gs pos="42857">
                  <a:srgbClr val="FF5100">
                    <a:alpha val="17075"/>
                  </a:srgbClr>
                </a:gs>
                <a:gs pos="57143">
                  <a:srgbClr val="FF5100">
                    <a:alpha val="9855"/>
                  </a:srgbClr>
                </a:gs>
                <a:gs pos="71429">
                  <a:srgbClr val="FF5100">
                    <a:alpha val="4740"/>
                  </a:srgbClr>
                </a:gs>
                <a:gs pos="85714">
                  <a:srgbClr val="FF5100">
                    <a:alpha val="1902"/>
                  </a:srgbClr>
                </a:gs>
                <a:gs pos="100000">
                  <a:srgbClr val="FF5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5" name="Splat 1145"/>
            <p:cNvSpPr>
              <a:spLocks noGrp="1"/>
            </p:cNvSpPr>
            <p:nvPr/>
          </p:nvSpPr>
          <p:spPr>
            <a:xfrm rot="-10688629">
              <a:off x="1542081" y="980295"/>
              <a:ext cx="738262" cy="231889"/>
            </a:xfrm>
            <a:prstGeom prst="ellipse">
              <a:avLst/>
            </a:prstGeom>
            <a:gradFill>
              <a:gsLst>
                <a:gs pos="0">
                  <a:srgbClr val="FF0000">
                    <a:alpha val="32968"/>
                  </a:srgbClr>
                </a:gs>
                <a:gs pos="14286">
                  <a:srgbClr val="FF0000">
                    <a:alpha val="30764"/>
                  </a:srgbClr>
                </a:gs>
                <a:gs pos="28571">
                  <a:srgbClr val="FF0000">
                    <a:alpha val="24833"/>
                  </a:srgbClr>
                </a:gs>
                <a:gs pos="42857">
                  <a:srgbClr val="FF0000">
                    <a:alpha val="17075"/>
                  </a:srgbClr>
                </a:gs>
                <a:gs pos="57143">
                  <a:srgbClr val="FF0000">
                    <a:alpha val="9855"/>
                  </a:srgbClr>
                </a:gs>
                <a:gs pos="71429">
                  <a:srgbClr val="FF0000">
                    <a:alpha val="4740"/>
                  </a:srgbClr>
                </a:gs>
                <a:gs pos="85714">
                  <a:srgbClr val="FF0000">
                    <a:alpha val="1902"/>
                  </a:srgbClr>
                </a:gs>
                <a:gs pos="100000">
                  <a:srgbClr val="F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6" name="Splat 1146"/>
            <p:cNvSpPr>
              <a:spLocks noGrp="1"/>
            </p:cNvSpPr>
            <p:nvPr/>
          </p:nvSpPr>
          <p:spPr>
            <a:xfrm rot="7632879">
              <a:off x="1953179" y="1342661"/>
              <a:ext cx="521911" cy="106836"/>
            </a:xfrm>
            <a:prstGeom prst="ellipse">
              <a:avLst/>
            </a:prstGeom>
            <a:gradFill>
              <a:gsLst>
                <a:gs pos="0">
                  <a:srgbClr val="E7EAFB">
                    <a:alpha val="14941"/>
                  </a:srgbClr>
                </a:gs>
                <a:gs pos="14286">
                  <a:srgbClr val="E7EAFB">
                    <a:alpha val="13820"/>
                  </a:srgbClr>
                </a:gs>
                <a:gs pos="28571">
                  <a:srgbClr val="E7EAFB">
                    <a:alpha val="10907"/>
                  </a:srgbClr>
                </a:gs>
                <a:gs pos="42857">
                  <a:srgbClr val="E7EAFB">
                    <a:alpha val="7295"/>
                  </a:srgbClr>
                </a:gs>
                <a:gs pos="57143">
                  <a:srgbClr val="E7EAFB">
                    <a:alpha val="4110"/>
                  </a:srgbClr>
                </a:gs>
                <a:gs pos="71429">
                  <a:srgbClr val="E7EAFB">
                    <a:alpha val="1946"/>
                  </a:srgbClr>
                </a:gs>
                <a:gs pos="85714">
                  <a:srgbClr val="E7EAFB">
                    <a:alpha val="774"/>
                  </a:srgbClr>
                </a:gs>
                <a:gs pos="100000">
                  <a:srgbClr val="E7EAFB">
                    <a:alpha val="2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7" name="Splat 1147"/>
            <p:cNvSpPr>
              <a:spLocks noGrp="1"/>
            </p:cNvSpPr>
            <p:nvPr/>
          </p:nvSpPr>
          <p:spPr>
            <a:xfrm rot="-9175606">
              <a:off x="1342779" y="1819704"/>
              <a:ext cx="673754" cy="10915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8" name="Splat 1148"/>
            <p:cNvSpPr>
              <a:spLocks noGrp="1"/>
            </p:cNvSpPr>
            <p:nvPr/>
          </p:nvSpPr>
          <p:spPr>
            <a:xfrm rot="7283978">
              <a:off x="2001689" y="1589287"/>
              <a:ext cx="478140" cy="3916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9" name="Splat 1149"/>
            <p:cNvSpPr>
              <a:spLocks noGrp="1"/>
            </p:cNvSpPr>
            <p:nvPr/>
          </p:nvSpPr>
          <p:spPr>
            <a:xfrm rot="7772368">
              <a:off x="2947779" y="2074412"/>
              <a:ext cx="660063" cy="10416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0" name="Splat 1150"/>
            <p:cNvSpPr>
              <a:spLocks noGrp="1"/>
            </p:cNvSpPr>
            <p:nvPr/>
          </p:nvSpPr>
          <p:spPr>
            <a:xfrm rot="7702025">
              <a:off x="594301" y="1406011"/>
              <a:ext cx="404768" cy="6535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1" name="Splat 1151"/>
            <p:cNvSpPr>
              <a:spLocks noGrp="1"/>
            </p:cNvSpPr>
            <p:nvPr/>
          </p:nvSpPr>
          <p:spPr>
            <a:xfrm rot="6408392">
              <a:off x="1640661" y="26694"/>
              <a:ext cx="251738" cy="190414"/>
            </a:xfrm>
            <a:prstGeom prst="ellipse">
              <a:avLst/>
            </a:prstGeom>
            <a:gradFill>
              <a:gsLst>
                <a:gs pos="0">
                  <a:srgbClr val="001918">
                    <a:alpha val="32968"/>
                  </a:srgbClr>
                </a:gs>
                <a:gs pos="14286">
                  <a:srgbClr val="001918">
                    <a:alpha val="30764"/>
                  </a:srgbClr>
                </a:gs>
                <a:gs pos="28571">
                  <a:srgbClr val="001918">
                    <a:alpha val="24833"/>
                  </a:srgbClr>
                </a:gs>
                <a:gs pos="42857">
                  <a:srgbClr val="001918">
                    <a:alpha val="17075"/>
                  </a:srgbClr>
                </a:gs>
                <a:gs pos="57143">
                  <a:srgbClr val="001918">
                    <a:alpha val="9855"/>
                  </a:srgbClr>
                </a:gs>
                <a:gs pos="71429">
                  <a:srgbClr val="001918">
                    <a:alpha val="4740"/>
                  </a:srgbClr>
                </a:gs>
                <a:gs pos="85714">
                  <a:srgbClr val="001918">
                    <a:alpha val="1902"/>
                  </a:srgbClr>
                </a:gs>
                <a:gs pos="100000">
                  <a:srgbClr val="00191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2" name="Splat 1152"/>
            <p:cNvSpPr>
              <a:spLocks noGrp="1"/>
            </p:cNvSpPr>
            <p:nvPr/>
          </p:nvSpPr>
          <p:spPr>
            <a:xfrm rot="-10014208">
              <a:off x="1196508" y="1776549"/>
              <a:ext cx="742612" cy="38388"/>
            </a:xfrm>
            <a:prstGeom prst="ellipse">
              <a:avLst/>
            </a:prstGeom>
            <a:gradFill>
              <a:gsLst>
                <a:gs pos="0">
                  <a:srgbClr val="DACCC0">
                    <a:alpha val="32968"/>
                  </a:srgbClr>
                </a:gs>
                <a:gs pos="14286">
                  <a:srgbClr val="DACCC0">
                    <a:alpha val="30764"/>
                  </a:srgbClr>
                </a:gs>
                <a:gs pos="28571">
                  <a:srgbClr val="DACCC0">
                    <a:alpha val="24833"/>
                  </a:srgbClr>
                </a:gs>
                <a:gs pos="42857">
                  <a:srgbClr val="DACCC0">
                    <a:alpha val="17075"/>
                  </a:srgbClr>
                </a:gs>
                <a:gs pos="57143">
                  <a:srgbClr val="DACCC0">
                    <a:alpha val="9855"/>
                  </a:srgbClr>
                </a:gs>
                <a:gs pos="71429">
                  <a:srgbClr val="DACCC0">
                    <a:alpha val="4740"/>
                  </a:srgbClr>
                </a:gs>
                <a:gs pos="85714">
                  <a:srgbClr val="DACCC0">
                    <a:alpha val="1902"/>
                  </a:srgbClr>
                </a:gs>
                <a:gs pos="100000">
                  <a:srgbClr val="DACCC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3" name="Splat 1153"/>
            <p:cNvSpPr>
              <a:spLocks noGrp="1"/>
            </p:cNvSpPr>
            <p:nvPr/>
          </p:nvSpPr>
          <p:spPr>
            <a:xfrm rot="-9082481">
              <a:off x="779755" y="1033989"/>
              <a:ext cx="666128" cy="86333"/>
            </a:xfrm>
            <a:prstGeom prst="ellipse">
              <a:avLst/>
            </a:prstGeom>
            <a:gradFill>
              <a:gsLst>
                <a:gs pos="0">
                  <a:srgbClr val="003245">
                    <a:alpha val="32968"/>
                  </a:srgbClr>
                </a:gs>
                <a:gs pos="14286">
                  <a:srgbClr val="003245">
                    <a:alpha val="30764"/>
                  </a:srgbClr>
                </a:gs>
                <a:gs pos="28571">
                  <a:srgbClr val="003245">
                    <a:alpha val="24833"/>
                  </a:srgbClr>
                </a:gs>
                <a:gs pos="42857">
                  <a:srgbClr val="003245">
                    <a:alpha val="17075"/>
                  </a:srgbClr>
                </a:gs>
                <a:gs pos="57143">
                  <a:srgbClr val="003245">
                    <a:alpha val="9855"/>
                  </a:srgbClr>
                </a:gs>
                <a:gs pos="71429">
                  <a:srgbClr val="003245">
                    <a:alpha val="4740"/>
                  </a:srgbClr>
                </a:gs>
                <a:gs pos="85714">
                  <a:srgbClr val="003245">
                    <a:alpha val="1902"/>
                  </a:srgbClr>
                </a:gs>
                <a:gs pos="100000">
                  <a:srgbClr val="00324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4" name="Splat 1154"/>
            <p:cNvSpPr>
              <a:spLocks noGrp="1"/>
            </p:cNvSpPr>
            <p:nvPr/>
          </p:nvSpPr>
          <p:spPr>
            <a:xfrm rot="5378329">
              <a:off x="1307575" y="1611761"/>
              <a:ext cx="635528" cy="132108"/>
            </a:xfrm>
            <a:prstGeom prst="ellipse">
              <a:avLst/>
            </a:prstGeom>
            <a:gradFill>
              <a:gsLst>
                <a:gs pos="0">
                  <a:srgbClr val="000000">
                    <a:alpha val="27919"/>
                  </a:srgbClr>
                </a:gs>
                <a:gs pos="14286">
                  <a:srgbClr val="000000">
                    <a:alpha val="25985"/>
                  </a:srgbClr>
                </a:gs>
                <a:gs pos="28571">
                  <a:srgbClr val="000000">
                    <a:alpha val="20835"/>
                  </a:srgbClr>
                </a:gs>
                <a:gs pos="42857">
                  <a:srgbClr val="000000">
                    <a:alpha val="14208"/>
                  </a:srgbClr>
                </a:gs>
                <a:gs pos="57143">
                  <a:srgbClr val="000000">
                    <a:alpha val="8141"/>
                  </a:srgbClr>
                </a:gs>
                <a:gs pos="71429">
                  <a:srgbClr val="000000">
                    <a:alpha val="3897"/>
                  </a:srgbClr>
                </a:gs>
                <a:gs pos="85714">
                  <a:srgbClr val="000000">
                    <a:alpha val="1559"/>
                  </a:srgbClr>
                </a:gs>
                <a:gs pos="100000">
                  <a:srgbClr val="000000">
                    <a:alpha val="5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5" name="Splat 1155"/>
            <p:cNvSpPr>
              <a:spLocks noGrp="1"/>
            </p:cNvSpPr>
            <p:nvPr/>
          </p:nvSpPr>
          <p:spPr>
            <a:xfrm rot="-8251439">
              <a:off x="963306" y="1070416"/>
              <a:ext cx="554150" cy="157140"/>
            </a:xfrm>
            <a:prstGeom prst="ellipse">
              <a:avLst/>
            </a:prstGeom>
            <a:gradFill>
              <a:gsLst>
                <a:gs pos="0">
                  <a:srgbClr val="00001C">
                    <a:alpha val="32968"/>
                  </a:srgbClr>
                </a:gs>
                <a:gs pos="14286">
                  <a:srgbClr val="00001C">
                    <a:alpha val="30764"/>
                  </a:srgbClr>
                </a:gs>
                <a:gs pos="28571">
                  <a:srgbClr val="00001C">
                    <a:alpha val="24833"/>
                  </a:srgbClr>
                </a:gs>
                <a:gs pos="42857">
                  <a:srgbClr val="00001C">
                    <a:alpha val="17075"/>
                  </a:srgbClr>
                </a:gs>
                <a:gs pos="57143">
                  <a:srgbClr val="00001C">
                    <a:alpha val="9855"/>
                  </a:srgbClr>
                </a:gs>
                <a:gs pos="71429">
                  <a:srgbClr val="00001C">
                    <a:alpha val="4740"/>
                  </a:srgbClr>
                </a:gs>
                <a:gs pos="85714">
                  <a:srgbClr val="00001C">
                    <a:alpha val="1902"/>
                  </a:srgbClr>
                </a:gs>
                <a:gs pos="100000">
                  <a:srgbClr val="00001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6" name="Splat 1156"/>
            <p:cNvSpPr>
              <a:spLocks noGrp="1"/>
            </p:cNvSpPr>
            <p:nvPr/>
          </p:nvSpPr>
          <p:spPr>
            <a:xfrm rot="3632495">
              <a:off x="2477204" y="1145094"/>
              <a:ext cx="601378" cy="96771"/>
            </a:xfrm>
            <a:prstGeom prst="ellipse">
              <a:avLst/>
            </a:prstGeom>
            <a:gradFill>
              <a:gsLst>
                <a:gs pos="0">
                  <a:srgbClr val="004049">
                    <a:alpha val="32968"/>
                  </a:srgbClr>
                </a:gs>
                <a:gs pos="14286">
                  <a:srgbClr val="004049">
                    <a:alpha val="30764"/>
                  </a:srgbClr>
                </a:gs>
                <a:gs pos="28571">
                  <a:srgbClr val="004049">
                    <a:alpha val="24833"/>
                  </a:srgbClr>
                </a:gs>
                <a:gs pos="42857">
                  <a:srgbClr val="004049">
                    <a:alpha val="17075"/>
                  </a:srgbClr>
                </a:gs>
                <a:gs pos="57143">
                  <a:srgbClr val="004049">
                    <a:alpha val="9855"/>
                  </a:srgbClr>
                </a:gs>
                <a:gs pos="71429">
                  <a:srgbClr val="004049">
                    <a:alpha val="4740"/>
                  </a:srgbClr>
                </a:gs>
                <a:gs pos="85714">
                  <a:srgbClr val="004049">
                    <a:alpha val="1902"/>
                  </a:srgbClr>
                </a:gs>
                <a:gs pos="100000">
                  <a:srgbClr val="00404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7" name="Splat 1157"/>
            <p:cNvSpPr>
              <a:spLocks noGrp="1"/>
            </p:cNvSpPr>
            <p:nvPr/>
          </p:nvSpPr>
          <p:spPr>
            <a:xfrm rot="6010331">
              <a:off x="533379" y="734235"/>
              <a:ext cx="674835" cy="144348"/>
            </a:xfrm>
            <a:prstGeom prst="ellipse">
              <a:avLst/>
            </a:prstGeom>
            <a:gradFill>
              <a:gsLst>
                <a:gs pos="0">
                  <a:srgbClr val="000700">
                    <a:alpha val="32486"/>
                  </a:srgbClr>
                </a:gs>
                <a:gs pos="14286">
                  <a:srgbClr val="000700">
                    <a:alpha val="30306"/>
                  </a:srgbClr>
                </a:gs>
                <a:gs pos="28571">
                  <a:srgbClr val="000700">
                    <a:alpha val="24448"/>
                  </a:srgbClr>
                </a:gs>
                <a:gs pos="42857">
                  <a:srgbClr val="000700">
                    <a:alpha val="16797"/>
                  </a:srgbClr>
                </a:gs>
                <a:gs pos="57143">
                  <a:srgbClr val="000700">
                    <a:alpha val="9687"/>
                  </a:srgbClr>
                </a:gs>
                <a:gs pos="71429">
                  <a:srgbClr val="000700">
                    <a:alpha val="4657"/>
                  </a:srgbClr>
                </a:gs>
                <a:gs pos="85714">
                  <a:srgbClr val="000700">
                    <a:alpha val="1868"/>
                  </a:srgbClr>
                </a:gs>
                <a:gs pos="100000">
                  <a:srgbClr val="000700">
                    <a:alpha val="6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8" name="Splat 1158"/>
            <p:cNvSpPr>
              <a:spLocks noGrp="1"/>
            </p:cNvSpPr>
            <p:nvPr/>
          </p:nvSpPr>
          <p:spPr>
            <a:xfrm rot="7374854">
              <a:off x="-277158" y="126090"/>
              <a:ext cx="695150" cy="50597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9" name="Splat 1159"/>
            <p:cNvSpPr>
              <a:spLocks noGrp="1"/>
            </p:cNvSpPr>
            <p:nvPr/>
          </p:nvSpPr>
          <p:spPr>
            <a:xfrm rot="3130048">
              <a:off x="383590" y="1766931"/>
              <a:ext cx="560486" cy="35015"/>
            </a:xfrm>
            <a:prstGeom prst="ellipse">
              <a:avLst/>
            </a:prstGeom>
            <a:gradFill>
              <a:gsLst>
                <a:gs pos="0">
                  <a:srgbClr val="C1B6B1">
                    <a:alpha val="32968"/>
                  </a:srgbClr>
                </a:gs>
                <a:gs pos="14286">
                  <a:srgbClr val="C1B6B1">
                    <a:alpha val="30764"/>
                  </a:srgbClr>
                </a:gs>
                <a:gs pos="28571">
                  <a:srgbClr val="C1B6B1">
                    <a:alpha val="24833"/>
                  </a:srgbClr>
                </a:gs>
                <a:gs pos="42857">
                  <a:srgbClr val="C1B6B1">
                    <a:alpha val="17075"/>
                  </a:srgbClr>
                </a:gs>
                <a:gs pos="57143">
                  <a:srgbClr val="C1B6B1">
                    <a:alpha val="9855"/>
                  </a:srgbClr>
                </a:gs>
                <a:gs pos="71429">
                  <a:srgbClr val="C1B6B1">
                    <a:alpha val="4740"/>
                  </a:srgbClr>
                </a:gs>
                <a:gs pos="85714">
                  <a:srgbClr val="C1B6B1">
                    <a:alpha val="1902"/>
                  </a:srgbClr>
                </a:gs>
                <a:gs pos="100000">
                  <a:srgbClr val="C1B6B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0" name="Splat 1160"/>
            <p:cNvSpPr>
              <a:spLocks noGrp="1"/>
            </p:cNvSpPr>
            <p:nvPr/>
          </p:nvSpPr>
          <p:spPr>
            <a:xfrm rot="-9740486">
              <a:off x="1222138" y="1242199"/>
              <a:ext cx="200957" cy="150164"/>
            </a:xfrm>
            <a:prstGeom prst="ellipse">
              <a:avLst/>
            </a:prstGeom>
            <a:gradFill>
              <a:gsLst>
                <a:gs pos="0">
                  <a:srgbClr val="FF000C">
                    <a:alpha val="32968"/>
                  </a:srgbClr>
                </a:gs>
                <a:gs pos="14286">
                  <a:srgbClr val="FF000C">
                    <a:alpha val="30764"/>
                  </a:srgbClr>
                </a:gs>
                <a:gs pos="28571">
                  <a:srgbClr val="FF000C">
                    <a:alpha val="24833"/>
                  </a:srgbClr>
                </a:gs>
                <a:gs pos="42857">
                  <a:srgbClr val="FF000C">
                    <a:alpha val="17075"/>
                  </a:srgbClr>
                </a:gs>
                <a:gs pos="57143">
                  <a:srgbClr val="FF000C">
                    <a:alpha val="9855"/>
                  </a:srgbClr>
                </a:gs>
                <a:gs pos="71429">
                  <a:srgbClr val="FF000C">
                    <a:alpha val="4740"/>
                  </a:srgbClr>
                </a:gs>
                <a:gs pos="85714">
                  <a:srgbClr val="FF000C">
                    <a:alpha val="1902"/>
                  </a:srgbClr>
                </a:gs>
                <a:gs pos="100000">
                  <a:srgbClr val="FF000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1" name="Splat 1161"/>
            <p:cNvSpPr>
              <a:spLocks noGrp="1"/>
            </p:cNvSpPr>
            <p:nvPr/>
          </p:nvSpPr>
          <p:spPr>
            <a:xfrm rot="5279221">
              <a:off x="1168277" y="1451546"/>
              <a:ext cx="425072" cy="142868"/>
            </a:xfrm>
            <a:prstGeom prst="ellipse">
              <a:avLst/>
            </a:prstGeom>
            <a:gradFill>
              <a:gsLst>
                <a:gs pos="0">
                  <a:srgbClr val="080603">
                    <a:alpha val="32968"/>
                  </a:srgbClr>
                </a:gs>
                <a:gs pos="14286">
                  <a:srgbClr val="080603">
                    <a:alpha val="30764"/>
                  </a:srgbClr>
                </a:gs>
                <a:gs pos="28571">
                  <a:srgbClr val="080603">
                    <a:alpha val="24833"/>
                  </a:srgbClr>
                </a:gs>
                <a:gs pos="42857">
                  <a:srgbClr val="080603">
                    <a:alpha val="17075"/>
                  </a:srgbClr>
                </a:gs>
                <a:gs pos="57143">
                  <a:srgbClr val="080603">
                    <a:alpha val="9855"/>
                  </a:srgbClr>
                </a:gs>
                <a:gs pos="71429">
                  <a:srgbClr val="080603">
                    <a:alpha val="4740"/>
                  </a:srgbClr>
                </a:gs>
                <a:gs pos="85714">
                  <a:srgbClr val="080603">
                    <a:alpha val="1902"/>
                  </a:srgbClr>
                </a:gs>
                <a:gs pos="100000">
                  <a:srgbClr val="0806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2" name="Splat 1162"/>
            <p:cNvSpPr>
              <a:spLocks noGrp="1"/>
            </p:cNvSpPr>
            <p:nvPr/>
          </p:nvSpPr>
          <p:spPr>
            <a:xfrm rot="-10047541">
              <a:off x="2124805" y="2074689"/>
              <a:ext cx="320142" cy="97167"/>
            </a:xfrm>
            <a:prstGeom prst="ellipse">
              <a:avLst/>
            </a:prstGeom>
            <a:gradFill>
              <a:gsLst>
                <a:gs pos="0">
                  <a:srgbClr val="FFFAF6">
                    <a:alpha val="32968"/>
                  </a:srgbClr>
                </a:gs>
                <a:gs pos="14286">
                  <a:srgbClr val="FFFAF6">
                    <a:alpha val="30764"/>
                  </a:srgbClr>
                </a:gs>
                <a:gs pos="28571">
                  <a:srgbClr val="FFFAF6">
                    <a:alpha val="24833"/>
                  </a:srgbClr>
                </a:gs>
                <a:gs pos="42857">
                  <a:srgbClr val="FFFAF6">
                    <a:alpha val="17075"/>
                  </a:srgbClr>
                </a:gs>
                <a:gs pos="57143">
                  <a:srgbClr val="FFFAF6">
                    <a:alpha val="9855"/>
                  </a:srgbClr>
                </a:gs>
                <a:gs pos="71429">
                  <a:srgbClr val="FFFAF6">
                    <a:alpha val="4740"/>
                  </a:srgbClr>
                </a:gs>
                <a:gs pos="85714">
                  <a:srgbClr val="FFFAF6">
                    <a:alpha val="1902"/>
                  </a:srgbClr>
                </a:gs>
                <a:gs pos="100000">
                  <a:srgbClr val="FFFAF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3" name="Splat 1163"/>
            <p:cNvSpPr>
              <a:spLocks noGrp="1"/>
            </p:cNvSpPr>
            <p:nvPr/>
          </p:nvSpPr>
          <p:spPr>
            <a:xfrm rot="8072003">
              <a:off x="947142" y="716768"/>
              <a:ext cx="311059" cy="43654"/>
            </a:xfrm>
            <a:prstGeom prst="ellipse">
              <a:avLst/>
            </a:prstGeom>
            <a:gradFill>
              <a:gsLst>
                <a:gs pos="0">
                  <a:srgbClr val="FFE9B5">
                    <a:alpha val="32968"/>
                  </a:srgbClr>
                </a:gs>
                <a:gs pos="14286">
                  <a:srgbClr val="FFE9B5">
                    <a:alpha val="30764"/>
                  </a:srgbClr>
                </a:gs>
                <a:gs pos="28571">
                  <a:srgbClr val="FFE9B5">
                    <a:alpha val="24833"/>
                  </a:srgbClr>
                </a:gs>
                <a:gs pos="42857">
                  <a:srgbClr val="FFE9B5">
                    <a:alpha val="17075"/>
                  </a:srgbClr>
                </a:gs>
                <a:gs pos="57143">
                  <a:srgbClr val="FFE9B5">
                    <a:alpha val="9855"/>
                  </a:srgbClr>
                </a:gs>
                <a:gs pos="71429">
                  <a:srgbClr val="FFE9B5">
                    <a:alpha val="4740"/>
                  </a:srgbClr>
                </a:gs>
                <a:gs pos="85714">
                  <a:srgbClr val="FFE9B5">
                    <a:alpha val="1902"/>
                  </a:srgbClr>
                </a:gs>
                <a:gs pos="100000">
                  <a:srgbClr val="FFE9B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4" name="Splat 1164"/>
            <p:cNvSpPr>
              <a:spLocks noGrp="1"/>
            </p:cNvSpPr>
            <p:nvPr/>
          </p:nvSpPr>
          <p:spPr>
            <a:xfrm rot="4488136">
              <a:off x="415991" y="1639943"/>
              <a:ext cx="607462" cy="5034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5" name="Splat 1165"/>
            <p:cNvSpPr>
              <a:spLocks noGrp="1"/>
            </p:cNvSpPr>
            <p:nvPr/>
          </p:nvSpPr>
          <p:spPr>
            <a:xfrm rot="-8282541">
              <a:off x="133842" y="690999"/>
              <a:ext cx="718285" cy="52576"/>
            </a:xfrm>
            <a:prstGeom prst="ellipse">
              <a:avLst/>
            </a:prstGeom>
            <a:gradFill>
              <a:gsLst>
                <a:gs pos="0">
                  <a:srgbClr val="FFDDBA">
                    <a:alpha val="32968"/>
                  </a:srgbClr>
                </a:gs>
                <a:gs pos="14286">
                  <a:srgbClr val="FFDDBA">
                    <a:alpha val="30764"/>
                  </a:srgbClr>
                </a:gs>
                <a:gs pos="28571">
                  <a:srgbClr val="FFDDBA">
                    <a:alpha val="24833"/>
                  </a:srgbClr>
                </a:gs>
                <a:gs pos="42857">
                  <a:srgbClr val="FFDDBA">
                    <a:alpha val="17075"/>
                  </a:srgbClr>
                </a:gs>
                <a:gs pos="57143">
                  <a:srgbClr val="FFDDBA">
                    <a:alpha val="9855"/>
                  </a:srgbClr>
                </a:gs>
                <a:gs pos="71429">
                  <a:srgbClr val="FFDDBA">
                    <a:alpha val="4740"/>
                  </a:srgbClr>
                </a:gs>
                <a:gs pos="85714">
                  <a:srgbClr val="FFDDBA">
                    <a:alpha val="1902"/>
                  </a:srgbClr>
                </a:gs>
                <a:gs pos="100000">
                  <a:srgbClr val="FFDDB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6" name="Splat 1166"/>
            <p:cNvSpPr>
              <a:spLocks noGrp="1"/>
            </p:cNvSpPr>
            <p:nvPr/>
          </p:nvSpPr>
          <p:spPr>
            <a:xfrm rot="5746499">
              <a:off x="3230947" y="238288"/>
              <a:ext cx="245886" cy="61789"/>
            </a:xfrm>
            <a:prstGeom prst="ellipse">
              <a:avLst/>
            </a:prstGeom>
            <a:gradFill>
              <a:gsLst>
                <a:gs pos="0">
                  <a:srgbClr val="FFE5C0">
                    <a:alpha val="32968"/>
                  </a:srgbClr>
                </a:gs>
                <a:gs pos="14286">
                  <a:srgbClr val="FFE5C0">
                    <a:alpha val="30764"/>
                  </a:srgbClr>
                </a:gs>
                <a:gs pos="28571">
                  <a:srgbClr val="FFE5C0">
                    <a:alpha val="24833"/>
                  </a:srgbClr>
                </a:gs>
                <a:gs pos="42857">
                  <a:srgbClr val="FFE5C0">
                    <a:alpha val="17075"/>
                  </a:srgbClr>
                </a:gs>
                <a:gs pos="57143">
                  <a:srgbClr val="FFE5C0">
                    <a:alpha val="9855"/>
                  </a:srgbClr>
                </a:gs>
                <a:gs pos="71429">
                  <a:srgbClr val="FFE5C0">
                    <a:alpha val="4740"/>
                  </a:srgbClr>
                </a:gs>
                <a:gs pos="85714">
                  <a:srgbClr val="FFE5C0">
                    <a:alpha val="1902"/>
                  </a:srgbClr>
                </a:gs>
                <a:gs pos="100000">
                  <a:srgbClr val="FFE5C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7" name="Splat 1167"/>
            <p:cNvSpPr>
              <a:spLocks noGrp="1"/>
            </p:cNvSpPr>
            <p:nvPr/>
          </p:nvSpPr>
          <p:spPr>
            <a:xfrm rot="-10644284">
              <a:off x="2771787" y="559587"/>
              <a:ext cx="745423" cy="48045"/>
            </a:xfrm>
            <a:prstGeom prst="ellipse">
              <a:avLst/>
            </a:prstGeom>
            <a:gradFill>
              <a:gsLst>
                <a:gs pos="0">
                  <a:srgbClr val="200000">
                    <a:alpha val="32968"/>
                  </a:srgbClr>
                </a:gs>
                <a:gs pos="14286">
                  <a:srgbClr val="200000">
                    <a:alpha val="30764"/>
                  </a:srgbClr>
                </a:gs>
                <a:gs pos="28571">
                  <a:srgbClr val="200000">
                    <a:alpha val="24833"/>
                  </a:srgbClr>
                </a:gs>
                <a:gs pos="42857">
                  <a:srgbClr val="200000">
                    <a:alpha val="17075"/>
                  </a:srgbClr>
                </a:gs>
                <a:gs pos="57143">
                  <a:srgbClr val="200000">
                    <a:alpha val="9855"/>
                  </a:srgbClr>
                </a:gs>
                <a:gs pos="71429">
                  <a:srgbClr val="200000">
                    <a:alpha val="4740"/>
                  </a:srgbClr>
                </a:gs>
                <a:gs pos="85714">
                  <a:srgbClr val="200000">
                    <a:alpha val="1902"/>
                  </a:srgbClr>
                </a:gs>
                <a:gs pos="100000">
                  <a:srgbClr val="2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8" name="Splat 1168"/>
            <p:cNvSpPr>
              <a:spLocks noGrp="1"/>
            </p:cNvSpPr>
            <p:nvPr/>
          </p:nvSpPr>
          <p:spPr>
            <a:xfrm rot="7033580">
              <a:off x="-287983" y="19170"/>
              <a:ext cx="766875" cy="36461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9" name="Splat 1169"/>
            <p:cNvSpPr>
              <a:spLocks noGrp="1"/>
            </p:cNvSpPr>
            <p:nvPr/>
          </p:nvSpPr>
          <p:spPr>
            <a:xfrm rot="4473015">
              <a:off x="2147796" y="1424361"/>
              <a:ext cx="516196" cy="111225"/>
            </a:xfrm>
            <a:prstGeom prst="ellipse">
              <a:avLst/>
            </a:prstGeom>
            <a:gradFill>
              <a:gsLst>
                <a:gs pos="0">
                  <a:srgbClr val="D3C3B7">
                    <a:alpha val="32968"/>
                  </a:srgbClr>
                </a:gs>
                <a:gs pos="14286">
                  <a:srgbClr val="D3C3B7">
                    <a:alpha val="30764"/>
                  </a:srgbClr>
                </a:gs>
                <a:gs pos="28571">
                  <a:srgbClr val="D3C3B7">
                    <a:alpha val="24833"/>
                  </a:srgbClr>
                </a:gs>
                <a:gs pos="42857">
                  <a:srgbClr val="D3C3B7">
                    <a:alpha val="17075"/>
                  </a:srgbClr>
                </a:gs>
                <a:gs pos="57143">
                  <a:srgbClr val="D3C3B7">
                    <a:alpha val="9855"/>
                  </a:srgbClr>
                </a:gs>
                <a:gs pos="71429">
                  <a:srgbClr val="D3C3B7">
                    <a:alpha val="4740"/>
                  </a:srgbClr>
                </a:gs>
                <a:gs pos="85714">
                  <a:srgbClr val="D3C3B7">
                    <a:alpha val="1902"/>
                  </a:srgbClr>
                </a:gs>
                <a:gs pos="100000">
                  <a:srgbClr val="D3C3B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0" name="Splat 1170"/>
            <p:cNvSpPr>
              <a:spLocks noGrp="1"/>
            </p:cNvSpPr>
            <p:nvPr/>
          </p:nvSpPr>
          <p:spPr>
            <a:xfrm rot="-10639734">
              <a:off x="702693" y="519822"/>
              <a:ext cx="722988" cy="115906"/>
            </a:xfrm>
            <a:prstGeom prst="ellipse">
              <a:avLst/>
            </a:prstGeom>
            <a:gradFill>
              <a:gsLst>
                <a:gs pos="0">
                  <a:srgbClr val="5E3A1E">
                    <a:alpha val="32968"/>
                  </a:srgbClr>
                </a:gs>
                <a:gs pos="14286">
                  <a:srgbClr val="5E3A1E">
                    <a:alpha val="30764"/>
                  </a:srgbClr>
                </a:gs>
                <a:gs pos="28571">
                  <a:srgbClr val="5E3A1E">
                    <a:alpha val="24833"/>
                  </a:srgbClr>
                </a:gs>
                <a:gs pos="42857">
                  <a:srgbClr val="5E3A1E">
                    <a:alpha val="17075"/>
                  </a:srgbClr>
                </a:gs>
                <a:gs pos="57143">
                  <a:srgbClr val="5E3A1E">
                    <a:alpha val="9855"/>
                  </a:srgbClr>
                </a:gs>
                <a:gs pos="71429">
                  <a:srgbClr val="5E3A1E">
                    <a:alpha val="4740"/>
                  </a:srgbClr>
                </a:gs>
                <a:gs pos="85714">
                  <a:srgbClr val="5E3A1E">
                    <a:alpha val="1902"/>
                  </a:srgbClr>
                </a:gs>
                <a:gs pos="100000">
                  <a:srgbClr val="5E3A1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1" name="Splat 1171"/>
            <p:cNvSpPr>
              <a:spLocks noGrp="1"/>
            </p:cNvSpPr>
            <p:nvPr/>
          </p:nvSpPr>
          <p:spPr>
            <a:xfrm rot="4102657">
              <a:off x="2050767" y="113216"/>
              <a:ext cx="365739" cy="195214"/>
            </a:xfrm>
            <a:prstGeom prst="ellipse">
              <a:avLst/>
            </a:prstGeom>
            <a:gradFill>
              <a:gsLst>
                <a:gs pos="0">
                  <a:srgbClr val="A30000">
                    <a:alpha val="14356"/>
                  </a:srgbClr>
                </a:gs>
                <a:gs pos="14286">
                  <a:srgbClr val="A30000">
                    <a:alpha val="13276"/>
                  </a:srgbClr>
                </a:gs>
                <a:gs pos="28571">
                  <a:srgbClr val="A30000">
                    <a:alpha val="10470"/>
                  </a:srgbClr>
                </a:gs>
                <a:gs pos="42857">
                  <a:srgbClr val="A30000">
                    <a:alpha val="6997"/>
                  </a:srgbClr>
                </a:gs>
                <a:gs pos="57143">
                  <a:srgbClr val="A30000">
                    <a:alpha val="3940"/>
                  </a:srgbClr>
                </a:gs>
                <a:gs pos="71429">
                  <a:srgbClr val="A30000">
                    <a:alpha val="1864"/>
                  </a:srgbClr>
                </a:gs>
                <a:gs pos="85714">
                  <a:srgbClr val="A30000">
                    <a:alpha val="741"/>
                  </a:srgbClr>
                </a:gs>
                <a:gs pos="100000">
                  <a:srgbClr val="A30000">
                    <a:alpha val="2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2" name="Splat 1172"/>
            <p:cNvSpPr>
              <a:spLocks noGrp="1"/>
            </p:cNvSpPr>
            <p:nvPr/>
          </p:nvSpPr>
          <p:spPr>
            <a:xfrm rot="2955021">
              <a:off x="3214230" y="904167"/>
              <a:ext cx="741213" cy="18350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3" name="Splat 1173"/>
            <p:cNvSpPr>
              <a:spLocks noGrp="1"/>
            </p:cNvSpPr>
            <p:nvPr/>
          </p:nvSpPr>
          <p:spPr>
            <a:xfrm rot="9485658">
              <a:off x="374848" y="1358133"/>
              <a:ext cx="282249" cy="50343"/>
            </a:xfrm>
            <a:prstGeom prst="ellipse">
              <a:avLst/>
            </a:prstGeom>
            <a:gradFill>
              <a:gsLst>
                <a:gs pos="0">
                  <a:srgbClr val="FFF0EE">
                    <a:alpha val="26967"/>
                  </a:srgbClr>
                </a:gs>
                <a:gs pos="14286">
                  <a:srgbClr val="FFF0EE">
                    <a:alpha val="25086"/>
                  </a:srgbClr>
                </a:gs>
                <a:gs pos="28571">
                  <a:srgbClr val="FFF0EE">
                    <a:alpha val="20090"/>
                  </a:srgbClr>
                </a:gs>
                <a:gs pos="42857">
                  <a:srgbClr val="FFF0EE">
                    <a:alpha val="13679"/>
                  </a:srgbClr>
                </a:gs>
                <a:gs pos="57143">
                  <a:srgbClr val="FFF0EE">
                    <a:alpha val="7828"/>
                  </a:srgbClr>
                </a:gs>
                <a:gs pos="71429">
                  <a:srgbClr val="FFF0EE">
                    <a:alpha val="3743"/>
                  </a:srgbClr>
                </a:gs>
                <a:gs pos="85714">
                  <a:srgbClr val="FFF0EE">
                    <a:alpha val="1497"/>
                  </a:srgbClr>
                </a:gs>
                <a:gs pos="100000">
                  <a:srgbClr val="FFF0EE">
                    <a:alpha val="5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4" name="Splat 1174"/>
            <p:cNvSpPr>
              <a:spLocks noGrp="1"/>
            </p:cNvSpPr>
            <p:nvPr/>
          </p:nvSpPr>
          <p:spPr>
            <a:xfrm rot="-10393981">
              <a:off x="3086084" y="1427271"/>
              <a:ext cx="691596" cy="106055"/>
            </a:xfrm>
            <a:prstGeom prst="ellipse">
              <a:avLst/>
            </a:prstGeom>
            <a:gradFill>
              <a:gsLst>
                <a:gs pos="0">
                  <a:srgbClr val="F7D1B6">
                    <a:alpha val="32968"/>
                  </a:srgbClr>
                </a:gs>
                <a:gs pos="14286">
                  <a:srgbClr val="F7D1B6">
                    <a:alpha val="30764"/>
                  </a:srgbClr>
                </a:gs>
                <a:gs pos="28571">
                  <a:srgbClr val="F7D1B6">
                    <a:alpha val="24833"/>
                  </a:srgbClr>
                </a:gs>
                <a:gs pos="42857">
                  <a:srgbClr val="F7D1B6">
                    <a:alpha val="17075"/>
                  </a:srgbClr>
                </a:gs>
                <a:gs pos="57143">
                  <a:srgbClr val="F7D1B6">
                    <a:alpha val="9855"/>
                  </a:srgbClr>
                </a:gs>
                <a:gs pos="71429">
                  <a:srgbClr val="F7D1B6">
                    <a:alpha val="4740"/>
                  </a:srgbClr>
                </a:gs>
                <a:gs pos="85714">
                  <a:srgbClr val="F7D1B6">
                    <a:alpha val="1902"/>
                  </a:srgbClr>
                </a:gs>
                <a:gs pos="100000">
                  <a:srgbClr val="F7D1B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5" name="Splat 1175"/>
            <p:cNvSpPr>
              <a:spLocks noGrp="1"/>
            </p:cNvSpPr>
            <p:nvPr/>
          </p:nvSpPr>
          <p:spPr>
            <a:xfrm rot="9234911">
              <a:off x="2942123" y="1998710"/>
              <a:ext cx="773786" cy="146089"/>
            </a:xfrm>
            <a:prstGeom prst="ellipse">
              <a:avLst/>
            </a:prstGeom>
            <a:gradFill>
              <a:gsLst>
                <a:gs pos="0">
                  <a:srgbClr val="000600">
                    <a:alpha val="26290"/>
                  </a:srgbClr>
                </a:gs>
                <a:gs pos="14286">
                  <a:srgbClr val="000600">
                    <a:alpha val="24449"/>
                  </a:srgbClr>
                </a:gs>
                <a:gs pos="28571">
                  <a:srgbClr val="000600">
                    <a:alpha val="19562"/>
                  </a:srgbClr>
                </a:gs>
                <a:gs pos="42857">
                  <a:srgbClr val="000600">
                    <a:alpha val="13306"/>
                  </a:srgbClr>
                </a:gs>
                <a:gs pos="57143">
                  <a:srgbClr val="000600">
                    <a:alpha val="7607"/>
                  </a:srgbClr>
                </a:gs>
                <a:gs pos="71429">
                  <a:srgbClr val="000600">
                    <a:alpha val="3636"/>
                  </a:srgbClr>
                </a:gs>
                <a:gs pos="85714">
                  <a:srgbClr val="000600">
                    <a:alpha val="1454"/>
                  </a:srgbClr>
                </a:gs>
                <a:gs pos="100000">
                  <a:srgbClr val="000600">
                    <a:alpha val="4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6" name="Splat 1176"/>
            <p:cNvSpPr>
              <a:spLocks noGrp="1"/>
            </p:cNvSpPr>
            <p:nvPr/>
          </p:nvSpPr>
          <p:spPr>
            <a:xfrm rot="10779313">
              <a:off x="3312334" y="2005589"/>
              <a:ext cx="427089" cy="56443"/>
            </a:xfrm>
            <a:prstGeom prst="ellipse">
              <a:avLst/>
            </a:prstGeom>
            <a:gradFill>
              <a:gsLst>
                <a:gs pos="0">
                  <a:srgbClr val="FFFFF1">
                    <a:alpha val="32968"/>
                  </a:srgbClr>
                </a:gs>
                <a:gs pos="14286">
                  <a:srgbClr val="FFFFF1">
                    <a:alpha val="30764"/>
                  </a:srgbClr>
                </a:gs>
                <a:gs pos="28571">
                  <a:srgbClr val="FFFFF1">
                    <a:alpha val="24833"/>
                  </a:srgbClr>
                </a:gs>
                <a:gs pos="42857">
                  <a:srgbClr val="FFFFF1">
                    <a:alpha val="17075"/>
                  </a:srgbClr>
                </a:gs>
                <a:gs pos="57143">
                  <a:srgbClr val="FFFFF1">
                    <a:alpha val="9855"/>
                  </a:srgbClr>
                </a:gs>
                <a:gs pos="71429">
                  <a:srgbClr val="FFFFF1">
                    <a:alpha val="4740"/>
                  </a:srgbClr>
                </a:gs>
                <a:gs pos="85714">
                  <a:srgbClr val="FFFFF1">
                    <a:alpha val="1902"/>
                  </a:srgbClr>
                </a:gs>
                <a:gs pos="100000">
                  <a:srgbClr val="FFFFF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7" name="Splat 1177"/>
            <p:cNvSpPr>
              <a:spLocks noGrp="1"/>
            </p:cNvSpPr>
            <p:nvPr/>
          </p:nvSpPr>
          <p:spPr>
            <a:xfrm rot="-10484859">
              <a:off x="2758911" y="262556"/>
              <a:ext cx="566881" cy="8598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8" name="Splat 1178"/>
            <p:cNvSpPr>
              <a:spLocks noGrp="1"/>
            </p:cNvSpPr>
            <p:nvPr/>
          </p:nvSpPr>
          <p:spPr>
            <a:xfrm rot="5483509">
              <a:off x="-30856" y="106071"/>
              <a:ext cx="777938" cy="10621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9" name="Splat 1179"/>
            <p:cNvSpPr>
              <a:spLocks noGrp="1"/>
            </p:cNvSpPr>
            <p:nvPr/>
          </p:nvSpPr>
          <p:spPr>
            <a:xfrm rot="5630139">
              <a:off x="1921433" y="115150"/>
              <a:ext cx="510715" cy="8336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0" name="Splat 1180"/>
            <p:cNvSpPr>
              <a:spLocks noGrp="1"/>
            </p:cNvSpPr>
            <p:nvPr/>
          </p:nvSpPr>
          <p:spPr>
            <a:xfrm rot="5413062">
              <a:off x="2590657" y="240495"/>
              <a:ext cx="561729" cy="46138"/>
            </a:xfrm>
            <a:prstGeom prst="ellipse">
              <a:avLst/>
            </a:prstGeom>
            <a:gradFill>
              <a:gsLst>
                <a:gs pos="0">
                  <a:srgbClr val="FCCD9D">
                    <a:alpha val="32968"/>
                  </a:srgbClr>
                </a:gs>
                <a:gs pos="14286">
                  <a:srgbClr val="FCCD9D">
                    <a:alpha val="30764"/>
                  </a:srgbClr>
                </a:gs>
                <a:gs pos="28571">
                  <a:srgbClr val="FCCD9D">
                    <a:alpha val="24833"/>
                  </a:srgbClr>
                </a:gs>
                <a:gs pos="42857">
                  <a:srgbClr val="FCCD9D">
                    <a:alpha val="17075"/>
                  </a:srgbClr>
                </a:gs>
                <a:gs pos="57143">
                  <a:srgbClr val="FCCD9D">
                    <a:alpha val="9855"/>
                  </a:srgbClr>
                </a:gs>
                <a:gs pos="71429">
                  <a:srgbClr val="FCCD9D">
                    <a:alpha val="4740"/>
                  </a:srgbClr>
                </a:gs>
                <a:gs pos="85714">
                  <a:srgbClr val="FCCD9D">
                    <a:alpha val="1902"/>
                  </a:srgbClr>
                </a:gs>
                <a:gs pos="100000">
                  <a:srgbClr val="FCCD9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1" name="Splat 1181"/>
            <p:cNvSpPr>
              <a:spLocks noGrp="1"/>
            </p:cNvSpPr>
            <p:nvPr/>
          </p:nvSpPr>
          <p:spPr>
            <a:xfrm rot="-10576099">
              <a:off x="1667481" y="1803240"/>
              <a:ext cx="492759" cy="25580"/>
            </a:xfrm>
            <a:prstGeom prst="ellipse">
              <a:avLst/>
            </a:prstGeom>
            <a:gradFill>
              <a:gsLst>
                <a:gs pos="0">
                  <a:srgbClr val="00000A">
                    <a:alpha val="32968"/>
                  </a:srgbClr>
                </a:gs>
                <a:gs pos="14286">
                  <a:srgbClr val="00000A">
                    <a:alpha val="30764"/>
                  </a:srgbClr>
                </a:gs>
                <a:gs pos="28571">
                  <a:srgbClr val="00000A">
                    <a:alpha val="24833"/>
                  </a:srgbClr>
                </a:gs>
                <a:gs pos="42857">
                  <a:srgbClr val="00000A">
                    <a:alpha val="17075"/>
                  </a:srgbClr>
                </a:gs>
                <a:gs pos="57143">
                  <a:srgbClr val="00000A">
                    <a:alpha val="9855"/>
                  </a:srgbClr>
                </a:gs>
                <a:gs pos="71429">
                  <a:srgbClr val="00000A">
                    <a:alpha val="4740"/>
                  </a:srgbClr>
                </a:gs>
                <a:gs pos="85714">
                  <a:srgbClr val="00000A">
                    <a:alpha val="1902"/>
                  </a:srgbClr>
                </a:gs>
                <a:gs pos="100000">
                  <a:srgbClr val="00000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2" name="Splat 1182"/>
            <p:cNvSpPr>
              <a:spLocks noGrp="1"/>
            </p:cNvSpPr>
            <p:nvPr/>
          </p:nvSpPr>
          <p:spPr>
            <a:xfrm rot="-10264919">
              <a:off x="1506889" y="1974239"/>
              <a:ext cx="798401" cy="82888"/>
            </a:xfrm>
            <a:prstGeom prst="ellipse">
              <a:avLst/>
            </a:prstGeom>
            <a:gradFill>
              <a:gsLst>
                <a:gs pos="0">
                  <a:srgbClr val="403100">
                    <a:alpha val="32968"/>
                  </a:srgbClr>
                </a:gs>
                <a:gs pos="14286">
                  <a:srgbClr val="403100">
                    <a:alpha val="30764"/>
                  </a:srgbClr>
                </a:gs>
                <a:gs pos="28571">
                  <a:srgbClr val="403100">
                    <a:alpha val="24833"/>
                  </a:srgbClr>
                </a:gs>
                <a:gs pos="42857">
                  <a:srgbClr val="403100">
                    <a:alpha val="17075"/>
                  </a:srgbClr>
                </a:gs>
                <a:gs pos="57143">
                  <a:srgbClr val="403100">
                    <a:alpha val="9855"/>
                  </a:srgbClr>
                </a:gs>
                <a:gs pos="71429">
                  <a:srgbClr val="403100">
                    <a:alpha val="4740"/>
                  </a:srgbClr>
                </a:gs>
                <a:gs pos="85714">
                  <a:srgbClr val="403100">
                    <a:alpha val="1902"/>
                  </a:srgbClr>
                </a:gs>
                <a:gs pos="100000">
                  <a:srgbClr val="403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3" name="Splat 1183"/>
            <p:cNvSpPr>
              <a:spLocks noGrp="1"/>
            </p:cNvSpPr>
            <p:nvPr/>
          </p:nvSpPr>
          <p:spPr>
            <a:xfrm rot="10182380">
              <a:off x="1365843" y="2140137"/>
              <a:ext cx="553727" cy="108823"/>
            </a:xfrm>
            <a:prstGeom prst="ellipse">
              <a:avLst/>
            </a:prstGeom>
            <a:gradFill>
              <a:gsLst>
                <a:gs pos="0">
                  <a:srgbClr val="CDC3B8">
                    <a:alpha val="32968"/>
                  </a:srgbClr>
                </a:gs>
                <a:gs pos="14286">
                  <a:srgbClr val="CDC3B8">
                    <a:alpha val="30764"/>
                  </a:srgbClr>
                </a:gs>
                <a:gs pos="28571">
                  <a:srgbClr val="CDC3B8">
                    <a:alpha val="24833"/>
                  </a:srgbClr>
                </a:gs>
                <a:gs pos="42857">
                  <a:srgbClr val="CDC3B8">
                    <a:alpha val="17075"/>
                  </a:srgbClr>
                </a:gs>
                <a:gs pos="57143">
                  <a:srgbClr val="CDC3B8">
                    <a:alpha val="9855"/>
                  </a:srgbClr>
                </a:gs>
                <a:gs pos="71429">
                  <a:srgbClr val="CDC3B8">
                    <a:alpha val="4740"/>
                  </a:srgbClr>
                </a:gs>
                <a:gs pos="85714">
                  <a:srgbClr val="CDC3B8">
                    <a:alpha val="1902"/>
                  </a:srgbClr>
                </a:gs>
                <a:gs pos="100000">
                  <a:srgbClr val="CDC3B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4" name="Splat 1184"/>
            <p:cNvSpPr>
              <a:spLocks noGrp="1"/>
            </p:cNvSpPr>
            <p:nvPr/>
          </p:nvSpPr>
          <p:spPr>
            <a:xfrm rot="9695601">
              <a:off x="538883" y="1174365"/>
              <a:ext cx="548131" cy="3679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5" name="Splat 1185"/>
            <p:cNvSpPr>
              <a:spLocks noGrp="1"/>
            </p:cNvSpPr>
            <p:nvPr/>
          </p:nvSpPr>
          <p:spPr>
            <a:xfrm rot="5400000">
              <a:off x="1133327" y="218283"/>
              <a:ext cx="857547" cy="1036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6" name="Splat 1186"/>
            <p:cNvSpPr>
              <a:spLocks noGrp="1"/>
            </p:cNvSpPr>
            <p:nvPr/>
          </p:nvSpPr>
          <p:spPr>
            <a:xfrm rot="5592496">
              <a:off x="1535015" y="747673"/>
              <a:ext cx="300761" cy="47625"/>
            </a:xfrm>
            <a:prstGeom prst="ellipse">
              <a:avLst/>
            </a:prstGeom>
            <a:gradFill>
              <a:gsLst>
                <a:gs pos="0">
                  <a:srgbClr val="E5F0FF">
                    <a:alpha val="32968"/>
                  </a:srgbClr>
                </a:gs>
                <a:gs pos="14286">
                  <a:srgbClr val="E5F0FF">
                    <a:alpha val="30764"/>
                  </a:srgbClr>
                </a:gs>
                <a:gs pos="28571">
                  <a:srgbClr val="E5F0FF">
                    <a:alpha val="24833"/>
                  </a:srgbClr>
                </a:gs>
                <a:gs pos="42857">
                  <a:srgbClr val="E5F0FF">
                    <a:alpha val="17075"/>
                  </a:srgbClr>
                </a:gs>
                <a:gs pos="57143">
                  <a:srgbClr val="E5F0FF">
                    <a:alpha val="9855"/>
                  </a:srgbClr>
                </a:gs>
                <a:gs pos="71429">
                  <a:srgbClr val="E5F0FF">
                    <a:alpha val="4740"/>
                  </a:srgbClr>
                </a:gs>
                <a:gs pos="85714">
                  <a:srgbClr val="E5F0FF">
                    <a:alpha val="1902"/>
                  </a:srgbClr>
                </a:gs>
                <a:gs pos="100000">
                  <a:srgbClr val="E5F0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7" name="Splat 1187"/>
            <p:cNvSpPr>
              <a:spLocks noGrp="1"/>
            </p:cNvSpPr>
            <p:nvPr/>
          </p:nvSpPr>
          <p:spPr>
            <a:xfrm rot="5057132">
              <a:off x="202510" y="240716"/>
              <a:ext cx="748189" cy="137517"/>
            </a:xfrm>
            <a:prstGeom prst="ellipse">
              <a:avLst/>
            </a:prstGeom>
            <a:gradFill>
              <a:gsLst>
                <a:gs pos="0">
                  <a:srgbClr val="FFE99F">
                    <a:alpha val="32968"/>
                  </a:srgbClr>
                </a:gs>
                <a:gs pos="14286">
                  <a:srgbClr val="FFE99F">
                    <a:alpha val="30764"/>
                  </a:srgbClr>
                </a:gs>
                <a:gs pos="28571">
                  <a:srgbClr val="FFE99F">
                    <a:alpha val="24833"/>
                  </a:srgbClr>
                </a:gs>
                <a:gs pos="42857">
                  <a:srgbClr val="FFE99F">
                    <a:alpha val="17075"/>
                  </a:srgbClr>
                </a:gs>
                <a:gs pos="57143">
                  <a:srgbClr val="FFE99F">
                    <a:alpha val="9855"/>
                  </a:srgbClr>
                </a:gs>
                <a:gs pos="71429">
                  <a:srgbClr val="FFE99F">
                    <a:alpha val="4740"/>
                  </a:srgbClr>
                </a:gs>
                <a:gs pos="85714">
                  <a:srgbClr val="FFE99F">
                    <a:alpha val="1902"/>
                  </a:srgbClr>
                </a:gs>
                <a:gs pos="100000">
                  <a:srgbClr val="FFE99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8" name="Splat 1188"/>
            <p:cNvSpPr>
              <a:spLocks noGrp="1"/>
            </p:cNvSpPr>
            <p:nvPr/>
          </p:nvSpPr>
          <p:spPr>
            <a:xfrm rot="-10390259">
              <a:off x="2593862" y="496371"/>
              <a:ext cx="205764" cy="65712"/>
            </a:xfrm>
            <a:prstGeom prst="ellipse">
              <a:avLst/>
            </a:prstGeom>
            <a:gradFill>
              <a:gsLst>
                <a:gs pos="0">
                  <a:srgbClr val="DBDDEF">
                    <a:alpha val="32968"/>
                  </a:srgbClr>
                </a:gs>
                <a:gs pos="14286">
                  <a:srgbClr val="DBDDEF">
                    <a:alpha val="30764"/>
                  </a:srgbClr>
                </a:gs>
                <a:gs pos="28571">
                  <a:srgbClr val="DBDDEF">
                    <a:alpha val="24833"/>
                  </a:srgbClr>
                </a:gs>
                <a:gs pos="42857">
                  <a:srgbClr val="DBDDEF">
                    <a:alpha val="17075"/>
                  </a:srgbClr>
                </a:gs>
                <a:gs pos="57143">
                  <a:srgbClr val="DBDDEF">
                    <a:alpha val="9855"/>
                  </a:srgbClr>
                </a:gs>
                <a:gs pos="71429">
                  <a:srgbClr val="DBDDEF">
                    <a:alpha val="4740"/>
                  </a:srgbClr>
                </a:gs>
                <a:gs pos="85714">
                  <a:srgbClr val="DBDDEF">
                    <a:alpha val="1902"/>
                  </a:srgbClr>
                </a:gs>
                <a:gs pos="100000">
                  <a:srgbClr val="DBDDE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9" name="Splat 1189"/>
            <p:cNvSpPr>
              <a:spLocks noGrp="1"/>
            </p:cNvSpPr>
            <p:nvPr/>
          </p:nvSpPr>
          <p:spPr>
            <a:xfrm rot="-10564011">
              <a:off x="1734477" y="1392147"/>
              <a:ext cx="166980" cy="72588"/>
            </a:xfrm>
            <a:prstGeom prst="ellipse">
              <a:avLst/>
            </a:prstGeom>
            <a:gradFill>
              <a:gsLst>
                <a:gs pos="0">
                  <a:srgbClr val="ECD7BC">
                    <a:alpha val="32968"/>
                  </a:srgbClr>
                </a:gs>
                <a:gs pos="14286">
                  <a:srgbClr val="ECD7BC">
                    <a:alpha val="30764"/>
                  </a:srgbClr>
                </a:gs>
                <a:gs pos="28571">
                  <a:srgbClr val="ECD7BC">
                    <a:alpha val="24833"/>
                  </a:srgbClr>
                </a:gs>
                <a:gs pos="42857">
                  <a:srgbClr val="ECD7BC">
                    <a:alpha val="17075"/>
                  </a:srgbClr>
                </a:gs>
                <a:gs pos="57143">
                  <a:srgbClr val="ECD7BC">
                    <a:alpha val="9855"/>
                  </a:srgbClr>
                </a:gs>
                <a:gs pos="71429">
                  <a:srgbClr val="ECD7BC">
                    <a:alpha val="4740"/>
                  </a:srgbClr>
                </a:gs>
                <a:gs pos="85714">
                  <a:srgbClr val="ECD7BC">
                    <a:alpha val="1902"/>
                  </a:srgbClr>
                </a:gs>
                <a:gs pos="100000">
                  <a:srgbClr val="ECD7B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0" name="Splat 1190"/>
            <p:cNvSpPr>
              <a:spLocks noGrp="1"/>
            </p:cNvSpPr>
            <p:nvPr/>
          </p:nvSpPr>
          <p:spPr>
            <a:xfrm rot="5673209">
              <a:off x="2959747" y="1227440"/>
              <a:ext cx="745251" cy="39756"/>
            </a:xfrm>
            <a:prstGeom prst="ellipse">
              <a:avLst/>
            </a:prstGeom>
            <a:gradFill>
              <a:gsLst>
                <a:gs pos="0">
                  <a:srgbClr val="FFB380">
                    <a:alpha val="32968"/>
                  </a:srgbClr>
                </a:gs>
                <a:gs pos="14286">
                  <a:srgbClr val="FFB380">
                    <a:alpha val="30764"/>
                  </a:srgbClr>
                </a:gs>
                <a:gs pos="28571">
                  <a:srgbClr val="FFB380">
                    <a:alpha val="24833"/>
                  </a:srgbClr>
                </a:gs>
                <a:gs pos="42857">
                  <a:srgbClr val="FFB380">
                    <a:alpha val="17075"/>
                  </a:srgbClr>
                </a:gs>
                <a:gs pos="57143">
                  <a:srgbClr val="FFB380">
                    <a:alpha val="9855"/>
                  </a:srgbClr>
                </a:gs>
                <a:gs pos="71429">
                  <a:srgbClr val="FFB380">
                    <a:alpha val="4740"/>
                  </a:srgbClr>
                </a:gs>
                <a:gs pos="85714">
                  <a:srgbClr val="FFB380">
                    <a:alpha val="1902"/>
                  </a:srgbClr>
                </a:gs>
                <a:gs pos="100000">
                  <a:srgbClr val="FFB38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1" name="Splat 1191"/>
            <p:cNvSpPr>
              <a:spLocks noGrp="1"/>
            </p:cNvSpPr>
            <p:nvPr/>
          </p:nvSpPr>
          <p:spPr>
            <a:xfrm rot="10115483">
              <a:off x="949307" y="1817245"/>
              <a:ext cx="396904" cy="78668"/>
            </a:xfrm>
            <a:prstGeom prst="ellipse">
              <a:avLst/>
            </a:prstGeom>
            <a:gradFill>
              <a:gsLst>
                <a:gs pos="0">
                  <a:srgbClr val="A8B2BD">
                    <a:alpha val="21296"/>
                  </a:srgbClr>
                </a:gs>
                <a:gs pos="14286">
                  <a:srgbClr val="A8B2BD">
                    <a:alpha val="19756"/>
                  </a:srgbClr>
                </a:gs>
                <a:gs pos="28571">
                  <a:srgbClr val="A8B2BD">
                    <a:alpha val="15709"/>
                  </a:srgbClr>
                </a:gs>
                <a:gs pos="42857">
                  <a:srgbClr val="A8B2BD">
                    <a:alpha val="10604"/>
                  </a:srgbClr>
                </a:gs>
                <a:gs pos="57143">
                  <a:srgbClr val="A8B2BD">
                    <a:alpha val="6022"/>
                  </a:srgbClr>
                </a:gs>
                <a:gs pos="71429">
                  <a:srgbClr val="A8B2BD">
                    <a:alpha val="2866"/>
                  </a:srgbClr>
                </a:gs>
                <a:gs pos="85714">
                  <a:srgbClr val="A8B2BD">
                    <a:alpha val="1143"/>
                  </a:srgbClr>
                </a:gs>
                <a:gs pos="100000">
                  <a:srgbClr val="A8B2BD">
                    <a:alpha val="3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2" name="Splat 1192"/>
            <p:cNvSpPr>
              <a:spLocks noGrp="1"/>
            </p:cNvSpPr>
            <p:nvPr/>
          </p:nvSpPr>
          <p:spPr>
            <a:xfrm rot="5234359">
              <a:off x="-408176" y="190199"/>
              <a:ext cx="849920" cy="47261"/>
            </a:xfrm>
            <a:prstGeom prst="ellipse">
              <a:avLst/>
            </a:prstGeom>
            <a:gradFill>
              <a:gsLst>
                <a:gs pos="0">
                  <a:srgbClr val="FFA35F">
                    <a:alpha val="32968"/>
                  </a:srgbClr>
                </a:gs>
                <a:gs pos="14286">
                  <a:srgbClr val="FFA35F">
                    <a:alpha val="30764"/>
                  </a:srgbClr>
                </a:gs>
                <a:gs pos="28571">
                  <a:srgbClr val="FFA35F">
                    <a:alpha val="24833"/>
                  </a:srgbClr>
                </a:gs>
                <a:gs pos="42857">
                  <a:srgbClr val="FFA35F">
                    <a:alpha val="17075"/>
                  </a:srgbClr>
                </a:gs>
                <a:gs pos="57143">
                  <a:srgbClr val="FFA35F">
                    <a:alpha val="9855"/>
                  </a:srgbClr>
                </a:gs>
                <a:gs pos="71429">
                  <a:srgbClr val="FFA35F">
                    <a:alpha val="4740"/>
                  </a:srgbClr>
                </a:gs>
                <a:gs pos="85714">
                  <a:srgbClr val="FFA35F">
                    <a:alpha val="1902"/>
                  </a:srgbClr>
                </a:gs>
                <a:gs pos="100000">
                  <a:srgbClr val="FFA35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3" name="Splat 1193"/>
            <p:cNvSpPr>
              <a:spLocks noGrp="1"/>
            </p:cNvSpPr>
            <p:nvPr/>
          </p:nvSpPr>
          <p:spPr>
            <a:xfrm rot="10727626">
              <a:off x="1051601" y="1893652"/>
              <a:ext cx="707108" cy="181324"/>
            </a:xfrm>
            <a:prstGeom prst="ellipse">
              <a:avLst/>
            </a:prstGeom>
            <a:gradFill>
              <a:gsLst>
                <a:gs pos="0">
                  <a:srgbClr val="000200">
                    <a:alpha val="32968"/>
                  </a:srgbClr>
                </a:gs>
                <a:gs pos="14286">
                  <a:srgbClr val="000200">
                    <a:alpha val="30764"/>
                  </a:srgbClr>
                </a:gs>
                <a:gs pos="28571">
                  <a:srgbClr val="000200">
                    <a:alpha val="24833"/>
                  </a:srgbClr>
                </a:gs>
                <a:gs pos="42857">
                  <a:srgbClr val="000200">
                    <a:alpha val="17075"/>
                  </a:srgbClr>
                </a:gs>
                <a:gs pos="57143">
                  <a:srgbClr val="000200">
                    <a:alpha val="9855"/>
                  </a:srgbClr>
                </a:gs>
                <a:gs pos="71429">
                  <a:srgbClr val="000200">
                    <a:alpha val="4740"/>
                  </a:srgbClr>
                </a:gs>
                <a:gs pos="85714">
                  <a:srgbClr val="000200">
                    <a:alpha val="1902"/>
                  </a:srgbClr>
                </a:gs>
                <a:gs pos="100000">
                  <a:srgbClr val="000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4" name="Splat 1194"/>
            <p:cNvSpPr>
              <a:spLocks noGrp="1"/>
            </p:cNvSpPr>
            <p:nvPr/>
          </p:nvSpPr>
          <p:spPr>
            <a:xfrm rot="-9139001">
              <a:off x="1627849" y="1642106"/>
              <a:ext cx="247929" cy="142129"/>
            </a:xfrm>
            <a:prstGeom prst="ellipse">
              <a:avLst/>
            </a:prstGeom>
            <a:gradFill>
              <a:gsLst>
                <a:gs pos="0">
                  <a:srgbClr val="BABCBB">
                    <a:alpha val="32968"/>
                  </a:srgbClr>
                </a:gs>
                <a:gs pos="14286">
                  <a:srgbClr val="BABCBB">
                    <a:alpha val="30764"/>
                  </a:srgbClr>
                </a:gs>
                <a:gs pos="28571">
                  <a:srgbClr val="BABCBB">
                    <a:alpha val="24833"/>
                  </a:srgbClr>
                </a:gs>
                <a:gs pos="42857">
                  <a:srgbClr val="BABCBB">
                    <a:alpha val="17075"/>
                  </a:srgbClr>
                </a:gs>
                <a:gs pos="57143">
                  <a:srgbClr val="BABCBB">
                    <a:alpha val="9855"/>
                  </a:srgbClr>
                </a:gs>
                <a:gs pos="71429">
                  <a:srgbClr val="BABCBB">
                    <a:alpha val="4740"/>
                  </a:srgbClr>
                </a:gs>
                <a:gs pos="85714">
                  <a:srgbClr val="BABCBB">
                    <a:alpha val="1902"/>
                  </a:srgbClr>
                </a:gs>
                <a:gs pos="100000">
                  <a:srgbClr val="BABCB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5" name="Splat 1195"/>
            <p:cNvSpPr>
              <a:spLocks noGrp="1"/>
            </p:cNvSpPr>
            <p:nvPr/>
          </p:nvSpPr>
          <p:spPr>
            <a:xfrm rot="5977403">
              <a:off x="-205979" y="-19268"/>
              <a:ext cx="649205" cy="34020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6" name="Splat 1196"/>
            <p:cNvSpPr>
              <a:spLocks noGrp="1"/>
            </p:cNvSpPr>
            <p:nvPr/>
          </p:nvSpPr>
          <p:spPr>
            <a:xfrm rot="8859530">
              <a:off x="1089011" y="1148823"/>
              <a:ext cx="787772" cy="3987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7" name="Splat 1197"/>
            <p:cNvSpPr>
              <a:spLocks noGrp="1"/>
            </p:cNvSpPr>
            <p:nvPr/>
          </p:nvSpPr>
          <p:spPr>
            <a:xfrm rot="7384921">
              <a:off x="2609125" y="2170144"/>
              <a:ext cx="361625" cy="122630"/>
            </a:xfrm>
            <a:prstGeom prst="ellipse">
              <a:avLst/>
            </a:prstGeom>
            <a:gradFill>
              <a:gsLst>
                <a:gs pos="0">
                  <a:srgbClr val="9C9A9C">
                    <a:alpha val="32968"/>
                  </a:srgbClr>
                </a:gs>
                <a:gs pos="14286">
                  <a:srgbClr val="9C9A9C">
                    <a:alpha val="30764"/>
                  </a:srgbClr>
                </a:gs>
                <a:gs pos="28571">
                  <a:srgbClr val="9C9A9C">
                    <a:alpha val="24833"/>
                  </a:srgbClr>
                </a:gs>
                <a:gs pos="42857">
                  <a:srgbClr val="9C9A9C">
                    <a:alpha val="17075"/>
                  </a:srgbClr>
                </a:gs>
                <a:gs pos="57143">
                  <a:srgbClr val="9C9A9C">
                    <a:alpha val="9855"/>
                  </a:srgbClr>
                </a:gs>
                <a:gs pos="71429">
                  <a:srgbClr val="9C9A9C">
                    <a:alpha val="4740"/>
                  </a:srgbClr>
                </a:gs>
                <a:gs pos="85714">
                  <a:srgbClr val="9C9A9C">
                    <a:alpha val="1902"/>
                  </a:srgbClr>
                </a:gs>
                <a:gs pos="100000">
                  <a:srgbClr val="9C9A9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8" name="Splat 1198"/>
            <p:cNvSpPr>
              <a:spLocks noGrp="1"/>
            </p:cNvSpPr>
            <p:nvPr/>
          </p:nvSpPr>
          <p:spPr>
            <a:xfrm rot="-10572563">
              <a:off x="2231387" y="71390"/>
              <a:ext cx="205730" cy="169996"/>
            </a:xfrm>
            <a:prstGeom prst="ellipse">
              <a:avLst/>
            </a:prstGeom>
            <a:gradFill>
              <a:gsLst>
                <a:gs pos="0">
                  <a:srgbClr val="91908A">
                    <a:alpha val="32730"/>
                  </a:srgbClr>
                </a:gs>
                <a:gs pos="14286">
                  <a:srgbClr val="91908A">
                    <a:alpha val="30538"/>
                  </a:srgbClr>
                </a:gs>
                <a:gs pos="28571">
                  <a:srgbClr val="91908A">
                    <a:alpha val="24643"/>
                  </a:srgbClr>
                </a:gs>
                <a:gs pos="42857">
                  <a:srgbClr val="91908A">
                    <a:alpha val="16938"/>
                  </a:srgbClr>
                </a:gs>
                <a:gs pos="57143">
                  <a:srgbClr val="91908A">
                    <a:alpha val="9772"/>
                  </a:srgbClr>
                </a:gs>
                <a:gs pos="71429">
                  <a:srgbClr val="91908A">
                    <a:alpha val="4699"/>
                  </a:srgbClr>
                </a:gs>
                <a:gs pos="85714">
                  <a:srgbClr val="91908A">
                    <a:alpha val="1885"/>
                  </a:srgbClr>
                </a:gs>
                <a:gs pos="100000">
                  <a:srgbClr val="91908A">
                    <a:alpha val="6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9" name="Splat 1199"/>
            <p:cNvSpPr>
              <a:spLocks noGrp="1"/>
            </p:cNvSpPr>
            <p:nvPr/>
          </p:nvSpPr>
          <p:spPr>
            <a:xfrm rot="5182955">
              <a:off x="2155560" y="1568026"/>
              <a:ext cx="550166" cy="214668"/>
            </a:xfrm>
            <a:prstGeom prst="ellipse">
              <a:avLst/>
            </a:prstGeom>
            <a:gradFill>
              <a:gsLst>
                <a:gs pos="0">
                  <a:srgbClr val="704200">
                    <a:alpha val="32968"/>
                  </a:srgbClr>
                </a:gs>
                <a:gs pos="14286">
                  <a:srgbClr val="704200">
                    <a:alpha val="30764"/>
                  </a:srgbClr>
                </a:gs>
                <a:gs pos="28571">
                  <a:srgbClr val="704200">
                    <a:alpha val="24833"/>
                  </a:srgbClr>
                </a:gs>
                <a:gs pos="42857">
                  <a:srgbClr val="704200">
                    <a:alpha val="17075"/>
                  </a:srgbClr>
                </a:gs>
                <a:gs pos="57143">
                  <a:srgbClr val="704200">
                    <a:alpha val="9855"/>
                  </a:srgbClr>
                </a:gs>
                <a:gs pos="71429">
                  <a:srgbClr val="704200">
                    <a:alpha val="4740"/>
                  </a:srgbClr>
                </a:gs>
                <a:gs pos="85714">
                  <a:srgbClr val="704200">
                    <a:alpha val="1902"/>
                  </a:srgbClr>
                </a:gs>
                <a:gs pos="100000">
                  <a:srgbClr val="704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0" name="Splat 1200"/>
            <p:cNvSpPr>
              <a:spLocks noGrp="1"/>
            </p:cNvSpPr>
            <p:nvPr/>
          </p:nvSpPr>
          <p:spPr>
            <a:xfrm rot="5294418">
              <a:off x="-186219" y="1002493"/>
              <a:ext cx="683779" cy="161472"/>
            </a:xfrm>
            <a:prstGeom prst="ellipse">
              <a:avLst/>
            </a:prstGeom>
            <a:gradFill>
              <a:gsLst>
                <a:gs pos="0">
                  <a:srgbClr val="00001F">
                    <a:alpha val="32968"/>
                  </a:srgbClr>
                </a:gs>
                <a:gs pos="14286">
                  <a:srgbClr val="00001F">
                    <a:alpha val="30764"/>
                  </a:srgbClr>
                </a:gs>
                <a:gs pos="28571">
                  <a:srgbClr val="00001F">
                    <a:alpha val="24833"/>
                  </a:srgbClr>
                </a:gs>
                <a:gs pos="42857">
                  <a:srgbClr val="00001F">
                    <a:alpha val="17075"/>
                  </a:srgbClr>
                </a:gs>
                <a:gs pos="57143">
                  <a:srgbClr val="00001F">
                    <a:alpha val="9855"/>
                  </a:srgbClr>
                </a:gs>
                <a:gs pos="71429">
                  <a:srgbClr val="00001F">
                    <a:alpha val="4740"/>
                  </a:srgbClr>
                </a:gs>
                <a:gs pos="85714">
                  <a:srgbClr val="00001F">
                    <a:alpha val="1902"/>
                  </a:srgbClr>
                </a:gs>
                <a:gs pos="100000">
                  <a:srgbClr val="00001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1" name="Splat 1201"/>
            <p:cNvSpPr>
              <a:spLocks noGrp="1"/>
            </p:cNvSpPr>
            <p:nvPr/>
          </p:nvSpPr>
          <p:spPr>
            <a:xfrm rot="5021578">
              <a:off x="-142569" y="88737"/>
              <a:ext cx="850142" cy="113797"/>
            </a:xfrm>
            <a:prstGeom prst="ellipse">
              <a:avLst/>
            </a:prstGeom>
            <a:gradFill>
              <a:gsLst>
                <a:gs pos="0">
                  <a:srgbClr val="FFB362">
                    <a:alpha val="32968"/>
                  </a:srgbClr>
                </a:gs>
                <a:gs pos="14286">
                  <a:srgbClr val="FFB362">
                    <a:alpha val="30764"/>
                  </a:srgbClr>
                </a:gs>
                <a:gs pos="28571">
                  <a:srgbClr val="FFB362">
                    <a:alpha val="24833"/>
                  </a:srgbClr>
                </a:gs>
                <a:gs pos="42857">
                  <a:srgbClr val="FFB362">
                    <a:alpha val="17075"/>
                  </a:srgbClr>
                </a:gs>
                <a:gs pos="57143">
                  <a:srgbClr val="FFB362">
                    <a:alpha val="9855"/>
                  </a:srgbClr>
                </a:gs>
                <a:gs pos="71429">
                  <a:srgbClr val="FFB362">
                    <a:alpha val="4740"/>
                  </a:srgbClr>
                </a:gs>
                <a:gs pos="85714">
                  <a:srgbClr val="FFB362">
                    <a:alpha val="1902"/>
                  </a:srgbClr>
                </a:gs>
                <a:gs pos="100000">
                  <a:srgbClr val="FFB36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2" name="Splat 1202"/>
            <p:cNvSpPr>
              <a:spLocks noGrp="1"/>
            </p:cNvSpPr>
            <p:nvPr/>
          </p:nvSpPr>
          <p:spPr>
            <a:xfrm rot="4105362">
              <a:off x="271096" y="1664841"/>
              <a:ext cx="671526" cy="90212"/>
            </a:xfrm>
            <a:prstGeom prst="ellipse">
              <a:avLst/>
            </a:prstGeom>
            <a:gradFill>
              <a:gsLst>
                <a:gs pos="0">
                  <a:srgbClr val="BDAFAC">
                    <a:alpha val="32968"/>
                  </a:srgbClr>
                </a:gs>
                <a:gs pos="14286">
                  <a:srgbClr val="BDAFAC">
                    <a:alpha val="30764"/>
                  </a:srgbClr>
                </a:gs>
                <a:gs pos="28571">
                  <a:srgbClr val="BDAFAC">
                    <a:alpha val="24833"/>
                  </a:srgbClr>
                </a:gs>
                <a:gs pos="42857">
                  <a:srgbClr val="BDAFAC">
                    <a:alpha val="17075"/>
                  </a:srgbClr>
                </a:gs>
                <a:gs pos="57143">
                  <a:srgbClr val="BDAFAC">
                    <a:alpha val="9855"/>
                  </a:srgbClr>
                </a:gs>
                <a:gs pos="71429">
                  <a:srgbClr val="BDAFAC">
                    <a:alpha val="4740"/>
                  </a:srgbClr>
                </a:gs>
                <a:gs pos="85714">
                  <a:srgbClr val="BDAFAC">
                    <a:alpha val="1902"/>
                  </a:srgbClr>
                </a:gs>
                <a:gs pos="100000">
                  <a:srgbClr val="BDAFA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3" name="Splat 1203"/>
            <p:cNvSpPr>
              <a:spLocks noGrp="1"/>
            </p:cNvSpPr>
            <p:nvPr/>
          </p:nvSpPr>
          <p:spPr>
            <a:xfrm rot="6582250">
              <a:off x="295806" y="1524655"/>
              <a:ext cx="561481" cy="146549"/>
            </a:xfrm>
            <a:prstGeom prst="ellipse">
              <a:avLst/>
            </a:prstGeom>
            <a:gradFill>
              <a:gsLst>
                <a:gs pos="0">
                  <a:srgbClr val="D0C3C4">
                    <a:alpha val="20432"/>
                  </a:srgbClr>
                </a:gs>
                <a:gs pos="14286">
                  <a:srgbClr val="D0C3C4">
                    <a:alpha val="18947"/>
                  </a:srgbClr>
                </a:gs>
                <a:gs pos="28571">
                  <a:srgbClr val="D0C3C4">
                    <a:alpha val="15050"/>
                  </a:srgbClr>
                </a:gs>
                <a:gs pos="42857">
                  <a:srgbClr val="D0C3C4">
                    <a:alpha val="10146"/>
                  </a:srgbClr>
                </a:gs>
                <a:gs pos="57143">
                  <a:srgbClr val="D0C3C4">
                    <a:alpha val="5756"/>
                  </a:srgbClr>
                </a:gs>
                <a:gs pos="71429">
                  <a:srgbClr val="D0C3C4">
                    <a:alpha val="2737"/>
                  </a:srgbClr>
                </a:gs>
                <a:gs pos="85714">
                  <a:srgbClr val="D0C3C4">
                    <a:alpha val="1091"/>
                  </a:srgbClr>
                </a:gs>
                <a:gs pos="100000">
                  <a:srgbClr val="D0C3C4">
                    <a:alpha val="3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4" name="Splat 1204"/>
            <p:cNvSpPr>
              <a:spLocks noGrp="1"/>
            </p:cNvSpPr>
            <p:nvPr/>
          </p:nvSpPr>
          <p:spPr>
            <a:xfrm rot="2902151">
              <a:off x="492735" y="2018137"/>
              <a:ext cx="495046" cy="168361"/>
            </a:xfrm>
            <a:prstGeom prst="ellipse">
              <a:avLst/>
            </a:prstGeom>
            <a:gradFill>
              <a:gsLst>
                <a:gs pos="0">
                  <a:srgbClr val="522D00">
                    <a:alpha val="32968"/>
                  </a:srgbClr>
                </a:gs>
                <a:gs pos="14286">
                  <a:srgbClr val="522D00">
                    <a:alpha val="30764"/>
                  </a:srgbClr>
                </a:gs>
                <a:gs pos="28571">
                  <a:srgbClr val="522D00">
                    <a:alpha val="24833"/>
                  </a:srgbClr>
                </a:gs>
                <a:gs pos="42857">
                  <a:srgbClr val="522D00">
                    <a:alpha val="17075"/>
                  </a:srgbClr>
                </a:gs>
                <a:gs pos="57143">
                  <a:srgbClr val="522D00">
                    <a:alpha val="9855"/>
                  </a:srgbClr>
                </a:gs>
                <a:gs pos="71429">
                  <a:srgbClr val="522D00">
                    <a:alpha val="4740"/>
                  </a:srgbClr>
                </a:gs>
                <a:gs pos="85714">
                  <a:srgbClr val="522D00">
                    <a:alpha val="1902"/>
                  </a:srgbClr>
                </a:gs>
                <a:gs pos="100000">
                  <a:srgbClr val="522D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5" name="Splat 1205"/>
            <p:cNvSpPr>
              <a:spLocks noGrp="1"/>
            </p:cNvSpPr>
            <p:nvPr/>
          </p:nvSpPr>
          <p:spPr>
            <a:xfrm rot="-8284695">
              <a:off x="527583" y="1924416"/>
              <a:ext cx="534813" cy="232045"/>
            </a:xfrm>
            <a:prstGeom prst="ellipse">
              <a:avLst/>
            </a:prstGeom>
            <a:gradFill>
              <a:gsLst>
                <a:gs pos="0">
                  <a:srgbClr val="9D897B">
                    <a:alpha val="30214"/>
                  </a:srgbClr>
                </a:gs>
                <a:gs pos="14286">
                  <a:srgbClr val="9D897B">
                    <a:alpha val="28154"/>
                  </a:srgbClr>
                </a:gs>
                <a:gs pos="28571">
                  <a:srgbClr val="9D897B">
                    <a:alpha val="22642"/>
                  </a:srgbClr>
                </a:gs>
                <a:gs pos="42857">
                  <a:srgbClr val="9D897B">
                    <a:alpha val="15498"/>
                  </a:srgbClr>
                </a:gs>
                <a:gs pos="57143">
                  <a:srgbClr val="9D897B">
                    <a:alpha val="8909"/>
                  </a:srgbClr>
                </a:gs>
                <a:gs pos="71429">
                  <a:srgbClr val="9D897B">
                    <a:alpha val="4274"/>
                  </a:srgbClr>
                </a:gs>
                <a:gs pos="85714">
                  <a:srgbClr val="9D897B">
                    <a:alpha val="1712"/>
                  </a:srgbClr>
                </a:gs>
                <a:gs pos="100000">
                  <a:srgbClr val="9D897B">
                    <a:alpha val="5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6" name="Splat 1206"/>
            <p:cNvSpPr>
              <a:spLocks noGrp="1"/>
            </p:cNvSpPr>
            <p:nvPr/>
          </p:nvSpPr>
          <p:spPr>
            <a:xfrm rot="-9242497">
              <a:off x="1451710" y="2318438"/>
              <a:ext cx="384167" cy="78872"/>
            </a:xfrm>
            <a:prstGeom prst="ellipse">
              <a:avLst/>
            </a:prstGeom>
            <a:gradFill>
              <a:gsLst>
                <a:gs pos="0">
                  <a:srgbClr val="FDF7FF">
                    <a:alpha val="14521"/>
                  </a:srgbClr>
                </a:gs>
                <a:gs pos="14286">
                  <a:srgbClr val="FDF7FF">
                    <a:alpha val="13429"/>
                  </a:srgbClr>
                </a:gs>
                <a:gs pos="28571">
                  <a:srgbClr val="FDF7FF">
                    <a:alpha val="10593"/>
                  </a:srgbClr>
                </a:gs>
                <a:gs pos="42857">
                  <a:srgbClr val="FDF7FF">
                    <a:alpha val="7081"/>
                  </a:srgbClr>
                </a:gs>
                <a:gs pos="57143">
                  <a:srgbClr val="FDF7FF">
                    <a:alpha val="3988"/>
                  </a:srgbClr>
                </a:gs>
                <a:gs pos="71429">
                  <a:srgbClr val="FDF7FF">
                    <a:alpha val="1887"/>
                  </a:srgbClr>
                </a:gs>
                <a:gs pos="85714">
                  <a:srgbClr val="FDF7FF">
                    <a:alpha val="750"/>
                  </a:srgbClr>
                </a:gs>
                <a:gs pos="100000">
                  <a:srgbClr val="FDF7FF">
                    <a:alpha val="2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7" name="Splat 1207"/>
            <p:cNvSpPr>
              <a:spLocks noGrp="1"/>
            </p:cNvSpPr>
            <p:nvPr/>
          </p:nvSpPr>
          <p:spPr>
            <a:xfrm rot="7865938">
              <a:off x="3186493" y="2033020"/>
              <a:ext cx="496635" cy="20946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8" name="Splat 1208"/>
            <p:cNvSpPr>
              <a:spLocks noGrp="1"/>
            </p:cNvSpPr>
            <p:nvPr/>
          </p:nvSpPr>
          <p:spPr>
            <a:xfrm rot="-8594743">
              <a:off x="793083" y="1193093"/>
              <a:ext cx="636840" cy="10659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9" name="Splat 1209"/>
            <p:cNvSpPr>
              <a:spLocks noGrp="1"/>
            </p:cNvSpPr>
            <p:nvPr/>
          </p:nvSpPr>
          <p:spPr>
            <a:xfrm rot="-9335154">
              <a:off x="757152" y="749254"/>
              <a:ext cx="296355" cy="51598"/>
            </a:xfrm>
            <a:prstGeom prst="ellipse">
              <a:avLst/>
            </a:prstGeom>
            <a:gradFill>
              <a:gsLst>
                <a:gs pos="0">
                  <a:srgbClr val="C9B19F">
                    <a:alpha val="22195"/>
                  </a:srgbClr>
                </a:gs>
                <a:gs pos="14286">
                  <a:srgbClr val="C9B19F">
                    <a:alpha val="20600"/>
                  </a:srgbClr>
                </a:gs>
                <a:gs pos="28571">
                  <a:srgbClr val="C9B19F">
                    <a:alpha val="16398"/>
                  </a:srgbClr>
                </a:gs>
                <a:gs pos="42857">
                  <a:srgbClr val="C9B19F">
                    <a:alpha val="11084"/>
                  </a:srgbClr>
                </a:gs>
                <a:gs pos="57143">
                  <a:srgbClr val="C9B19F">
                    <a:alpha val="6302"/>
                  </a:srgbClr>
                </a:gs>
                <a:gs pos="71429">
                  <a:srgbClr val="C9B19F">
                    <a:alpha val="3001"/>
                  </a:srgbClr>
                </a:gs>
                <a:gs pos="85714">
                  <a:srgbClr val="C9B19F">
                    <a:alpha val="1198"/>
                  </a:srgbClr>
                </a:gs>
                <a:gs pos="100000">
                  <a:srgbClr val="C9B19F">
                    <a:alpha val="4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0" name="Splat 1210"/>
            <p:cNvSpPr>
              <a:spLocks noGrp="1"/>
            </p:cNvSpPr>
            <p:nvPr/>
          </p:nvSpPr>
          <p:spPr>
            <a:xfrm rot="-10745554">
              <a:off x="2996940" y="318355"/>
              <a:ext cx="646039" cy="9420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1" name="Splat 1211"/>
            <p:cNvSpPr>
              <a:spLocks noGrp="1"/>
            </p:cNvSpPr>
            <p:nvPr/>
          </p:nvSpPr>
          <p:spPr>
            <a:xfrm rot="-10270681">
              <a:off x="764752" y="2009194"/>
              <a:ext cx="722761" cy="96196"/>
            </a:xfrm>
            <a:prstGeom prst="ellipse">
              <a:avLst/>
            </a:prstGeom>
            <a:gradFill>
              <a:gsLst>
                <a:gs pos="0">
                  <a:srgbClr val="FDF7F1">
                    <a:alpha val="25267"/>
                  </a:srgbClr>
                </a:gs>
                <a:gs pos="14286">
                  <a:srgbClr val="FDF7F1">
                    <a:alpha val="23486"/>
                  </a:srgbClr>
                </a:gs>
                <a:gs pos="28571">
                  <a:srgbClr val="FDF7F1">
                    <a:alpha val="18767"/>
                  </a:srgbClr>
                </a:gs>
                <a:gs pos="42857">
                  <a:srgbClr val="FDF7F1">
                    <a:alpha val="12745"/>
                  </a:srgbClr>
                </a:gs>
                <a:gs pos="57143">
                  <a:srgbClr val="FDF7F1">
                    <a:alpha val="7276"/>
                  </a:srgbClr>
                </a:gs>
                <a:gs pos="71429">
                  <a:srgbClr val="FDF7F1">
                    <a:alpha val="3474"/>
                  </a:srgbClr>
                </a:gs>
                <a:gs pos="85714">
                  <a:srgbClr val="FDF7F1">
                    <a:alpha val="1389"/>
                  </a:srgbClr>
                </a:gs>
                <a:gs pos="100000">
                  <a:srgbClr val="FDF7F1">
                    <a:alpha val="4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2" name="Splat 1212"/>
            <p:cNvSpPr>
              <a:spLocks noGrp="1"/>
            </p:cNvSpPr>
            <p:nvPr/>
          </p:nvSpPr>
          <p:spPr>
            <a:xfrm rot="-9555848">
              <a:off x="1580351" y="2263227"/>
              <a:ext cx="412532" cy="214399"/>
            </a:xfrm>
            <a:prstGeom prst="ellipse">
              <a:avLst/>
            </a:prstGeom>
            <a:gradFill>
              <a:gsLst>
                <a:gs pos="0">
                  <a:srgbClr val="F5E7DF">
                    <a:alpha val="32968"/>
                  </a:srgbClr>
                </a:gs>
                <a:gs pos="14286">
                  <a:srgbClr val="F5E7DF">
                    <a:alpha val="30764"/>
                  </a:srgbClr>
                </a:gs>
                <a:gs pos="28571">
                  <a:srgbClr val="F5E7DF">
                    <a:alpha val="24833"/>
                  </a:srgbClr>
                </a:gs>
                <a:gs pos="42857">
                  <a:srgbClr val="F5E7DF">
                    <a:alpha val="17075"/>
                  </a:srgbClr>
                </a:gs>
                <a:gs pos="57143">
                  <a:srgbClr val="F5E7DF">
                    <a:alpha val="9855"/>
                  </a:srgbClr>
                </a:gs>
                <a:gs pos="71429">
                  <a:srgbClr val="F5E7DF">
                    <a:alpha val="4740"/>
                  </a:srgbClr>
                </a:gs>
                <a:gs pos="85714">
                  <a:srgbClr val="F5E7DF">
                    <a:alpha val="1902"/>
                  </a:srgbClr>
                </a:gs>
                <a:gs pos="100000">
                  <a:srgbClr val="F5E7D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3" name="Splat 1213"/>
            <p:cNvSpPr>
              <a:spLocks noGrp="1"/>
            </p:cNvSpPr>
            <p:nvPr/>
          </p:nvSpPr>
          <p:spPr>
            <a:xfrm rot="2839625">
              <a:off x="2076746" y="1759055"/>
              <a:ext cx="495499" cy="15866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4" name="Splat 1214"/>
            <p:cNvSpPr>
              <a:spLocks noGrp="1"/>
            </p:cNvSpPr>
            <p:nvPr/>
          </p:nvSpPr>
          <p:spPr>
            <a:xfrm rot="10200238">
              <a:off x="1156925" y="1562398"/>
              <a:ext cx="447317" cy="109591"/>
            </a:xfrm>
            <a:prstGeom prst="ellipse">
              <a:avLst/>
            </a:prstGeom>
            <a:gradFill>
              <a:gsLst>
                <a:gs pos="0">
                  <a:srgbClr val="CFC9C9">
                    <a:alpha val="32579"/>
                  </a:srgbClr>
                </a:gs>
                <a:gs pos="14286">
                  <a:srgbClr val="CFC9C9">
                    <a:alpha val="30394"/>
                  </a:srgbClr>
                </a:gs>
                <a:gs pos="28571">
                  <a:srgbClr val="CFC9C9">
                    <a:alpha val="24522"/>
                  </a:srgbClr>
                </a:gs>
                <a:gs pos="42857">
                  <a:srgbClr val="CFC9C9">
                    <a:alpha val="16850"/>
                  </a:srgbClr>
                </a:gs>
                <a:gs pos="57143">
                  <a:srgbClr val="CFC9C9">
                    <a:alpha val="9719"/>
                  </a:srgbClr>
                </a:gs>
                <a:gs pos="71429">
                  <a:srgbClr val="CFC9C9">
                    <a:alpha val="4673"/>
                  </a:srgbClr>
                </a:gs>
                <a:gs pos="85714">
                  <a:srgbClr val="CFC9C9">
                    <a:alpha val="1875"/>
                  </a:srgbClr>
                </a:gs>
                <a:gs pos="100000">
                  <a:srgbClr val="CFC9C9">
                    <a:alpha val="6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5" name="Splat 1215"/>
            <p:cNvSpPr>
              <a:spLocks noGrp="1"/>
            </p:cNvSpPr>
            <p:nvPr/>
          </p:nvSpPr>
          <p:spPr>
            <a:xfrm rot="10310110">
              <a:off x="818869" y="579170"/>
              <a:ext cx="491386" cy="149493"/>
            </a:xfrm>
            <a:prstGeom prst="ellipse">
              <a:avLst/>
            </a:prstGeom>
            <a:gradFill>
              <a:gsLst>
                <a:gs pos="0">
                  <a:srgbClr val="B3B4BE">
                    <a:alpha val="32968"/>
                  </a:srgbClr>
                </a:gs>
                <a:gs pos="14286">
                  <a:srgbClr val="B3B4BE">
                    <a:alpha val="30764"/>
                  </a:srgbClr>
                </a:gs>
                <a:gs pos="28571">
                  <a:srgbClr val="B3B4BE">
                    <a:alpha val="24833"/>
                  </a:srgbClr>
                </a:gs>
                <a:gs pos="42857">
                  <a:srgbClr val="B3B4BE">
                    <a:alpha val="17075"/>
                  </a:srgbClr>
                </a:gs>
                <a:gs pos="57143">
                  <a:srgbClr val="B3B4BE">
                    <a:alpha val="9855"/>
                  </a:srgbClr>
                </a:gs>
                <a:gs pos="71429">
                  <a:srgbClr val="B3B4BE">
                    <a:alpha val="4740"/>
                  </a:srgbClr>
                </a:gs>
                <a:gs pos="85714">
                  <a:srgbClr val="B3B4BE">
                    <a:alpha val="1902"/>
                  </a:srgbClr>
                </a:gs>
                <a:gs pos="100000">
                  <a:srgbClr val="B3B4B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6" name="Splat 1216"/>
            <p:cNvSpPr>
              <a:spLocks noGrp="1"/>
            </p:cNvSpPr>
            <p:nvPr/>
          </p:nvSpPr>
          <p:spPr>
            <a:xfrm rot="-9470971">
              <a:off x="3024323" y="321058"/>
              <a:ext cx="735157" cy="9807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7" name="Splat 1217"/>
            <p:cNvSpPr>
              <a:spLocks noGrp="1"/>
            </p:cNvSpPr>
            <p:nvPr/>
          </p:nvSpPr>
          <p:spPr>
            <a:xfrm rot="-10352676">
              <a:off x="2841644" y="1332384"/>
              <a:ext cx="799582" cy="14080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8" name="Splat 1218"/>
            <p:cNvSpPr>
              <a:spLocks noGrp="1"/>
            </p:cNvSpPr>
            <p:nvPr/>
          </p:nvSpPr>
          <p:spPr>
            <a:xfrm rot="10777700">
              <a:off x="294477" y="1997838"/>
              <a:ext cx="489199" cy="176722"/>
            </a:xfrm>
            <a:prstGeom prst="ellipse">
              <a:avLst/>
            </a:prstGeom>
            <a:gradFill>
              <a:gsLst>
                <a:gs pos="0">
                  <a:srgbClr val="F3DEDB">
                    <a:alpha val="23086"/>
                  </a:srgbClr>
                </a:gs>
                <a:gs pos="14286">
                  <a:srgbClr val="F3DEDB">
                    <a:alpha val="21436"/>
                  </a:srgbClr>
                </a:gs>
                <a:gs pos="28571">
                  <a:srgbClr val="F3DEDB">
                    <a:alpha val="17082"/>
                  </a:srgbClr>
                </a:gs>
                <a:gs pos="42857">
                  <a:srgbClr val="F3DEDB">
                    <a:alpha val="11562"/>
                  </a:srgbClr>
                </a:gs>
                <a:gs pos="57143">
                  <a:srgbClr val="F3DEDB">
                    <a:alpha val="6582"/>
                  </a:srgbClr>
                </a:gs>
                <a:gs pos="71429">
                  <a:srgbClr val="F3DEDB">
                    <a:alpha val="3137"/>
                  </a:srgbClr>
                </a:gs>
                <a:gs pos="85714">
                  <a:srgbClr val="F3DEDB">
                    <a:alpha val="1252"/>
                  </a:srgbClr>
                </a:gs>
                <a:gs pos="100000">
                  <a:srgbClr val="F3DEDB">
                    <a:alpha val="4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9" name="Splat 1219"/>
            <p:cNvSpPr>
              <a:spLocks noGrp="1"/>
            </p:cNvSpPr>
            <p:nvPr/>
          </p:nvSpPr>
          <p:spPr>
            <a:xfrm rot="7709760">
              <a:off x="330261" y="1359430"/>
              <a:ext cx="601730" cy="79782"/>
            </a:xfrm>
            <a:prstGeom prst="ellipse">
              <a:avLst/>
            </a:prstGeom>
            <a:gradFill>
              <a:gsLst>
                <a:gs pos="0">
                  <a:srgbClr val="EDE9F1">
                    <a:alpha val="17534"/>
                  </a:srgbClr>
                </a:gs>
                <a:gs pos="14286">
                  <a:srgbClr val="EDE9F1">
                    <a:alpha val="16238"/>
                  </a:srgbClr>
                </a:gs>
                <a:gs pos="28571">
                  <a:srgbClr val="EDE9F1">
                    <a:alpha val="12853"/>
                  </a:srgbClr>
                </a:gs>
                <a:gs pos="42857">
                  <a:srgbClr val="EDE9F1">
                    <a:alpha val="8629"/>
                  </a:srgbClr>
                </a:gs>
                <a:gs pos="57143">
                  <a:srgbClr val="EDE9F1">
                    <a:alpha val="4877"/>
                  </a:srgbClr>
                </a:gs>
                <a:gs pos="71429">
                  <a:srgbClr val="EDE9F1">
                    <a:alpha val="2313"/>
                  </a:srgbClr>
                </a:gs>
                <a:gs pos="85714">
                  <a:srgbClr val="EDE9F1">
                    <a:alpha val="921"/>
                  </a:srgbClr>
                </a:gs>
                <a:gs pos="100000">
                  <a:srgbClr val="EDE9F1">
                    <a:alpha val="3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0" name="Splat 1220"/>
            <p:cNvSpPr>
              <a:spLocks noGrp="1"/>
            </p:cNvSpPr>
            <p:nvPr/>
          </p:nvSpPr>
          <p:spPr>
            <a:xfrm rot="-9098784">
              <a:off x="652490" y="1963249"/>
              <a:ext cx="543386" cy="37977"/>
            </a:xfrm>
            <a:prstGeom prst="ellipse">
              <a:avLst/>
            </a:prstGeom>
            <a:gradFill>
              <a:gsLst>
                <a:gs pos="0">
                  <a:srgbClr val="F3EAE7">
                    <a:alpha val="32968"/>
                  </a:srgbClr>
                </a:gs>
                <a:gs pos="14286">
                  <a:srgbClr val="F3EAE7">
                    <a:alpha val="30764"/>
                  </a:srgbClr>
                </a:gs>
                <a:gs pos="28571">
                  <a:srgbClr val="F3EAE7">
                    <a:alpha val="24833"/>
                  </a:srgbClr>
                </a:gs>
                <a:gs pos="42857">
                  <a:srgbClr val="F3EAE7">
                    <a:alpha val="17075"/>
                  </a:srgbClr>
                </a:gs>
                <a:gs pos="57143">
                  <a:srgbClr val="F3EAE7">
                    <a:alpha val="9855"/>
                  </a:srgbClr>
                </a:gs>
                <a:gs pos="71429">
                  <a:srgbClr val="F3EAE7">
                    <a:alpha val="4740"/>
                  </a:srgbClr>
                </a:gs>
                <a:gs pos="85714">
                  <a:srgbClr val="F3EAE7">
                    <a:alpha val="1902"/>
                  </a:srgbClr>
                </a:gs>
                <a:gs pos="100000">
                  <a:srgbClr val="F3EAE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1" name="Splat 1221"/>
            <p:cNvSpPr>
              <a:spLocks noGrp="1"/>
            </p:cNvSpPr>
            <p:nvPr/>
          </p:nvSpPr>
          <p:spPr>
            <a:xfrm rot="-10234734">
              <a:off x="2960607" y="2274073"/>
              <a:ext cx="766740" cy="51151"/>
            </a:xfrm>
            <a:prstGeom prst="ellipse">
              <a:avLst/>
            </a:prstGeom>
            <a:gradFill>
              <a:gsLst>
                <a:gs pos="0">
                  <a:srgbClr val="FFF1EF">
                    <a:alpha val="32968"/>
                  </a:srgbClr>
                </a:gs>
                <a:gs pos="14286">
                  <a:srgbClr val="FFF1EF">
                    <a:alpha val="30764"/>
                  </a:srgbClr>
                </a:gs>
                <a:gs pos="28571">
                  <a:srgbClr val="FFF1EF">
                    <a:alpha val="24833"/>
                  </a:srgbClr>
                </a:gs>
                <a:gs pos="42857">
                  <a:srgbClr val="FFF1EF">
                    <a:alpha val="17075"/>
                  </a:srgbClr>
                </a:gs>
                <a:gs pos="57143">
                  <a:srgbClr val="FFF1EF">
                    <a:alpha val="9855"/>
                  </a:srgbClr>
                </a:gs>
                <a:gs pos="71429">
                  <a:srgbClr val="FFF1EF">
                    <a:alpha val="4740"/>
                  </a:srgbClr>
                </a:gs>
                <a:gs pos="85714">
                  <a:srgbClr val="FFF1EF">
                    <a:alpha val="1902"/>
                  </a:srgbClr>
                </a:gs>
                <a:gs pos="100000">
                  <a:srgbClr val="FFF1E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2" name="Splat 1222"/>
            <p:cNvSpPr>
              <a:spLocks noGrp="1"/>
            </p:cNvSpPr>
            <p:nvPr/>
          </p:nvSpPr>
          <p:spPr>
            <a:xfrm rot="7887866">
              <a:off x="855190" y="717996"/>
              <a:ext cx="491716" cy="43346"/>
            </a:xfrm>
            <a:prstGeom prst="ellipse">
              <a:avLst/>
            </a:prstGeom>
            <a:gradFill>
              <a:gsLst>
                <a:gs pos="0">
                  <a:srgbClr val="630000">
                    <a:alpha val="32331"/>
                  </a:srgbClr>
                </a:gs>
                <a:gs pos="14286">
                  <a:srgbClr val="630000">
                    <a:alpha val="30159"/>
                  </a:srgbClr>
                </a:gs>
                <a:gs pos="28571">
                  <a:srgbClr val="630000">
                    <a:alpha val="24324"/>
                  </a:srgbClr>
                </a:gs>
                <a:gs pos="42857">
                  <a:srgbClr val="630000">
                    <a:alpha val="16707"/>
                  </a:srgbClr>
                </a:gs>
                <a:gs pos="57143">
                  <a:srgbClr val="630000">
                    <a:alpha val="9633"/>
                  </a:srgbClr>
                </a:gs>
                <a:gs pos="71429">
                  <a:srgbClr val="630000">
                    <a:alpha val="4631"/>
                  </a:srgbClr>
                </a:gs>
                <a:gs pos="85714">
                  <a:srgbClr val="630000">
                    <a:alpha val="1858"/>
                  </a:srgbClr>
                </a:gs>
                <a:gs pos="100000">
                  <a:srgbClr val="630000">
                    <a:alpha val="6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3" name="Splat 1223"/>
            <p:cNvSpPr>
              <a:spLocks noGrp="1"/>
            </p:cNvSpPr>
            <p:nvPr/>
          </p:nvSpPr>
          <p:spPr>
            <a:xfrm rot="-10236135">
              <a:off x="558253" y="-101303"/>
              <a:ext cx="381737" cy="218996"/>
            </a:xfrm>
            <a:prstGeom prst="ellipse">
              <a:avLst/>
            </a:prstGeom>
            <a:gradFill>
              <a:gsLst>
                <a:gs pos="0">
                  <a:srgbClr val="5E0000">
                    <a:alpha val="18885"/>
                  </a:srgbClr>
                </a:gs>
                <a:gs pos="14286">
                  <a:srgbClr val="5E0000">
                    <a:alpha val="17500"/>
                  </a:srgbClr>
                </a:gs>
                <a:gs pos="28571">
                  <a:srgbClr val="5E0000">
                    <a:alpha val="13875"/>
                  </a:srgbClr>
                </a:gs>
                <a:gs pos="42857">
                  <a:srgbClr val="5E0000">
                    <a:alpha val="9333"/>
                  </a:srgbClr>
                </a:gs>
                <a:gs pos="57143">
                  <a:srgbClr val="5E0000">
                    <a:alpha val="5284"/>
                  </a:srgbClr>
                </a:gs>
                <a:gs pos="71429">
                  <a:srgbClr val="5E0000">
                    <a:alpha val="2509"/>
                  </a:srgbClr>
                </a:gs>
                <a:gs pos="85714">
                  <a:srgbClr val="5E0000">
                    <a:alpha val="1000"/>
                  </a:srgbClr>
                </a:gs>
                <a:gs pos="100000">
                  <a:srgbClr val="5E0000">
                    <a:alpha val="3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4" name="Splat 1224"/>
            <p:cNvSpPr>
              <a:spLocks noGrp="1"/>
            </p:cNvSpPr>
            <p:nvPr/>
          </p:nvSpPr>
          <p:spPr>
            <a:xfrm rot="-8477585">
              <a:off x="2932024" y="1429915"/>
              <a:ext cx="388004" cy="31192"/>
            </a:xfrm>
            <a:prstGeom prst="ellipse">
              <a:avLst/>
            </a:prstGeom>
            <a:gradFill>
              <a:gsLst>
                <a:gs pos="0">
                  <a:srgbClr val="3E0000">
                    <a:alpha val="32968"/>
                  </a:srgbClr>
                </a:gs>
                <a:gs pos="14286">
                  <a:srgbClr val="3E0000">
                    <a:alpha val="30764"/>
                  </a:srgbClr>
                </a:gs>
                <a:gs pos="28571">
                  <a:srgbClr val="3E0000">
                    <a:alpha val="24833"/>
                  </a:srgbClr>
                </a:gs>
                <a:gs pos="42857">
                  <a:srgbClr val="3E0000">
                    <a:alpha val="17075"/>
                  </a:srgbClr>
                </a:gs>
                <a:gs pos="57143">
                  <a:srgbClr val="3E0000">
                    <a:alpha val="9855"/>
                  </a:srgbClr>
                </a:gs>
                <a:gs pos="71429">
                  <a:srgbClr val="3E0000">
                    <a:alpha val="4740"/>
                  </a:srgbClr>
                </a:gs>
                <a:gs pos="85714">
                  <a:srgbClr val="3E0000">
                    <a:alpha val="1902"/>
                  </a:srgbClr>
                </a:gs>
                <a:gs pos="100000">
                  <a:srgbClr val="3E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5" name="Splat 1225"/>
            <p:cNvSpPr>
              <a:spLocks noGrp="1"/>
            </p:cNvSpPr>
            <p:nvPr/>
          </p:nvSpPr>
          <p:spPr>
            <a:xfrm rot="9519314">
              <a:off x="-8304" y="1426996"/>
              <a:ext cx="848119" cy="4747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6" name="Splat 1226"/>
            <p:cNvSpPr>
              <a:spLocks noGrp="1"/>
            </p:cNvSpPr>
            <p:nvPr/>
          </p:nvSpPr>
          <p:spPr>
            <a:xfrm rot="-10729095">
              <a:off x="2541952" y="480971"/>
              <a:ext cx="753066" cy="84357"/>
            </a:xfrm>
            <a:prstGeom prst="ellipse">
              <a:avLst/>
            </a:prstGeom>
            <a:gradFill>
              <a:gsLst>
                <a:gs pos="0">
                  <a:srgbClr val="007B9D">
                    <a:alpha val="32968"/>
                  </a:srgbClr>
                </a:gs>
                <a:gs pos="14286">
                  <a:srgbClr val="007B9D">
                    <a:alpha val="30764"/>
                  </a:srgbClr>
                </a:gs>
                <a:gs pos="28571">
                  <a:srgbClr val="007B9D">
                    <a:alpha val="24833"/>
                  </a:srgbClr>
                </a:gs>
                <a:gs pos="42857">
                  <a:srgbClr val="007B9D">
                    <a:alpha val="17075"/>
                  </a:srgbClr>
                </a:gs>
                <a:gs pos="57143">
                  <a:srgbClr val="007B9D">
                    <a:alpha val="9855"/>
                  </a:srgbClr>
                </a:gs>
                <a:gs pos="71429">
                  <a:srgbClr val="007B9D">
                    <a:alpha val="4740"/>
                  </a:srgbClr>
                </a:gs>
                <a:gs pos="85714">
                  <a:srgbClr val="007B9D">
                    <a:alpha val="1902"/>
                  </a:srgbClr>
                </a:gs>
                <a:gs pos="100000">
                  <a:srgbClr val="007B9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7" name="Splat 1227"/>
            <p:cNvSpPr>
              <a:spLocks noGrp="1"/>
            </p:cNvSpPr>
            <p:nvPr/>
          </p:nvSpPr>
          <p:spPr>
            <a:xfrm rot="-10695044">
              <a:off x="1689304" y="-15436"/>
              <a:ext cx="741673" cy="69264"/>
            </a:xfrm>
            <a:prstGeom prst="ellipse">
              <a:avLst/>
            </a:prstGeom>
            <a:gradFill>
              <a:gsLst>
                <a:gs pos="0">
                  <a:srgbClr val="6294C2">
                    <a:alpha val="32968"/>
                  </a:srgbClr>
                </a:gs>
                <a:gs pos="14286">
                  <a:srgbClr val="6294C2">
                    <a:alpha val="30764"/>
                  </a:srgbClr>
                </a:gs>
                <a:gs pos="28571">
                  <a:srgbClr val="6294C2">
                    <a:alpha val="24833"/>
                  </a:srgbClr>
                </a:gs>
                <a:gs pos="42857">
                  <a:srgbClr val="6294C2">
                    <a:alpha val="17075"/>
                  </a:srgbClr>
                </a:gs>
                <a:gs pos="57143">
                  <a:srgbClr val="6294C2">
                    <a:alpha val="9855"/>
                  </a:srgbClr>
                </a:gs>
                <a:gs pos="71429">
                  <a:srgbClr val="6294C2">
                    <a:alpha val="4740"/>
                  </a:srgbClr>
                </a:gs>
                <a:gs pos="85714">
                  <a:srgbClr val="6294C2">
                    <a:alpha val="1902"/>
                  </a:srgbClr>
                </a:gs>
                <a:gs pos="100000">
                  <a:srgbClr val="6294C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8" name="Splat 1228"/>
            <p:cNvSpPr>
              <a:spLocks noGrp="1"/>
            </p:cNvSpPr>
            <p:nvPr/>
          </p:nvSpPr>
          <p:spPr>
            <a:xfrm rot="10263205">
              <a:off x="3234597" y="2034370"/>
              <a:ext cx="673102" cy="106750"/>
            </a:xfrm>
            <a:prstGeom prst="ellipse">
              <a:avLst/>
            </a:prstGeom>
            <a:gradFill>
              <a:gsLst>
                <a:gs pos="0">
                  <a:srgbClr val="00050E">
                    <a:alpha val="32968"/>
                  </a:srgbClr>
                </a:gs>
                <a:gs pos="14286">
                  <a:srgbClr val="00050E">
                    <a:alpha val="30764"/>
                  </a:srgbClr>
                </a:gs>
                <a:gs pos="28571">
                  <a:srgbClr val="00050E">
                    <a:alpha val="24833"/>
                  </a:srgbClr>
                </a:gs>
                <a:gs pos="42857">
                  <a:srgbClr val="00050E">
                    <a:alpha val="17075"/>
                  </a:srgbClr>
                </a:gs>
                <a:gs pos="57143">
                  <a:srgbClr val="00050E">
                    <a:alpha val="9855"/>
                  </a:srgbClr>
                </a:gs>
                <a:gs pos="71429">
                  <a:srgbClr val="00050E">
                    <a:alpha val="4740"/>
                  </a:srgbClr>
                </a:gs>
                <a:gs pos="85714">
                  <a:srgbClr val="00050E">
                    <a:alpha val="1902"/>
                  </a:srgbClr>
                </a:gs>
                <a:gs pos="100000">
                  <a:srgbClr val="00050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9" name="Splat 1229"/>
            <p:cNvSpPr>
              <a:spLocks noGrp="1"/>
            </p:cNvSpPr>
            <p:nvPr/>
          </p:nvSpPr>
          <p:spPr>
            <a:xfrm rot="6673058">
              <a:off x="1968580" y="1631818"/>
              <a:ext cx="710641" cy="237879"/>
            </a:xfrm>
            <a:prstGeom prst="ellipse">
              <a:avLst/>
            </a:prstGeom>
            <a:gradFill>
              <a:gsLst>
                <a:gs pos="0">
                  <a:srgbClr val="2F0E00">
                    <a:alpha val="32968"/>
                  </a:srgbClr>
                </a:gs>
                <a:gs pos="14286">
                  <a:srgbClr val="2F0E00">
                    <a:alpha val="30764"/>
                  </a:srgbClr>
                </a:gs>
                <a:gs pos="28571">
                  <a:srgbClr val="2F0E00">
                    <a:alpha val="24833"/>
                  </a:srgbClr>
                </a:gs>
                <a:gs pos="42857">
                  <a:srgbClr val="2F0E00">
                    <a:alpha val="17075"/>
                  </a:srgbClr>
                </a:gs>
                <a:gs pos="57143">
                  <a:srgbClr val="2F0E00">
                    <a:alpha val="9855"/>
                  </a:srgbClr>
                </a:gs>
                <a:gs pos="71429">
                  <a:srgbClr val="2F0E00">
                    <a:alpha val="4740"/>
                  </a:srgbClr>
                </a:gs>
                <a:gs pos="85714">
                  <a:srgbClr val="2F0E00">
                    <a:alpha val="1902"/>
                  </a:srgbClr>
                </a:gs>
                <a:gs pos="100000">
                  <a:srgbClr val="2F0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0" name="Splat 1230"/>
            <p:cNvSpPr>
              <a:spLocks noGrp="1"/>
            </p:cNvSpPr>
            <p:nvPr/>
          </p:nvSpPr>
          <p:spPr>
            <a:xfrm rot="9014392">
              <a:off x="1235629" y="2120742"/>
              <a:ext cx="252792" cy="213432"/>
            </a:xfrm>
            <a:prstGeom prst="ellipse">
              <a:avLst/>
            </a:prstGeom>
            <a:gradFill>
              <a:gsLst>
                <a:gs pos="0">
                  <a:srgbClr val="000037">
                    <a:alpha val="32968"/>
                  </a:srgbClr>
                </a:gs>
                <a:gs pos="14286">
                  <a:srgbClr val="000037">
                    <a:alpha val="30764"/>
                  </a:srgbClr>
                </a:gs>
                <a:gs pos="28571">
                  <a:srgbClr val="000037">
                    <a:alpha val="24833"/>
                  </a:srgbClr>
                </a:gs>
                <a:gs pos="42857">
                  <a:srgbClr val="000037">
                    <a:alpha val="17075"/>
                  </a:srgbClr>
                </a:gs>
                <a:gs pos="57143">
                  <a:srgbClr val="000037">
                    <a:alpha val="9855"/>
                  </a:srgbClr>
                </a:gs>
                <a:gs pos="71429">
                  <a:srgbClr val="000037">
                    <a:alpha val="4740"/>
                  </a:srgbClr>
                </a:gs>
                <a:gs pos="85714">
                  <a:srgbClr val="000037">
                    <a:alpha val="1902"/>
                  </a:srgbClr>
                </a:gs>
                <a:gs pos="100000">
                  <a:srgbClr val="00003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1" name="Splat 1231"/>
            <p:cNvSpPr>
              <a:spLocks noGrp="1"/>
            </p:cNvSpPr>
            <p:nvPr/>
          </p:nvSpPr>
          <p:spPr>
            <a:xfrm rot="8937865">
              <a:off x="1053792" y="1111168"/>
              <a:ext cx="813781" cy="9346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2" name="Splat 1232"/>
            <p:cNvSpPr>
              <a:spLocks noGrp="1"/>
            </p:cNvSpPr>
            <p:nvPr/>
          </p:nvSpPr>
          <p:spPr>
            <a:xfrm rot="-9629598">
              <a:off x="2065554" y="2264161"/>
              <a:ext cx="552346" cy="158603"/>
            </a:xfrm>
            <a:prstGeom prst="ellipse">
              <a:avLst/>
            </a:prstGeom>
            <a:gradFill>
              <a:gsLst>
                <a:gs pos="0">
                  <a:srgbClr val="00004F">
                    <a:alpha val="32968"/>
                  </a:srgbClr>
                </a:gs>
                <a:gs pos="14286">
                  <a:srgbClr val="00004F">
                    <a:alpha val="30764"/>
                  </a:srgbClr>
                </a:gs>
                <a:gs pos="28571">
                  <a:srgbClr val="00004F">
                    <a:alpha val="24833"/>
                  </a:srgbClr>
                </a:gs>
                <a:gs pos="42857">
                  <a:srgbClr val="00004F">
                    <a:alpha val="17075"/>
                  </a:srgbClr>
                </a:gs>
                <a:gs pos="57143">
                  <a:srgbClr val="00004F">
                    <a:alpha val="9855"/>
                  </a:srgbClr>
                </a:gs>
                <a:gs pos="71429">
                  <a:srgbClr val="00004F">
                    <a:alpha val="4740"/>
                  </a:srgbClr>
                </a:gs>
                <a:gs pos="85714">
                  <a:srgbClr val="00004F">
                    <a:alpha val="1902"/>
                  </a:srgbClr>
                </a:gs>
                <a:gs pos="100000">
                  <a:srgbClr val="00004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3" name="Splat 1233"/>
            <p:cNvSpPr>
              <a:spLocks noGrp="1"/>
            </p:cNvSpPr>
            <p:nvPr/>
          </p:nvSpPr>
          <p:spPr>
            <a:xfrm rot="-9198522">
              <a:off x="2231125" y="1936777"/>
              <a:ext cx="545030" cy="109620"/>
            </a:xfrm>
            <a:prstGeom prst="ellipse">
              <a:avLst/>
            </a:prstGeom>
            <a:gradFill>
              <a:gsLst>
                <a:gs pos="0">
                  <a:srgbClr val="FFECBD">
                    <a:alpha val="32968"/>
                  </a:srgbClr>
                </a:gs>
                <a:gs pos="14286">
                  <a:srgbClr val="FFECBD">
                    <a:alpha val="30764"/>
                  </a:srgbClr>
                </a:gs>
                <a:gs pos="28571">
                  <a:srgbClr val="FFECBD">
                    <a:alpha val="24833"/>
                  </a:srgbClr>
                </a:gs>
                <a:gs pos="42857">
                  <a:srgbClr val="FFECBD">
                    <a:alpha val="17075"/>
                  </a:srgbClr>
                </a:gs>
                <a:gs pos="57143">
                  <a:srgbClr val="FFECBD">
                    <a:alpha val="9855"/>
                  </a:srgbClr>
                </a:gs>
                <a:gs pos="71429">
                  <a:srgbClr val="FFECBD">
                    <a:alpha val="4740"/>
                  </a:srgbClr>
                </a:gs>
                <a:gs pos="85714">
                  <a:srgbClr val="FFECBD">
                    <a:alpha val="1902"/>
                  </a:srgbClr>
                </a:gs>
                <a:gs pos="100000">
                  <a:srgbClr val="FFECB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4" name="Splat 1234"/>
            <p:cNvSpPr>
              <a:spLocks noGrp="1"/>
            </p:cNvSpPr>
            <p:nvPr/>
          </p:nvSpPr>
          <p:spPr>
            <a:xfrm rot="10471761">
              <a:off x="2337193" y="2245151"/>
              <a:ext cx="670620" cy="373629"/>
            </a:xfrm>
            <a:prstGeom prst="ellipse">
              <a:avLst/>
            </a:prstGeom>
            <a:gradFill>
              <a:gsLst>
                <a:gs pos="0">
                  <a:srgbClr val="E0C9BC">
                    <a:alpha val="32968"/>
                  </a:srgbClr>
                </a:gs>
                <a:gs pos="14286">
                  <a:srgbClr val="E0C9BC">
                    <a:alpha val="30764"/>
                  </a:srgbClr>
                </a:gs>
                <a:gs pos="28571">
                  <a:srgbClr val="E0C9BC">
                    <a:alpha val="24833"/>
                  </a:srgbClr>
                </a:gs>
                <a:gs pos="42857">
                  <a:srgbClr val="E0C9BC">
                    <a:alpha val="17075"/>
                  </a:srgbClr>
                </a:gs>
                <a:gs pos="57143">
                  <a:srgbClr val="E0C9BC">
                    <a:alpha val="9855"/>
                  </a:srgbClr>
                </a:gs>
                <a:gs pos="71429">
                  <a:srgbClr val="E0C9BC">
                    <a:alpha val="4740"/>
                  </a:srgbClr>
                </a:gs>
                <a:gs pos="85714">
                  <a:srgbClr val="E0C9BC">
                    <a:alpha val="1902"/>
                  </a:srgbClr>
                </a:gs>
                <a:gs pos="100000">
                  <a:srgbClr val="E0C9B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5" name="Splat 1235"/>
            <p:cNvSpPr>
              <a:spLocks noGrp="1"/>
            </p:cNvSpPr>
            <p:nvPr/>
          </p:nvSpPr>
          <p:spPr>
            <a:xfrm rot="8817099">
              <a:off x="1136781" y="1074430"/>
              <a:ext cx="554413" cy="16470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6" name="Splat 1236"/>
            <p:cNvSpPr>
              <a:spLocks noGrp="1"/>
            </p:cNvSpPr>
            <p:nvPr/>
          </p:nvSpPr>
          <p:spPr>
            <a:xfrm rot="-10086149">
              <a:off x="1253335" y="1544781"/>
              <a:ext cx="221772" cy="67648"/>
            </a:xfrm>
            <a:prstGeom prst="ellipse">
              <a:avLst/>
            </a:prstGeom>
            <a:gradFill>
              <a:gsLst>
                <a:gs pos="0">
                  <a:srgbClr val="FEFCFF">
                    <a:alpha val="32968"/>
                  </a:srgbClr>
                </a:gs>
                <a:gs pos="14286">
                  <a:srgbClr val="FEFCFF">
                    <a:alpha val="30764"/>
                  </a:srgbClr>
                </a:gs>
                <a:gs pos="28571">
                  <a:srgbClr val="FEFCFF">
                    <a:alpha val="24833"/>
                  </a:srgbClr>
                </a:gs>
                <a:gs pos="42857">
                  <a:srgbClr val="FEFCFF">
                    <a:alpha val="17075"/>
                  </a:srgbClr>
                </a:gs>
                <a:gs pos="57143">
                  <a:srgbClr val="FEFCFF">
                    <a:alpha val="9855"/>
                  </a:srgbClr>
                </a:gs>
                <a:gs pos="71429">
                  <a:srgbClr val="FEFCFF">
                    <a:alpha val="4740"/>
                  </a:srgbClr>
                </a:gs>
                <a:gs pos="85714">
                  <a:srgbClr val="FEFCFF">
                    <a:alpha val="1902"/>
                  </a:srgbClr>
                </a:gs>
                <a:gs pos="100000">
                  <a:srgbClr val="FEFC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7" name="Splat 1237"/>
            <p:cNvSpPr>
              <a:spLocks noGrp="1"/>
            </p:cNvSpPr>
            <p:nvPr/>
          </p:nvSpPr>
          <p:spPr>
            <a:xfrm rot="4295763">
              <a:off x="2635216" y="2216814"/>
              <a:ext cx="502250" cy="358492"/>
            </a:xfrm>
            <a:prstGeom prst="ellipse">
              <a:avLst/>
            </a:prstGeom>
            <a:gradFill>
              <a:gsLst>
                <a:gs pos="0">
                  <a:srgbClr val="CCBAB2">
                    <a:alpha val="32968"/>
                  </a:srgbClr>
                </a:gs>
                <a:gs pos="14286">
                  <a:srgbClr val="CCBAB2">
                    <a:alpha val="30764"/>
                  </a:srgbClr>
                </a:gs>
                <a:gs pos="28571">
                  <a:srgbClr val="CCBAB2">
                    <a:alpha val="24833"/>
                  </a:srgbClr>
                </a:gs>
                <a:gs pos="42857">
                  <a:srgbClr val="CCBAB2">
                    <a:alpha val="17075"/>
                  </a:srgbClr>
                </a:gs>
                <a:gs pos="57143">
                  <a:srgbClr val="CCBAB2">
                    <a:alpha val="9855"/>
                  </a:srgbClr>
                </a:gs>
                <a:gs pos="71429">
                  <a:srgbClr val="CCBAB2">
                    <a:alpha val="4740"/>
                  </a:srgbClr>
                </a:gs>
                <a:gs pos="85714">
                  <a:srgbClr val="CCBAB2">
                    <a:alpha val="1902"/>
                  </a:srgbClr>
                </a:gs>
                <a:gs pos="100000">
                  <a:srgbClr val="CCBAB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8" name="Splat 1238"/>
            <p:cNvSpPr>
              <a:spLocks noGrp="1"/>
            </p:cNvSpPr>
            <p:nvPr/>
          </p:nvSpPr>
          <p:spPr>
            <a:xfrm rot="-9254086">
              <a:off x="101893" y="1750528"/>
              <a:ext cx="570147" cy="182093"/>
            </a:xfrm>
            <a:prstGeom prst="ellipse">
              <a:avLst/>
            </a:prstGeom>
            <a:gradFill>
              <a:gsLst>
                <a:gs pos="0">
                  <a:srgbClr val="D3C1A6">
                    <a:alpha val="32968"/>
                  </a:srgbClr>
                </a:gs>
                <a:gs pos="14286">
                  <a:srgbClr val="D3C1A6">
                    <a:alpha val="30764"/>
                  </a:srgbClr>
                </a:gs>
                <a:gs pos="28571">
                  <a:srgbClr val="D3C1A6">
                    <a:alpha val="24833"/>
                  </a:srgbClr>
                </a:gs>
                <a:gs pos="42857">
                  <a:srgbClr val="D3C1A6">
                    <a:alpha val="17075"/>
                  </a:srgbClr>
                </a:gs>
                <a:gs pos="57143">
                  <a:srgbClr val="D3C1A6">
                    <a:alpha val="9855"/>
                  </a:srgbClr>
                </a:gs>
                <a:gs pos="71429">
                  <a:srgbClr val="D3C1A6">
                    <a:alpha val="4740"/>
                  </a:srgbClr>
                </a:gs>
                <a:gs pos="85714">
                  <a:srgbClr val="D3C1A6">
                    <a:alpha val="1902"/>
                  </a:srgbClr>
                </a:gs>
                <a:gs pos="100000">
                  <a:srgbClr val="D3C1A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9" name="Splat 1239"/>
            <p:cNvSpPr>
              <a:spLocks noGrp="1"/>
            </p:cNvSpPr>
            <p:nvPr/>
          </p:nvSpPr>
          <p:spPr>
            <a:xfrm rot="6257391">
              <a:off x="2381468" y="87864"/>
              <a:ext cx="239552" cy="35383"/>
            </a:xfrm>
            <a:prstGeom prst="ellipse">
              <a:avLst/>
            </a:prstGeom>
            <a:gradFill>
              <a:gsLst>
                <a:gs pos="0">
                  <a:srgbClr val="FFD3BA">
                    <a:alpha val="29943"/>
                  </a:srgbClr>
                </a:gs>
                <a:gs pos="14286">
                  <a:srgbClr val="FFD3BA">
                    <a:alpha val="27897"/>
                  </a:srgbClr>
                </a:gs>
                <a:gs pos="28571">
                  <a:srgbClr val="FFD3BA">
                    <a:alpha val="22428"/>
                  </a:srgbClr>
                </a:gs>
                <a:gs pos="42857">
                  <a:srgbClr val="FFD3BA">
                    <a:alpha val="15344"/>
                  </a:srgbClr>
                </a:gs>
                <a:gs pos="57143">
                  <a:srgbClr val="FFD3BA">
                    <a:alpha val="8817"/>
                  </a:srgbClr>
                </a:gs>
                <a:gs pos="71429">
                  <a:srgbClr val="FFD3BA">
                    <a:alpha val="4229"/>
                  </a:srgbClr>
                </a:gs>
                <a:gs pos="85714">
                  <a:srgbClr val="FFD3BA">
                    <a:alpha val="1694"/>
                  </a:srgbClr>
                </a:gs>
                <a:gs pos="100000">
                  <a:srgbClr val="FFD3BA">
                    <a:alpha val="5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0" name="Splat 1240"/>
            <p:cNvSpPr>
              <a:spLocks noGrp="1"/>
            </p:cNvSpPr>
            <p:nvPr/>
          </p:nvSpPr>
          <p:spPr>
            <a:xfrm rot="-10229247">
              <a:off x="669571" y="2004130"/>
              <a:ext cx="729016" cy="180564"/>
            </a:xfrm>
            <a:prstGeom prst="ellipse">
              <a:avLst/>
            </a:prstGeom>
            <a:gradFill>
              <a:gsLst>
                <a:gs pos="0">
                  <a:srgbClr val="DBD4CE">
                    <a:alpha val="32968"/>
                  </a:srgbClr>
                </a:gs>
                <a:gs pos="14286">
                  <a:srgbClr val="DBD4CE">
                    <a:alpha val="30764"/>
                  </a:srgbClr>
                </a:gs>
                <a:gs pos="28571">
                  <a:srgbClr val="DBD4CE">
                    <a:alpha val="24833"/>
                  </a:srgbClr>
                </a:gs>
                <a:gs pos="42857">
                  <a:srgbClr val="DBD4CE">
                    <a:alpha val="17075"/>
                  </a:srgbClr>
                </a:gs>
                <a:gs pos="57143">
                  <a:srgbClr val="DBD4CE">
                    <a:alpha val="9855"/>
                  </a:srgbClr>
                </a:gs>
                <a:gs pos="71429">
                  <a:srgbClr val="DBD4CE">
                    <a:alpha val="4740"/>
                  </a:srgbClr>
                </a:gs>
                <a:gs pos="85714">
                  <a:srgbClr val="DBD4CE">
                    <a:alpha val="1902"/>
                  </a:srgbClr>
                </a:gs>
                <a:gs pos="100000">
                  <a:srgbClr val="DBD4C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1" name="Splat 1241"/>
            <p:cNvSpPr>
              <a:spLocks noGrp="1"/>
            </p:cNvSpPr>
            <p:nvPr/>
          </p:nvSpPr>
          <p:spPr>
            <a:xfrm rot="6636469">
              <a:off x="545591" y="2253128"/>
              <a:ext cx="425384" cy="206848"/>
            </a:xfrm>
            <a:prstGeom prst="ellipse">
              <a:avLst/>
            </a:prstGeom>
            <a:gradFill>
              <a:gsLst>
                <a:gs pos="0">
                  <a:srgbClr val="D1C9C6">
                    <a:alpha val="32968"/>
                  </a:srgbClr>
                </a:gs>
                <a:gs pos="14286">
                  <a:srgbClr val="D1C9C6">
                    <a:alpha val="30764"/>
                  </a:srgbClr>
                </a:gs>
                <a:gs pos="28571">
                  <a:srgbClr val="D1C9C6">
                    <a:alpha val="24833"/>
                  </a:srgbClr>
                </a:gs>
                <a:gs pos="42857">
                  <a:srgbClr val="D1C9C6">
                    <a:alpha val="17075"/>
                  </a:srgbClr>
                </a:gs>
                <a:gs pos="57143">
                  <a:srgbClr val="D1C9C6">
                    <a:alpha val="9855"/>
                  </a:srgbClr>
                </a:gs>
                <a:gs pos="71429">
                  <a:srgbClr val="D1C9C6">
                    <a:alpha val="4740"/>
                  </a:srgbClr>
                </a:gs>
                <a:gs pos="85714">
                  <a:srgbClr val="D1C9C6">
                    <a:alpha val="1902"/>
                  </a:srgbClr>
                </a:gs>
                <a:gs pos="100000">
                  <a:srgbClr val="D1C9C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2" name="Splat 1242"/>
            <p:cNvSpPr>
              <a:spLocks noGrp="1"/>
            </p:cNvSpPr>
            <p:nvPr/>
          </p:nvSpPr>
          <p:spPr>
            <a:xfrm rot="6982806">
              <a:off x="160407" y="2370811"/>
              <a:ext cx="225816" cy="58231"/>
            </a:xfrm>
            <a:prstGeom prst="ellipse">
              <a:avLst/>
            </a:prstGeom>
            <a:gradFill>
              <a:gsLst>
                <a:gs pos="0">
                  <a:srgbClr val="B7B1AE">
                    <a:alpha val="18756"/>
                  </a:srgbClr>
                </a:gs>
                <a:gs pos="14286">
                  <a:srgbClr val="B7B1AE">
                    <a:alpha val="17379"/>
                  </a:srgbClr>
                </a:gs>
                <a:gs pos="28571">
                  <a:srgbClr val="B7B1AE">
                    <a:alpha val="13777"/>
                  </a:srgbClr>
                </a:gs>
                <a:gs pos="42857">
                  <a:srgbClr val="B7B1AE">
                    <a:alpha val="9265"/>
                  </a:srgbClr>
                </a:gs>
                <a:gs pos="57143">
                  <a:srgbClr val="B7B1AE">
                    <a:alpha val="5245"/>
                  </a:srgbClr>
                </a:gs>
                <a:gs pos="71429">
                  <a:srgbClr val="B7B1AE">
                    <a:alpha val="2490"/>
                  </a:srgbClr>
                </a:gs>
                <a:gs pos="85714">
                  <a:srgbClr val="B7B1AE">
                    <a:alpha val="992"/>
                  </a:srgbClr>
                </a:gs>
                <a:gs pos="100000">
                  <a:srgbClr val="B7B1AE">
                    <a:alpha val="3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3" name="Splat 1243"/>
            <p:cNvSpPr>
              <a:spLocks noGrp="1"/>
            </p:cNvSpPr>
            <p:nvPr/>
          </p:nvSpPr>
          <p:spPr>
            <a:xfrm rot="-10284041">
              <a:off x="1832388" y="2049701"/>
              <a:ext cx="790384" cy="44284"/>
            </a:xfrm>
            <a:prstGeom prst="ellipse">
              <a:avLst/>
            </a:prstGeom>
            <a:gradFill>
              <a:gsLst>
                <a:gs pos="0">
                  <a:srgbClr val="490E00">
                    <a:alpha val="32968"/>
                  </a:srgbClr>
                </a:gs>
                <a:gs pos="14286">
                  <a:srgbClr val="490E00">
                    <a:alpha val="30764"/>
                  </a:srgbClr>
                </a:gs>
                <a:gs pos="28571">
                  <a:srgbClr val="490E00">
                    <a:alpha val="24833"/>
                  </a:srgbClr>
                </a:gs>
                <a:gs pos="42857">
                  <a:srgbClr val="490E00">
                    <a:alpha val="17075"/>
                  </a:srgbClr>
                </a:gs>
                <a:gs pos="57143">
                  <a:srgbClr val="490E00">
                    <a:alpha val="9855"/>
                  </a:srgbClr>
                </a:gs>
                <a:gs pos="71429">
                  <a:srgbClr val="490E00">
                    <a:alpha val="4740"/>
                  </a:srgbClr>
                </a:gs>
                <a:gs pos="85714">
                  <a:srgbClr val="490E00">
                    <a:alpha val="1902"/>
                  </a:srgbClr>
                </a:gs>
                <a:gs pos="100000">
                  <a:srgbClr val="490E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4" name="Splat 1244"/>
            <p:cNvSpPr>
              <a:spLocks noGrp="1"/>
            </p:cNvSpPr>
            <p:nvPr/>
          </p:nvSpPr>
          <p:spPr>
            <a:xfrm rot="-9794105">
              <a:off x="1019798" y="2309909"/>
              <a:ext cx="376361" cy="165727"/>
            </a:xfrm>
            <a:prstGeom prst="ellipse">
              <a:avLst/>
            </a:prstGeom>
            <a:gradFill>
              <a:gsLst>
                <a:gs pos="0">
                  <a:srgbClr val="00003B">
                    <a:alpha val="32968"/>
                  </a:srgbClr>
                </a:gs>
                <a:gs pos="14286">
                  <a:srgbClr val="00003B">
                    <a:alpha val="30764"/>
                  </a:srgbClr>
                </a:gs>
                <a:gs pos="28571">
                  <a:srgbClr val="00003B">
                    <a:alpha val="24833"/>
                  </a:srgbClr>
                </a:gs>
                <a:gs pos="42857">
                  <a:srgbClr val="00003B">
                    <a:alpha val="17075"/>
                  </a:srgbClr>
                </a:gs>
                <a:gs pos="57143">
                  <a:srgbClr val="00003B">
                    <a:alpha val="9855"/>
                  </a:srgbClr>
                </a:gs>
                <a:gs pos="71429">
                  <a:srgbClr val="00003B">
                    <a:alpha val="4740"/>
                  </a:srgbClr>
                </a:gs>
                <a:gs pos="85714">
                  <a:srgbClr val="00003B">
                    <a:alpha val="1902"/>
                  </a:srgbClr>
                </a:gs>
                <a:gs pos="100000">
                  <a:srgbClr val="00003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5" name="Splat 1245"/>
            <p:cNvSpPr>
              <a:spLocks noGrp="1"/>
            </p:cNvSpPr>
            <p:nvPr/>
          </p:nvSpPr>
          <p:spPr>
            <a:xfrm rot="-9357854">
              <a:off x="-9973" y="1399519"/>
              <a:ext cx="575285" cy="178175"/>
            </a:xfrm>
            <a:prstGeom prst="ellipse">
              <a:avLst/>
            </a:prstGeom>
            <a:gradFill>
              <a:gsLst>
                <a:gs pos="0">
                  <a:srgbClr val="290000">
                    <a:alpha val="25338"/>
                  </a:srgbClr>
                </a:gs>
                <a:gs pos="14286">
                  <a:srgbClr val="290000">
                    <a:alpha val="23552"/>
                  </a:srgbClr>
                </a:gs>
                <a:gs pos="28571">
                  <a:srgbClr val="290000">
                    <a:alpha val="18822"/>
                  </a:srgbClr>
                </a:gs>
                <a:gs pos="42857">
                  <a:srgbClr val="290000">
                    <a:alpha val="12783"/>
                  </a:srgbClr>
                </a:gs>
                <a:gs pos="57143">
                  <a:srgbClr val="290000">
                    <a:alpha val="7299"/>
                  </a:srgbClr>
                </a:gs>
                <a:gs pos="71429">
                  <a:srgbClr val="290000">
                    <a:alpha val="3485"/>
                  </a:srgbClr>
                </a:gs>
                <a:gs pos="85714">
                  <a:srgbClr val="290000">
                    <a:alpha val="1393"/>
                  </a:srgbClr>
                </a:gs>
                <a:gs pos="100000">
                  <a:srgbClr val="290000">
                    <a:alpha val="4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6" name="Splat 1246"/>
            <p:cNvSpPr>
              <a:spLocks noGrp="1"/>
            </p:cNvSpPr>
            <p:nvPr/>
          </p:nvSpPr>
          <p:spPr>
            <a:xfrm rot="-8762463">
              <a:off x="3209797" y="1498882"/>
              <a:ext cx="675178" cy="241366"/>
            </a:xfrm>
            <a:prstGeom prst="ellipse">
              <a:avLst/>
            </a:prstGeom>
            <a:gradFill>
              <a:gsLst>
                <a:gs pos="0">
                  <a:srgbClr val="003846">
                    <a:alpha val="32968"/>
                  </a:srgbClr>
                </a:gs>
                <a:gs pos="14286">
                  <a:srgbClr val="003846">
                    <a:alpha val="30764"/>
                  </a:srgbClr>
                </a:gs>
                <a:gs pos="28571">
                  <a:srgbClr val="003846">
                    <a:alpha val="24833"/>
                  </a:srgbClr>
                </a:gs>
                <a:gs pos="42857">
                  <a:srgbClr val="003846">
                    <a:alpha val="17075"/>
                  </a:srgbClr>
                </a:gs>
                <a:gs pos="57143">
                  <a:srgbClr val="003846">
                    <a:alpha val="9855"/>
                  </a:srgbClr>
                </a:gs>
                <a:gs pos="71429">
                  <a:srgbClr val="003846">
                    <a:alpha val="4740"/>
                  </a:srgbClr>
                </a:gs>
                <a:gs pos="85714">
                  <a:srgbClr val="003846">
                    <a:alpha val="1902"/>
                  </a:srgbClr>
                </a:gs>
                <a:gs pos="100000">
                  <a:srgbClr val="00384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7" name="Splat 1247"/>
            <p:cNvSpPr>
              <a:spLocks noGrp="1"/>
            </p:cNvSpPr>
            <p:nvPr/>
          </p:nvSpPr>
          <p:spPr>
            <a:xfrm rot="-9091082">
              <a:off x="2812313" y="2252645"/>
              <a:ext cx="438721" cy="285850"/>
            </a:xfrm>
            <a:prstGeom prst="ellipse">
              <a:avLst/>
            </a:prstGeom>
            <a:gradFill>
              <a:gsLst>
                <a:gs pos="0">
                  <a:srgbClr val="FFE7DC">
                    <a:alpha val="32968"/>
                  </a:srgbClr>
                </a:gs>
                <a:gs pos="14286">
                  <a:srgbClr val="FFE7DC">
                    <a:alpha val="30764"/>
                  </a:srgbClr>
                </a:gs>
                <a:gs pos="28571">
                  <a:srgbClr val="FFE7DC">
                    <a:alpha val="24833"/>
                  </a:srgbClr>
                </a:gs>
                <a:gs pos="42857">
                  <a:srgbClr val="FFE7DC">
                    <a:alpha val="17075"/>
                  </a:srgbClr>
                </a:gs>
                <a:gs pos="57143">
                  <a:srgbClr val="FFE7DC">
                    <a:alpha val="9855"/>
                  </a:srgbClr>
                </a:gs>
                <a:gs pos="71429">
                  <a:srgbClr val="FFE7DC">
                    <a:alpha val="4740"/>
                  </a:srgbClr>
                </a:gs>
                <a:gs pos="85714">
                  <a:srgbClr val="FFE7DC">
                    <a:alpha val="1902"/>
                  </a:srgbClr>
                </a:gs>
                <a:gs pos="100000">
                  <a:srgbClr val="FFE7D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8" name="Splat 1248"/>
            <p:cNvSpPr>
              <a:spLocks noGrp="1"/>
            </p:cNvSpPr>
            <p:nvPr/>
          </p:nvSpPr>
          <p:spPr>
            <a:xfrm rot="-10552952">
              <a:off x="382830" y="2307153"/>
              <a:ext cx="548157" cy="136966"/>
            </a:xfrm>
            <a:prstGeom prst="ellipse">
              <a:avLst/>
            </a:prstGeom>
            <a:gradFill>
              <a:gsLst>
                <a:gs pos="0">
                  <a:srgbClr val="A6A5A9">
                    <a:alpha val="32968"/>
                  </a:srgbClr>
                </a:gs>
                <a:gs pos="14286">
                  <a:srgbClr val="A6A5A9">
                    <a:alpha val="30764"/>
                  </a:srgbClr>
                </a:gs>
                <a:gs pos="28571">
                  <a:srgbClr val="A6A5A9">
                    <a:alpha val="24833"/>
                  </a:srgbClr>
                </a:gs>
                <a:gs pos="42857">
                  <a:srgbClr val="A6A5A9">
                    <a:alpha val="17075"/>
                  </a:srgbClr>
                </a:gs>
                <a:gs pos="57143">
                  <a:srgbClr val="A6A5A9">
                    <a:alpha val="9855"/>
                  </a:srgbClr>
                </a:gs>
                <a:gs pos="71429">
                  <a:srgbClr val="A6A5A9">
                    <a:alpha val="4740"/>
                  </a:srgbClr>
                </a:gs>
                <a:gs pos="85714">
                  <a:srgbClr val="A6A5A9">
                    <a:alpha val="1902"/>
                  </a:srgbClr>
                </a:gs>
                <a:gs pos="100000">
                  <a:srgbClr val="A6A5A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9" name="Splat 1249"/>
            <p:cNvSpPr>
              <a:spLocks noGrp="1"/>
            </p:cNvSpPr>
            <p:nvPr/>
          </p:nvSpPr>
          <p:spPr>
            <a:xfrm rot="-10627131">
              <a:off x="-79881" y="2172702"/>
              <a:ext cx="396426" cy="221638"/>
            </a:xfrm>
            <a:prstGeom prst="ellipse">
              <a:avLst/>
            </a:prstGeom>
            <a:gradFill>
              <a:gsLst>
                <a:gs pos="0">
                  <a:srgbClr val="FFF9FF">
                    <a:alpha val="32968"/>
                  </a:srgbClr>
                </a:gs>
                <a:gs pos="14286">
                  <a:srgbClr val="FFF9FF">
                    <a:alpha val="30764"/>
                  </a:srgbClr>
                </a:gs>
                <a:gs pos="28571">
                  <a:srgbClr val="FFF9FF">
                    <a:alpha val="24833"/>
                  </a:srgbClr>
                </a:gs>
                <a:gs pos="42857">
                  <a:srgbClr val="FFF9FF">
                    <a:alpha val="17075"/>
                  </a:srgbClr>
                </a:gs>
                <a:gs pos="57143">
                  <a:srgbClr val="FFF9FF">
                    <a:alpha val="9855"/>
                  </a:srgbClr>
                </a:gs>
                <a:gs pos="71429">
                  <a:srgbClr val="FFF9FF">
                    <a:alpha val="4740"/>
                  </a:srgbClr>
                </a:gs>
                <a:gs pos="85714">
                  <a:srgbClr val="FFF9FF">
                    <a:alpha val="1902"/>
                  </a:srgbClr>
                </a:gs>
                <a:gs pos="100000">
                  <a:srgbClr val="FFF9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0" name="Splat 1250"/>
            <p:cNvSpPr>
              <a:spLocks noGrp="1"/>
            </p:cNvSpPr>
            <p:nvPr/>
          </p:nvSpPr>
          <p:spPr>
            <a:xfrm rot="-9981238">
              <a:off x="725790" y="2256252"/>
              <a:ext cx="507900" cy="115291"/>
            </a:xfrm>
            <a:prstGeom prst="ellipse">
              <a:avLst/>
            </a:prstGeom>
            <a:gradFill>
              <a:gsLst>
                <a:gs pos="0">
                  <a:srgbClr val="563D36">
                    <a:alpha val="24284"/>
                  </a:srgbClr>
                </a:gs>
                <a:gs pos="14286">
                  <a:srgbClr val="563D36">
                    <a:alpha val="22561"/>
                  </a:srgbClr>
                </a:gs>
                <a:gs pos="28571">
                  <a:srgbClr val="563D36">
                    <a:alpha val="18006"/>
                  </a:srgbClr>
                </a:gs>
                <a:gs pos="42857">
                  <a:srgbClr val="563D36">
                    <a:alpha val="12209"/>
                  </a:srgbClr>
                </a:gs>
                <a:gs pos="57143">
                  <a:srgbClr val="563D36">
                    <a:alpha val="6961"/>
                  </a:srgbClr>
                </a:gs>
                <a:gs pos="71429">
                  <a:srgbClr val="563D36">
                    <a:alpha val="3321"/>
                  </a:srgbClr>
                </a:gs>
                <a:gs pos="85714">
                  <a:srgbClr val="563D36">
                    <a:alpha val="1327"/>
                  </a:srgbClr>
                </a:gs>
                <a:gs pos="100000">
                  <a:srgbClr val="563D36">
                    <a:alpha val="4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1" name="Splat 1251"/>
            <p:cNvSpPr>
              <a:spLocks noGrp="1"/>
            </p:cNvSpPr>
            <p:nvPr/>
          </p:nvSpPr>
          <p:spPr>
            <a:xfrm rot="-10413633">
              <a:off x="2829540" y="2266056"/>
              <a:ext cx="565444" cy="270570"/>
            </a:xfrm>
            <a:prstGeom prst="ellipse">
              <a:avLst/>
            </a:prstGeom>
            <a:gradFill>
              <a:gsLst>
                <a:gs pos="0">
                  <a:srgbClr val="014757">
                    <a:alpha val="29861"/>
                  </a:srgbClr>
                </a:gs>
                <a:gs pos="14286">
                  <a:srgbClr val="014757">
                    <a:alpha val="27819"/>
                  </a:srgbClr>
                </a:gs>
                <a:gs pos="28571">
                  <a:srgbClr val="014757">
                    <a:alpha val="22362"/>
                  </a:srgbClr>
                </a:gs>
                <a:gs pos="42857">
                  <a:srgbClr val="014757">
                    <a:alpha val="15298"/>
                  </a:srgbClr>
                </a:gs>
                <a:gs pos="57143">
                  <a:srgbClr val="014757">
                    <a:alpha val="8789"/>
                  </a:srgbClr>
                </a:gs>
                <a:gs pos="71429">
                  <a:srgbClr val="014757">
                    <a:alpha val="4215"/>
                  </a:srgbClr>
                </a:gs>
                <a:gs pos="85714">
                  <a:srgbClr val="014757">
                    <a:alpha val="1688"/>
                  </a:srgbClr>
                </a:gs>
                <a:gs pos="100000">
                  <a:srgbClr val="014757">
                    <a:alpha val="5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2" name="Splat 1252"/>
            <p:cNvSpPr>
              <a:spLocks noGrp="1"/>
            </p:cNvSpPr>
            <p:nvPr/>
          </p:nvSpPr>
          <p:spPr>
            <a:xfrm rot="5256961">
              <a:off x="3291401" y="1681411"/>
              <a:ext cx="713347" cy="173620"/>
            </a:xfrm>
            <a:prstGeom prst="ellipse">
              <a:avLst/>
            </a:prstGeom>
            <a:gradFill>
              <a:gsLst>
                <a:gs pos="0">
                  <a:srgbClr val="502E00">
                    <a:alpha val="28990"/>
                  </a:srgbClr>
                </a:gs>
                <a:gs pos="14286">
                  <a:srgbClr val="502E00">
                    <a:alpha val="26996"/>
                  </a:srgbClr>
                </a:gs>
                <a:gs pos="28571">
                  <a:srgbClr val="502E00">
                    <a:alpha val="21676"/>
                  </a:srgbClr>
                </a:gs>
                <a:gs pos="42857">
                  <a:srgbClr val="502E00">
                    <a:alpha val="14807"/>
                  </a:srgbClr>
                </a:gs>
                <a:gs pos="57143">
                  <a:srgbClr val="502E00">
                    <a:alpha val="8497"/>
                  </a:srgbClr>
                </a:gs>
                <a:gs pos="71429">
                  <a:srgbClr val="502E00">
                    <a:alpha val="4071"/>
                  </a:srgbClr>
                </a:gs>
                <a:gs pos="85714">
                  <a:srgbClr val="502E00">
                    <a:alpha val="1630"/>
                  </a:srgbClr>
                </a:gs>
                <a:gs pos="100000">
                  <a:srgbClr val="502E00">
                    <a:alpha val="5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3" name="Splat 1253"/>
            <p:cNvSpPr>
              <a:spLocks noGrp="1"/>
            </p:cNvSpPr>
            <p:nvPr/>
          </p:nvSpPr>
          <p:spPr>
            <a:xfrm rot="10464289">
              <a:off x="397123" y="2211469"/>
              <a:ext cx="318540" cy="88696"/>
            </a:xfrm>
            <a:prstGeom prst="ellipse">
              <a:avLst/>
            </a:prstGeom>
            <a:gradFill>
              <a:gsLst>
                <a:gs pos="0">
                  <a:srgbClr val="190000">
                    <a:alpha val="32968"/>
                  </a:srgbClr>
                </a:gs>
                <a:gs pos="14286">
                  <a:srgbClr val="190000">
                    <a:alpha val="30764"/>
                  </a:srgbClr>
                </a:gs>
                <a:gs pos="28571">
                  <a:srgbClr val="190000">
                    <a:alpha val="24833"/>
                  </a:srgbClr>
                </a:gs>
                <a:gs pos="42857">
                  <a:srgbClr val="190000">
                    <a:alpha val="17075"/>
                  </a:srgbClr>
                </a:gs>
                <a:gs pos="57143">
                  <a:srgbClr val="190000">
                    <a:alpha val="9855"/>
                  </a:srgbClr>
                </a:gs>
                <a:gs pos="71429">
                  <a:srgbClr val="190000">
                    <a:alpha val="4740"/>
                  </a:srgbClr>
                </a:gs>
                <a:gs pos="85714">
                  <a:srgbClr val="190000">
                    <a:alpha val="1902"/>
                  </a:srgbClr>
                </a:gs>
                <a:gs pos="100000">
                  <a:srgbClr val="19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4" name="Splat 1254"/>
            <p:cNvSpPr>
              <a:spLocks noGrp="1"/>
            </p:cNvSpPr>
            <p:nvPr/>
          </p:nvSpPr>
          <p:spPr>
            <a:xfrm rot="-10460410">
              <a:off x="704178" y="2389290"/>
              <a:ext cx="367561" cy="80242"/>
            </a:xfrm>
            <a:prstGeom prst="ellipse">
              <a:avLst/>
            </a:prstGeom>
            <a:gradFill>
              <a:gsLst>
                <a:gs pos="0">
                  <a:srgbClr val="E7DDD9">
                    <a:alpha val="9988"/>
                  </a:srgbClr>
                </a:gs>
                <a:gs pos="14286">
                  <a:srgbClr val="E7DDD9">
                    <a:alpha val="9219"/>
                  </a:srgbClr>
                </a:gs>
                <a:gs pos="28571">
                  <a:srgbClr val="E7DDD9">
                    <a:alpha val="7235"/>
                  </a:srgbClr>
                </a:gs>
                <a:gs pos="42857">
                  <a:srgbClr val="E7DDD9">
                    <a:alpha val="4807"/>
                  </a:srgbClr>
                </a:gs>
                <a:gs pos="57143">
                  <a:srgbClr val="E7DDD9">
                    <a:alpha val="2693"/>
                  </a:srgbClr>
                </a:gs>
                <a:gs pos="71429">
                  <a:srgbClr val="E7DDD9">
                    <a:alpha val="1270"/>
                  </a:srgbClr>
                </a:gs>
                <a:gs pos="85714">
                  <a:srgbClr val="E7DDD9">
                    <a:alpha val="504"/>
                  </a:srgbClr>
                </a:gs>
                <a:gs pos="100000">
                  <a:srgbClr val="E7DDD9">
                    <a:alpha val="1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5" name="Splat 1255"/>
            <p:cNvSpPr>
              <a:spLocks noGrp="1"/>
            </p:cNvSpPr>
            <p:nvPr/>
          </p:nvSpPr>
          <p:spPr>
            <a:xfrm rot="10509003">
              <a:off x="2837091" y="2234546"/>
              <a:ext cx="789214" cy="357909"/>
            </a:xfrm>
            <a:prstGeom prst="ellipse">
              <a:avLst/>
            </a:prstGeom>
            <a:gradFill>
              <a:gsLst>
                <a:gs pos="0">
                  <a:srgbClr val="E3C2B4">
                    <a:alpha val="18964"/>
                  </a:srgbClr>
                </a:gs>
                <a:gs pos="14286">
                  <a:srgbClr val="E3C2B4">
                    <a:alpha val="17574"/>
                  </a:srgbClr>
                </a:gs>
                <a:gs pos="28571">
                  <a:srgbClr val="E3C2B4">
                    <a:alpha val="13935"/>
                  </a:srgbClr>
                </a:gs>
                <a:gs pos="42857">
                  <a:srgbClr val="E3C2B4">
                    <a:alpha val="9374"/>
                  </a:srgbClr>
                </a:gs>
                <a:gs pos="57143">
                  <a:srgbClr val="E3C2B4">
                    <a:alpha val="5308"/>
                  </a:srgbClr>
                </a:gs>
                <a:gs pos="71429">
                  <a:srgbClr val="E3C2B4">
                    <a:alpha val="2521"/>
                  </a:srgbClr>
                </a:gs>
                <a:gs pos="85714">
                  <a:srgbClr val="E3C2B4">
                    <a:alpha val="1004"/>
                  </a:srgbClr>
                </a:gs>
                <a:gs pos="100000">
                  <a:srgbClr val="E3C2B4">
                    <a:alpha val="3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6" name="Splat 1256"/>
            <p:cNvSpPr>
              <a:spLocks noGrp="1"/>
            </p:cNvSpPr>
            <p:nvPr/>
          </p:nvSpPr>
          <p:spPr>
            <a:xfrm rot="3700485">
              <a:off x="-173843" y="1477481"/>
              <a:ext cx="450603" cy="267359"/>
            </a:xfrm>
            <a:prstGeom prst="ellipse">
              <a:avLst/>
            </a:prstGeom>
            <a:gradFill>
              <a:gsLst>
                <a:gs pos="0">
                  <a:srgbClr val="2A0A00">
                    <a:alpha val="31040"/>
                  </a:srgbClr>
                </a:gs>
                <a:gs pos="14286">
                  <a:srgbClr val="2A0A00">
                    <a:alpha val="28936"/>
                  </a:srgbClr>
                </a:gs>
                <a:gs pos="28571">
                  <a:srgbClr val="2A0A00">
                    <a:alpha val="23297"/>
                  </a:srgbClr>
                </a:gs>
                <a:gs pos="42857">
                  <a:srgbClr val="2A0A00">
                    <a:alpha val="15968"/>
                  </a:srgbClr>
                </a:gs>
                <a:gs pos="57143">
                  <a:srgbClr val="2A0A00">
                    <a:alpha val="9190"/>
                  </a:srgbClr>
                </a:gs>
                <a:gs pos="71429">
                  <a:srgbClr val="2A0A00">
                    <a:alpha val="4412"/>
                  </a:srgbClr>
                </a:gs>
                <a:gs pos="85714">
                  <a:srgbClr val="2A0A00">
                    <a:alpha val="1768"/>
                  </a:srgbClr>
                </a:gs>
                <a:gs pos="100000">
                  <a:srgbClr val="2A0A00">
                    <a:alpha val="5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7" name="Splat 1257"/>
            <p:cNvSpPr>
              <a:spLocks noGrp="1"/>
            </p:cNvSpPr>
            <p:nvPr/>
          </p:nvSpPr>
          <p:spPr>
            <a:xfrm rot="8582559">
              <a:off x="-159150" y="2157486"/>
              <a:ext cx="403941" cy="61931"/>
            </a:xfrm>
            <a:prstGeom prst="ellipse">
              <a:avLst/>
            </a:prstGeom>
            <a:gradFill>
              <a:gsLst>
                <a:gs pos="0">
                  <a:srgbClr val="71615C">
                    <a:alpha val="32968"/>
                  </a:srgbClr>
                </a:gs>
                <a:gs pos="14286">
                  <a:srgbClr val="71615C">
                    <a:alpha val="30764"/>
                  </a:srgbClr>
                </a:gs>
                <a:gs pos="28571">
                  <a:srgbClr val="71615C">
                    <a:alpha val="24833"/>
                  </a:srgbClr>
                </a:gs>
                <a:gs pos="42857">
                  <a:srgbClr val="71615C">
                    <a:alpha val="17075"/>
                  </a:srgbClr>
                </a:gs>
                <a:gs pos="57143">
                  <a:srgbClr val="71615C">
                    <a:alpha val="9855"/>
                  </a:srgbClr>
                </a:gs>
                <a:gs pos="71429">
                  <a:srgbClr val="71615C">
                    <a:alpha val="4740"/>
                  </a:srgbClr>
                </a:gs>
                <a:gs pos="85714">
                  <a:srgbClr val="71615C">
                    <a:alpha val="1902"/>
                  </a:srgbClr>
                </a:gs>
                <a:gs pos="100000">
                  <a:srgbClr val="71615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8" name="Splat 1258"/>
            <p:cNvSpPr>
              <a:spLocks noGrp="1"/>
            </p:cNvSpPr>
            <p:nvPr/>
          </p:nvSpPr>
          <p:spPr>
            <a:xfrm rot="9374862">
              <a:off x="149521" y="1439810"/>
              <a:ext cx="600486" cy="85080"/>
            </a:xfrm>
            <a:prstGeom prst="ellipse">
              <a:avLst/>
            </a:prstGeom>
            <a:gradFill>
              <a:gsLst>
                <a:gs pos="0">
                  <a:srgbClr val="F2DED7">
                    <a:alpha val="32968"/>
                  </a:srgbClr>
                </a:gs>
                <a:gs pos="14286">
                  <a:srgbClr val="F2DED7">
                    <a:alpha val="30764"/>
                  </a:srgbClr>
                </a:gs>
                <a:gs pos="28571">
                  <a:srgbClr val="F2DED7">
                    <a:alpha val="24833"/>
                  </a:srgbClr>
                </a:gs>
                <a:gs pos="42857">
                  <a:srgbClr val="F2DED7">
                    <a:alpha val="17075"/>
                  </a:srgbClr>
                </a:gs>
                <a:gs pos="57143">
                  <a:srgbClr val="F2DED7">
                    <a:alpha val="9855"/>
                  </a:srgbClr>
                </a:gs>
                <a:gs pos="71429">
                  <a:srgbClr val="F2DED7">
                    <a:alpha val="4740"/>
                  </a:srgbClr>
                </a:gs>
                <a:gs pos="85714">
                  <a:srgbClr val="F2DED7">
                    <a:alpha val="1902"/>
                  </a:srgbClr>
                </a:gs>
                <a:gs pos="100000">
                  <a:srgbClr val="F2DED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9" name="Splat 1259"/>
            <p:cNvSpPr>
              <a:spLocks noGrp="1"/>
            </p:cNvSpPr>
            <p:nvPr/>
          </p:nvSpPr>
          <p:spPr>
            <a:xfrm rot="-8600495">
              <a:off x="-84290" y="1449624"/>
              <a:ext cx="310609" cy="164017"/>
            </a:xfrm>
            <a:prstGeom prst="ellipse">
              <a:avLst/>
            </a:prstGeom>
            <a:gradFill>
              <a:gsLst>
                <a:gs pos="0">
                  <a:srgbClr val="F9DAD2">
                    <a:alpha val="14386"/>
                  </a:srgbClr>
                </a:gs>
                <a:gs pos="14286">
                  <a:srgbClr val="F9DAD2">
                    <a:alpha val="13303"/>
                  </a:srgbClr>
                </a:gs>
                <a:gs pos="28571">
                  <a:srgbClr val="F9DAD2">
                    <a:alpha val="10492"/>
                  </a:srgbClr>
                </a:gs>
                <a:gs pos="42857">
                  <a:srgbClr val="F9DAD2">
                    <a:alpha val="7012"/>
                  </a:srgbClr>
                </a:gs>
                <a:gs pos="57143">
                  <a:srgbClr val="F9DAD2">
                    <a:alpha val="3948"/>
                  </a:srgbClr>
                </a:gs>
                <a:gs pos="71429">
                  <a:srgbClr val="F9DAD2">
                    <a:alpha val="1868"/>
                  </a:srgbClr>
                </a:gs>
                <a:gs pos="85714">
                  <a:srgbClr val="F9DAD2">
                    <a:alpha val="743"/>
                  </a:srgbClr>
                </a:gs>
                <a:gs pos="100000">
                  <a:srgbClr val="F9DAD2">
                    <a:alpha val="2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0" name="Splat 1260"/>
            <p:cNvSpPr>
              <a:spLocks noGrp="1"/>
            </p:cNvSpPr>
            <p:nvPr/>
          </p:nvSpPr>
          <p:spPr>
            <a:xfrm rot="9484567">
              <a:off x="-52225" y="1490413"/>
              <a:ext cx="800795" cy="77793"/>
            </a:xfrm>
            <a:prstGeom prst="ellipse">
              <a:avLst/>
            </a:prstGeom>
            <a:gradFill>
              <a:gsLst>
                <a:gs pos="0">
                  <a:srgbClr val="61575A">
                    <a:alpha val="32968"/>
                  </a:srgbClr>
                </a:gs>
                <a:gs pos="14286">
                  <a:srgbClr val="61575A">
                    <a:alpha val="30764"/>
                  </a:srgbClr>
                </a:gs>
                <a:gs pos="28571">
                  <a:srgbClr val="61575A">
                    <a:alpha val="24833"/>
                  </a:srgbClr>
                </a:gs>
                <a:gs pos="42857">
                  <a:srgbClr val="61575A">
                    <a:alpha val="17075"/>
                  </a:srgbClr>
                </a:gs>
                <a:gs pos="57143">
                  <a:srgbClr val="61575A">
                    <a:alpha val="9855"/>
                  </a:srgbClr>
                </a:gs>
                <a:gs pos="71429">
                  <a:srgbClr val="61575A">
                    <a:alpha val="4740"/>
                  </a:srgbClr>
                </a:gs>
                <a:gs pos="85714">
                  <a:srgbClr val="61575A">
                    <a:alpha val="1902"/>
                  </a:srgbClr>
                </a:gs>
                <a:gs pos="100000">
                  <a:srgbClr val="61575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1" name="Splat 1261"/>
            <p:cNvSpPr>
              <a:spLocks noGrp="1"/>
            </p:cNvSpPr>
            <p:nvPr/>
          </p:nvSpPr>
          <p:spPr>
            <a:xfrm rot="10246658">
              <a:off x="1511533" y="2159791"/>
              <a:ext cx="836645" cy="514361"/>
            </a:xfrm>
            <a:prstGeom prst="ellipse">
              <a:avLst/>
            </a:prstGeom>
            <a:gradFill>
              <a:gsLst>
                <a:gs pos="0">
                  <a:srgbClr val="F6E1D1">
                    <a:alpha val="32907"/>
                  </a:srgbClr>
                </a:gs>
                <a:gs pos="14286">
                  <a:srgbClr val="F6E1D1">
                    <a:alpha val="30706"/>
                  </a:srgbClr>
                </a:gs>
                <a:gs pos="28571">
                  <a:srgbClr val="F6E1D1">
                    <a:alpha val="24784"/>
                  </a:srgbClr>
                </a:gs>
                <a:gs pos="42857">
                  <a:srgbClr val="F6E1D1">
                    <a:alpha val="17040"/>
                  </a:srgbClr>
                </a:gs>
                <a:gs pos="57143">
                  <a:srgbClr val="F6E1D1">
                    <a:alpha val="9834"/>
                  </a:srgbClr>
                </a:gs>
                <a:gs pos="71429">
                  <a:srgbClr val="F6E1D1">
                    <a:alpha val="4730"/>
                  </a:srgbClr>
                </a:gs>
                <a:gs pos="85714">
                  <a:srgbClr val="F6E1D1">
                    <a:alpha val="1898"/>
                  </a:srgbClr>
                </a:gs>
                <a:gs pos="100000">
                  <a:srgbClr val="F6E1D1">
                    <a:alpha val="6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2" name="Splat 1262"/>
            <p:cNvSpPr>
              <a:spLocks noGrp="1"/>
            </p:cNvSpPr>
            <p:nvPr/>
          </p:nvSpPr>
          <p:spPr>
            <a:xfrm rot="10288562">
              <a:off x="1456767" y="2156712"/>
              <a:ext cx="718421" cy="483270"/>
            </a:xfrm>
            <a:prstGeom prst="ellipse">
              <a:avLst/>
            </a:prstGeom>
            <a:gradFill>
              <a:gsLst>
                <a:gs pos="0">
                  <a:srgbClr val="AB9B8E">
                    <a:alpha val="32968"/>
                  </a:srgbClr>
                </a:gs>
                <a:gs pos="14286">
                  <a:srgbClr val="AB9B8E">
                    <a:alpha val="30764"/>
                  </a:srgbClr>
                </a:gs>
                <a:gs pos="28571">
                  <a:srgbClr val="AB9B8E">
                    <a:alpha val="24833"/>
                  </a:srgbClr>
                </a:gs>
                <a:gs pos="42857">
                  <a:srgbClr val="AB9B8E">
                    <a:alpha val="17075"/>
                  </a:srgbClr>
                </a:gs>
                <a:gs pos="57143">
                  <a:srgbClr val="AB9B8E">
                    <a:alpha val="9855"/>
                  </a:srgbClr>
                </a:gs>
                <a:gs pos="71429">
                  <a:srgbClr val="AB9B8E">
                    <a:alpha val="4740"/>
                  </a:srgbClr>
                </a:gs>
                <a:gs pos="85714">
                  <a:srgbClr val="AB9B8E">
                    <a:alpha val="1902"/>
                  </a:srgbClr>
                </a:gs>
                <a:gs pos="100000">
                  <a:srgbClr val="AB9B8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3" name="Splat 1263"/>
            <p:cNvSpPr>
              <a:spLocks noGrp="1"/>
            </p:cNvSpPr>
            <p:nvPr/>
          </p:nvSpPr>
          <p:spPr>
            <a:xfrm rot="-8336897">
              <a:off x="1203888" y="2158305"/>
              <a:ext cx="793417" cy="451548"/>
            </a:xfrm>
            <a:prstGeom prst="ellipse">
              <a:avLst/>
            </a:prstGeom>
            <a:gradFill>
              <a:gsLst>
                <a:gs pos="0">
                  <a:srgbClr val="D1C0B3">
                    <a:alpha val="32968"/>
                  </a:srgbClr>
                </a:gs>
                <a:gs pos="14286">
                  <a:srgbClr val="D1C0B3">
                    <a:alpha val="30764"/>
                  </a:srgbClr>
                </a:gs>
                <a:gs pos="28571">
                  <a:srgbClr val="D1C0B3">
                    <a:alpha val="24833"/>
                  </a:srgbClr>
                </a:gs>
                <a:gs pos="42857">
                  <a:srgbClr val="D1C0B3">
                    <a:alpha val="17075"/>
                  </a:srgbClr>
                </a:gs>
                <a:gs pos="57143">
                  <a:srgbClr val="D1C0B3">
                    <a:alpha val="9855"/>
                  </a:srgbClr>
                </a:gs>
                <a:gs pos="71429">
                  <a:srgbClr val="D1C0B3">
                    <a:alpha val="4740"/>
                  </a:srgbClr>
                </a:gs>
                <a:gs pos="85714">
                  <a:srgbClr val="D1C0B3">
                    <a:alpha val="1902"/>
                  </a:srgbClr>
                </a:gs>
                <a:gs pos="100000">
                  <a:srgbClr val="D1C0B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4" name="Splat 1264"/>
            <p:cNvSpPr>
              <a:spLocks noGrp="1"/>
            </p:cNvSpPr>
            <p:nvPr/>
          </p:nvSpPr>
          <p:spPr>
            <a:xfrm rot="-9476392">
              <a:off x="1001187" y="2091711"/>
              <a:ext cx="707084" cy="570794"/>
            </a:xfrm>
            <a:prstGeom prst="ellipse">
              <a:avLst/>
            </a:prstGeom>
            <a:gradFill>
              <a:gsLst>
                <a:gs pos="0">
                  <a:srgbClr val="EADAD0">
                    <a:alpha val="32968"/>
                  </a:srgbClr>
                </a:gs>
                <a:gs pos="14286">
                  <a:srgbClr val="EADAD0">
                    <a:alpha val="30764"/>
                  </a:srgbClr>
                </a:gs>
                <a:gs pos="28571">
                  <a:srgbClr val="EADAD0">
                    <a:alpha val="24833"/>
                  </a:srgbClr>
                </a:gs>
                <a:gs pos="42857">
                  <a:srgbClr val="EADAD0">
                    <a:alpha val="17075"/>
                  </a:srgbClr>
                </a:gs>
                <a:gs pos="57143">
                  <a:srgbClr val="EADAD0">
                    <a:alpha val="9855"/>
                  </a:srgbClr>
                </a:gs>
                <a:gs pos="71429">
                  <a:srgbClr val="EADAD0">
                    <a:alpha val="4740"/>
                  </a:srgbClr>
                </a:gs>
                <a:gs pos="85714">
                  <a:srgbClr val="EADAD0">
                    <a:alpha val="1902"/>
                  </a:srgbClr>
                </a:gs>
                <a:gs pos="100000">
                  <a:srgbClr val="EADAD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5" name="Splat 1265"/>
            <p:cNvSpPr>
              <a:spLocks noGrp="1"/>
            </p:cNvSpPr>
            <p:nvPr/>
          </p:nvSpPr>
          <p:spPr>
            <a:xfrm rot="10313394">
              <a:off x="884208" y="2155509"/>
              <a:ext cx="750366" cy="556699"/>
            </a:xfrm>
            <a:prstGeom prst="ellipse">
              <a:avLst/>
            </a:prstGeom>
            <a:gradFill>
              <a:gsLst>
                <a:gs pos="0">
                  <a:srgbClr val="AFA093">
                    <a:alpha val="32968"/>
                  </a:srgbClr>
                </a:gs>
                <a:gs pos="14286">
                  <a:srgbClr val="AFA093">
                    <a:alpha val="30764"/>
                  </a:srgbClr>
                </a:gs>
                <a:gs pos="28571">
                  <a:srgbClr val="AFA093">
                    <a:alpha val="24833"/>
                  </a:srgbClr>
                </a:gs>
                <a:gs pos="42857">
                  <a:srgbClr val="AFA093">
                    <a:alpha val="17075"/>
                  </a:srgbClr>
                </a:gs>
                <a:gs pos="57143">
                  <a:srgbClr val="AFA093">
                    <a:alpha val="9855"/>
                  </a:srgbClr>
                </a:gs>
                <a:gs pos="71429">
                  <a:srgbClr val="AFA093">
                    <a:alpha val="4740"/>
                  </a:srgbClr>
                </a:gs>
                <a:gs pos="85714">
                  <a:srgbClr val="AFA093">
                    <a:alpha val="1902"/>
                  </a:srgbClr>
                </a:gs>
                <a:gs pos="100000">
                  <a:srgbClr val="AFA09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6" name="Splat 1266"/>
            <p:cNvSpPr>
              <a:spLocks noGrp="1"/>
            </p:cNvSpPr>
            <p:nvPr/>
          </p:nvSpPr>
          <p:spPr>
            <a:xfrm rot="5680405">
              <a:off x="815167" y="2149098"/>
              <a:ext cx="627548" cy="516336"/>
            </a:xfrm>
            <a:prstGeom prst="ellipse">
              <a:avLst/>
            </a:prstGeom>
            <a:gradFill>
              <a:gsLst>
                <a:gs pos="0">
                  <a:srgbClr val="C4B6AC">
                    <a:alpha val="23372"/>
                  </a:srgbClr>
                </a:gs>
                <a:gs pos="14286">
                  <a:srgbClr val="C4B6AC">
                    <a:alpha val="21704"/>
                  </a:srgbClr>
                </a:gs>
                <a:gs pos="28571">
                  <a:srgbClr val="C4B6AC">
                    <a:alpha val="17302"/>
                  </a:srgbClr>
                </a:gs>
                <a:gs pos="42857">
                  <a:srgbClr val="C4B6AC">
                    <a:alpha val="11716"/>
                  </a:srgbClr>
                </a:gs>
                <a:gs pos="57143">
                  <a:srgbClr val="C4B6AC">
                    <a:alpha val="6672"/>
                  </a:srgbClr>
                </a:gs>
                <a:gs pos="71429">
                  <a:srgbClr val="C4B6AC">
                    <a:alpha val="3180"/>
                  </a:srgbClr>
                </a:gs>
                <a:gs pos="85714">
                  <a:srgbClr val="C4B6AC">
                    <a:alpha val="1270"/>
                  </a:srgbClr>
                </a:gs>
                <a:gs pos="100000">
                  <a:srgbClr val="C4B6AC">
                    <a:alpha val="4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7" name="Splat 1267"/>
            <p:cNvSpPr>
              <a:spLocks noGrp="1"/>
            </p:cNvSpPr>
            <p:nvPr/>
          </p:nvSpPr>
          <p:spPr>
            <a:xfrm rot="4485318">
              <a:off x="593345" y="2121608"/>
              <a:ext cx="661610" cy="564415"/>
            </a:xfrm>
            <a:prstGeom prst="ellipse">
              <a:avLst/>
            </a:prstGeom>
            <a:gradFill>
              <a:gsLst>
                <a:gs pos="0">
                  <a:srgbClr val="FFEBDA">
                    <a:alpha val="11418"/>
                  </a:srgbClr>
                </a:gs>
                <a:gs pos="14286">
                  <a:srgbClr val="FFEBDA">
                    <a:alpha val="10545"/>
                  </a:srgbClr>
                </a:gs>
                <a:gs pos="28571">
                  <a:srgbClr val="FFEBDA">
                    <a:alpha val="8288"/>
                  </a:srgbClr>
                </a:gs>
                <a:gs pos="42857">
                  <a:srgbClr val="FFEBDA">
                    <a:alpha val="5517"/>
                  </a:srgbClr>
                </a:gs>
                <a:gs pos="57143">
                  <a:srgbClr val="FFEBDA">
                    <a:alpha val="3096"/>
                  </a:srgbClr>
                </a:gs>
                <a:gs pos="71429">
                  <a:srgbClr val="FFEBDA">
                    <a:alpha val="1461"/>
                  </a:srgbClr>
                </a:gs>
                <a:gs pos="85714">
                  <a:srgbClr val="FFEBDA">
                    <a:alpha val="580"/>
                  </a:srgbClr>
                </a:gs>
                <a:gs pos="100000">
                  <a:srgbClr val="FFEBDA">
                    <a:alpha val="1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8" name="Splat 1268"/>
            <p:cNvSpPr>
              <a:spLocks noGrp="1"/>
            </p:cNvSpPr>
            <p:nvPr/>
          </p:nvSpPr>
          <p:spPr>
            <a:xfrm rot="8982484">
              <a:off x="415644" y="2129684"/>
              <a:ext cx="674839" cy="466443"/>
            </a:xfrm>
            <a:prstGeom prst="ellipse">
              <a:avLst/>
            </a:prstGeom>
            <a:gradFill>
              <a:gsLst>
                <a:gs pos="0">
                  <a:srgbClr val="B2A49B">
                    <a:alpha val="32968"/>
                  </a:srgbClr>
                </a:gs>
                <a:gs pos="14286">
                  <a:srgbClr val="B2A49B">
                    <a:alpha val="30764"/>
                  </a:srgbClr>
                </a:gs>
                <a:gs pos="28571">
                  <a:srgbClr val="B2A49B">
                    <a:alpha val="24833"/>
                  </a:srgbClr>
                </a:gs>
                <a:gs pos="42857">
                  <a:srgbClr val="B2A49B">
                    <a:alpha val="17075"/>
                  </a:srgbClr>
                </a:gs>
                <a:gs pos="57143">
                  <a:srgbClr val="B2A49B">
                    <a:alpha val="9855"/>
                  </a:srgbClr>
                </a:gs>
                <a:gs pos="71429">
                  <a:srgbClr val="B2A49B">
                    <a:alpha val="4740"/>
                  </a:srgbClr>
                </a:gs>
                <a:gs pos="85714">
                  <a:srgbClr val="B2A49B">
                    <a:alpha val="1902"/>
                  </a:srgbClr>
                </a:gs>
                <a:gs pos="100000">
                  <a:srgbClr val="B2A49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9" name="Splat 1269"/>
            <p:cNvSpPr>
              <a:spLocks noGrp="1"/>
            </p:cNvSpPr>
            <p:nvPr/>
          </p:nvSpPr>
          <p:spPr>
            <a:xfrm rot="5312806">
              <a:off x="232285" y="2159205"/>
              <a:ext cx="662898" cy="510641"/>
            </a:xfrm>
            <a:prstGeom prst="ellipse">
              <a:avLst/>
            </a:prstGeom>
            <a:gradFill>
              <a:gsLst>
                <a:gs pos="0">
                  <a:srgbClr val="E4D1C7">
                    <a:alpha val="7328"/>
                  </a:srgbClr>
                </a:gs>
                <a:gs pos="14286">
                  <a:srgbClr val="E4D1C7">
                    <a:alpha val="6756"/>
                  </a:srgbClr>
                </a:gs>
                <a:gs pos="28571">
                  <a:srgbClr val="E4D1C7">
                    <a:alpha val="5286"/>
                  </a:srgbClr>
                </a:gs>
                <a:gs pos="42857">
                  <a:srgbClr val="E4D1C7">
                    <a:alpha val="3500"/>
                  </a:srgbClr>
                </a:gs>
                <a:gs pos="57143">
                  <a:srgbClr val="E4D1C7">
                    <a:alpha val="1954"/>
                  </a:srgbClr>
                </a:gs>
                <a:gs pos="71429">
                  <a:srgbClr val="E4D1C7">
                    <a:alpha val="920"/>
                  </a:srgbClr>
                </a:gs>
                <a:gs pos="85714">
                  <a:srgbClr val="E4D1C7">
                    <a:alpha val="365"/>
                  </a:srgbClr>
                </a:gs>
                <a:gs pos="100000">
                  <a:srgbClr val="E4D1C7">
                    <a:alpha val="1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0" name="Splat 1270"/>
            <p:cNvSpPr>
              <a:spLocks noGrp="1"/>
            </p:cNvSpPr>
            <p:nvPr/>
          </p:nvSpPr>
          <p:spPr>
            <a:xfrm rot="-9319959">
              <a:off x="93895" y="2100326"/>
              <a:ext cx="627937" cy="547708"/>
            </a:xfrm>
            <a:prstGeom prst="ellipse">
              <a:avLst/>
            </a:prstGeom>
            <a:gradFill>
              <a:gsLst>
                <a:gs pos="0">
                  <a:srgbClr val="C6B8B0">
                    <a:alpha val="17740"/>
                  </a:srgbClr>
                </a:gs>
                <a:gs pos="14286">
                  <a:srgbClr val="C6B8B0">
                    <a:alpha val="16430"/>
                  </a:srgbClr>
                </a:gs>
                <a:gs pos="28571">
                  <a:srgbClr val="C6B8B0">
                    <a:alpha val="13009"/>
                  </a:srgbClr>
                </a:gs>
                <a:gs pos="42857">
                  <a:srgbClr val="C6B8B0">
                    <a:alpha val="8736"/>
                  </a:srgbClr>
                </a:gs>
                <a:gs pos="57143">
                  <a:srgbClr val="C6B8B0">
                    <a:alpha val="4939"/>
                  </a:srgbClr>
                </a:gs>
                <a:gs pos="71429">
                  <a:srgbClr val="C6B8B0">
                    <a:alpha val="2343"/>
                  </a:srgbClr>
                </a:gs>
                <a:gs pos="85714">
                  <a:srgbClr val="C6B8B0">
                    <a:alpha val="933"/>
                  </a:srgbClr>
                </a:gs>
                <a:gs pos="100000">
                  <a:srgbClr val="C6B8B0">
                    <a:alpha val="3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1" name="Splat 1271"/>
            <p:cNvSpPr>
              <a:spLocks noGrp="1"/>
            </p:cNvSpPr>
            <p:nvPr/>
          </p:nvSpPr>
          <p:spPr>
            <a:xfrm rot="-10787214">
              <a:off x="-246282" y="2160067"/>
              <a:ext cx="829619" cy="566010"/>
            </a:xfrm>
            <a:prstGeom prst="ellipse">
              <a:avLst/>
            </a:prstGeom>
            <a:gradFill>
              <a:gsLst>
                <a:gs pos="0">
                  <a:srgbClr val="DED0C8">
                    <a:alpha val="11544"/>
                  </a:srgbClr>
                </a:gs>
                <a:gs pos="14286">
                  <a:srgbClr val="DED0C8">
                    <a:alpha val="10662"/>
                  </a:srgbClr>
                </a:gs>
                <a:gs pos="28571">
                  <a:srgbClr val="DED0C8">
                    <a:alpha val="8382"/>
                  </a:srgbClr>
                </a:gs>
                <a:gs pos="42857">
                  <a:srgbClr val="DED0C8">
                    <a:alpha val="5580"/>
                  </a:srgbClr>
                </a:gs>
                <a:gs pos="57143">
                  <a:srgbClr val="DED0C8">
                    <a:alpha val="3132"/>
                  </a:srgbClr>
                </a:gs>
                <a:gs pos="71429">
                  <a:srgbClr val="DED0C8">
                    <a:alpha val="1478"/>
                  </a:srgbClr>
                </a:gs>
                <a:gs pos="85714">
                  <a:srgbClr val="DED0C8">
                    <a:alpha val="587"/>
                  </a:srgbClr>
                </a:gs>
                <a:gs pos="100000">
                  <a:srgbClr val="DED0C8">
                    <a:alpha val="1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2" name="Splat 1272"/>
            <p:cNvSpPr>
              <a:spLocks noGrp="1"/>
            </p:cNvSpPr>
            <p:nvPr/>
          </p:nvSpPr>
          <p:spPr>
            <a:xfrm rot="5474917">
              <a:off x="-192292" y="2056139"/>
              <a:ext cx="582059" cy="492923"/>
            </a:xfrm>
            <a:prstGeom prst="ellipse">
              <a:avLst/>
            </a:prstGeom>
            <a:gradFill>
              <a:gsLst>
                <a:gs pos="0">
                  <a:srgbClr val="523800">
                    <a:alpha val="30074"/>
                  </a:srgbClr>
                </a:gs>
                <a:gs pos="14286">
                  <a:srgbClr val="523800">
                    <a:alpha val="28021"/>
                  </a:srgbClr>
                </a:gs>
                <a:gs pos="28571">
                  <a:srgbClr val="523800">
                    <a:alpha val="22531"/>
                  </a:srgbClr>
                </a:gs>
                <a:gs pos="42857">
                  <a:srgbClr val="523800">
                    <a:alpha val="15418"/>
                  </a:srgbClr>
                </a:gs>
                <a:gs pos="57143">
                  <a:srgbClr val="523800">
                    <a:alpha val="8861"/>
                  </a:srgbClr>
                </a:gs>
                <a:gs pos="71429">
                  <a:srgbClr val="523800">
                    <a:alpha val="4250"/>
                  </a:srgbClr>
                </a:gs>
                <a:gs pos="85714">
                  <a:srgbClr val="523800">
                    <a:alpha val="1703"/>
                  </a:srgbClr>
                </a:gs>
                <a:gs pos="100000">
                  <a:srgbClr val="523800">
                    <a:alpha val="5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3" name="Splat 1273"/>
            <p:cNvSpPr>
              <a:spLocks noGrp="1"/>
            </p:cNvSpPr>
            <p:nvPr/>
          </p:nvSpPr>
          <p:spPr>
            <a:xfrm rot="-10771414">
              <a:off x="3087749" y="2049288"/>
              <a:ext cx="940132" cy="32722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4" name="Splat 1274"/>
            <p:cNvSpPr>
              <a:spLocks noGrp="1"/>
            </p:cNvSpPr>
            <p:nvPr/>
          </p:nvSpPr>
          <p:spPr>
            <a:xfrm rot="10590272">
              <a:off x="3073215" y="2144472"/>
              <a:ext cx="750610" cy="205309"/>
            </a:xfrm>
            <a:prstGeom prst="ellipse">
              <a:avLst/>
            </a:prstGeom>
            <a:gradFill>
              <a:gsLst>
                <a:gs pos="0">
                  <a:srgbClr val="663500">
                    <a:alpha val="32968"/>
                  </a:srgbClr>
                </a:gs>
                <a:gs pos="14286">
                  <a:srgbClr val="663500">
                    <a:alpha val="30764"/>
                  </a:srgbClr>
                </a:gs>
                <a:gs pos="28571">
                  <a:srgbClr val="663500">
                    <a:alpha val="24833"/>
                  </a:srgbClr>
                </a:gs>
                <a:gs pos="42857">
                  <a:srgbClr val="663500">
                    <a:alpha val="17075"/>
                  </a:srgbClr>
                </a:gs>
                <a:gs pos="57143">
                  <a:srgbClr val="663500">
                    <a:alpha val="9855"/>
                  </a:srgbClr>
                </a:gs>
                <a:gs pos="71429">
                  <a:srgbClr val="663500">
                    <a:alpha val="4740"/>
                  </a:srgbClr>
                </a:gs>
                <a:gs pos="85714">
                  <a:srgbClr val="663500">
                    <a:alpha val="1902"/>
                  </a:srgbClr>
                </a:gs>
                <a:gs pos="100000">
                  <a:srgbClr val="663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5" name="Splat 1275"/>
            <p:cNvSpPr>
              <a:spLocks noGrp="1"/>
            </p:cNvSpPr>
            <p:nvPr/>
          </p:nvSpPr>
          <p:spPr>
            <a:xfrm rot="-10139505">
              <a:off x="2863103" y="2124391"/>
              <a:ext cx="768976" cy="20407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6" name="Splat 1276"/>
            <p:cNvSpPr>
              <a:spLocks noGrp="1"/>
            </p:cNvSpPr>
            <p:nvPr/>
          </p:nvSpPr>
          <p:spPr>
            <a:xfrm rot="-10433881">
              <a:off x="2349061" y="2120857"/>
              <a:ext cx="701257" cy="293943"/>
            </a:xfrm>
            <a:prstGeom prst="ellipse">
              <a:avLst/>
            </a:prstGeom>
            <a:gradFill>
              <a:gsLst>
                <a:gs pos="0">
                  <a:srgbClr val="DFCDC2">
                    <a:alpha val="32968"/>
                  </a:srgbClr>
                </a:gs>
                <a:gs pos="14286">
                  <a:srgbClr val="DFCDC2">
                    <a:alpha val="30764"/>
                  </a:srgbClr>
                </a:gs>
                <a:gs pos="28571">
                  <a:srgbClr val="DFCDC2">
                    <a:alpha val="24833"/>
                  </a:srgbClr>
                </a:gs>
                <a:gs pos="42857">
                  <a:srgbClr val="DFCDC2">
                    <a:alpha val="17075"/>
                  </a:srgbClr>
                </a:gs>
                <a:gs pos="57143">
                  <a:srgbClr val="DFCDC2">
                    <a:alpha val="9855"/>
                  </a:srgbClr>
                </a:gs>
                <a:gs pos="71429">
                  <a:srgbClr val="DFCDC2">
                    <a:alpha val="4740"/>
                  </a:srgbClr>
                </a:gs>
                <a:gs pos="85714">
                  <a:srgbClr val="DFCDC2">
                    <a:alpha val="1902"/>
                  </a:srgbClr>
                </a:gs>
                <a:gs pos="100000">
                  <a:srgbClr val="DFCDC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7" name="Splat 1277"/>
            <p:cNvSpPr>
              <a:spLocks noGrp="1"/>
            </p:cNvSpPr>
            <p:nvPr/>
          </p:nvSpPr>
          <p:spPr>
            <a:xfrm rot="6286165">
              <a:off x="2307894" y="2074378"/>
              <a:ext cx="495810" cy="381548"/>
            </a:xfrm>
            <a:prstGeom prst="ellipse">
              <a:avLst/>
            </a:prstGeom>
            <a:gradFill>
              <a:gsLst>
                <a:gs pos="0">
                  <a:srgbClr val="CDBDB3">
                    <a:alpha val="32968"/>
                  </a:srgbClr>
                </a:gs>
                <a:gs pos="14286">
                  <a:srgbClr val="CDBDB3">
                    <a:alpha val="30764"/>
                  </a:srgbClr>
                </a:gs>
                <a:gs pos="28571">
                  <a:srgbClr val="CDBDB3">
                    <a:alpha val="24833"/>
                  </a:srgbClr>
                </a:gs>
                <a:gs pos="42857">
                  <a:srgbClr val="CDBDB3">
                    <a:alpha val="17075"/>
                  </a:srgbClr>
                </a:gs>
                <a:gs pos="57143">
                  <a:srgbClr val="CDBDB3">
                    <a:alpha val="9855"/>
                  </a:srgbClr>
                </a:gs>
                <a:gs pos="71429">
                  <a:srgbClr val="CDBDB3">
                    <a:alpha val="4740"/>
                  </a:srgbClr>
                </a:gs>
                <a:gs pos="85714">
                  <a:srgbClr val="CDBDB3">
                    <a:alpha val="1902"/>
                  </a:srgbClr>
                </a:gs>
                <a:gs pos="100000">
                  <a:srgbClr val="CDBDB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8" name="Splat 1278"/>
            <p:cNvSpPr>
              <a:spLocks noGrp="1"/>
            </p:cNvSpPr>
            <p:nvPr/>
          </p:nvSpPr>
          <p:spPr>
            <a:xfrm rot="2776608">
              <a:off x="1875778" y="2035763"/>
              <a:ext cx="863879" cy="587821"/>
            </a:xfrm>
            <a:prstGeom prst="ellipse">
              <a:avLst/>
            </a:prstGeom>
            <a:gradFill>
              <a:gsLst>
                <a:gs pos="0">
                  <a:srgbClr val="FFE8D6">
                    <a:alpha val="29590"/>
                  </a:srgbClr>
                </a:gs>
                <a:gs pos="14286">
                  <a:srgbClr val="FFE8D6">
                    <a:alpha val="27563"/>
                  </a:srgbClr>
                </a:gs>
                <a:gs pos="28571">
                  <a:srgbClr val="FFE8D6">
                    <a:alpha val="22149"/>
                  </a:srgbClr>
                </a:gs>
                <a:gs pos="42857">
                  <a:srgbClr val="FFE8D6">
                    <a:alpha val="15145"/>
                  </a:srgbClr>
                </a:gs>
                <a:gs pos="57143">
                  <a:srgbClr val="FFE8D6">
                    <a:alpha val="8698"/>
                  </a:srgbClr>
                </a:gs>
                <a:gs pos="71429">
                  <a:srgbClr val="FFE8D6">
                    <a:alpha val="4170"/>
                  </a:srgbClr>
                </a:gs>
                <a:gs pos="85714">
                  <a:srgbClr val="FFE8D6">
                    <a:alpha val="1670"/>
                  </a:srgbClr>
                </a:gs>
                <a:gs pos="100000">
                  <a:srgbClr val="FFE8D6">
                    <a:alpha val="5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9" name="Splat 1279"/>
            <p:cNvSpPr>
              <a:spLocks noGrp="1"/>
            </p:cNvSpPr>
            <p:nvPr/>
          </p:nvSpPr>
          <p:spPr>
            <a:xfrm rot="2920688">
              <a:off x="1876097" y="2038577"/>
              <a:ext cx="772440" cy="433632"/>
            </a:xfrm>
            <a:prstGeom prst="ellipse">
              <a:avLst/>
            </a:prstGeom>
            <a:gradFill>
              <a:gsLst>
                <a:gs pos="0">
                  <a:srgbClr val="004B4A">
                    <a:alpha val="8799"/>
                  </a:srgbClr>
                </a:gs>
                <a:gs pos="14286">
                  <a:srgbClr val="004B4A">
                    <a:alpha val="8117"/>
                  </a:srgbClr>
                </a:gs>
                <a:gs pos="28571">
                  <a:srgbClr val="004B4A">
                    <a:alpha val="6361"/>
                  </a:srgbClr>
                </a:gs>
                <a:gs pos="42857">
                  <a:srgbClr val="004B4A">
                    <a:alpha val="4220"/>
                  </a:srgbClr>
                </a:gs>
                <a:gs pos="57143">
                  <a:srgbClr val="004B4A">
                    <a:alpha val="2361"/>
                  </a:srgbClr>
                </a:gs>
                <a:gs pos="71429">
                  <a:srgbClr val="004B4A">
                    <a:alpha val="1112"/>
                  </a:srgbClr>
                </a:gs>
                <a:gs pos="85714">
                  <a:srgbClr val="004B4A">
                    <a:alpha val="441"/>
                  </a:srgbClr>
                </a:gs>
                <a:gs pos="100000">
                  <a:srgbClr val="004B4A">
                    <a:alpha val="1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0" name="Splat 1280"/>
            <p:cNvSpPr>
              <a:spLocks noGrp="1"/>
            </p:cNvSpPr>
            <p:nvPr/>
          </p:nvSpPr>
          <p:spPr>
            <a:xfrm rot="3850704">
              <a:off x="1722658" y="2069765"/>
              <a:ext cx="722428" cy="336770"/>
            </a:xfrm>
            <a:prstGeom prst="ellipse">
              <a:avLst/>
            </a:prstGeom>
            <a:gradFill>
              <a:gsLst>
                <a:gs pos="0">
                  <a:srgbClr val="FFEACF">
                    <a:alpha val="6569"/>
                  </a:srgbClr>
                </a:gs>
                <a:gs pos="14286">
                  <a:srgbClr val="FFEACF">
                    <a:alpha val="6054"/>
                  </a:srgbClr>
                </a:gs>
                <a:gs pos="28571">
                  <a:srgbClr val="FFEACF">
                    <a:alpha val="4733"/>
                  </a:srgbClr>
                </a:gs>
                <a:gs pos="42857">
                  <a:srgbClr val="FFEACF">
                    <a:alpha val="3130"/>
                  </a:srgbClr>
                </a:gs>
                <a:gs pos="57143">
                  <a:srgbClr val="FFEACF">
                    <a:alpha val="1747"/>
                  </a:srgbClr>
                </a:gs>
                <a:gs pos="71429">
                  <a:srgbClr val="FFEACF">
                    <a:alpha val="822"/>
                  </a:srgbClr>
                </a:gs>
                <a:gs pos="85714">
                  <a:srgbClr val="FFEACF">
                    <a:alpha val="326"/>
                  </a:srgbClr>
                </a:gs>
                <a:gs pos="100000">
                  <a:srgbClr val="FFEACF">
                    <a:alpha val="1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1" name="Splat 1281"/>
            <p:cNvSpPr>
              <a:spLocks noGrp="1"/>
            </p:cNvSpPr>
            <p:nvPr/>
          </p:nvSpPr>
          <p:spPr>
            <a:xfrm rot="10479628">
              <a:off x="1654332" y="2102213"/>
              <a:ext cx="532097" cy="317734"/>
            </a:xfrm>
            <a:prstGeom prst="ellipse">
              <a:avLst/>
            </a:prstGeom>
            <a:gradFill>
              <a:gsLst>
                <a:gs pos="0">
                  <a:srgbClr val="FFF0E0">
                    <a:alpha val="14336"/>
                  </a:srgbClr>
                </a:gs>
                <a:gs pos="14286">
                  <a:srgbClr val="FFF0E0">
                    <a:alpha val="13257"/>
                  </a:srgbClr>
                </a:gs>
                <a:gs pos="28571">
                  <a:srgbClr val="FFF0E0">
                    <a:alpha val="10455"/>
                  </a:srgbClr>
                </a:gs>
                <a:gs pos="42857">
                  <a:srgbClr val="FFF0E0">
                    <a:alpha val="6987"/>
                  </a:srgbClr>
                </a:gs>
                <a:gs pos="57143">
                  <a:srgbClr val="FFF0E0">
                    <a:alpha val="3934"/>
                  </a:srgbClr>
                </a:gs>
                <a:gs pos="71429">
                  <a:srgbClr val="FFF0E0">
                    <a:alpha val="1861"/>
                  </a:srgbClr>
                </a:gs>
                <a:gs pos="85714">
                  <a:srgbClr val="FFF0E0">
                    <a:alpha val="740"/>
                  </a:srgbClr>
                </a:gs>
                <a:gs pos="100000">
                  <a:srgbClr val="FFF0E0">
                    <a:alpha val="2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2" name="Splat 1282"/>
            <p:cNvSpPr>
              <a:spLocks noGrp="1"/>
            </p:cNvSpPr>
            <p:nvPr/>
          </p:nvSpPr>
          <p:spPr>
            <a:xfrm rot="9782885">
              <a:off x="1359174" y="2119030"/>
              <a:ext cx="827988" cy="207760"/>
            </a:xfrm>
            <a:prstGeom prst="ellipse">
              <a:avLst/>
            </a:prstGeom>
            <a:gradFill>
              <a:gsLst>
                <a:gs pos="0">
                  <a:srgbClr val="E0D4C8">
                    <a:alpha val="32968"/>
                  </a:srgbClr>
                </a:gs>
                <a:gs pos="14286">
                  <a:srgbClr val="E0D4C8">
                    <a:alpha val="30764"/>
                  </a:srgbClr>
                </a:gs>
                <a:gs pos="28571">
                  <a:srgbClr val="E0D4C8">
                    <a:alpha val="24833"/>
                  </a:srgbClr>
                </a:gs>
                <a:gs pos="42857">
                  <a:srgbClr val="E0D4C8">
                    <a:alpha val="17075"/>
                  </a:srgbClr>
                </a:gs>
                <a:gs pos="57143">
                  <a:srgbClr val="E0D4C8">
                    <a:alpha val="9855"/>
                  </a:srgbClr>
                </a:gs>
                <a:gs pos="71429">
                  <a:srgbClr val="E0D4C8">
                    <a:alpha val="4740"/>
                  </a:srgbClr>
                </a:gs>
                <a:gs pos="85714">
                  <a:srgbClr val="E0D4C8">
                    <a:alpha val="1902"/>
                  </a:srgbClr>
                </a:gs>
                <a:gs pos="100000">
                  <a:srgbClr val="E0D4C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3" name="Splat 1283"/>
            <p:cNvSpPr>
              <a:spLocks noGrp="1"/>
            </p:cNvSpPr>
            <p:nvPr/>
          </p:nvSpPr>
          <p:spPr>
            <a:xfrm rot="10720171">
              <a:off x="1110896" y="1987479"/>
              <a:ext cx="512128" cy="371890"/>
            </a:xfrm>
            <a:prstGeom prst="ellipse">
              <a:avLst/>
            </a:prstGeom>
            <a:gradFill>
              <a:gsLst>
                <a:gs pos="0">
                  <a:srgbClr val="D8CDC2">
                    <a:alpha val="32968"/>
                  </a:srgbClr>
                </a:gs>
                <a:gs pos="14286">
                  <a:srgbClr val="D8CDC2">
                    <a:alpha val="30764"/>
                  </a:srgbClr>
                </a:gs>
                <a:gs pos="28571">
                  <a:srgbClr val="D8CDC2">
                    <a:alpha val="24833"/>
                  </a:srgbClr>
                </a:gs>
                <a:gs pos="42857">
                  <a:srgbClr val="D8CDC2">
                    <a:alpha val="17075"/>
                  </a:srgbClr>
                </a:gs>
                <a:gs pos="57143">
                  <a:srgbClr val="D8CDC2">
                    <a:alpha val="9855"/>
                  </a:srgbClr>
                </a:gs>
                <a:gs pos="71429">
                  <a:srgbClr val="D8CDC2">
                    <a:alpha val="4740"/>
                  </a:srgbClr>
                </a:gs>
                <a:gs pos="85714">
                  <a:srgbClr val="D8CDC2">
                    <a:alpha val="1902"/>
                  </a:srgbClr>
                </a:gs>
                <a:gs pos="100000">
                  <a:srgbClr val="D8CDC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4" name="Splat 1284"/>
            <p:cNvSpPr>
              <a:spLocks noGrp="1"/>
            </p:cNvSpPr>
            <p:nvPr/>
          </p:nvSpPr>
          <p:spPr>
            <a:xfrm rot="10300639">
              <a:off x="764740" y="2024398"/>
              <a:ext cx="744183" cy="359135"/>
            </a:xfrm>
            <a:prstGeom prst="ellipse">
              <a:avLst/>
            </a:prstGeom>
            <a:gradFill>
              <a:gsLst>
                <a:gs pos="0">
                  <a:srgbClr val="D6CBC5">
                    <a:alpha val="32968"/>
                  </a:srgbClr>
                </a:gs>
                <a:gs pos="14286">
                  <a:srgbClr val="D6CBC5">
                    <a:alpha val="30764"/>
                  </a:srgbClr>
                </a:gs>
                <a:gs pos="28571">
                  <a:srgbClr val="D6CBC5">
                    <a:alpha val="24833"/>
                  </a:srgbClr>
                </a:gs>
                <a:gs pos="42857">
                  <a:srgbClr val="D6CBC5">
                    <a:alpha val="17075"/>
                  </a:srgbClr>
                </a:gs>
                <a:gs pos="57143">
                  <a:srgbClr val="D6CBC5">
                    <a:alpha val="9855"/>
                  </a:srgbClr>
                </a:gs>
                <a:gs pos="71429">
                  <a:srgbClr val="D6CBC5">
                    <a:alpha val="4740"/>
                  </a:srgbClr>
                </a:gs>
                <a:gs pos="85714">
                  <a:srgbClr val="D6CBC5">
                    <a:alpha val="1902"/>
                  </a:srgbClr>
                </a:gs>
                <a:gs pos="100000">
                  <a:srgbClr val="D6CBC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5" name="Splat 1285"/>
            <p:cNvSpPr>
              <a:spLocks noGrp="1"/>
            </p:cNvSpPr>
            <p:nvPr/>
          </p:nvSpPr>
          <p:spPr>
            <a:xfrm rot="10221050">
              <a:off x="586270" y="2029699"/>
              <a:ext cx="611997" cy="332789"/>
            </a:xfrm>
            <a:prstGeom prst="ellipse">
              <a:avLst/>
            </a:prstGeom>
            <a:gradFill>
              <a:gsLst>
                <a:gs pos="0">
                  <a:srgbClr val="DED3CC">
                    <a:alpha val="32968"/>
                  </a:srgbClr>
                </a:gs>
                <a:gs pos="14286">
                  <a:srgbClr val="DED3CC">
                    <a:alpha val="30764"/>
                  </a:srgbClr>
                </a:gs>
                <a:gs pos="28571">
                  <a:srgbClr val="DED3CC">
                    <a:alpha val="24833"/>
                  </a:srgbClr>
                </a:gs>
                <a:gs pos="42857">
                  <a:srgbClr val="DED3CC">
                    <a:alpha val="17075"/>
                  </a:srgbClr>
                </a:gs>
                <a:gs pos="57143">
                  <a:srgbClr val="DED3CC">
                    <a:alpha val="9855"/>
                  </a:srgbClr>
                </a:gs>
                <a:gs pos="71429">
                  <a:srgbClr val="DED3CC">
                    <a:alpha val="4740"/>
                  </a:srgbClr>
                </a:gs>
                <a:gs pos="85714">
                  <a:srgbClr val="DED3CC">
                    <a:alpha val="1902"/>
                  </a:srgbClr>
                </a:gs>
                <a:gs pos="100000">
                  <a:srgbClr val="DED3C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6" name="Splat 1286"/>
            <p:cNvSpPr>
              <a:spLocks noGrp="1"/>
            </p:cNvSpPr>
            <p:nvPr/>
          </p:nvSpPr>
          <p:spPr>
            <a:xfrm rot="-10525587">
              <a:off x="451044" y="2001198"/>
              <a:ext cx="669523" cy="483724"/>
            </a:xfrm>
            <a:prstGeom prst="ellipse">
              <a:avLst/>
            </a:prstGeom>
            <a:gradFill>
              <a:gsLst>
                <a:gs pos="0">
                  <a:srgbClr val="93857D">
                    <a:alpha val="30827"/>
                  </a:srgbClr>
                </a:gs>
                <a:gs pos="14286">
                  <a:srgbClr val="93857D">
                    <a:alpha val="28734"/>
                  </a:srgbClr>
                </a:gs>
                <a:gs pos="28571">
                  <a:srgbClr val="93857D">
                    <a:alpha val="23127"/>
                  </a:srgbClr>
                </a:gs>
                <a:gs pos="42857">
                  <a:srgbClr val="93857D">
                    <a:alpha val="15846"/>
                  </a:srgbClr>
                </a:gs>
                <a:gs pos="57143">
                  <a:srgbClr val="93857D">
                    <a:alpha val="9117"/>
                  </a:srgbClr>
                </a:gs>
                <a:gs pos="71429">
                  <a:srgbClr val="93857D">
                    <a:alpha val="4376"/>
                  </a:srgbClr>
                </a:gs>
                <a:gs pos="85714">
                  <a:srgbClr val="93857D">
                    <a:alpha val="1754"/>
                  </a:srgbClr>
                </a:gs>
                <a:gs pos="100000">
                  <a:srgbClr val="93857D">
                    <a:alpha val="5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7" name="Splat 1287"/>
            <p:cNvSpPr>
              <a:spLocks noGrp="1"/>
            </p:cNvSpPr>
            <p:nvPr/>
          </p:nvSpPr>
          <p:spPr>
            <a:xfrm rot="10771207">
              <a:off x="262014" y="1900046"/>
              <a:ext cx="631172" cy="567185"/>
            </a:xfrm>
            <a:prstGeom prst="ellipse">
              <a:avLst/>
            </a:prstGeom>
            <a:gradFill>
              <a:gsLst>
                <a:gs pos="0">
                  <a:srgbClr val="F2E2D8">
                    <a:alpha val="7699"/>
                  </a:srgbClr>
                </a:gs>
                <a:gs pos="14286">
                  <a:srgbClr val="F2E2D8">
                    <a:alpha val="7099"/>
                  </a:srgbClr>
                </a:gs>
                <a:gs pos="28571">
                  <a:srgbClr val="F2E2D8">
                    <a:alpha val="5557"/>
                  </a:srgbClr>
                </a:gs>
                <a:gs pos="42857">
                  <a:srgbClr val="F2E2D8">
                    <a:alpha val="3681"/>
                  </a:srgbClr>
                </a:gs>
                <a:gs pos="57143">
                  <a:srgbClr val="F2E2D8">
                    <a:alpha val="2057"/>
                  </a:srgbClr>
                </a:gs>
                <a:gs pos="71429">
                  <a:srgbClr val="F2E2D8">
                    <a:alpha val="968"/>
                  </a:srgbClr>
                </a:gs>
                <a:gs pos="85714">
                  <a:srgbClr val="F2E2D8">
                    <a:alpha val="384"/>
                  </a:srgbClr>
                </a:gs>
                <a:gs pos="100000">
                  <a:srgbClr val="F2E2D8">
                    <a:alpha val="1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8" name="Splat 1288"/>
            <p:cNvSpPr>
              <a:spLocks noGrp="1"/>
            </p:cNvSpPr>
            <p:nvPr/>
          </p:nvSpPr>
          <p:spPr>
            <a:xfrm rot="6417889">
              <a:off x="160344" y="1904303"/>
              <a:ext cx="617955" cy="569529"/>
            </a:xfrm>
            <a:prstGeom prst="ellipse">
              <a:avLst/>
            </a:prstGeom>
            <a:gradFill>
              <a:gsLst>
                <a:gs pos="0">
                  <a:srgbClr val="EEBC94">
                    <a:alpha val="1637"/>
                  </a:srgbClr>
                </a:gs>
                <a:gs pos="14286">
                  <a:srgbClr val="EEBC94">
                    <a:alpha val="1506"/>
                  </a:srgbClr>
                </a:gs>
                <a:gs pos="28571">
                  <a:srgbClr val="EEBC94">
                    <a:alpha val="1171"/>
                  </a:srgbClr>
                </a:gs>
                <a:gs pos="42857">
                  <a:srgbClr val="EEBC94">
                    <a:alpha val="770"/>
                  </a:srgbClr>
                </a:gs>
                <a:gs pos="57143">
                  <a:srgbClr val="EEBC94">
                    <a:alpha val="427"/>
                  </a:srgbClr>
                </a:gs>
                <a:gs pos="71429">
                  <a:srgbClr val="EEBC94">
                    <a:alpha val="200"/>
                  </a:srgbClr>
                </a:gs>
                <a:gs pos="85714">
                  <a:srgbClr val="EEBC94">
                    <a:alpha val="79"/>
                  </a:srgbClr>
                </a:gs>
                <a:gs pos="100000">
                  <a:srgbClr val="EEBC94">
                    <a:alpha val="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9" name="Splat 1289"/>
            <p:cNvSpPr>
              <a:spLocks noGrp="1"/>
            </p:cNvSpPr>
            <p:nvPr/>
          </p:nvSpPr>
          <p:spPr>
            <a:xfrm rot="6341628">
              <a:off x="-78789" y="1902406"/>
              <a:ext cx="665025" cy="604927"/>
            </a:xfrm>
            <a:prstGeom prst="ellipse">
              <a:avLst/>
            </a:prstGeom>
            <a:gradFill>
              <a:gsLst>
                <a:gs pos="0">
                  <a:srgbClr val="755330">
                    <a:alpha val="10756"/>
                  </a:srgbClr>
                </a:gs>
                <a:gs pos="14286">
                  <a:srgbClr val="755330">
                    <a:alpha val="9930"/>
                  </a:srgbClr>
                </a:gs>
                <a:gs pos="28571">
                  <a:srgbClr val="755330">
                    <a:alpha val="7800"/>
                  </a:srgbClr>
                </a:gs>
                <a:gs pos="42857">
                  <a:srgbClr val="755330">
                    <a:alpha val="5187"/>
                  </a:srgbClr>
                </a:gs>
                <a:gs pos="57143">
                  <a:srgbClr val="755330">
                    <a:alpha val="2908"/>
                  </a:srgbClr>
                </a:gs>
                <a:gs pos="71429">
                  <a:srgbClr val="755330">
                    <a:alpha val="1372"/>
                  </a:srgbClr>
                </a:gs>
                <a:gs pos="85714">
                  <a:srgbClr val="755330">
                    <a:alpha val="545"/>
                  </a:srgbClr>
                </a:gs>
                <a:gs pos="100000">
                  <a:srgbClr val="755330">
                    <a:alpha val="1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0" name="Splat 1290"/>
            <p:cNvSpPr>
              <a:spLocks noGrp="1"/>
            </p:cNvSpPr>
            <p:nvPr/>
          </p:nvSpPr>
          <p:spPr>
            <a:xfrm rot="-9772472">
              <a:off x="-304257" y="1924817"/>
              <a:ext cx="624452" cy="547504"/>
            </a:xfrm>
            <a:prstGeom prst="ellipse">
              <a:avLst/>
            </a:prstGeom>
            <a:gradFill>
              <a:gsLst>
                <a:gs pos="0">
                  <a:srgbClr val="B3AAAB">
                    <a:alpha val="17762"/>
                  </a:srgbClr>
                </a:gs>
                <a:gs pos="14286">
                  <a:srgbClr val="B3AAAB">
                    <a:alpha val="16451"/>
                  </a:srgbClr>
                </a:gs>
                <a:gs pos="28571">
                  <a:srgbClr val="B3AAAB">
                    <a:alpha val="13025"/>
                  </a:srgbClr>
                </a:gs>
                <a:gs pos="42857">
                  <a:srgbClr val="B3AAAB">
                    <a:alpha val="8747"/>
                  </a:srgbClr>
                </a:gs>
                <a:gs pos="57143">
                  <a:srgbClr val="B3AAAB">
                    <a:alpha val="4946"/>
                  </a:srgbClr>
                </a:gs>
                <a:gs pos="71429">
                  <a:srgbClr val="B3AAAB">
                    <a:alpha val="2346"/>
                  </a:srgbClr>
                </a:gs>
                <a:gs pos="85714">
                  <a:srgbClr val="B3AAAB">
                    <a:alpha val="934"/>
                  </a:srgbClr>
                </a:gs>
                <a:gs pos="100000">
                  <a:srgbClr val="B3AAAB">
                    <a:alpha val="3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1" name="Splat 1291"/>
            <p:cNvSpPr>
              <a:spLocks noGrp="1"/>
            </p:cNvSpPr>
            <p:nvPr/>
          </p:nvSpPr>
          <p:spPr>
            <a:xfrm rot="4462442">
              <a:off x="3202102" y="1732875"/>
              <a:ext cx="787849" cy="711796"/>
            </a:xfrm>
            <a:prstGeom prst="ellipse">
              <a:avLst/>
            </a:prstGeom>
            <a:gradFill>
              <a:gsLst>
                <a:gs pos="0">
                  <a:srgbClr val="5C2C00">
                    <a:alpha val="32968"/>
                  </a:srgbClr>
                </a:gs>
                <a:gs pos="14286">
                  <a:srgbClr val="5C2C00">
                    <a:alpha val="30764"/>
                  </a:srgbClr>
                </a:gs>
                <a:gs pos="28571">
                  <a:srgbClr val="5C2C00">
                    <a:alpha val="24833"/>
                  </a:srgbClr>
                </a:gs>
                <a:gs pos="42857">
                  <a:srgbClr val="5C2C00">
                    <a:alpha val="17075"/>
                  </a:srgbClr>
                </a:gs>
                <a:gs pos="57143">
                  <a:srgbClr val="5C2C00">
                    <a:alpha val="9855"/>
                  </a:srgbClr>
                </a:gs>
                <a:gs pos="71429">
                  <a:srgbClr val="5C2C00">
                    <a:alpha val="4740"/>
                  </a:srgbClr>
                </a:gs>
                <a:gs pos="85714">
                  <a:srgbClr val="5C2C00">
                    <a:alpha val="1902"/>
                  </a:srgbClr>
                </a:gs>
                <a:gs pos="100000">
                  <a:srgbClr val="5C2C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2" name="Splat 1292"/>
            <p:cNvSpPr>
              <a:spLocks noGrp="1"/>
            </p:cNvSpPr>
            <p:nvPr/>
          </p:nvSpPr>
          <p:spPr>
            <a:xfrm rot="6083704">
              <a:off x="3044275" y="1820481"/>
              <a:ext cx="771663" cy="286310"/>
            </a:xfrm>
            <a:prstGeom prst="ellipse">
              <a:avLst/>
            </a:prstGeom>
            <a:gradFill>
              <a:gsLst>
                <a:gs pos="0">
                  <a:srgbClr val="834200">
                    <a:alpha val="30218"/>
                  </a:srgbClr>
                </a:gs>
                <a:gs pos="14286">
                  <a:srgbClr val="834200">
                    <a:alpha val="28157"/>
                  </a:srgbClr>
                </a:gs>
                <a:gs pos="28571">
                  <a:srgbClr val="834200">
                    <a:alpha val="22645"/>
                  </a:srgbClr>
                </a:gs>
                <a:gs pos="42857">
                  <a:srgbClr val="834200">
                    <a:alpha val="15500"/>
                  </a:srgbClr>
                </a:gs>
                <a:gs pos="57143">
                  <a:srgbClr val="834200">
                    <a:alpha val="8910"/>
                  </a:srgbClr>
                </a:gs>
                <a:gs pos="71429">
                  <a:srgbClr val="834200">
                    <a:alpha val="4274"/>
                  </a:srgbClr>
                </a:gs>
                <a:gs pos="85714">
                  <a:srgbClr val="834200">
                    <a:alpha val="1713"/>
                  </a:srgbClr>
                </a:gs>
                <a:gs pos="100000">
                  <a:srgbClr val="834200">
                    <a:alpha val="5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3" name="Splat 1293"/>
            <p:cNvSpPr>
              <a:spLocks noGrp="1"/>
            </p:cNvSpPr>
            <p:nvPr/>
          </p:nvSpPr>
          <p:spPr>
            <a:xfrm rot="6618324">
              <a:off x="2931983" y="1950965"/>
              <a:ext cx="742891" cy="18219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4" name="Splat 1294"/>
            <p:cNvSpPr>
              <a:spLocks noGrp="1"/>
            </p:cNvSpPr>
            <p:nvPr/>
          </p:nvSpPr>
          <p:spPr>
            <a:xfrm rot="5606903">
              <a:off x="2753431" y="1813648"/>
              <a:ext cx="656794" cy="28954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5" name="Splat 1295"/>
            <p:cNvSpPr>
              <a:spLocks noGrp="1"/>
            </p:cNvSpPr>
            <p:nvPr/>
          </p:nvSpPr>
          <p:spPr>
            <a:xfrm rot="6847563">
              <a:off x="2589921" y="1959926"/>
              <a:ext cx="330481" cy="23327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6" name="Splat 1296"/>
            <p:cNvSpPr>
              <a:spLocks noGrp="1"/>
            </p:cNvSpPr>
            <p:nvPr/>
          </p:nvSpPr>
          <p:spPr>
            <a:xfrm rot="8998811">
              <a:off x="2250316" y="1897076"/>
              <a:ext cx="788717" cy="307353"/>
            </a:xfrm>
            <a:prstGeom prst="ellipse">
              <a:avLst/>
            </a:prstGeom>
            <a:gradFill>
              <a:gsLst>
                <a:gs pos="0">
                  <a:srgbClr val="000000">
                    <a:alpha val="31469"/>
                  </a:srgbClr>
                </a:gs>
                <a:gs pos="14286">
                  <a:srgbClr val="000000">
                    <a:alpha val="29342"/>
                  </a:srgbClr>
                </a:gs>
                <a:gs pos="28571">
                  <a:srgbClr val="000000">
                    <a:alpha val="23637"/>
                  </a:srgbClr>
                </a:gs>
                <a:gs pos="42857">
                  <a:srgbClr val="000000">
                    <a:alpha val="16212"/>
                  </a:srgbClr>
                </a:gs>
                <a:gs pos="57143">
                  <a:srgbClr val="000000">
                    <a:alpha val="9336"/>
                  </a:srgbClr>
                </a:gs>
                <a:gs pos="71429">
                  <a:srgbClr val="000000">
                    <a:alpha val="4484"/>
                  </a:srgbClr>
                </a:gs>
                <a:gs pos="85714">
                  <a:srgbClr val="000000">
                    <a:alpha val="1798"/>
                  </a:srgbClr>
                </a:gs>
                <a:gs pos="100000">
                  <a:srgbClr val="000000">
                    <a:alpha val="6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7" name="Splat 1297"/>
            <p:cNvSpPr>
              <a:spLocks noGrp="1"/>
            </p:cNvSpPr>
            <p:nvPr/>
          </p:nvSpPr>
          <p:spPr>
            <a:xfrm rot="-9082934">
              <a:off x="2188515" y="1843673"/>
              <a:ext cx="676261" cy="262126"/>
            </a:xfrm>
            <a:prstGeom prst="ellipse">
              <a:avLst/>
            </a:prstGeom>
            <a:gradFill>
              <a:gsLst>
                <a:gs pos="0">
                  <a:srgbClr val="A14D00">
                    <a:alpha val="32968"/>
                  </a:srgbClr>
                </a:gs>
                <a:gs pos="14286">
                  <a:srgbClr val="A14D00">
                    <a:alpha val="30764"/>
                  </a:srgbClr>
                </a:gs>
                <a:gs pos="28571">
                  <a:srgbClr val="A14D00">
                    <a:alpha val="24833"/>
                  </a:srgbClr>
                </a:gs>
                <a:gs pos="42857">
                  <a:srgbClr val="A14D00">
                    <a:alpha val="17075"/>
                  </a:srgbClr>
                </a:gs>
                <a:gs pos="57143">
                  <a:srgbClr val="A14D00">
                    <a:alpha val="9855"/>
                  </a:srgbClr>
                </a:gs>
                <a:gs pos="71429">
                  <a:srgbClr val="A14D00">
                    <a:alpha val="4740"/>
                  </a:srgbClr>
                </a:gs>
                <a:gs pos="85714">
                  <a:srgbClr val="A14D00">
                    <a:alpha val="1902"/>
                  </a:srgbClr>
                </a:gs>
                <a:gs pos="100000">
                  <a:srgbClr val="A14D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8" name="Splat 1298"/>
            <p:cNvSpPr>
              <a:spLocks noGrp="1"/>
            </p:cNvSpPr>
            <p:nvPr/>
          </p:nvSpPr>
          <p:spPr>
            <a:xfrm rot="-10047980">
              <a:off x="1806499" y="1903739"/>
              <a:ext cx="860369" cy="296376"/>
            </a:xfrm>
            <a:prstGeom prst="ellipse">
              <a:avLst/>
            </a:prstGeom>
            <a:gradFill>
              <a:gsLst>
                <a:gs pos="0">
                  <a:srgbClr val="573700">
                    <a:alpha val="32968"/>
                  </a:srgbClr>
                </a:gs>
                <a:gs pos="14286">
                  <a:srgbClr val="573700">
                    <a:alpha val="30764"/>
                  </a:srgbClr>
                </a:gs>
                <a:gs pos="28571">
                  <a:srgbClr val="573700">
                    <a:alpha val="24833"/>
                  </a:srgbClr>
                </a:gs>
                <a:gs pos="42857">
                  <a:srgbClr val="573700">
                    <a:alpha val="17075"/>
                  </a:srgbClr>
                </a:gs>
                <a:gs pos="57143">
                  <a:srgbClr val="573700">
                    <a:alpha val="9855"/>
                  </a:srgbClr>
                </a:gs>
                <a:gs pos="71429">
                  <a:srgbClr val="573700">
                    <a:alpha val="4740"/>
                  </a:srgbClr>
                </a:gs>
                <a:gs pos="85714">
                  <a:srgbClr val="573700">
                    <a:alpha val="1902"/>
                  </a:srgbClr>
                </a:gs>
                <a:gs pos="100000">
                  <a:srgbClr val="5737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9" name="Splat 1299"/>
            <p:cNvSpPr>
              <a:spLocks noGrp="1"/>
            </p:cNvSpPr>
            <p:nvPr/>
          </p:nvSpPr>
          <p:spPr>
            <a:xfrm rot="3559448">
              <a:off x="1544353" y="1817529"/>
              <a:ext cx="545974" cy="367169"/>
            </a:xfrm>
            <a:prstGeom prst="ellipse">
              <a:avLst/>
            </a:prstGeom>
            <a:gradFill>
              <a:gsLst>
                <a:gs pos="0">
                  <a:srgbClr val="6E3C00">
                    <a:alpha val="9907"/>
                  </a:srgbClr>
                </a:gs>
                <a:gs pos="14286">
                  <a:srgbClr val="6E3C00">
                    <a:alpha val="9144"/>
                  </a:srgbClr>
                </a:gs>
                <a:gs pos="28571">
                  <a:srgbClr val="6E3C00">
                    <a:alpha val="7175"/>
                  </a:srgbClr>
                </a:gs>
                <a:gs pos="42857">
                  <a:srgbClr val="6E3C00">
                    <a:alpha val="4766"/>
                  </a:srgbClr>
                </a:gs>
                <a:gs pos="57143">
                  <a:srgbClr val="6E3C00">
                    <a:alpha val="2670"/>
                  </a:srgbClr>
                </a:gs>
                <a:gs pos="71429">
                  <a:srgbClr val="6E3C00">
                    <a:alpha val="1259"/>
                  </a:srgbClr>
                </a:gs>
                <a:gs pos="85714">
                  <a:srgbClr val="6E3C00">
                    <a:alpha val="500"/>
                  </a:srgbClr>
                </a:gs>
                <a:gs pos="100000">
                  <a:srgbClr val="6E3C00">
                    <a:alpha val="1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0" name="Splat 1300"/>
            <p:cNvSpPr>
              <a:spLocks noGrp="1"/>
            </p:cNvSpPr>
            <p:nvPr/>
          </p:nvSpPr>
          <p:spPr>
            <a:xfrm rot="2706086">
              <a:off x="417176" y="1894142"/>
              <a:ext cx="589483" cy="347509"/>
            </a:xfrm>
            <a:prstGeom prst="ellipse">
              <a:avLst/>
            </a:prstGeom>
            <a:gradFill>
              <a:gsLst>
                <a:gs pos="0">
                  <a:srgbClr val="F9F3F4">
                    <a:alpha val="18164"/>
                  </a:srgbClr>
                </a:gs>
                <a:gs pos="14286">
                  <a:srgbClr val="F9F3F4">
                    <a:alpha val="16827"/>
                  </a:srgbClr>
                </a:gs>
                <a:gs pos="28571">
                  <a:srgbClr val="F9F3F4">
                    <a:alpha val="13329"/>
                  </a:srgbClr>
                </a:gs>
                <a:gs pos="42857">
                  <a:srgbClr val="F9F3F4">
                    <a:alpha val="8956"/>
                  </a:srgbClr>
                </a:gs>
                <a:gs pos="57143">
                  <a:srgbClr val="F9F3F4">
                    <a:alpha val="5066"/>
                  </a:srgbClr>
                </a:gs>
                <a:gs pos="71429">
                  <a:srgbClr val="F9F3F4">
                    <a:alpha val="2404"/>
                  </a:srgbClr>
                </a:gs>
                <a:gs pos="85714">
                  <a:srgbClr val="F9F3F4">
                    <a:alpha val="958"/>
                  </a:srgbClr>
                </a:gs>
                <a:gs pos="100000">
                  <a:srgbClr val="F9F3F4">
                    <a:alpha val="3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1" name="Splat 1301"/>
            <p:cNvSpPr>
              <a:spLocks noGrp="1"/>
            </p:cNvSpPr>
            <p:nvPr/>
          </p:nvSpPr>
          <p:spPr>
            <a:xfrm rot="-8809809">
              <a:off x="241351" y="1813856"/>
              <a:ext cx="640705" cy="466153"/>
            </a:xfrm>
            <a:prstGeom prst="ellipse">
              <a:avLst/>
            </a:prstGeom>
            <a:gradFill>
              <a:gsLst>
                <a:gs pos="0">
                  <a:srgbClr val="C8BBB5">
                    <a:alpha val="32968"/>
                  </a:srgbClr>
                </a:gs>
                <a:gs pos="14286">
                  <a:srgbClr val="C8BBB5">
                    <a:alpha val="30764"/>
                  </a:srgbClr>
                </a:gs>
                <a:gs pos="28571">
                  <a:srgbClr val="C8BBB5">
                    <a:alpha val="24833"/>
                  </a:srgbClr>
                </a:gs>
                <a:gs pos="42857">
                  <a:srgbClr val="C8BBB5">
                    <a:alpha val="17075"/>
                  </a:srgbClr>
                </a:gs>
                <a:gs pos="57143">
                  <a:srgbClr val="C8BBB5">
                    <a:alpha val="9855"/>
                  </a:srgbClr>
                </a:gs>
                <a:gs pos="71429">
                  <a:srgbClr val="C8BBB5">
                    <a:alpha val="4740"/>
                  </a:srgbClr>
                </a:gs>
                <a:gs pos="85714">
                  <a:srgbClr val="C8BBB5">
                    <a:alpha val="1902"/>
                  </a:srgbClr>
                </a:gs>
                <a:gs pos="100000">
                  <a:srgbClr val="C8BBB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2" name="Splat 1302"/>
            <p:cNvSpPr>
              <a:spLocks noGrp="1"/>
            </p:cNvSpPr>
            <p:nvPr/>
          </p:nvSpPr>
          <p:spPr>
            <a:xfrm rot="5423879">
              <a:off x="180995" y="1804368"/>
              <a:ext cx="636283" cy="468320"/>
            </a:xfrm>
            <a:prstGeom prst="ellipse">
              <a:avLst/>
            </a:prstGeom>
            <a:gradFill>
              <a:gsLst>
                <a:gs pos="0">
                  <a:srgbClr val="AEA6A3">
                    <a:alpha val="32968"/>
                  </a:srgbClr>
                </a:gs>
                <a:gs pos="14286">
                  <a:srgbClr val="AEA6A3">
                    <a:alpha val="30764"/>
                  </a:srgbClr>
                </a:gs>
                <a:gs pos="28571">
                  <a:srgbClr val="AEA6A3">
                    <a:alpha val="24833"/>
                  </a:srgbClr>
                </a:gs>
                <a:gs pos="42857">
                  <a:srgbClr val="AEA6A3">
                    <a:alpha val="17075"/>
                  </a:srgbClr>
                </a:gs>
                <a:gs pos="57143">
                  <a:srgbClr val="AEA6A3">
                    <a:alpha val="9855"/>
                  </a:srgbClr>
                </a:gs>
                <a:gs pos="71429">
                  <a:srgbClr val="AEA6A3">
                    <a:alpha val="4740"/>
                  </a:srgbClr>
                </a:gs>
                <a:gs pos="85714">
                  <a:srgbClr val="AEA6A3">
                    <a:alpha val="1902"/>
                  </a:srgbClr>
                </a:gs>
                <a:gs pos="100000">
                  <a:srgbClr val="AEA6A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3" name="Splat 1303"/>
            <p:cNvSpPr>
              <a:spLocks noGrp="1"/>
            </p:cNvSpPr>
            <p:nvPr/>
          </p:nvSpPr>
          <p:spPr>
            <a:xfrm rot="-10378932">
              <a:off x="-18040" y="1864544"/>
              <a:ext cx="611073" cy="499586"/>
            </a:xfrm>
            <a:prstGeom prst="ellipse">
              <a:avLst/>
            </a:prstGeom>
            <a:gradFill>
              <a:gsLst>
                <a:gs pos="0">
                  <a:srgbClr val="E8DDDD">
                    <a:alpha val="18928"/>
                  </a:srgbClr>
                </a:gs>
                <a:gs pos="14286">
                  <a:srgbClr val="E8DDDD">
                    <a:alpha val="17540"/>
                  </a:srgbClr>
                </a:gs>
                <a:gs pos="28571">
                  <a:srgbClr val="E8DDDD">
                    <a:alpha val="13907"/>
                  </a:srgbClr>
                </a:gs>
                <a:gs pos="42857">
                  <a:srgbClr val="E8DDDD">
                    <a:alpha val="9355"/>
                  </a:srgbClr>
                </a:gs>
                <a:gs pos="57143">
                  <a:srgbClr val="E8DDDD">
                    <a:alpha val="5297"/>
                  </a:srgbClr>
                </a:gs>
                <a:gs pos="71429">
                  <a:srgbClr val="E8DDDD">
                    <a:alpha val="2515"/>
                  </a:srgbClr>
                </a:gs>
                <a:gs pos="85714">
                  <a:srgbClr val="E8DDDD">
                    <a:alpha val="1002"/>
                  </a:srgbClr>
                </a:gs>
                <a:gs pos="100000">
                  <a:srgbClr val="E8DDDD">
                    <a:alpha val="3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4" name="Splat 1304"/>
            <p:cNvSpPr>
              <a:spLocks noGrp="1"/>
            </p:cNvSpPr>
            <p:nvPr/>
          </p:nvSpPr>
          <p:spPr>
            <a:xfrm rot="10701755">
              <a:off x="-332855" y="1788509"/>
              <a:ext cx="801133" cy="463767"/>
            </a:xfrm>
            <a:prstGeom prst="ellipse">
              <a:avLst/>
            </a:prstGeom>
            <a:gradFill>
              <a:gsLst>
                <a:gs pos="0">
                  <a:srgbClr val="ACA2A1">
                    <a:alpha val="32968"/>
                  </a:srgbClr>
                </a:gs>
                <a:gs pos="14286">
                  <a:srgbClr val="ACA2A1">
                    <a:alpha val="30764"/>
                  </a:srgbClr>
                </a:gs>
                <a:gs pos="28571">
                  <a:srgbClr val="ACA2A1">
                    <a:alpha val="24833"/>
                  </a:srgbClr>
                </a:gs>
                <a:gs pos="42857">
                  <a:srgbClr val="ACA2A1">
                    <a:alpha val="17075"/>
                  </a:srgbClr>
                </a:gs>
                <a:gs pos="57143">
                  <a:srgbClr val="ACA2A1">
                    <a:alpha val="9855"/>
                  </a:srgbClr>
                </a:gs>
                <a:gs pos="71429">
                  <a:srgbClr val="ACA2A1">
                    <a:alpha val="4740"/>
                  </a:srgbClr>
                </a:gs>
                <a:gs pos="85714">
                  <a:srgbClr val="ACA2A1">
                    <a:alpha val="1902"/>
                  </a:srgbClr>
                </a:gs>
                <a:gs pos="100000">
                  <a:srgbClr val="ACA2A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5" name="Splat 1305"/>
            <p:cNvSpPr>
              <a:spLocks noGrp="1"/>
            </p:cNvSpPr>
            <p:nvPr/>
          </p:nvSpPr>
          <p:spPr>
            <a:xfrm rot="4413237">
              <a:off x="3253190" y="1658182"/>
              <a:ext cx="682174" cy="539952"/>
            </a:xfrm>
            <a:prstGeom prst="ellipse">
              <a:avLst/>
            </a:prstGeom>
            <a:gradFill>
              <a:gsLst>
                <a:gs pos="0">
                  <a:srgbClr val="5B2900">
                    <a:alpha val="32968"/>
                  </a:srgbClr>
                </a:gs>
                <a:gs pos="14286">
                  <a:srgbClr val="5B2900">
                    <a:alpha val="30764"/>
                  </a:srgbClr>
                </a:gs>
                <a:gs pos="28571">
                  <a:srgbClr val="5B2900">
                    <a:alpha val="24833"/>
                  </a:srgbClr>
                </a:gs>
                <a:gs pos="42857">
                  <a:srgbClr val="5B2900">
                    <a:alpha val="17075"/>
                  </a:srgbClr>
                </a:gs>
                <a:gs pos="57143">
                  <a:srgbClr val="5B2900">
                    <a:alpha val="9855"/>
                  </a:srgbClr>
                </a:gs>
                <a:gs pos="71429">
                  <a:srgbClr val="5B2900">
                    <a:alpha val="4740"/>
                  </a:srgbClr>
                </a:gs>
                <a:gs pos="85714">
                  <a:srgbClr val="5B2900">
                    <a:alpha val="1902"/>
                  </a:srgbClr>
                </a:gs>
                <a:gs pos="100000">
                  <a:srgbClr val="5B29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6" name="Splat 1306"/>
            <p:cNvSpPr>
              <a:spLocks noGrp="1"/>
            </p:cNvSpPr>
            <p:nvPr/>
          </p:nvSpPr>
          <p:spPr>
            <a:xfrm rot="-9969627">
              <a:off x="3015586" y="1592650"/>
              <a:ext cx="736103" cy="657408"/>
            </a:xfrm>
            <a:prstGeom prst="ellipse">
              <a:avLst/>
            </a:prstGeom>
            <a:gradFill>
              <a:gsLst>
                <a:gs pos="0">
                  <a:srgbClr val="000000">
                    <a:alpha val="20386"/>
                  </a:srgbClr>
                </a:gs>
                <a:gs pos="14286">
                  <a:srgbClr val="000000">
                    <a:alpha val="18905"/>
                  </a:srgbClr>
                </a:gs>
                <a:gs pos="28571">
                  <a:srgbClr val="000000">
                    <a:alpha val="15015"/>
                  </a:srgbClr>
                </a:gs>
                <a:gs pos="42857">
                  <a:srgbClr val="000000">
                    <a:alpha val="10122"/>
                  </a:srgbClr>
                </a:gs>
                <a:gs pos="57143">
                  <a:srgbClr val="000000">
                    <a:alpha val="5742"/>
                  </a:srgbClr>
                </a:gs>
                <a:gs pos="71429">
                  <a:srgbClr val="000000">
                    <a:alpha val="2730"/>
                  </a:srgbClr>
                </a:gs>
                <a:gs pos="85714">
                  <a:srgbClr val="000000">
                    <a:alpha val="1089"/>
                  </a:srgbClr>
                </a:gs>
                <a:gs pos="100000">
                  <a:srgbClr val="000000">
                    <a:alpha val="3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7" name="Splat 1307"/>
            <p:cNvSpPr>
              <a:spLocks noGrp="1"/>
            </p:cNvSpPr>
            <p:nvPr/>
          </p:nvSpPr>
          <p:spPr>
            <a:xfrm rot="7124838">
              <a:off x="2896424" y="1607676"/>
              <a:ext cx="699069" cy="548999"/>
            </a:xfrm>
            <a:prstGeom prst="ellipse">
              <a:avLst/>
            </a:prstGeom>
            <a:gradFill>
              <a:gsLst>
                <a:gs pos="0">
                  <a:srgbClr val="000000">
                    <a:alpha val="9156"/>
                  </a:srgbClr>
                </a:gs>
                <a:gs pos="14286">
                  <a:srgbClr val="000000">
                    <a:alpha val="8447"/>
                  </a:srgbClr>
                </a:gs>
                <a:gs pos="28571">
                  <a:srgbClr val="000000">
                    <a:alpha val="6623"/>
                  </a:srgbClr>
                </a:gs>
                <a:gs pos="42857">
                  <a:srgbClr val="000000">
                    <a:alpha val="4395"/>
                  </a:srgbClr>
                </a:gs>
                <a:gs pos="57143">
                  <a:srgbClr val="000000">
                    <a:alpha val="2460"/>
                  </a:srgbClr>
                </a:gs>
                <a:gs pos="71429">
                  <a:srgbClr val="000000">
                    <a:alpha val="1159"/>
                  </a:srgbClr>
                </a:gs>
                <a:gs pos="85714">
                  <a:srgbClr val="000000">
                    <a:alpha val="460"/>
                  </a:srgbClr>
                </a:gs>
                <a:gs pos="100000">
                  <a:srgbClr val="000000">
                    <a:alpha val="1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8" name="Splat 1308"/>
            <p:cNvSpPr>
              <a:spLocks noGrp="1"/>
            </p:cNvSpPr>
            <p:nvPr/>
          </p:nvSpPr>
          <p:spPr>
            <a:xfrm rot="4588802">
              <a:off x="2795810" y="1753669"/>
              <a:ext cx="635277" cy="227189"/>
            </a:xfrm>
            <a:prstGeom prst="ellipse">
              <a:avLst/>
            </a:prstGeom>
            <a:gradFill>
              <a:gsLst>
                <a:gs pos="0">
                  <a:srgbClr val="6A3000">
                    <a:alpha val="32968"/>
                  </a:srgbClr>
                </a:gs>
                <a:gs pos="14286">
                  <a:srgbClr val="6A3000">
                    <a:alpha val="30764"/>
                  </a:srgbClr>
                </a:gs>
                <a:gs pos="28571">
                  <a:srgbClr val="6A3000">
                    <a:alpha val="24833"/>
                  </a:srgbClr>
                </a:gs>
                <a:gs pos="42857">
                  <a:srgbClr val="6A3000">
                    <a:alpha val="17075"/>
                  </a:srgbClr>
                </a:gs>
                <a:gs pos="57143">
                  <a:srgbClr val="6A3000">
                    <a:alpha val="9855"/>
                  </a:srgbClr>
                </a:gs>
                <a:gs pos="71429">
                  <a:srgbClr val="6A3000">
                    <a:alpha val="4740"/>
                  </a:srgbClr>
                </a:gs>
                <a:gs pos="85714">
                  <a:srgbClr val="6A3000">
                    <a:alpha val="1902"/>
                  </a:srgbClr>
                </a:gs>
                <a:gs pos="100000">
                  <a:srgbClr val="6A3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9" name="Splat 1309"/>
            <p:cNvSpPr>
              <a:spLocks noGrp="1"/>
            </p:cNvSpPr>
            <p:nvPr/>
          </p:nvSpPr>
          <p:spPr>
            <a:xfrm rot="7832814">
              <a:off x="2518805" y="1788036"/>
              <a:ext cx="730781" cy="225238"/>
            </a:xfrm>
            <a:prstGeom prst="ellipse">
              <a:avLst/>
            </a:prstGeom>
            <a:gradFill>
              <a:gsLst>
                <a:gs pos="0">
                  <a:srgbClr val="000000">
                    <a:alpha val="24845"/>
                  </a:srgbClr>
                </a:gs>
                <a:gs pos="14286">
                  <a:srgbClr val="000000">
                    <a:alpha val="23088"/>
                  </a:srgbClr>
                </a:gs>
                <a:gs pos="28571">
                  <a:srgbClr val="000000">
                    <a:alpha val="18439"/>
                  </a:srgbClr>
                </a:gs>
                <a:gs pos="42857">
                  <a:srgbClr val="000000">
                    <a:alpha val="12514"/>
                  </a:srgbClr>
                </a:gs>
                <a:gs pos="57143">
                  <a:srgbClr val="000000">
                    <a:alpha val="7140"/>
                  </a:srgbClr>
                </a:gs>
                <a:gs pos="71429">
                  <a:srgbClr val="000000">
                    <a:alpha val="3408"/>
                  </a:srgbClr>
                </a:gs>
                <a:gs pos="85714">
                  <a:srgbClr val="000000">
                    <a:alpha val="1362"/>
                  </a:srgbClr>
                </a:gs>
                <a:gs pos="100000">
                  <a:srgbClr val="000000">
                    <a:alpha val="4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0" name="Splat 1310"/>
            <p:cNvSpPr>
              <a:spLocks noGrp="1"/>
            </p:cNvSpPr>
            <p:nvPr/>
          </p:nvSpPr>
          <p:spPr>
            <a:xfrm rot="4462921">
              <a:off x="2340495" y="1764965"/>
              <a:ext cx="743431" cy="285164"/>
            </a:xfrm>
            <a:prstGeom prst="ellipse">
              <a:avLst/>
            </a:prstGeom>
            <a:gradFill>
              <a:gsLst>
                <a:gs pos="0">
                  <a:srgbClr val="000000">
                    <a:alpha val="28977"/>
                  </a:srgbClr>
                </a:gs>
                <a:gs pos="14286">
                  <a:srgbClr val="000000">
                    <a:alpha val="26984"/>
                  </a:srgbClr>
                </a:gs>
                <a:gs pos="28571">
                  <a:srgbClr val="000000">
                    <a:alpha val="21666"/>
                  </a:srgbClr>
                </a:gs>
                <a:gs pos="42857">
                  <a:srgbClr val="000000">
                    <a:alpha val="14800"/>
                  </a:srgbClr>
                </a:gs>
                <a:gs pos="57143">
                  <a:srgbClr val="000000">
                    <a:alpha val="8493"/>
                  </a:srgbClr>
                </a:gs>
                <a:gs pos="71429">
                  <a:srgbClr val="000000">
                    <a:alpha val="4069"/>
                  </a:srgbClr>
                </a:gs>
                <a:gs pos="85714">
                  <a:srgbClr val="000000">
                    <a:alpha val="1629"/>
                  </a:srgbClr>
                </a:gs>
                <a:gs pos="100000">
                  <a:srgbClr val="000000">
                    <a:alpha val="5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1" name="Splat 1311"/>
            <p:cNvSpPr>
              <a:spLocks noGrp="1"/>
            </p:cNvSpPr>
            <p:nvPr/>
          </p:nvSpPr>
          <p:spPr>
            <a:xfrm rot="2860342">
              <a:off x="2169587" y="1635541"/>
              <a:ext cx="790703" cy="53587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2" name="Splat 1312"/>
            <p:cNvSpPr>
              <a:spLocks noGrp="1"/>
            </p:cNvSpPr>
            <p:nvPr/>
          </p:nvSpPr>
          <p:spPr>
            <a:xfrm rot="2726610">
              <a:off x="2056503" y="1634228"/>
              <a:ext cx="826274" cy="46811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3" name="Splat 1313"/>
            <p:cNvSpPr>
              <a:spLocks noGrp="1"/>
            </p:cNvSpPr>
            <p:nvPr/>
          </p:nvSpPr>
          <p:spPr>
            <a:xfrm rot="-9777447">
              <a:off x="1894345" y="1796188"/>
              <a:ext cx="722469" cy="339616"/>
            </a:xfrm>
            <a:prstGeom prst="ellipse">
              <a:avLst/>
            </a:prstGeom>
            <a:gradFill>
              <a:gsLst>
                <a:gs pos="0">
                  <a:srgbClr val="7C4F00">
                    <a:alpha val="32968"/>
                  </a:srgbClr>
                </a:gs>
                <a:gs pos="14286">
                  <a:srgbClr val="7C4F00">
                    <a:alpha val="30764"/>
                  </a:srgbClr>
                </a:gs>
                <a:gs pos="28571">
                  <a:srgbClr val="7C4F00">
                    <a:alpha val="24833"/>
                  </a:srgbClr>
                </a:gs>
                <a:gs pos="42857">
                  <a:srgbClr val="7C4F00">
                    <a:alpha val="17075"/>
                  </a:srgbClr>
                </a:gs>
                <a:gs pos="57143">
                  <a:srgbClr val="7C4F00">
                    <a:alpha val="9855"/>
                  </a:srgbClr>
                </a:gs>
                <a:gs pos="71429">
                  <a:srgbClr val="7C4F00">
                    <a:alpha val="4740"/>
                  </a:srgbClr>
                </a:gs>
                <a:gs pos="85714">
                  <a:srgbClr val="7C4F00">
                    <a:alpha val="1902"/>
                  </a:srgbClr>
                </a:gs>
                <a:gs pos="100000">
                  <a:srgbClr val="7C4F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4" name="Splat 1314"/>
            <p:cNvSpPr>
              <a:spLocks noGrp="1"/>
            </p:cNvSpPr>
            <p:nvPr/>
          </p:nvSpPr>
          <p:spPr>
            <a:xfrm rot="10529231">
              <a:off x="1729403" y="1801669"/>
              <a:ext cx="664816" cy="319456"/>
            </a:xfrm>
            <a:prstGeom prst="ellipse">
              <a:avLst/>
            </a:prstGeom>
            <a:gradFill>
              <a:gsLst>
                <a:gs pos="0">
                  <a:srgbClr val="7A562A">
                    <a:alpha val="32968"/>
                  </a:srgbClr>
                </a:gs>
                <a:gs pos="14286">
                  <a:srgbClr val="7A562A">
                    <a:alpha val="30764"/>
                  </a:srgbClr>
                </a:gs>
                <a:gs pos="28571">
                  <a:srgbClr val="7A562A">
                    <a:alpha val="24833"/>
                  </a:srgbClr>
                </a:gs>
                <a:gs pos="42857">
                  <a:srgbClr val="7A562A">
                    <a:alpha val="17075"/>
                  </a:srgbClr>
                </a:gs>
                <a:gs pos="57143">
                  <a:srgbClr val="7A562A">
                    <a:alpha val="9855"/>
                  </a:srgbClr>
                </a:gs>
                <a:gs pos="71429">
                  <a:srgbClr val="7A562A">
                    <a:alpha val="4740"/>
                  </a:srgbClr>
                </a:gs>
                <a:gs pos="85714">
                  <a:srgbClr val="7A562A">
                    <a:alpha val="1902"/>
                  </a:srgbClr>
                </a:gs>
                <a:gs pos="100000">
                  <a:srgbClr val="7A562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5" name="Splat 1315"/>
            <p:cNvSpPr>
              <a:spLocks noGrp="1"/>
            </p:cNvSpPr>
            <p:nvPr/>
          </p:nvSpPr>
          <p:spPr>
            <a:xfrm rot="-10792241">
              <a:off x="1546511" y="1772268"/>
              <a:ext cx="751277" cy="339373"/>
            </a:xfrm>
            <a:prstGeom prst="ellipse">
              <a:avLst/>
            </a:prstGeom>
            <a:gradFill>
              <a:gsLst>
                <a:gs pos="0">
                  <a:srgbClr val="613D00">
                    <a:alpha val="32968"/>
                  </a:srgbClr>
                </a:gs>
                <a:gs pos="14286">
                  <a:srgbClr val="613D00">
                    <a:alpha val="30764"/>
                  </a:srgbClr>
                </a:gs>
                <a:gs pos="28571">
                  <a:srgbClr val="613D00">
                    <a:alpha val="24833"/>
                  </a:srgbClr>
                </a:gs>
                <a:gs pos="42857">
                  <a:srgbClr val="613D00">
                    <a:alpha val="17075"/>
                  </a:srgbClr>
                </a:gs>
                <a:gs pos="57143">
                  <a:srgbClr val="613D00">
                    <a:alpha val="9855"/>
                  </a:srgbClr>
                </a:gs>
                <a:gs pos="71429">
                  <a:srgbClr val="613D00">
                    <a:alpha val="4740"/>
                  </a:srgbClr>
                </a:gs>
                <a:gs pos="85714">
                  <a:srgbClr val="613D00">
                    <a:alpha val="1902"/>
                  </a:srgbClr>
                </a:gs>
                <a:gs pos="100000">
                  <a:srgbClr val="613D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6" name="Splat 1316"/>
            <p:cNvSpPr>
              <a:spLocks noGrp="1"/>
            </p:cNvSpPr>
            <p:nvPr/>
          </p:nvSpPr>
          <p:spPr>
            <a:xfrm rot="10269439">
              <a:off x="1305501" y="1802720"/>
              <a:ext cx="848588" cy="208455"/>
            </a:xfrm>
            <a:prstGeom prst="ellipse">
              <a:avLst/>
            </a:prstGeom>
            <a:gradFill>
              <a:gsLst>
                <a:gs pos="0">
                  <a:srgbClr val="2A0000">
                    <a:alpha val="32968"/>
                  </a:srgbClr>
                </a:gs>
                <a:gs pos="14286">
                  <a:srgbClr val="2A0000">
                    <a:alpha val="30764"/>
                  </a:srgbClr>
                </a:gs>
                <a:gs pos="28571">
                  <a:srgbClr val="2A0000">
                    <a:alpha val="24833"/>
                  </a:srgbClr>
                </a:gs>
                <a:gs pos="42857">
                  <a:srgbClr val="2A0000">
                    <a:alpha val="17075"/>
                  </a:srgbClr>
                </a:gs>
                <a:gs pos="57143">
                  <a:srgbClr val="2A0000">
                    <a:alpha val="9855"/>
                  </a:srgbClr>
                </a:gs>
                <a:gs pos="71429">
                  <a:srgbClr val="2A0000">
                    <a:alpha val="4740"/>
                  </a:srgbClr>
                </a:gs>
                <a:gs pos="85714">
                  <a:srgbClr val="2A0000">
                    <a:alpha val="1902"/>
                  </a:srgbClr>
                </a:gs>
                <a:gs pos="100000">
                  <a:srgbClr val="2A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7" name="Splat 1317"/>
            <p:cNvSpPr>
              <a:spLocks noGrp="1"/>
            </p:cNvSpPr>
            <p:nvPr/>
          </p:nvSpPr>
          <p:spPr>
            <a:xfrm rot="-10519407">
              <a:off x="1192922" y="1734560"/>
              <a:ext cx="764585" cy="262976"/>
            </a:xfrm>
            <a:prstGeom prst="ellipse">
              <a:avLst/>
            </a:prstGeom>
            <a:gradFill>
              <a:gsLst>
                <a:gs pos="0">
                  <a:srgbClr val="000100">
                    <a:alpha val="24051"/>
                  </a:srgbClr>
                </a:gs>
                <a:gs pos="14286">
                  <a:srgbClr val="000100">
                    <a:alpha val="22342"/>
                  </a:srgbClr>
                </a:gs>
                <a:gs pos="28571">
                  <a:srgbClr val="000100">
                    <a:alpha val="17826"/>
                  </a:srgbClr>
                </a:gs>
                <a:gs pos="42857">
                  <a:srgbClr val="000100">
                    <a:alpha val="12083"/>
                  </a:srgbClr>
                </a:gs>
                <a:gs pos="57143">
                  <a:srgbClr val="000100">
                    <a:alpha val="6887"/>
                  </a:srgbClr>
                </a:gs>
                <a:gs pos="71429">
                  <a:srgbClr val="000100">
                    <a:alpha val="3285"/>
                  </a:srgbClr>
                </a:gs>
                <a:gs pos="85714">
                  <a:srgbClr val="000100">
                    <a:alpha val="1312"/>
                  </a:srgbClr>
                </a:gs>
                <a:gs pos="100000">
                  <a:srgbClr val="000100">
                    <a:alpha val="4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8" name="Splat 1318"/>
            <p:cNvSpPr>
              <a:spLocks noGrp="1"/>
            </p:cNvSpPr>
            <p:nvPr/>
          </p:nvSpPr>
          <p:spPr>
            <a:xfrm rot="8076937">
              <a:off x="902055" y="1758897"/>
              <a:ext cx="687866" cy="23112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9" name="Splat 1319"/>
            <p:cNvSpPr>
              <a:spLocks noGrp="1"/>
            </p:cNvSpPr>
            <p:nvPr/>
          </p:nvSpPr>
          <p:spPr>
            <a:xfrm rot="-10503889">
              <a:off x="737818" y="1855120"/>
              <a:ext cx="667566" cy="21336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0" name="Splat 1320"/>
            <p:cNvSpPr>
              <a:spLocks noGrp="1"/>
            </p:cNvSpPr>
            <p:nvPr/>
          </p:nvSpPr>
          <p:spPr>
            <a:xfrm rot="3942254">
              <a:off x="281483" y="1653373"/>
              <a:ext cx="519707" cy="394777"/>
            </a:xfrm>
            <a:prstGeom prst="ellipse">
              <a:avLst/>
            </a:prstGeom>
            <a:gradFill>
              <a:gsLst>
                <a:gs pos="0">
                  <a:srgbClr val="CFC3C0">
                    <a:alpha val="32968"/>
                  </a:srgbClr>
                </a:gs>
                <a:gs pos="14286">
                  <a:srgbClr val="CFC3C0">
                    <a:alpha val="30764"/>
                  </a:srgbClr>
                </a:gs>
                <a:gs pos="28571">
                  <a:srgbClr val="CFC3C0">
                    <a:alpha val="24833"/>
                  </a:srgbClr>
                </a:gs>
                <a:gs pos="42857">
                  <a:srgbClr val="CFC3C0">
                    <a:alpha val="17075"/>
                  </a:srgbClr>
                </a:gs>
                <a:gs pos="57143">
                  <a:srgbClr val="CFC3C0">
                    <a:alpha val="9855"/>
                  </a:srgbClr>
                </a:gs>
                <a:gs pos="71429">
                  <a:srgbClr val="CFC3C0">
                    <a:alpha val="4740"/>
                  </a:srgbClr>
                </a:gs>
                <a:gs pos="85714">
                  <a:srgbClr val="CFC3C0">
                    <a:alpha val="1902"/>
                  </a:srgbClr>
                </a:gs>
                <a:gs pos="100000">
                  <a:srgbClr val="CFC3C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1" name="Splat 1321"/>
            <p:cNvSpPr>
              <a:spLocks noGrp="1"/>
            </p:cNvSpPr>
            <p:nvPr/>
          </p:nvSpPr>
          <p:spPr>
            <a:xfrm rot="3682805">
              <a:off x="59753" y="1634496"/>
              <a:ext cx="753858" cy="561177"/>
            </a:xfrm>
            <a:prstGeom prst="ellipse">
              <a:avLst/>
            </a:prstGeom>
            <a:gradFill>
              <a:gsLst>
                <a:gs pos="0">
                  <a:srgbClr val="B7ABA9">
                    <a:alpha val="32968"/>
                  </a:srgbClr>
                </a:gs>
                <a:gs pos="14286">
                  <a:srgbClr val="B7ABA9">
                    <a:alpha val="30764"/>
                  </a:srgbClr>
                </a:gs>
                <a:gs pos="28571">
                  <a:srgbClr val="B7ABA9">
                    <a:alpha val="24833"/>
                  </a:srgbClr>
                </a:gs>
                <a:gs pos="42857">
                  <a:srgbClr val="B7ABA9">
                    <a:alpha val="17075"/>
                  </a:srgbClr>
                </a:gs>
                <a:gs pos="57143">
                  <a:srgbClr val="B7ABA9">
                    <a:alpha val="9855"/>
                  </a:srgbClr>
                </a:gs>
                <a:gs pos="71429">
                  <a:srgbClr val="B7ABA9">
                    <a:alpha val="4740"/>
                  </a:srgbClr>
                </a:gs>
                <a:gs pos="85714">
                  <a:srgbClr val="B7ABA9">
                    <a:alpha val="1902"/>
                  </a:srgbClr>
                </a:gs>
                <a:gs pos="100000">
                  <a:srgbClr val="B7ABA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2" name="Splat 1322"/>
            <p:cNvSpPr>
              <a:spLocks noGrp="1"/>
            </p:cNvSpPr>
            <p:nvPr/>
          </p:nvSpPr>
          <p:spPr>
            <a:xfrm rot="7197957">
              <a:off x="-63244" y="1601372"/>
              <a:ext cx="677433" cy="552143"/>
            </a:xfrm>
            <a:prstGeom prst="ellipse">
              <a:avLst/>
            </a:prstGeom>
            <a:gradFill>
              <a:gsLst>
                <a:gs pos="0">
                  <a:srgbClr val="C0B2AC">
                    <a:alpha val="32968"/>
                  </a:srgbClr>
                </a:gs>
                <a:gs pos="14286">
                  <a:srgbClr val="C0B2AC">
                    <a:alpha val="30764"/>
                  </a:srgbClr>
                </a:gs>
                <a:gs pos="28571">
                  <a:srgbClr val="C0B2AC">
                    <a:alpha val="24833"/>
                  </a:srgbClr>
                </a:gs>
                <a:gs pos="42857">
                  <a:srgbClr val="C0B2AC">
                    <a:alpha val="17075"/>
                  </a:srgbClr>
                </a:gs>
                <a:gs pos="57143">
                  <a:srgbClr val="C0B2AC">
                    <a:alpha val="9855"/>
                  </a:srgbClr>
                </a:gs>
                <a:gs pos="71429">
                  <a:srgbClr val="C0B2AC">
                    <a:alpha val="4740"/>
                  </a:srgbClr>
                </a:gs>
                <a:gs pos="85714">
                  <a:srgbClr val="C0B2AC">
                    <a:alpha val="1902"/>
                  </a:srgbClr>
                </a:gs>
                <a:gs pos="100000">
                  <a:srgbClr val="C0B2A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3" name="Splat 1323"/>
            <p:cNvSpPr>
              <a:spLocks noGrp="1"/>
            </p:cNvSpPr>
            <p:nvPr/>
          </p:nvSpPr>
          <p:spPr>
            <a:xfrm rot="9866806">
              <a:off x="-332723" y="1612321"/>
              <a:ext cx="761728" cy="651042"/>
            </a:xfrm>
            <a:prstGeom prst="ellipse">
              <a:avLst/>
            </a:prstGeom>
            <a:gradFill>
              <a:gsLst>
                <a:gs pos="0">
                  <a:srgbClr val="DCCCC7">
                    <a:alpha val="14283"/>
                  </a:srgbClr>
                </a:gs>
                <a:gs pos="14286">
                  <a:srgbClr val="DCCCC7">
                    <a:alpha val="13208"/>
                  </a:srgbClr>
                </a:gs>
                <a:gs pos="28571">
                  <a:srgbClr val="DCCCC7">
                    <a:alpha val="10415"/>
                  </a:srgbClr>
                </a:gs>
                <a:gs pos="42857">
                  <a:srgbClr val="DCCCC7">
                    <a:alpha val="6960"/>
                  </a:srgbClr>
                </a:gs>
                <a:gs pos="57143">
                  <a:srgbClr val="DCCCC7">
                    <a:alpha val="3919"/>
                  </a:srgbClr>
                </a:gs>
                <a:gs pos="71429">
                  <a:srgbClr val="DCCCC7">
                    <a:alpha val="1854"/>
                  </a:srgbClr>
                </a:gs>
                <a:gs pos="85714">
                  <a:srgbClr val="DCCCC7">
                    <a:alpha val="737"/>
                  </a:srgbClr>
                </a:gs>
                <a:gs pos="100000">
                  <a:srgbClr val="DCCCC7">
                    <a:alpha val="2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4" name="Splat 1324"/>
            <p:cNvSpPr>
              <a:spLocks noGrp="1"/>
            </p:cNvSpPr>
            <p:nvPr/>
          </p:nvSpPr>
          <p:spPr>
            <a:xfrm rot="4857530">
              <a:off x="3154190" y="1520974"/>
              <a:ext cx="808706" cy="551997"/>
            </a:xfrm>
            <a:prstGeom prst="ellipse">
              <a:avLst/>
            </a:prstGeom>
            <a:gradFill>
              <a:gsLst>
                <a:gs pos="0">
                  <a:srgbClr val="4D2600">
                    <a:alpha val="32968"/>
                  </a:srgbClr>
                </a:gs>
                <a:gs pos="14286">
                  <a:srgbClr val="4D2600">
                    <a:alpha val="30764"/>
                  </a:srgbClr>
                </a:gs>
                <a:gs pos="28571">
                  <a:srgbClr val="4D2600">
                    <a:alpha val="24833"/>
                  </a:srgbClr>
                </a:gs>
                <a:gs pos="42857">
                  <a:srgbClr val="4D2600">
                    <a:alpha val="17075"/>
                  </a:srgbClr>
                </a:gs>
                <a:gs pos="57143">
                  <a:srgbClr val="4D2600">
                    <a:alpha val="9855"/>
                  </a:srgbClr>
                </a:gs>
                <a:gs pos="71429">
                  <a:srgbClr val="4D2600">
                    <a:alpha val="4740"/>
                  </a:srgbClr>
                </a:gs>
                <a:gs pos="85714">
                  <a:srgbClr val="4D2600">
                    <a:alpha val="1902"/>
                  </a:srgbClr>
                </a:gs>
                <a:gs pos="100000">
                  <a:srgbClr val="4D2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5" name="Splat 1325"/>
            <p:cNvSpPr>
              <a:spLocks noGrp="1"/>
            </p:cNvSpPr>
            <p:nvPr/>
          </p:nvSpPr>
          <p:spPr>
            <a:xfrm rot="3695239">
              <a:off x="3056630" y="1521454"/>
              <a:ext cx="644032" cy="334267"/>
            </a:xfrm>
            <a:prstGeom prst="ellipse">
              <a:avLst/>
            </a:prstGeom>
            <a:gradFill>
              <a:gsLst>
                <a:gs pos="0">
                  <a:srgbClr val="7A3C00">
                    <a:alpha val="32968"/>
                  </a:srgbClr>
                </a:gs>
                <a:gs pos="14286">
                  <a:srgbClr val="7A3C00">
                    <a:alpha val="30764"/>
                  </a:srgbClr>
                </a:gs>
                <a:gs pos="28571">
                  <a:srgbClr val="7A3C00">
                    <a:alpha val="24833"/>
                  </a:srgbClr>
                </a:gs>
                <a:gs pos="42857">
                  <a:srgbClr val="7A3C00">
                    <a:alpha val="17075"/>
                  </a:srgbClr>
                </a:gs>
                <a:gs pos="57143">
                  <a:srgbClr val="7A3C00">
                    <a:alpha val="9855"/>
                  </a:srgbClr>
                </a:gs>
                <a:gs pos="71429">
                  <a:srgbClr val="7A3C00">
                    <a:alpha val="4740"/>
                  </a:srgbClr>
                </a:gs>
                <a:gs pos="85714">
                  <a:srgbClr val="7A3C00">
                    <a:alpha val="1902"/>
                  </a:srgbClr>
                </a:gs>
                <a:gs pos="100000">
                  <a:srgbClr val="7A3C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6" name="Splat 1326"/>
            <p:cNvSpPr>
              <a:spLocks noGrp="1"/>
            </p:cNvSpPr>
            <p:nvPr/>
          </p:nvSpPr>
          <p:spPr>
            <a:xfrm rot="4312437">
              <a:off x="2800574" y="1557521"/>
              <a:ext cx="885341" cy="274217"/>
            </a:xfrm>
            <a:prstGeom prst="ellipse">
              <a:avLst/>
            </a:prstGeom>
            <a:gradFill>
              <a:gsLst>
                <a:gs pos="0">
                  <a:srgbClr val="000100">
                    <a:alpha val="31469"/>
                  </a:srgbClr>
                </a:gs>
                <a:gs pos="14286">
                  <a:srgbClr val="000100">
                    <a:alpha val="29342"/>
                  </a:srgbClr>
                </a:gs>
                <a:gs pos="28571">
                  <a:srgbClr val="000100">
                    <a:alpha val="23637"/>
                  </a:srgbClr>
                </a:gs>
                <a:gs pos="42857">
                  <a:srgbClr val="000100">
                    <a:alpha val="16212"/>
                  </a:srgbClr>
                </a:gs>
                <a:gs pos="57143">
                  <a:srgbClr val="000100">
                    <a:alpha val="9336"/>
                  </a:srgbClr>
                </a:gs>
                <a:gs pos="71429">
                  <a:srgbClr val="000100">
                    <a:alpha val="4484"/>
                  </a:srgbClr>
                </a:gs>
                <a:gs pos="85714">
                  <a:srgbClr val="000100">
                    <a:alpha val="1798"/>
                  </a:srgbClr>
                </a:gs>
                <a:gs pos="100000">
                  <a:srgbClr val="000100">
                    <a:alpha val="6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7" name="Splat 1327"/>
            <p:cNvSpPr>
              <a:spLocks noGrp="1"/>
            </p:cNvSpPr>
            <p:nvPr/>
          </p:nvSpPr>
          <p:spPr>
            <a:xfrm rot="2813937">
              <a:off x="2700974" y="1568820"/>
              <a:ext cx="477658" cy="353112"/>
            </a:xfrm>
            <a:prstGeom prst="ellipse">
              <a:avLst/>
            </a:prstGeom>
            <a:gradFill>
              <a:gsLst>
                <a:gs pos="0">
                  <a:srgbClr val="000000">
                    <a:alpha val="31882"/>
                  </a:srgbClr>
                </a:gs>
                <a:gs pos="14286">
                  <a:srgbClr val="000000">
                    <a:alpha val="29733"/>
                  </a:srgbClr>
                </a:gs>
                <a:gs pos="28571">
                  <a:srgbClr val="000000">
                    <a:alpha val="23966"/>
                  </a:srgbClr>
                </a:gs>
                <a:gs pos="42857">
                  <a:srgbClr val="000000">
                    <a:alpha val="16449"/>
                  </a:srgbClr>
                </a:gs>
                <a:gs pos="57143">
                  <a:srgbClr val="000000">
                    <a:alpha val="9478"/>
                  </a:srgbClr>
                </a:gs>
                <a:gs pos="71429">
                  <a:srgbClr val="000000">
                    <a:alpha val="4554"/>
                  </a:srgbClr>
                </a:gs>
                <a:gs pos="85714">
                  <a:srgbClr val="000000">
                    <a:alpha val="1826"/>
                  </a:srgbClr>
                </a:gs>
                <a:gs pos="100000">
                  <a:srgbClr val="000000">
                    <a:alpha val="6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8" name="Splat 1328"/>
            <p:cNvSpPr>
              <a:spLocks noGrp="1"/>
            </p:cNvSpPr>
            <p:nvPr/>
          </p:nvSpPr>
          <p:spPr>
            <a:xfrm rot="3246676">
              <a:off x="2219699" y="1503202"/>
              <a:ext cx="692825" cy="446030"/>
            </a:xfrm>
            <a:prstGeom prst="ellipse">
              <a:avLst/>
            </a:prstGeom>
            <a:gradFill>
              <a:gsLst>
                <a:gs pos="0">
                  <a:srgbClr val="000000">
                    <a:alpha val="17509"/>
                  </a:srgbClr>
                </a:gs>
                <a:gs pos="14286">
                  <a:srgbClr val="000000">
                    <a:alpha val="16214"/>
                  </a:srgbClr>
                </a:gs>
                <a:gs pos="28571">
                  <a:srgbClr val="000000">
                    <a:alpha val="12834"/>
                  </a:srgbClr>
                </a:gs>
                <a:gs pos="42857">
                  <a:srgbClr val="000000">
                    <a:alpha val="8616"/>
                  </a:srgbClr>
                </a:gs>
                <a:gs pos="57143">
                  <a:srgbClr val="000000">
                    <a:alpha val="4870"/>
                  </a:srgbClr>
                </a:gs>
                <a:gs pos="71429">
                  <a:srgbClr val="000000">
                    <a:alpha val="2310"/>
                  </a:srgbClr>
                </a:gs>
                <a:gs pos="85714">
                  <a:srgbClr val="000000">
                    <a:alpha val="920"/>
                  </a:srgbClr>
                </a:gs>
                <a:gs pos="100000">
                  <a:srgbClr val="000000">
                    <a:alpha val="3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9" name="Splat 1329"/>
            <p:cNvSpPr>
              <a:spLocks noGrp="1"/>
            </p:cNvSpPr>
            <p:nvPr/>
          </p:nvSpPr>
          <p:spPr>
            <a:xfrm rot="3139300">
              <a:off x="2140246" y="1604414"/>
              <a:ext cx="565499" cy="361865"/>
            </a:xfrm>
            <a:prstGeom prst="ellipse">
              <a:avLst/>
            </a:prstGeom>
            <a:gradFill>
              <a:gsLst>
                <a:gs pos="0">
                  <a:srgbClr val="5A2A00">
                    <a:alpha val="32968"/>
                  </a:srgbClr>
                </a:gs>
                <a:gs pos="14286">
                  <a:srgbClr val="5A2A00">
                    <a:alpha val="30764"/>
                  </a:srgbClr>
                </a:gs>
                <a:gs pos="28571">
                  <a:srgbClr val="5A2A00">
                    <a:alpha val="24833"/>
                  </a:srgbClr>
                </a:gs>
                <a:gs pos="42857">
                  <a:srgbClr val="5A2A00">
                    <a:alpha val="17075"/>
                  </a:srgbClr>
                </a:gs>
                <a:gs pos="57143">
                  <a:srgbClr val="5A2A00">
                    <a:alpha val="9855"/>
                  </a:srgbClr>
                </a:gs>
                <a:gs pos="71429">
                  <a:srgbClr val="5A2A00">
                    <a:alpha val="4740"/>
                  </a:srgbClr>
                </a:gs>
                <a:gs pos="85714">
                  <a:srgbClr val="5A2A00">
                    <a:alpha val="1902"/>
                  </a:srgbClr>
                </a:gs>
                <a:gs pos="100000">
                  <a:srgbClr val="5A2A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0" name="Splat 1330"/>
            <p:cNvSpPr>
              <a:spLocks noGrp="1"/>
            </p:cNvSpPr>
            <p:nvPr/>
          </p:nvSpPr>
          <p:spPr>
            <a:xfrm rot="-8366684">
              <a:off x="1039972" y="1657362"/>
              <a:ext cx="503754" cy="22959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1" name="Splat 1331"/>
            <p:cNvSpPr>
              <a:spLocks noGrp="1"/>
            </p:cNvSpPr>
            <p:nvPr/>
          </p:nvSpPr>
          <p:spPr>
            <a:xfrm rot="6754096">
              <a:off x="88095" y="1548700"/>
              <a:ext cx="626177" cy="328501"/>
            </a:xfrm>
            <a:prstGeom prst="ellipse">
              <a:avLst/>
            </a:prstGeom>
            <a:gradFill>
              <a:gsLst>
                <a:gs pos="0">
                  <a:srgbClr val="C1B2B0">
                    <a:alpha val="32968"/>
                  </a:srgbClr>
                </a:gs>
                <a:gs pos="14286">
                  <a:srgbClr val="C1B2B0">
                    <a:alpha val="30764"/>
                  </a:srgbClr>
                </a:gs>
                <a:gs pos="28571">
                  <a:srgbClr val="C1B2B0">
                    <a:alpha val="24833"/>
                  </a:srgbClr>
                </a:gs>
                <a:gs pos="42857">
                  <a:srgbClr val="C1B2B0">
                    <a:alpha val="17075"/>
                  </a:srgbClr>
                </a:gs>
                <a:gs pos="57143">
                  <a:srgbClr val="C1B2B0">
                    <a:alpha val="9855"/>
                  </a:srgbClr>
                </a:gs>
                <a:gs pos="71429">
                  <a:srgbClr val="C1B2B0">
                    <a:alpha val="4740"/>
                  </a:srgbClr>
                </a:gs>
                <a:gs pos="85714">
                  <a:srgbClr val="C1B2B0">
                    <a:alpha val="1902"/>
                  </a:srgbClr>
                </a:gs>
                <a:gs pos="100000">
                  <a:srgbClr val="C1B2B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2" name="Splat 1332"/>
            <p:cNvSpPr>
              <a:spLocks noGrp="1"/>
            </p:cNvSpPr>
            <p:nvPr/>
          </p:nvSpPr>
          <p:spPr>
            <a:xfrm rot="8384659">
              <a:off x="-82317" y="1558685"/>
              <a:ext cx="753024" cy="334935"/>
            </a:xfrm>
            <a:prstGeom prst="ellipse">
              <a:avLst/>
            </a:prstGeom>
            <a:gradFill>
              <a:gsLst>
                <a:gs pos="0">
                  <a:srgbClr val="A19493">
                    <a:alpha val="32968"/>
                  </a:srgbClr>
                </a:gs>
                <a:gs pos="14286">
                  <a:srgbClr val="A19493">
                    <a:alpha val="30764"/>
                  </a:srgbClr>
                </a:gs>
                <a:gs pos="28571">
                  <a:srgbClr val="A19493">
                    <a:alpha val="24833"/>
                  </a:srgbClr>
                </a:gs>
                <a:gs pos="42857">
                  <a:srgbClr val="A19493">
                    <a:alpha val="17075"/>
                  </a:srgbClr>
                </a:gs>
                <a:gs pos="57143">
                  <a:srgbClr val="A19493">
                    <a:alpha val="9855"/>
                  </a:srgbClr>
                </a:gs>
                <a:gs pos="71429">
                  <a:srgbClr val="A19493">
                    <a:alpha val="4740"/>
                  </a:srgbClr>
                </a:gs>
                <a:gs pos="85714">
                  <a:srgbClr val="A19493">
                    <a:alpha val="1902"/>
                  </a:srgbClr>
                </a:gs>
                <a:gs pos="100000">
                  <a:srgbClr val="A1949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3" name="Splat 1333"/>
            <p:cNvSpPr>
              <a:spLocks noGrp="1"/>
            </p:cNvSpPr>
            <p:nvPr/>
          </p:nvSpPr>
          <p:spPr>
            <a:xfrm rot="2720684">
              <a:off x="-207651" y="1444040"/>
              <a:ext cx="582900" cy="549669"/>
            </a:xfrm>
            <a:prstGeom prst="ellipse">
              <a:avLst/>
            </a:prstGeom>
            <a:gradFill>
              <a:gsLst>
                <a:gs pos="0">
                  <a:srgbClr val="F3D8CE">
                    <a:alpha val="7355"/>
                  </a:srgbClr>
                </a:gs>
                <a:gs pos="14286">
                  <a:srgbClr val="F3D8CE">
                    <a:alpha val="6781"/>
                  </a:srgbClr>
                </a:gs>
                <a:gs pos="28571">
                  <a:srgbClr val="F3D8CE">
                    <a:alpha val="5306"/>
                  </a:srgbClr>
                </a:gs>
                <a:gs pos="42857">
                  <a:srgbClr val="F3D8CE">
                    <a:alpha val="3513"/>
                  </a:srgbClr>
                </a:gs>
                <a:gs pos="57143">
                  <a:srgbClr val="F3D8CE">
                    <a:alpha val="1962"/>
                  </a:srgbClr>
                </a:gs>
                <a:gs pos="71429">
                  <a:srgbClr val="F3D8CE">
                    <a:alpha val="923"/>
                  </a:srgbClr>
                </a:gs>
                <a:gs pos="85714">
                  <a:srgbClr val="F3D8CE">
                    <a:alpha val="366"/>
                  </a:srgbClr>
                </a:gs>
                <a:gs pos="100000">
                  <a:srgbClr val="F3D8CE">
                    <a:alpha val="1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4" name="Splat 1334"/>
            <p:cNvSpPr>
              <a:spLocks noGrp="1"/>
            </p:cNvSpPr>
            <p:nvPr/>
          </p:nvSpPr>
          <p:spPr>
            <a:xfrm rot="6628035">
              <a:off x="3213664" y="1350213"/>
              <a:ext cx="722491" cy="504744"/>
            </a:xfrm>
            <a:prstGeom prst="ellipse">
              <a:avLst/>
            </a:prstGeom>
            <a:gradFill>
              <a:gsLst>
                <a:gs pos="0">
                  <a:srgbClr val="673500">
                    <a:alpha val="29697"/>
                  </a:srgbClr>
                </a:gs>
                <a:gs pos="14286">
                  <a:srgbClr val="673500">
                    <a:alpha val="27665"/>
                  </a:srgbClr>
                </a:gs>
                <a:gs pos="28571">
                  <a:srgbClr val="673500">
                    <a:alpha val="22233"/>
                  </a:srgbClr>
                </a:gs>
                <a:gs pos="42857">
                  <a:srgbClr val="673500">
                    <a:alpha val="15205"/>
                  </a:srgbClr>
                </a:gs>
                <a:gs pos="57143">
                  <a:srgbClr val="673500">
                    <a:alpha val="8734"/>
                  </a:srgbClr>
                </a:gs>
                <a:gs pos="71429">
                  <a:srgbClr val="673500">
                    <a:alpha val="4188"/>
                  </a:srgbClr>
                </a:gs>
                <a:gs pos="85714">
                  <a:srgbClr val="673500">
                    <a:alpha val="1677"/>
                  </a:srgbClr>
                </a:gs>
                <a:gs pos="100000">
                  <a:srgbClr val="673500">
                    <a:alpha val="5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5" name="Splat 1335"/>
            <p:cNvSpPr>
              <a:spLocks noGrp="1"/>
            </p:cNvSpPr>
            <p:nvPr/>
          </p:nvSpPr>
          <p:spPr>
            <a:xfrm rot="9749773">
              <a:off x="3105913" y="1349128"/>
              <a:ext cx="617902" cy="308496"/>
            </a:xfrm>
            <a:prstGeom prst="ellipse">
              <a:avLst/>
            </a:prstGeom>
            <a:gradFill>
              <a:gsLst>
                <a:gs pos="0">
                  <a:srgbClr val="FE8700">
                    <a:alpha val="8355"/>
                  </a:srgbClr>
                </a:gs>
                <a:gs pos="14286">
                  <a:srgbClr val="FE8700">
                    <a:alpha val="7706"/>
                  </a:srgbClr>
                </a:gs>
                <a:gs pos="28571">
                  <a:srgbClr val="FE8700">
                    <a:alpha val="6036"/>
                  </a:srgbClr>
                </a:gs>
                <a:gs pos="42857">
                  <a:srgbClr val="FE8700">
                    <a:alpha val="4002"/>
                  </a:srgbClr>
                </a:gs>
                <a:gs pos="57143">
                  <a:srgbClr val="FE8700">
                    <a:alpha val="2238"/>
                  </a:srgbClr>
                </a:gs>
                <a:gs pos="71429">
                  <a:srgbClr val="FE8700">
                    <a:alpha val="1054"/>
                  </a:srgbClr>
                </a:gs>
                <a:gs pos="85714">
                  <a:srgbClr val="FE8700">
                    <a:alpha val="418"/>
                  </a:srgbClr>
                </a:gs>
                <a:gs pos="100000">
                  <a:srgbClr val="FE8700">
                    <a:alpha val="1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6" name="Splat 1336"/>
            <p:cNvSpPr>
              <a:spLocks noGrp="1"/>
            </p:cNvSpPr>
            <p:nvPr/>
          </p:nvSpPr>
          <p:spPr>
            <a:xfrm rot="-8503102">
              <a:off x="2995981" y="1384906"/>
              <a:ext cx="668303" cy="360400"/>
            </a:xfrm>
            <a:prstGeom prst="ellipse">
              <a:avLst/>
            </a:prstGeom>
            <a:gradFill>
              <a:gsLst>
                <a:gs pos="0">
                  <a:srgbClr val="553100">
                    <a:alpha val="32968"/>
                  </a:srgbClr>
                </a:gs>
                <a:gs pos="14286">
                  <a:srgbClr val="553100">
                    <a:alpha val="30764"/>
                  </a:srgbClr>
                </a:gs>
                <a:gs pos="28571">
                  <a:srgbClr val="553100">
                    <a:alpha val="24833"/>
                  </a:srgbClr>
                </a:gs>
                <a:gs pos="42857">
                  <a:srgbClr val="553100">
                    <a:alpha val="17075"/>
                  </a:srgbClr>
                </a:gs>
                <a:gs pos="57143">
                  <a:srgbClr val="553100">
                    <a:alpha val="9855"/>
                  </a:srgbClr>
                </a:gs>
                <a:gs pos="71429">
                  <a:srgbClr val="553100">
                    <a:alpha val="4740"/>
                  </a:srgbClr>
                </a:gs>
                <a:gs pos="85714">
                  <a:srgbClr val="553100">
                    <a:alpha val="1902"/>
                  </a:srgbClr>
                </a:gs>
                <a:gs pos="100000">
                  <a:srgbClr val="553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7" name="Splat 1337"/>
            <p:cNvSpPr>
              <a:spLocks noGrp="1"/>
            </p:cNvSpPr>
            <p:nvPr/>
          </p:nvSpPr>
          <p:spPr>
            <a:xfrm rot="-8187506">
              <a:off x="2501935" y="1512109"/>
              <a:ext cx="797492" cy="188814"/>
            </a:xfrm>
            <a:prstGeom prst="ellipse">
              <a:avLst/>
            </a:prstGeom>
            <a:gradFill>
              <a:gsLst>
                <a:gs pos="0">
                  <a:srgbClr val="000000">
                    <a:alpha val="12245"/>
                  </a:srgbClr>
                </a:gs>
                <a:gs pos="14286">
                  <a:srgbClr val="000000">
                    <a:alpha val="11313"/>
                  </a:srgbClr>
                </a:gs>
                <a:gs pos="28571">
                  <a:srgbClr val="000000">
                    <a:alpha val="8900"/>
                  </a:srgbClr>
                </a:gs>
                <a:gs pos="42857">
                  <a:srgbClr val="000000">
                    <a:alpha val="5931"/>
                  </a:srgbClr>
                </a:gs>
                <a:gs pos="57143">
                  <a:srgbClr val="000000">
                    <a:alpha val="3331"/>
                  </a:srgbClr>
                </a:gs>
                <a:gs pos="71429">
                  <a:srgbClr val="000000">
                    <a:alpha val="1573"/>
                  </a:srgbClr>
                </a:gs>
                <a:gs pos="85714">
                  <a:srgbClr val="000000">
                    <a:alpha val="625"/>
                  </a:srgbClr>
                </a:gs>
                <a:gs pos="100000">
                  <a:srgbClr val="000000">
                    <a:alpha val="2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8" name="Splat 1338"/>
            <p:cNvSpPr>
              <a:spLocks noGrp="1"/>
            </p:cNvSpPr>
            <p:nvPr/>
          </p:nvSpPr>
          <p:spPr>
            <a:xfrm rot="4495244">
              <a:off x="2255000" y="1483079"/>
              <a:ext cx="620933" cy="224564"/>
            </a:xfrm>
            <a:prstGeom prst="ellipse">
              <a:avLst/>
            </a:prstGeom>
            <a:gradFill>
              <a:gsLst>
                <a:gs pos="0">
                  <a:srgbClr val="000100">
                    <a:alpha val="32968"/>
                  </a:srgbClr>
                </a:gs>
                <a:gs pos="14286">
                  <a:srgbClr val="000100">
                    <a:alpha val="30764"/>
                  </a:srgbClr>
                </a:gs>
                <a:gs pos="28571">
                  <a:srgbClr val="000100">
                    <a:alpha val="24833"/>
                  </a:srgbClr>
                </a:gs>
                <a:gs pos="42857">
                  <a:srgbClr val="000100">
                    <a:alpha val="17075"/>
                  </a:srgbClr>
                </a:gs>
                <a:gs pos="57143">
                  <a:srgbClr val="000100">
                    <a:alpha val="9855"/>
                  </a:srgbClr>
                </a:gs>
                <a:gs pos="71429">
                  <a:srgbClr val="000100">
                    <a:alpha val="4740"/>
                  </a:srgbClr>
                </a:gs>
                <a:gs pos="85714">
                  <a:srgbClr val="000100">
                    <a:alpha val="1902"/>
                  </a:srgbClr>
                </a:gs>
                <a:gs pos="100000">
                  <a:srgbClr val="000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9" name="Splat 1339"/>
            <p:cNvSpPr>
              <a:spLocks noGrp="1"/>
            </p:cNvSpPr>
            <p:nvPr/>
          </p:nvSpPr>
          <p:spPr>
            <a:xfrm rot="4999871">
              <a:off x="1121816" y="1426102"/>
              <a:ext cx="466680" cy="201765"/>
            </a:xfrm>
            <a:prstGeom prst="ellipse">
              <a:avLst/>
            </a:prstGeom>
            <a:gradFill>
              <a:gsLst>
                <a:gs pos="0">
                  <a:srgbClr val="040000">
                    <a:alpha val="23652"/>
                  </a:srgbClr>
                </a:gs>
                <a:gs pos="14286">
                  <a:srgbClr val="040000">
                    <a:alpha val="21968"/>
                  </a:srgbClr>
                </a:gs>
                <a:gs pos="28571">
                  <a:srgbClr val="040000">
                    <a:alpha val="17518"/>
                  </a:srgbClr>
                </a:gs>
                <a:gs pos="42857">
                  <a:srgbClr val="040000">
                    <a:alpha val="11867"/>
                  </a:srgbClr>
                </a:gs>
                <a:gs pos="57143">
                  <a:srgbClr val="040000">
                    <a:alpha val="6760"/>
                  </a:srgbClr>
                </a:gs>
                <a:gs pos="71429">
                  <a:srgbClr val="040000">
                    <a:alpha val="3223"/>
                  </a:srgbClr>
                </a:gs>
                <a:gs pos="85714">
                  <a:srgbClr val="040000">
                    <a:alpha val="1287"/>
                  </a:srgbClr>
                </a:gs>
                <a:gs pos="100000">
                  <a:srgbClr val="040000">
                    <a:alpha val="4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0" name="Splat 1340"/>
            <p:cNvSpPr>
              <a:spLocks noGrp="1"/>
            </p:cNvSpPr>
            <p:nvPr/>
          </p:nvSpPr>
          <p:spPr>
            <a:xfrm rot="10493765">
              <a:off x="380525" y="1396319"/>
              <a:ext cx="608244" cy="361296"/>
            </a:xfrm>
            <a:prstGeom prst="ellipse">
              <a:avLst/>
            </a:prstGeom>
            <a:gradFill>
              <a:gsLst>
                <a:gs pos="0">
                  <a:srgbClr val="000000">
                    <a:alpha val="26325"/>
                  </a:srgbClr>
                </a:gs>
                <a:gs pos="14286">
                  <a:srgbClr val="000000">
                    <a:alpha val="24482"/>
                  </a:srgbClr>
                </a:gs>
                <a:gs pos="28571">
                  <a:srgbClr val="000000">
                    <a:alpha val="19589"/>
                  </a:srgbClr>
                </a:gs>
                <a:gs pos="42857">
                  <a:srgbClr val="000000">
                    <a:alpha val="13325"/>
                  </a:srgbClr>
                </a:gs>
                <a:gs pos="57143">
                  <a:srgbClr val="000000">
                    <a:alpha val="7618"/>
                  </a:srgbClr>
                </a:gs>
                <a:gs pos="71429">
                  <a:srgbClr val="000000">
                    <a:alpha val="3641"/>
                  </a:srgbClr>
                </a:gs>
                <a:gs pos="85714">
                  <a:srgbClr val="000000">
                    <a:alpha val="1456"/>
                  </a:srgbClr>
                </a:gs>
                <a:gs pos="100000">
                  <a:srgbClr val="000000">
                    <a:alpha val="4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1" name="Splat 1341"/>
            <p:cNvSpPr>
              <a:spLocks noGrp="1"/>
            </p:cNvSpPr>
            <p:nvPr/>
          </p:nvSpPr>
          <p:spPr>
            <a:xfrm rot="3311959">
              <a:off x="12719" y="1502532"/>
              <a:ext cx="777986" cy="269256"/>
            </a:xfrm>
            <a:prstGeom prst="ellipse">
              <a:avLst/>
            </a:prstGeom>
            <a:gradFill>
              <a:gsLst>
                <a:gs pos="0">
                  <a:srgbClr val="2C0000">
                    <a:alpha val="10946"/>
                  </a:srgbClr>
                </a:gs>
                <a:gs pos="14286">
                  <a:srgbClr val="2C0000">
                    <a:alpha val="10107"/>
                  </a:srgbClr>
                </a:gs>
                <a:gs pos="28571">
                  <a:srgbClr val="2C0000">
                    <a:alpha val="7940"/>
                  </a:srgbClr>
                </a:gs>
                <a:gs pos="42857">
                  <a:srgbClr val="2C0000">
                    <a:alpha val="5282"/>
                  </a:srgbClr>
                </a:gs>
                <a:gs pos="57143">
                  <a:srgbClr val="2C0000">
                    <a:alpha val="2962"/>
                  </a:srgbClr>
                </a:gs>
                <a:gs pos="71429">
                  <a:srgbClr val="2C0000">
                    <a:alpha val="1398"/>
                  </a:srgbClr>
                </a:gs>
                <a:gs pos="85714">
                  <a:srgbClr val="2C0000">
                    <a:alpha val="555"/>
                  </a:srgbClr>
                </a:gs>
                <a:gs pos="100000">
                  <a:srgbClr val="2C0000">
                    <a:alpha val="1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2" name="Splat 1342"/>
            <p:cNvSpPr>
              <a:spLocks noGrp="1"/>
            </p:cNvSpPr>
            <p:nvPr/>
          </p:nvSpPr>
          <p:spPr>
            <a:xfrm rot="5562719">
              <a:off x="-151583" y="1288352"/>
              <a:ext cx="445895" cy="390422"/>
            </a:xfrm>
            <a:prstGeom prst="ellipse">
              <a:avLst/>
            </a:prstGeom>
            <a:gradFill>
              <a:gsLst>
                <a:gs pos="0">
                  <a:srgbClr val="221E21">
                    <a:alpha val="32968"/>
                  </a:srgbClr>
                </a:gs>
                <a:gs pos="14286">
                  <a:srgbClr val="221E21">
                    <a:alpha val="30764"/>
                  </a:srgbClr>
                </a:gs>
                <a:gs pos="28571">
                  <a:srgbClr val="221E21">
                    <a:alpha val="24833"/>
                  </a:srgbClr>
                </a:gs>
                <a:gs pos="42857">
                  <a:srgbClr val="221E21">
                    <a:alpha val="17075"/>
                  </a:srgbClr>
                </a:gs>
                <a:gs pos="57143">
                  <a:srgbClr val="221E21">
                    <a:alpha val="9855"/>
                  </a:srgbClr>
                </a:gs>
                <a:gs pos="71429">
                  <a:srgbClr val="221E21">
                    <a:alpha val="4740"/>
                  </a:srgbClr>
                </a:gs>
                <a:gs pos="85714">
                  <a:srgbClr val="221E21">
                    <a:alpha val="1902"/>
                  </a:srgbClr>
                </a:gs>
                <a:gs pos="100000">
                  <a:srgbClr val="221E2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3" name="Splat 1343"/>
            <p:cNvSpPr>
              <a:spLocks noGrp="1"/>
            </p:cNvSpPr>
            <p:nvPr/>
          </p:nvSpPr>
          <p:spPr>
            <a:xfrm rot="5822388">
              <a:off x="3191256" y="951703"/>
              <a:ext cx="875622" cy="66594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4" name="Splat 1344"/>
            <p:cNvSpPr>
              <a:spLocks noGrp="1"/>
            </p:cNvSpPr>
            <p:nvPr/>
          </p:nvSpPr>
          <p:spPr>
            <a:xfrm rot="7620935">
              <a:off x="3027135" y="1103347"/>
              <a:ext cx="912926" cy="55987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5" name="Splat 1345"/>
            <p:cNvSpPr>
              <a:spLocks noGrp="1"/>
            </p:cNvSpPr>
            <p:nvPr/>
          </p:nvSpPr>
          <p:spPr>
            <a:xfrm rot="-10746935">
              <a:off x="2660117" y="1280943"/>
              <a:ext cx="352077" cy="180135"/>
            </a:xfrm>
            <a:prstGeom prst="ellipse">
              <a:avLst/>
            </a:prstGeom>
            <a:gradFill>
              <a:gsLst>
                <a:gs pos="0">
                  <a:srgbClr val="FF0000">
                    <a:alpha val="13814"/>
                  </a:srgbClr>
                </a:gs>
                <a:gs pos="14286">
                  <a:srgbClr val="FF0000">
                    <a:alpha val="12772"/>
                  </a:srgbClr>
                </a:gs>
                <a:gs pos="28571">
                  <a:srgbClr val="FF0000">
                    <a:alpha val="10066"/>
                  </a:srgbClr>
                </a:gs>
                <a:gs pos="42857">
                  <a:srgbClr val="FF0000">
                    <a:alpha val="6722"/>
                  </a:srgbClr>
                </a:gs>
                <a:gs pos="57143">
                  <a:srgbClr val="FF0000">
                    <a:alpha val="3783"/>
                  </a:srgbClr>
                </a:gs>
                <a:gs pos="71429">
                  <a:srgbClr val="FF0000">
                    <a:alpha val="1789"/>
                  </a:srgbClr>
                </a:gs>
                <a:gs pos="85714">
                  <a:srgbClr val="FF0000">
                    <a:alpha val="711"/>
                  </a:srgbClr>
                </a:gs>
                <a:gs pos="100000">
                  <a:srgbClr val="FF0000">
                    <a:alpha val="2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6" name="Splat 1346"/>
            <p:cNvSpPr>
              <a:spLocks noGrp="1"/>
            </p:cNvSpPr>
            <p:nvPr/>
          </p:nvSpPr>
          <p:spPr>
            <a:xfrm rot="10606537">
              <a:off x="1952697" y="1361648"/>
              <a:ext cx="648548" cy="180304"/>
            </a:xfrm>
            <a:prstGeom prst="ellipse">
              <a:avLst/>
            </a:prstGeom>
            <a:gradFill>
              <a:gsLst>
                <a:gs pos="0">
                  <a:srgbClr val="1E0000">
                    <a:alpha val="24571"/>
                  </a:srgbClr>
                </a:gs>
                <a:gs pos="14286">
                  <a:srgbClr val="1E0000">
                    <a:alpha val="22831"/>
                  </a:srgbClr>
                </a:gs>
                <a:gs pos="28571">
                  <a:srgbClr val="1E0000">
                    <a:alpha val="18227"/>
                  </a:srgbClr>
                </a:gs>
                <a:gs pos="42857">
                  <a:srgbClr val="1E0000">
                    <a:alpha val="12365"/>
                  </a:srgbClr>
                </a:gs>
                <a:gs pos="57143">
                  <a:srgbClr val="1E0000">
                    <a:alpha val="7053"/>
                  </a:srgbClr>
                </a:gs>
                <a:gs pos="71429">
                  <a:srgbClr val="1E0000">
                    <a:alpha val="3366"/>
                  </a:srgbClr>
                </a:gs>
                <a:gs pos="85714">
                  <a:srgbClr val="1E0000">
                    <a:alpha val="1345"/>
                  </a:srgbClr>
                </a:gs>
                <a:gs pos="100000">
                  <a:srgbClr val="1E0000">
                    <a:alpha val="4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7" name="Splat 1347"/>
            <p:cNvSpPr>
              <a:spLocks noGrp="1"/>
            </p:cNvSpPr>
            <p:nvPr/>
          </p:nvSpPr>
          <p:spPr>
            <a:xfrm rot="8918417">
              <a:off x="1321706" y="1217409"/>
              <a:ext cx="658362" cy="34769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8" name="Splat 1348"/>
            <p:cNvSpPr>
              <a:spLocks noGrp="1"/>
            </p:cNvSpPr>
            <p:nvPr/>
          </p:nvSpPr>
          <p:spPr>
            <a:xfrm rot="-10151282">
              <a:off x="232919" y="1144160"/>
              <a:ext cx="623902" cy="433074"/>
            </a:xfrm>
            <a:prstGeom prst="ellipse">
              <a:avLst/>
            </a:prstGeom>
            <a:gradFill>
              <a:gsLst>
                <a:gs pos="0">
                  <a:srgbClr val="330000">
                    <a:alpha val="23235"/>
                  </a:srgbClr>
                </a:gs>
                <a:gs pos="14286">
                  <a:srgbClr val="330000">
                    <a:alpha val="21576"/>
                  </a:srgbClr>
                </a:gs>
                <a:gs pos="28571">
                  <a:srgbClr val="330000">
                    <a:alpha val="17197"/>
                  </a:srgbClr>
                </a:gs>
                <a:gs pos="42857">
                  <a:srgbClr val="330000">
                    <a:alpha val="11642"/>
                  </a:srgbClr>
                </a:gs>
                <a:gs pos="57143">
                  <a:srgbClr val="330000">
                    <a:alpha val="6629"/>
                  </a:srgbClr>
                </a:gs>
                <a:gs pos="71429">
                  <a:srgbClr val="330000">
                    <a:alpha val="3159"/>
                  </a:srgbClr>
                </a:gs>
                <a:gs pos="85714">
                  <a:srgbClr val="330000">
                    <a:alpha val="1261"/>
                  </a:srgbClr>
                </a:gs>
                <a:gs pos="100000">
                  <a:srgbClr val="330000">
                    <a:alpha val="4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9" name="Splat 1349"/>
            <p:cNvSpPr>
              <a:spLocks noGrp="1"/>
            </p:cNvSpPr>
            <p:nvPr/>
          </p:nvSpPr>
          <p:spPr>
            <a:xfrm rot="-9721854">
              <a:off x="55849" y="1222521"/>
              <a:ext cx="667557" cy="335345"/>
            </a:xfrm>
            <a:prstGeom prst="ellipse">
              <a:avLst/>
            </a:prstGeom>
            <a:gradFill>
              <a:gsLst>
                <a:gs pos="0">
                  <a:srgbClr val="220000">
                    <a:alpha val="32968"/>
                  </a:srgbClr>
                </a:gs>
                <a:gs pos="14286">
                  <a:srgbClr val="220000">
                    <a:alpha val="30764"/>
                  </a:srgbClr>
                </a:gs>
                <a:gs pos="28571">
                  <a:srgbClr val="220000">
                    <a:alpha val="24833"/>
                  </a:srgbClr>
                </a:gs>
                <a:gs pos="42857">
                  <a:srgbClr val="220000">
                    <a:alpha val="17075"/>
                  </a:srgbClr>
                </a:gs>
                <a:gs pos="57143">
                  <a:srgbClr val="220000">
                    <a:alpha val="9855"/>
                  </a:srgbClr>
                </a:gs>
                <a:gs pos="71429">
                  <a:srgbClr val="220000">
                    <a:alpha val="4740"/>
                  </a:srgbClr>
                </a:gs>
                <a:gs pos="85714">
                  <a:srgbClr val="220000">
                    <a:alpha val="1902"/>
                  </a:srgbClr>
                </a:gs>
                <a:gs pos="100000">
                  <a:srgbClr val="22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0" name="Splat 1350"/>
            <p:cNvSpPr>
              <a:spLocks noGrp="1"/>
            </p:cNvSpPr>
            <p:nvPr/>
          </p:nvSpPr>
          <p:spPr>
            <a:xfrm rot="-8769881">
              <a:off x="-95023" y="1074351"/>
              <a:ext cx="630306" cy="554917"/>
            </a:xfrm>
            <a:prstGeom prst="ellipse">
              <a:avLst/>
            </a:prstGeom>
            <a:gradFill>
              <a:gsLst>
                <a:gs pos="0">
                  <a:srgbClr val="EC7400">
                    <a:alpha val="1213"/>
                  </a:srgbClr>
                </a:gs>
                <a:gs pos="14286">
                  <a:srgbClr val="EC7400">
                    <a:alpha val="1116"/>
                  </a:srgbClr>
                </a:gs>
                <a:gs pos="28571">
                  <a:srgbClr val="EC7400">
                    <a:alpha val="867"/>
                  </a:srgbClr>
                </a:gs>
                <a:gs pos="42857">
                  <a:srgbClr val="EC7400">
                    <a:alpha val="570"/>
                  </a:srgbClr>
                </a:gs>
                <a:gs pos="57143">
                  <a:srgbClr val="EC7400">
                    <a:alpha val="316"/>
                  </a:srgbClr>
                </a:gs>
                <a:gs pos="71429">
                  <a:srgbClr val="EC7400">
                    <a:alpha val="148"/>
                  </a:srgbClr>
                </a:gs>
                <a:gs pos="85714">
                  <a:srgbClr val="EC7400">
                    <a:alpha val="59"/>
                  </a:srgbClr>
                </a:gs>
                <a:gs pos="100000">
                  <a:srgbClr val="EC7400">
                    <a:alpha val="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1" name="Splat 1351"/>
            <p:cNvSpPr>
              <a:spLocks noGrp="1"/>
            </p:cNvSpPr>
            <p:nvPr/>
          </p:nvSpPr>
          <p:spPr>
            <a:xfrm rot="8034056">
              <a:off x="-282950" y="1164118"/>
              <a:ext cx="715775" cy="337443"/>
            </a:xfrm>
            <a:prstGeom prst="ellipse">
              <a:avLst/>
            </a:prstGeom>
            <a:gradFill>
              <a:gsLst>
                <a:gs pos="0">
                  <a:srgbClr val="FFC2A4">
                    <a:alpha val="5742"/>
                  </a:srgbClr>
                </a:gs>
                <a:gs pos="14286">
                  <a:srgbClr val="FFC2A4">
                    <a:alpha val="5290"/>
                  </a:srgbClr>
                </a:gs>
                <a:gs pos="28571">
                  <a:srgbClr val="FFC2A4">
                    <a:alpha val="4133"/>
                  </a:srgbClr>
                </a:gs>
                <a:gs pos="42857">
                  <a:srgbClr val="FFC2A4">
                    <a:alpha val="2730"/>
                  </a:srgbClr>
                </a:gs>
                <a:gs pos="57143">
                  <a:srgbClr val="FFC2A4">
                    <a:alpha val="1522"/>
                  </a:srgbClr>
                </a:gs>
                <a:gs pos="71429">
                  <a:srgbClr val="FFC2A4">
                    <a:alpha val="715"/>
                  </a:srgbClr>
                </a:gs>
                <a:gs pos="85714">
                  <a:srgbClr val="FFC2A4">
                    <a:alpha val="284"/>
                  </a:srgbClr>
                </a:gs>
                <a:gs pos="100000">
                  <a:srgbClr val="FFC2A4">
                    <a:alpha val="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2" name="Splat 1352"/>
            <p:cNvSpPr>
              <a:spLocks noGrp="1"/>
            </p:cNvSpPr>
            <p:nvPr/>
          </p:nvSpPr>
          <p:spPr>
            <a:xfrm rot="4833046">
              <a:off x="3209393" y="872389"/>
              <a:ext cx="840333" cy="57287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3" name="Splat 1353"/>
            <p:cNvSpPr>
              <a:spLocks noGrp="1"/>
            </p:cNvSpPr>
            <p:nvPr/>
          </p:nvSpPr>
          <p:spPr>
            <a:xfrm rot="8581428">
              <a:off x="3016678" y="1118894"/>
              <a:ext cx="894935" cy="36680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4" name="Splat 1354"/>
            <p:cNvSpPr>
              <a:spLocks noGrp="1"/>
            </p:cNvSpPr>
            <p:nvPr/>
          </p:nvSpPr>
          <p:spPr>
            <a:xfrm rot="3049704">
              <a:off x="3015343" y="1159910"/>
              <a:ext cx="424913" cy="170567"/>
            </a:xfrm>
            <a:prstGeom prst="ellipse">
              <a:avLst/>
            </a:prstGeom>
            <a:gradFill>
              <a:gsLst>
                <a:gs pos="0">
                  <a:srgbClr val="CA946F">
                    <a:alpha val="32968"/>
                  </a:srgbClr>
                </a:gs>
                <a:gs pos="14286">
                  <a:srgbClr val="CA946F">
                    <a:alpha val="30764"/>
                  </a:srgbClr>
                </a:gs>
                <a:gs pos="28571">
                  <a:srgbClr val="CA946F">
                    <a:alpha val="24833"/>
                  </a:srgbClr>
                </a:gs>
                <a:gs pos="42857">
                  <a:srgbClr val="CA946F">
                    <a:alpha val="17075"/>
                  </a:srgbClr>
                </a:gs>
                <a:gs pos="57143">
                  <a:srgbClr val="CA946F">
                    <a:alpha val="9855"/>
                  </a:srgbClr>
                </a:gs>
                <a:gs pos="71429">
                  <a:srgbClr val="CA946F">
                    <a:alpha val="4740"/>
                  </a:srgbClr>
                </a:gs>
                <a:gs pos="85714">
                  <a:srgbClr val="CA946F">
                    <a:alpha val="1902"/>
                  </a:srgbClr>
                </a:gs>
                <a:gs pos="100000">
                  <a:srgbClr val="CA946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5" name="Splat 1355"/>
            <p:cNvSpPr>
              <a:spLocks noGrp="1"/>
            </p:cNvSpPr>
            <p:nvPr/>
          </p:nvSpPr>
          <p:spPr>
            <a:xfrm rot="6265080">
              <a:off x="1746962" y="985524"/>
              <a:ext cx="834073" cy="31904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6" name="Splat 1356"/>
            <p:cNvSpPr>
              <a:spLocks noGrp="1"/>
            </p:cNvSpPr>
            <p:nvPr/>
          </p:nvSpPr>
          <p:spPr>
            <a:xfrm rot="9929135">
              <a:off x="1631636" y="949371"/>
              <a:ext cx="1010869" cy="30114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7" name="Splat 1357"/>
            <p:cNvSpPr>
              <a:spLocks noGrp="1"/>
            </p:cNvSpPr>
            <p:nvPr/>
          </p:nvSpPr>
          <p:spPr>
            <a:xfrm rot="8977026">
              <a:off x="1378687" y="1108177"/>
              <a:ext cx="713135" cy="308385"/>
            </a:xfrm>
            <a:prstGeom prst="ellipse">
              <a:avLst/>
            </a:prstGeom>
            <a:gradFill>
              <a:gsLst>
                <a:gs pos="0">
                  <a:srgbClr val="000100">
                    <a:alpha val="32968"/>
                  </a:srgbClr>
                </a:gs>
                <a:gs pos="14286">
                  <a:srgbClr val="000100">
                    <a:alpha val="30764"/>
                  </a:srgbClr>
                </a:gs>
                <a:gs pos="28571">
                  <a:srgbClr val="000100">
                    <a:alpha val="24833"/>
                  </a:srgbClr>
                </a:gs>
                <a:gs pos="42857">
                  <a:srgbClr val="000100">
                    <a:alpha val="17075"/>
                  </a:srgbClr>
                </a:gs>
                <a:gs pos="57143">
                  <a:srgbClr val="000100">
                    <a:alpha val="9855"/>
                  </a:srgbClr>
                </a:gs>
                <a:gs pos="71429">
                  <a:srgbClr val="000100">
                    <a:alpha val="4740"/>
                  </a:srgbClr>
                </a:gs>
                <a:gs pos="85714">
                  <a:srgbClr val="000100">
                    <a:alpha val="1902"/>
                  </a:srgbClr>
                </a:gs>
                <a:gs pos="100000">
                  <a:srgbClr val="000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8" name="Splat 1358"/>
            <p:cNvSpPr>
              <a:spLocks noGrp="1"/>
            </p:cNvSpPr>
            <p:nvPr/>
          </p:nvSpPr>
          <p:spPr>
            <a:xfrm rot="5331373">
              <a:off x="70080" y="1042567"/>
              <a:ext cx="624063" cy="424095"/>
            </a:xfrm>
            <a:prstGeom prst="ellipse">
              <a:avLst/>
            </a:prstGeom>
            <a:gradFill>
              <a:gsLst>
                <a:gs pos="0">
                  <a:srgbClr val="200000">
                    <a:alpha val="32968"/>
                  </a:srgbClr>
                </a:gs>
                <a:gs pos="14286">
                  <a:srgbClr val="200000">
                    <a:alpha val="30764"/>
                  </a:srgbClr>
                </a:gs>
                <a:gs pos="28571">
                  <a:srgbClr val="200000">
                    <a:alpha val="24833"/>
                  </a:srgbClr>
                </a:gs>
                <a:gs pos="42857">
                  <a:srgbClr val="200000">
                    <a:alpha val="17075"/>
                  </a:srgbClr>
                </a:gs>
                <a:gs pos="57143">
                  <a:srgbClr val="200000">
                    <a:alpha val="9855"/>
                  </a:srgbClr>
                </a:gs>
                <a:gs pos="71429">
                  <a:srgbClr val="200000">
                    <a:alpha val="4740"/>
                  </a:srgbClr>
                </a:gs>
                <a:gs pos="85714">
                  <a:srgbClr val="200000">
                    <a:alpha val="1902"/>
                  </a:srgbClr>
                </a:gs>
                <a:gs pos="100000">
                  <a:srgbClr val="2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9" name="Splat 1359"/>
            <p:cNvSpPr>
              <a:spLocks noGrp="1"/>
            </p:cNvSpPr>
            <p:nvPr/>
          </p:nvSpPr>
          <p:spPr>
            <a:xfrm rot="10239737">
              <a:off x="-204510" y="1121794"/>
              <a:ext cx="852904" cy="231178"/>
            </a:xfrm>
            <a:prstGeom prst="ellipse">
              <a:avLst/>
            </a:prstGeom>
            <a:gradFill>
              <a:gsLst>
                <a:gs pos="0">
                  <a:srgbClr val="1A0200">
                    <a:alpha val="32968"/>
                  </a:srgbClr>
                </a:gs>
                <a:gs pos="14286">
                  <a:srgbClr val="1A0200">
                    <a:alpha val="30764"/>
                  </a:srgbClr>
                </a:gs>
                <a:gs pos="28571">
                  <a:srgbClr val="1A0200">
                    <a:alpha val="24833"/>
                  </a:srgbClr>
                </a:gs>
                <a:gs pos="42857">
                  <a:srgbClr val="1A0200">
                    <a:alpha val="17075"/>
                  </a:srgbClr>
                </a:gs>
                <a:gs pos="57143">
                  <a:srgbClr val="1A0200">
                    <a:alpha val="9855"/>
                  </a:srgbClr>
                </a:gs>
                <a:gs pos="71429">
                  <a:srgbClr val="1A0200">
                    <a:alpha val="4740"/>
                  </a:srgbClr>
                </a:gs>
                <a:gs pos="85714">
                  <a:srgbClr val="1A0200">
                    <a:alpha val="1902"/>
                  </a:srgbClr>
                </a:gs>
                <a:gs pos="100000">
                  <a:srgbClr val="1A0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0" name="Splat 1360"/>
            <p:cNvSpPr>
              <a:spLocks noGrp="1"/>
            </p:cNvSpPr>
            <p:nvPr/>
          </p:nvSpPr>
          <p:spPr>
            <a:xfrm rot="6481460">
              <a:off x="-429986" y="794685"/>
              <a:ext cx="957914" cy="689379"/>
            </a:xfrm>
            <a:prstGeom prst="ellipse">
              <a:avLst/>
            </a:prstGeom>
            <a:gradFill>
              <a:gsLst>
                <a:gs pos="0">
                  <a:srgbClr val="060010">
                    <a:alpha val="32968"/>
                  </a:srgbClr>
                </a:gs>
                <a:gs pos="14286">
                  <a:srgbClr val="060010">
                    <a:alpha val="30764"/>
                  </a:srgbClr>
                </a:gs>
                <a:gs pos="28571">
                  <a:srgbClr val="060010">
                    <a:alpha val="24833"/>
                  </a:srgbClr>
                </a:gs>
                <a:gs pos="42857">
                  <a:srgbClr val="060010">
                    <a:alpha val="17075"/>
                  </a:srgbClr>
                </a:gs>
                <a:gs pos="57143">
                  <a:srgbClr val="060010">
                    <a:alpha val="9855"/>
                  </a:srgbClr>
                </a:gs>
                <a:gs pos="71429">
                  <a:srgbClr val="060010">
                    <a:alpha val="4740"/>
                  </a:srgbClr>
                </a:gs>
                <a:gs pos="85714">
                  <a:srgbClr val="060010">
                    <a:alpha val="1902"/>
                  </a:srgbClr>
                </a:gs>
                <a:gs pos="100000">
                  <a:srgbClr val="06001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1" name="Splat 1361"/>
            <p:cNvSpPr>
              <a:spLocks noGrp="1"/>
            </p:cNvSpPr>
            <p:nvPr/>
          </p:nvSpPr>
          <p:spPr>
            <a:xfrm rot="3983843">
              <a:off x="3209227" y="886954"/>
              <a:ext cx="829924" cy="512801"/>
            </a:xfrm>
            <a:prstGeom prst="ellipse">
              <a:avLst/>
            </a:prstGeom>
            <a:gradFill>
              <a:gsLst>
                <a:gs pos="0">
                  <a:srgbClr val="030000">
                    <a:alpha val="32968"/>
                  </a:srgbClr>
                </a:gs>
                <a:gs pos="14286">
                  <a:srgbClr val="030000">
                    <a:alpha val="30764"/>
                  </a:srgbClr>
                </a:gs>
                <a:gs pos="28571">
                  <a:srgbClr val="030000">
                    <a:alpha val="24833"/>
                  </a:srgbClr>
                </a:gs>
                <a:gs pos="42857">
                  <a:srgbClr val="030000">
                    <a:alpha val="17075"/>
                  </a:srgbClr>
                </a:gs>
                <a:gs pos="57143">
                  <a:srgbClr val="030000">
                    <a:alpha val="9855"/>
                  </a:srgbClr>
                </a:gs>
                <a:gs pos="71429">
                  <a:srgbClr val="030000">
                    <a:alpha val="4740"/>
                  </a:srgbClr>
                </a:gs>
                <a:gs pos="85714">
                  <a:srgbClr val="030000">
                    <a:alpha val="1902"/>
                  </a:srgbClr>
                </a:gs>
                <a:gs pos="100000">
                  <a:srgbClr val="03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2" name="Splat 1362"/>
            <p:cNvSpPr>
              <a:spLocks noGrp="1"/>
            </p:cNvSpPr>
            <p:nvPr/>
          </p:nvSpPr>
          <p:spPr>
            <a:xfrm rot="10087433">
              <a:off x="3152239" y="836626"/>
              <a:ext cx="693847" cy="49849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3" name="Splat 1363"/>
            <p:cNvSpPr>
              <a:spLocks noGrp="1"/>
            </p:cNvSpPr>
            <p:nvPr/>
          </p:nvSpPr>
          <p:spPr>
            <a:xfrm rot="5923855">
              <a:off x="2775044" y="1071121"/>
              <a:ext cx="484586" cy="6436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4" name="Splat 1364"/>
            <p:cNvSpPr>
              <a:spLocks noGrp="1"/>
            </p:cNvSpPr>
            <p:nvPr/>
          </p:nvSpPr>
          <p:spPr>
            <a:xfrm rot="9001894">
              <a:off x="2519093" y="913182"/>
              <a:ext cx="567198" cy="206678"/>
            </a:xfrm>
            <a:prstGeom prst="ellipse">
              <a:avLst/>
            </a:prstGeom>
            <a:gradFill>
              <a:gsLst>
                <a:gs pos="0">
                  <a:srgbClr val="FF0000">
                    <a:alpha val="19107"/>
                  </a:srgbClr>
                </a:gs>
                <a:gs pos="14286">
                  <a:srgbClr val="FF0000">
                    <a:alpha val="17708"/>
                  </a:srgbClr>
                </a:gs>
                <a:gs pos="28571">
                  <a:srgbClr val="FF0000">
                    <a:alpha val="14043"/>
                  </a:srgbClr>
                </a:gs>
                <a:gs pos="42857">
                  <a:srgbClr val="FF0000">
                    <a:alpha val="9449"/>
                  </a:srgbClr>
                </a:gs>
                <a:gs pos="57143">
                  <a:srgbClr val="FF0000">
                    <a:alpha val="5351"/>
                  </a:srgbClr>
                </a:gs>
                <a:gs pos="71429">
                  <a:srgbClr val="FF0000">
                    <a:alpha val="2542"/>
                  </a:srgbClr>
                </a:gs>
                <a:gs pos="85714">
                  <a:srgbClr val="FF0000">
                    <a:alpha val="1013"/>
                  </a:srgbClr>
                </a:gs>
                <a:gs pos="100000">
                  <a:srgbClr val="FF0000">
                    <a:alpha val="3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5" name="Splat 1365"/>
            <p:cNvSpPr>
              <a:spLocks noGrp="1"/>
            </p:cNvSpPr>
            <p:nvPr/>
          </p:nvSpPr>
          <p:spPr>
            <a:xfrm rot="8551144">
              <a:off x="2266632" y="977530"/>
              <a:ext cx="641479" cy="127004"/>
            </a:xfrm>
            <a:prstGeom prst="ellipse">
              <a:avLst/>
            </a:prstGeom>
            <a:gradFill>
              <a:gsLst>
                <a:gs pos="0">
                  <a:srgbClr val="000D00">
                    <a:alpha val="32968"/>
                  </a:srgbClr>
                </a:gs>
                <a:gs pos="14286">
                  <a:srgbClr val="000D00">
                    <a:alpha val="30764"/>
                  </a:srgbClr>
                </a:gs>
                <a:gs pos="28571">
                  <a:srgbClr val="000D00">
                    <a:alpha val="24833"/>
                  </a:srgbClr>
                </a:gs>
                <a:gs pos="42857">
                  <a:srgbClr val="000D00">
                    <a:alpha val="17075"/>
                  </a:srgbClr>
                </a:gs>
                <a:gs pos="57143">
                  <a:srgbClr val="000D00">
                    <a:alpha val="9855"/>
                  </a:srgbClr>
                </a:gs>
                <a:gs pos="71429">
                  <a:srgbClr val="000D00">
                    <a:alpha val="4740"/>
                  </a:srgbClr>
                </a:gs>
                <a:gs pos="85714">
                  <a:srgbClr val="000D00">
                    <a:alpha val="1902"/>
                  </a:srgbClr>
                </a:gs>
                <a:gs pos="100000">
                  <a:srgbClr val="000D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6" name="Splat 1366"/>
            <p:cNvSpPr>
              <a:spLocks noGrp="1"/>
            </p:cNvSpPr>
            <p:nvPr/>
          </p:nvSpPr>
          <p:spPr>
            <a:xfrm rot="10586874">
              <a:off x="1899489" y="885390"/>
              <a:ext cx="647001" cy="33785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7" name="Splat 1367"/>
            <p:cNvSpPr>
              <a:spLocks noGrp="1"/>
            </p:cNvSpPr>
            <p:nvPr/>
          </p:nvSpPr>
          <p:spPr>
            <a:xfrm rot="10310922">
              <a:off x="1838935" y="977389"/>
              <a:ext cx="517745" cy="193514"/>
            </a:xfrm>
            <a:prstGeom prst="ellipse">
              <a:avLst/>
            </a:prstGeom>
            <a:gradFill>
              <a:gsLst>
                <a:gs pos="0">
                  <a:srgbClr val="EA0200">
                    <a:alpha val="32968"/>
                  </a:srgbClr>
                </a:gs>
                <a:gs pos="14286">
                  <a:srgbClr val="EA0200">
                    <a:alpha val="30764"/>
                  </a:srgbClr>
                </a:gs>
                <a:gs pos="28571">
                  <a:srgbClr val="EA0200">
                    <a:alpha val="24833"/>
                  </a:srgbClr>
                </a:gs>
                <a:gs pos="42857">
                  <a:srgbClr val="EA0200">
                    <a:alpha val="17075"/>
                  </a:srgbClr>
                </a:gs>
                <a:gs pos="57143">
                  <a:srgbClr val="EA0200">
                    <a:alpha val="9855"/>
                  </a:srgbClr>
                </a:gs>
                <a:gs pos="71429">
                  <a:srgbClr val="EA0200">
                    <a:alpha val="4740"/>
                  </a:srgbClr>
                </a:gs>
                <a:gs pos="85714">
                  <a:srgbClr val="EA0200">
                    <a:alpha val="1902"/>
                  </a:srgbClr>
                </a:gs>
                <a:gs pos="100000">
                  <a:srgbClr val="EA0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8" name="Splat 1368"/>
            <p:cNvSpPr>
              <a:spLocks noGrp="1"/>
            </p:cNvSpPr>
            <p:nvPr/>
          </p:nvSpPr>
          <p:spPr>
            <a:xfrm rot="9157367">
              <a:off x="1720327" y="878193"/>
              <a:ext cx="358496" cy="303466"/>
            </a:xfrm>
            <a:prstGeom prst="ellipse">
              <a:avLst/>
            </a:prstGeom>
            <a:gradFill>
              <a:gsLst>
                <a:gs pos="0">
                  <a:srgbClr val="FF0000">
                    <a:alpha val="32968"/>
                  </a:srgbClr>
                </a:gs>
                <a:gs pos="14286">
                  <a:srgbClr val="FF0000">
                    <a:alpha val="30764"/>
                  </a:srgbClr>
                </a:gs>
                <a:gs pos="28571">
                  <a:srgbClr val="FF0000">
                    <a:alpha val="24833"/>
                  </a:srgbClr>
                </a:gs>
                <a:gs pos="42857">
                  <a:srgbClr val="FF0000">
                    <a:alpha val="17075"/>
                  </a:srgbClr>
                </a:gs>
                <a:gs pos="57143">
                  <a:srgbClr val="FF0000">
                    <a:alpha val="9855"/>
                  </a:srgbClr>
                </a:gs>
                <a:gs pos="71429">
                  <a:srgbClr val="FF0000">
                    <a:alpha val="4740"/>
                  </a:srgbClr>
                </a:gs>
                <a:gs pos="85714">
                  <a:srgbClr val="FF0000">
                    <a:alpha val="1902"/>
                  </a:srgbClr>
                </a:gs>
                <a:gs pos="100000">
                  <a:srgbClr val="F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9" name="Splat 1369"/>
            <p:cNvSpPr>
              <a:spLocks noGrp="1"/>
            </p:cNvSpPr>
            <p:nvPr/>
          </p:nvSpPr>
          <p:spPr>
            <a:xfrm rot="8513397">
              <a:off x="1292659" y="990789"/>
              <a:ext cx="681962" cy="101324"/>
            </a:xfrm>
            <a:prstGeom prst="ellipse">
              <a:avLst/>
            </a:prstGeom>
            <a:gradFill>
              <a:gsLst>
                <a:gs pos="0">
                  <a:srgbClr val="000800">
                    <a:alpha val="32968"/>
                  </a:srgbClr>
                </a:gs>
                <a:gs pos="14286">
                  <a:srgbClr val="000800">
                    <a:alpha val="30764"/>
                  </a:srgbClr>
                </a:gs>
                <a:gs pos="28571">
                  <a:srgbClr val="000800">
                    <a:alpha val="24833"/>
                  </a:srgbClr>
                </a:gs>
                <a:gs pos="42857">
                  <a:srgbClr val="000800">
                    <a:alpha val="17075"/>
                  </a:srgbClr>
                </a:gs>
                <a:gs pos="57143">
                  <a:srgbClr val="000800">
                    <a:alpha val="9855"/>
                  </a:srgbClr>
                </a:gs>
                <a:gs pos="71429">
                  <a:srgbClr val="000800">
                    <a:alpha val="4740"/>
                  </a:srgbClr>
                </a:gs>
                <a:gs pos="85714">
                  <a:srgbClr val="000800">
                    <a:alpha val="1902"/>
                  </a:srgbClr>
                </a:gs>
                <a:gs pos="100000">
                  <a:srgbClr val="0008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0" name="Splat 1370"/>
            <p:cNvSpPr>
              <a:spLocks noGrp="1"/>
            </p:cNvSpPr>
            <p:nvPr/>
          </p:nvSpPr>
          <p:spPr>
            <a:xfrm rot="8597509">
              <a:off x="1087861" y="933794"/>
              <a:ext cx="674087" cy="29327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1" name="Splat 1371"/>
            <p:cNvSpPr>
              <a:spLocks noGrp="1"/>
            </p:cNvSpPr>
            <p:nvPr/>
          </p:nvSpPr>
          <p:spPr>
            <a:xfrm rot="3495399">
              <a:off x="1111045" y="941367"/>
              <a:ext cx="413129" cy="339565"/>
            </a:xfrm>
            <a:prstGeom prst="ellipse">
              <a:avLst/>
            </a:prstGeom>
            <a:gradFill>
              <a:gsLst>
                <a:gs pos="0">
                  <a:srgbClr val="00000E">
                    <a:alpha val="32968"/>
                  </a:srgbClr>
                </a:gs>
                <a:gs pos="14286">
                  <a:srgbClr val="00000E">
                    <a:alpha val="30764"/>
                  </a:srgbClr>
                </a:gs>
                <a:gs pos="28571">
                  <a:srgbClr val="00000E">
                    <a:alpha val="24833"/>
                  </a:srgbClr>
                </a:gs>
                <a:gs pos="42857">
                  <a:srgbClr val="00000E">
                    <a:alpha val="17075"/>
                  </a:srgbClr>
                </a:gs>
                <a:gs pos="57143">
                  <a:srgbClr val="00000E">
                    <a:alpha val="9855"/>
                  </a:srgbClr>
                </a:gs>
                <a:gs pos="71429">
                  <a:srgbClr val="00000E">
                    <a:alpha val="4740"/>
                  </a:srgbClr>
                </a:gs>
                <a:gs pos="85714">
                  <a:srgbClr val="00000E">
                    <a:alpha val="1902"/>
                  </a:srgbClr>
                </a:gs>
                <a:gs pos="100000">
                  <a:srgbClr val="00000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2" name="Splat 1372"/>
            <p:cNvSpPr>
              <a:spLocks noGrp="1"/>
            </p:cNvSpPr>
            <p:nvPr/>
          </p:nvSpPr>
          <p:spPr>
            <a:xfrm rot="-8569198">
              <a:off x="148254" y="994880"/>
              <a:ext cx="502011" cy="193158"/>
            </a:xfrm>
            <a:prstGeom prst="ellipse">
              <a:avLst/>
            </a:prstGeom>
            <a:gradFill>
              <a:gsLst>
                <a:gs pos="0">
                  <a:srgbClr val="1D0000">
                    <a:alpha val="27917"/>
                  </a:srgbClr>
                </a:gs>
                <a:gs pos="14286">
                  <a:srgbClr val="1D0000">
                    <a:alpha val="25983"/>
                  </a:srgbClr>
                </a:gs>
                <a:gs pos="28571">
                  <a:srgbClr val="1D0000">
                    <a:alpha val="20833"/>
                  </a:srgbClr>
                </a:gs>
                <a:gs pos="42857">
                  <a:srgbClr val="1D0000">
                    <a:alpha val="14207"/>
                  </a:srgbClr>
                </a:gs>
                <a:gs pos="57143">
                  <a:srgbClr val="1D0000">
                    <a:alpha val="8140"/>
                  </a:srgbClr>
                </a:gs>
                <a:gs pos="71429">
                  <a:srgbClr val="1D0000">
                    <a:alpha val="3896"/>
                  </a:srgbClr>
                </a:gs>
                <a:gs pos="85714">
                  <a:srgbClr val="1D0000">
                    <a:alpha val="1559"/>
                  </a:srgbClr>
                </a:gs>
                <a:gs pos="100000">
                  <a:srgbClr val="1D0000">
                    <a:alpha val="5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3" name="Splat 1373"/>
            <p:cNvSpPr>
              <a:spLocks noGrp="1"/>
            </p:cNvSpPr>
            <p:nvPr/>
          </p:nvSpPr>
          <p:spPr>
            <a:xfrm rot="5131189">
              <a:off x="-100938" y="956129"/>
              <a:ext cx="695978" cy="212027"/>
            </a:xfrm>
            <a:prstGeom prst="ellipse">
              <a:avLst/>
            </a:prstGeom>
            <a:gradFill>
              <a:gsLst>
                <a:gs pos="0">
                  <a:srgbClr val="A35B00">
                    <a:alpha val="20100"/>
                  </a:srgbClr>
                </a:gs>
                <a:gs pos="14286">
                  <a:srgbClr val="A35B00">
                    <a:alpha val="18636"/>
                  </a:srgbClr>
                </a:gs>
                <a:gs pos="28571">
                  <a:srgbClr val="A35B00">
                    <a:alpha val="14797"/>
                  </a:srgbClr>
                </a:gs>
                <a:gs pos="42857">
                  <a:srgbClr val="A35B00">
                    <a:alpha val="9971"/>
                  </a:srgbClr>
                </a:gs>
                <a:gs pos="57143">
                  <a:srgbClr val="A35B00">
                    <a:alpha val="5654"/>
                  </a:srgbClr>
                </a:gs>
                <a:gs pos="71429">
                  <a:srgbClr val="A35B00">
                    <a:alpha val="2688"/>
                  </a:srgbClr>
                </a:gs>
                <a:gs pos="85714">
                  <a:srgbClr val="A35B00">
                    <a:alpha val="1072"/>
                  </a:srgbClr>
                </a:gs>
                <a:gs pos="100000">
                  <a:srgbClr val="A35B00">
                    <a:alpha val="3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4" name="Splat 1374"/>
            <p:cNvSpPr>
              <a:spLocks noGrp="1"/>
            </p:cNvSpPr>
            <p:nvPr/>
          </p:nvSpPr>
          <p:spPr>
            <a:xfrm rot="7377090">
              <a:off x="-428385" y="669333"/>
              <a:ext cx="906950" cy="662375"/>
            </a:xfrm>
            <a:prstGeom prst="ellipse">
              <a:avLst/>
            </a:prstGeom>
            <a:gradFill>
              <a:gsLst>
                <a:gs pos="0">
                  <a:srgbClr val="1D0000">
                    <a:alpha val="32968"/>
                  </a:srgbClr>
                </a:gs>
                <a:gs pos="14286">
                  <a:srgbClr val="1D0000">
                    <a:alpha val="30764"/>
                  </a:srgbClr>
                </a:gs>
                <a:gs pos="28571">
                  <a:srgbClr val="1D0000">
                    <a:alpha val="24833"/>
                  </a:srgbClr>
                </a:gs>
                <a:gs pos="42857">
                  <a:srgbClr val="1D0000">
                    <a:alpha val="17075"/>
                  </a:srgbClr>
                </a:gs>
                <a:gs pos="57143">
                  <a:srgbClr val="1D0000">
                    <a:alpha val="9855"/>
                  </a:srgbClr>
                </a:gs>
                <a:gs pos="71429">
                  <a:srgbClr val="1D0000">
                    <a:alpha val="4740"/>
                  </a:srgbClr>
                </a:gs>
                <a:gs pos="85714">
                  <a:srgbClr val="1D0000">
                    <a:alpha val="1902"/>
                  </a:srgbClr>
                </a:gs>
                <a:gs pos="100000">
                  <a:srgbClr val="1D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5" name="Splat 1375"/>
            <p:cNvSpPr>
              <a:spLocks noGrp="1"/>
            </p:cNvSpPr>
            <p:nvPr/>
          </p:nvSpPr>
          <p:spPr>
            <a:xfrm rot="5719083">
              <a:off x="3138367" y="639196"/>
              <a:ext cx="958277" cy="51812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6" name="Splat 1376"/>
            <p:cNvSpPr>
              <a:spLocks noGrp="1"/>
            </p:cNvSpPr>
            <p:nvPr/>
          </p:nvSpPr>
          <p:spPr>
            <a:xfrm rot="5339447">
              <a:off x="3074683" y="771327"/>
              <a:ext cx="888120" cy="295381"/>
            </a:xfrm>
            <a:prstGeom prst="ellipse">
              <a:avLst/>
            </a:prstGeom>
            <a:gradFill>
              <a:gsLst>
                <a:gs pos="0">
                  <a:srgbClr val="0D0000">
                    <a:alpha val="32968"/>
                  </a:srgbClr>
                </a:gs>
                <a:gs pos="14286">
                  <a:srgbClr val="0D0000">
                    <a:alpha val="30764"/>
                  </a:srgbClr>
                </a:gs>
                <a:gs pos="28571">
                  <a:srgbClr val="0D0000">
                    <a:alpha val="24833"/>
                  </a:srgbClr>
                </a:gs>
                <a:gs pos="42857">
                  <a:srgbClr val="0D0000">
                    <a:alpha val="17075"/>
                  </a:srgbClr>
                </a:gs>
                <a:gs pos="57143">
                  <a:srgbClr val="0D0000">
                    <a:alpha val="9855"/>
                  </a:srgbClr>
                </a:gs>
                <a:gs pos="71429">
                  <a:srgbClr val="0D0000">
                    <a:alpha val="4740"/>
                  </a:srgbClr>
                </a:gs>
                <a:gs pos="85714">
                  <a:srgbClr val="0D0000">
                    <a:alpha val="1902"/>
                  </a:srgbClr>
                </a:gs>
                <a:gs pos="100000">
                  <a:srgbClr val="0D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7" name="Splat 1377"/>
            <p:cNvSpPr>
              <a:spLocks noGrp="1"/>
            </p:cNvSpPr>
            <p:nvPr/>
          </p:nvSpPr>
          <p:spPr>
            <a:xfrm rot="5893894">
              <a:off x="2644233" y="866808"/>
              <a:ext cx="393914" cy="285400"/>
            </a:xfrm>
            <a:prstGeom prst="ellipse">
              <a:avLst/>
            </a:prstGeom>
            <a:gradFill>
              <a:gsLst>
                <a:gs pos="0">
                  <a:srgbClr val="FF4A48">
                    <a:alpha val="32968"/>
                  </a:srgbClr>
                </a:gs>
                <a:gs pos="14286">
                  <a:srgbClr val="FF4A48">
                    <a:alpha val="30764"/>
                  </a:srgbClr>
                </a:gs>
                <a:gs pos="28571">
                  <a:srgbClr val="FF4A48">
                    <a:alpha val="24833"/>
                  </a:srgbClr>
                </a:gs>
                <a:gs pos="42857">
                  <a:srgbClr val="FF4A48">
                    <a:alpha val="17075"/>
                  </a:srgbClr>
                </a:gs>
                <a:gs pos="57143">
                  <a:srgbClr val="FF4A48">
                    <a:alpha val="9855"/>
                  </a:srgbClr>
                </a:gs>
                <a:gs pos="71429">
                  <a:srgbClr val="FF4A48">
                    <a:alpha val="4740"/>
                  </a:srgbClr>
                </a:gs>
                <a:gs pos="85714">
                  <a:srgbClr val="FF4A48">
                    <a:alpha val="1902"/>
                  </a:srgbClr>
                </a:gs>
                <a:gs pos="100000">
                  <a:srgbClr val="FF4A4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8" name="Splat 1378"/>
            <p:cNvSpPr>
              <a:spLocks noGrp="1"/>
            </p:cNvSpPr>
            <p:nvPr/>
          </p:nvSpPr>
          <p:spPr>
            <a:xfrm rot="2840963">
              <a:off x="2333565" y="864378"/>
              <a:ext cx="529868" cy="186403"/>
            </a:xfrm>
            <a:prstGeom prst="ellipse">
              <a:avLst/>
            </a:prstGeom>
            <a:gradFill>
              <a:gsLst>
                <a:gs pos="0">
                  <a:srgbClr val="070300">
                    <a:alpha val="30842"/>
                  </a:srgbClr>
                </a:gs>
                <a:gs pos="14286">
                  <a:srgbClr val="070300">
                    <a:alpha val="28748"/>
                  </a:srgbClr>
                </a:gs>
                <a:gs pos="28571">
                  <a:srgbClr val="070300">
                    <a:alpha val="23139"/>
                  </a:srgbClr>
                </a:gs>
                <a:gs pos="42857">
                  <a:srgbClr val="070300">
                    <a:alpha val="15854"/>
                  </a:srgbClr>
                </a:gs>
                <a:gs pos="57143">
                  <a:srgbClr val="070300">
                    <a:alpha val="9122"/>
                  </a:srgbClr>
                </a:gs>
                <a:gs pos="71429">
                  <a:srgbClr val="070300">
                    <a:alpha val="4379"/>
                  </a:srgbClr>
                </a:gs>
                <a:gs pos="85714">
                  <a:srgbClr val="070300">
                    <a:alpha val="1755"/>
                  </a:srgbClr>
                </a:gs>
                <a:gs pos="100000">
                  <a:srgbClr val="070300">
                    <a:alpha val="5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9" name="Splat 1379"/>
            <p:cNvSpPr>
              <a:spLocks noGrp="1"/>
            </p:cNvSpPr>
            <p:nvPr/>
          </p:nvSpPr>
          <p:spPr>
            <a:xfrm rot="5517926">
              <a:off x="1867825" y="863600"/>
              <a:ext cx="769199" cy="15211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0" name="Splat 1380"/>
            <p:cNvSpPr>
              <a:spLocks noGrp="1"/>
            </p:cNvSpPr>
            <p:nvPr/>
          </p:nvSpPr>
          <p:spPr>
            <a:xfrm rot="9529582">
              <a:off x="1970750" y="809034"/>
              <a:ext cx="382038" cy="154617"/>
            </a:xfrm>
            <a:prstGeom prst="ellipse">
              <a:avLst/>
            </a:prstGeom>
            <a:gradFill>
              <a:gsLst>
                <a:gs pos="0">
                  <a:srgbClr val="FF0000">
                    <a:alpha val="32968"/>
                  </a:srgbClr>
                </a:gs>
                <a:gs pos="14286">
                  <a:srgbClr val="FF0000">
                    <a:alpha val="30764"/>
                  </a:srgbClr>
                </a:gs>
                <a:gs pos="28571">
                  <a:srgbClr val="FF0000">
                    <a:alpha val="24833"/>
                  </a:srgbClr>
                </a:gs>
                <a:gs pos="42857">
                  <a:srgbClr val="FF0000">
                    <a:alpha val="17075"/>
                  </a:srgbClr>
                </a:gs>
                <a:gs pos="57143">
                  <a:srgbClr val="FF0000">
                    <a:alpha val="9855"/>
                  </a:srgbClr>
                </a:gs>
                <a:gs pos="71429">
                  <a:srgbClr val="FF0000">
                    <a:alpha val="4740"/>
                  </a:srgbClr>
                </a:gs>
                <a:gs pos="85714">
                  <a:srgbClr val="FF0000">
                    <a:alpha val="1902"/>
                  </a:srgbClr>
                </a:gs>
                <a:gs pos="100000">
                  <a:srgbClr val="FF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1" name="Splat 1381"/>
            <p:cNvSpPr>
              <a:spLocks noGrp="1"/>
            </p:cNvSpPr>
            <p:nvPr/>
          </p:nvSpPr>
          <p:spPr>
            <a:xfrm rot="8842831">
              <a:off x="1303506" y="913372"/>
              <a:ext cx="532016" cy="222336"/>
            </a:xfrm>
            <a:prstGeom prst="ellipse">
              <a:avLst/>
            </a:prstGeom>
            <a:gradFill>
              <a:gsLst>
                <a:gs pos="0">
                  <a:srgbClr val="00202A">
                    <a:alpha val="32968"/>
                  </a:srgbClr>
                </a:gs>
                <a:gs pos="14286">
                  <a:srgbClr val="00202A">
                    <a:alpha val="30764"/>
                  </a:srgbClr>
                </a:gs>
                <a:gs pos="28571">
                  <a:srgbClr val="00202A">
                    <a:alpha val="24833"/>
                  </a:srgbClr>
                </a:gs>
                <a:gs pos="42857">
                  <a:srgbClr val="00202A">
                    <a:alpha val="17075"/>
                  </a:srgbClr>
                </a:gs>
                <a:gs pos="57143">
                  <a:srgbClr val="00202A">
                    <a:alpha val="9855"/>
                  </a:srgbClr>
                </a:gs>
                <a:gs pos="71429">
                  <a:srgbClr val="00202A">
                    <a:alpha val="4740"/>
                  </a:srgbClr>
                </a:gs>
                <a:gs pos="85714">
                  <a:srgbClr val="00202A">
                    <a:alpha val="1902"/>
                  </a:srgbClr>
                </a:gs>
                <a:gs pos="100000">
                  <a:srgbClr val="00202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2" name="Splat 1382"/>
            <p:cNvSpPr>
              <a:spLocks noGrp="1"/>
            </p:cNvSpPr>
            <p:nvPr/>
          </p:nvSpPr>
          <p:spPr>
            <a:xfrm rot="-9048600">
              <a:off x="911441" y="854665"/>
              <a:ext cx="824160" cy="21550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3" name="Splat 1383"/>
            <p:cNvSpPr>
              <a:spLocks noGrp="1"/>
            </p:cNvSpPr>
            <p:nvPr/>
          </p:nvSpPr>
          <p:spPr>
            <a:xfrm rot="8012730">
              <a:off x="957775" y="766051"/>
              <a:ext cx="467545" cy="296705"/>
            </a:xfrm>
            <a:prstGeom prst="ellipse">
              <a:avLst/>
            </a:prstGeom>
            <a:gradFill>
              <a:gsLst>
                <a:gs pos="0">
                  <a:srgbClr val="211000">
                    <a:alpha val="32968"/>
                  </a:srgbClr>
                </a:gs>
                <a:gs pos="14286">
                  <a:srgbClr val="211000">
                    <a:alpha val="30764"/>
                  </a:srgbClr>
                </a:gs>
                <a:gs pos="28571">
                  <a:srgbClr val="211000">
                    <a:alpha val="24833"/>
                  </a:srgbClr>
                </a:gs>
                <a:gs pos="42857">
                  <a:srgbClr val="211000">
                    <a:alpha val="17075"/>
                  </a:srgbClr>
                </a:gs>
                <a:gs pos="57143">
                  <a:srgbClr val="211000">
                    <a:alpha val="9855"/>
                  </a:srgbClr>
                </a:gs>
                <a:gs pos="71429">
                  <a:srgbClr val="211000">
                    <a:alpha val="4740"/>
                  </a:srgbClr>
                </a:gs>
                <a:gs pos="85714">
                  <a:srgbClr val="211000">
                    <a:alpha val="1902"/>
                  </a:srgbClr>
                </a:gs>
                <a:gs pos="100000">
                  <a:srgbClr val="211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4" name="Splat 1384"/>
            <p:cNvSpPr>
              <a:spLocks noGrp="1"/>
            </p:cNvSpPr>
            <p:nvPr/>
          </p:nvSpPr>
          <p:spPr>
            <a:xfrm rot="2709527">
              <a:off x="781501" y="772952"/>
              <a:ext cx="718389" cy="337096"/>
            </a:xfrm>
            <a:prstGeom prst="ellipse">
              <a:avLst/>
            </a:prstGeom>
            <a:gradFill>
              <a:gsLst>
                <a:gs pos="0">
                  <a:srgbClr val="000300">
                    <a:alpha val="24065"/>
                  </a:srgbClr>
                </a:gs>
                <a:gs pos="14286">
                  <a:srgbClr val="000300">
                    <a:alpha val="22355"/>
                  </a:srgbClr>
                </a:gs>
                <a:gs pos="28571">
                  <a:srgbClr val="000300">
                    <a:alpha val="17836"/>
                  </a:srgbClr>
                </a:gs>
                <a:gs pos="42857">
                  <a:srgbClr val="000300">
                    <a:alpha val="12090"/>
                  </a:srgbClr>
                </a:gs>
                <a:gs pos="57143">
                  <a:srgbClr val="000300">
                    <a:alpha val="6891"/>
                  </a:srgbClr>
                </a:gs>
                <a:gs pos="71429">
                  <a:srgbClr val="000300">
                    <a:alpha val="3287"/>
                  </a:srgbClr>
                </a:gs>
                <a:gs pos="85714">
                  <a:srgbClr val="000300">
                    <a:alpha val="1313"/>
                  </a:srgbClr>
                </a:gs>
                <a:gs pos="100000">
                  <a:srgbClr val="000300">
                    <a:alpha val="4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5" name="Splat 1385"/>
            <p:cNvSpPr>
              <a:spLocks noGrp="1"/>
            </p:cNvSpPr>
            <p:nvPr/>
          </p:nvSpPr>
          <p:spPr>
            <a:xfrm rot="10675749">
              <a:off x="288059" y="823987"/>
              <a:ext cx="514944" cy="10782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6" name="Splat 1386"/>
            <p:cNvSpPr>
              <a:spLocks noGrp="1"/>
            </p:cNvSpPr>
            <p:nvPr/>
          </p:nvSpPr>
          <p:spPr>
            <a:xfrm rot="8544386">
              <a:off x="61888" y="849847"/>
              <a:ext cx="745048" cy="21061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7" name="Splat 1387"/>
            <p:cNvSpPr>
              <a:spLocks noGrp="1"/>
            </p:cNvSpPr>
            <p:nvPr/>
          </p:nvSpPr>
          <p:spPr>
            <a:xfrm rot="-10213421">
              <a:off x="-252827" y="670301"/>
              <a:ext cx="783938" cy="34637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8" name="Splat 1388"/>
            <p:cNvSpPr>
              <a:spLocks noGrp="1"/>
            </p:cNvSpPr>
            <p:nvPr/>
          </p:nvSpPr>
          <p:spPr>
            <a:xfrm rot="3361823">
              <a:off x="-386364" y="509735"/>
              <a:ext cx="877650" cy="81538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9" name="Splat 1389"/>
            <p:cNvSpPr>
              <a:spLocks noGrp="1"/>
            </p:cNvSpPr>
            <p:nvPr/>
          </p:nvSpPr>
          <p:spPr>
            <a:xfrm rot="6690130">
              <a:off x="3177844" y="498359"/>
              <a:ext cx="885152" cy="40966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0" name="Splat 1390"/>
            <p:cNvSpPr>
              <a:spLocks noGrp="1"/>
            </p:cNvSpPr>
            <p:nvPr/>
          </p:nvSpPr>
          <p:spPr>
            <a:xfrm rot="-9875215">
              <a:off x="3019342" y="685379"/>
              <a:ext cx="341218" cy="201024"/>
            </a:xfrm>
            <a:prstGeom prst="ellipse">
              <a:avLst/>
            </a:prstGeom>
            <a:gradFill>
              <a:gsLst>
                <a:gs pos="0">
                  <a:srgbClr val="000011">
                    <a:alpha val="20123"/>
                  </a:srgbClr>
                </a:gs>
                <a:gs pos="14286">
                  <a:srgbClr val="000011">
                    <a:alpha val="18658"/>
                  </a:srgbClr>
                </a:gs>
                <a:gs pos="28571">
                  <a:srgbClr val="000011">
                    <a:alpha val="14815"/>
                  </a:srgbClr>
                </a:gs>
                <a:gs pos="42857">
                  <a:srgbClr val="000011">
                    <a:alpha val="9983"/>
                  </a:srgbClr>
                </a:gs>
                <a:gs pos="57143">
                  <a:srgbClr val="000011">
                    <a:alpha val="5661"/>
                  </a:srgbClr>
                </a:gs>
                <a:gs pos="71429">
                  <a:srgbClr val="000011">
                    <a:alpha val="2691"/>
                  </a:srgbClr>
                </a:gs>
                <a:gs pos="85714">
                  <a:srgbClr val="000011">
                    <a:alpha val="1073"/>
                  </a:srgbClr>
                </a:gs>
                <a:gs pos="100000">
                  <a:srgbClr val="000011">
                    <a:alpha val="3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1" name="Splat 1391"/>
            <p:cNvSpPr>
              <a:spLocks noGrp="1"/>
            </p:cNvSpPr>
            <p:nvPr/>
          </p:nvSpPr>
          <p:spPr>
            <a:xfrm rot="8463043">
              <a:off x="2072764" y="635114"/>
              <a:ext cx="782953" cy="15254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2" name="Splat 1392"/>
            <p:cNvSpPr>
              <a:spLocks noGrp="1"/>
            </p:cNvSpPr>
            <p:nvPr/>
          </p:nvSpPr>
          <p:spPr>
            <a:xfrm rot="-9260147">
              <a:off x="1872949" y="650796"/>
              <a:ext cx="636131" cy="22731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3" name="Splat 1393"/>
            <p:cNvSpPr>
              <a:spLocks noGrp="1"/>
            </p:cNvSpPr>
            <p:nvPr/>
          </p:nvSpPr>
          <p:spPr>
            <a:xfrm rot="10770674">
              <a:off x="1729744" y="541317"/>
              <a:ext cx="636413" cy="328291"/>
            </a:xfrm>
            <a:prstGeom prst="ellipse">
              <a:avLst/>
            </a:prstGeom>
            <a:gradFill>
              <a:gsLst>
                <a:gs pos="0">
                  <a:srgbClr val="150000">
                    <a:alpha val="32968"/>
                  </a:srgbClr>
                </a:gs>
                <a:gs pos="14286">
                  <a:srgbClr val="150000">
                    <a:alpha val="30764"/>
                  </a:srgbClr>
                </a:gs>
                <a:gs pos="28571">
                  <a:srgbClr val="150000">
                    <a:alpha val="24833"/>
                  </a:srgbClr>
                </a:gs>
                <a:gs pos="42857">
                  <a:srgbClr val="150000">
                    <a:alpha val="17075"/>
                  </a:srgbClr>
                </a:gs>
                <a:gs pos="57143">
                  <a:srgbClr val="150000">
                    <a:alpha val="9855"/>
                  </a:srgbClr>
                </a:gs>
                <a:gs pos="71429">
                  <a:srgbClr val="150000">
                    <a:alpha val="4740"/>
                  </a:srgbClr>
                </a:gs>
                <a:gs pos="85714">
                  <a:srgbClr val="150000">
                    <a:alpha val="1902"/>
                  </a:srgbClr>
                </a:gs>
                <a:gs pos="100000">
                  <a:srgbClr val="15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4" name="Splat 1394"/>
            <p:cNvSpPr>
              <a:spLocks noGrp="1"/>
            </p:cNvSpPr>
            <p:nvPr/>
          </p:nvSpPr>
          <p:spPr>
            <a:xfrm rot="-10708834">
              <a:off x="1690479" y="545578"/>
              <a:ext cx="654042" cy="334734"/>
            </a:xfrm>
            <a:prstGeom prst="ellipse">
              <a:avLst/>
            </a:prstGeom>
            <a:gradFill>
              <a:gsLst>
                <a:gs pos="0">
                  <a:srgbClr val="000400">
                    <a:alpha val="27108"/>
                  </a:srgbClr>
                </a:gs>
                <a:gs pos="14286">
                  <a:srgbClr val="000400">
                    <a:alpha val="25220"/>
                  </a:srgbClr>
                </a:gs>
                <a:gs pos="28571">
                  <a:srgbClr val="000400">
                    <a:alpha val="20200"/>
                  </a:srgbClr>
                </a:gs>
                <a:gs pos="42857">
                  <a:srgbClr val="000400">
                    <a:alpha val="13758"/>
                  </a:srgbClr>
                </a:gs>
                <a:gs pos="57143">
                  <a:srgbClr val="000400">
                    <a:alpha val="7874"/>
                  </a:srgbClr>
                </a:gs>
                <a:gs pos="71429">
                  <a:srgbClr val="000400">
                    <a:alpha val="3766"/>
                  </a:srgbClr>
                </a:gs>
                <a:gs pos="85714">
                  <a:srgbClr val="000400">
                    <a:alpha val="1507"/>
                  </a:srgbClr>
                </a:gs>
                <a:gs pos="100000">
                  <a:srgbClr val="000400">
                    <a:alpha val="5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5" name="Splat 1395"/>
            <p:cNvSpPr>
              <a:spLocks noGrp="1"/>
            </p:cNvSpPr>
            <p:nvPr/>
          </p:nvSpPr>
          <p:spPr>
            <a:xfrm rot="7666722">
              <a:off x="1253981" y="653832"/>
              <a:ext cx="855658" cy="207431"/>
            </a:xfrm>
            <a:prstGeom prst="ellipse">
              <a:avLst/>
            </a:prstGeom>
            <a:gradFill>
              <a:gsLst>
                <a:gs pos="0">
                  <a:srgbClr val="000000">
                    <a:alpha val="31451"/>
                  </a:srgbClr>
                </a:gs>
                <a:gs pos="14286">
                  <a:srgbClr val="000000">
                    <a:alpha val="29325"/>
                  </a:srgbClr>
                </a:gs>
                <a:gs pos="28571">
                  <a:srgbClr val="000000">
                    <a:alpha val="23623"/>
                  </a:srgbClr>
                </a:gs>
                <a:gs pos="42857">
                  <a:srgbClr val="000000">
                    <a:alpha val="16202"/>
                  </a:srgbClr>
                </a:gs>
                <a:gs pos="57143">
                  <a:srgbClr val="000000">
                    <a:alpha val="9330"/>
                  </a:srgbClr>
                </a:gs>
                <a:gs pos="71429">
                  <a:srgbClr val="000000">
                    <a:alpha val="4481"/>
                  </a:srgbClr>
                </a:gs>
                <a:gs pos="85714">
                  <a:srgbClr val="000000">
                    <a:alpha val="1797"/>
                  </a:srgbClr>
                </a:gs>
                <a:gs pos="100000">
                  <a:srgbClr val="000000">
                    <a:alpha val="6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6" name="Splat 1396"/>
            <p:cNvSpPr>
              <a:spLocks noGrp="1"/>
            </p:cNvSpPr>
            <p:nvPr/>
          </p:nvSpPr>
          <p:spPr>
            <a:xfrm rot="7110304">
              <a:off x="1253632" y="676644"/>
              <a:ext cx="786095" cy="269870"/>
            </a:xfrm>
            <a:prstGeom prst="ellipse">
              <a:avLst/>
            </a:prstGeom>
            <a:gradFill>
              <a:gsLst>
                <a:gs pos="0">
                  <a:srgbClr val="000000">
                    <a:alpha val="25894"/>
                  </a:srgbClr>
                </a:gs>
                <a:gs pos="14286">
                  <a:srgbClr val="000000">
                    <a:alpha val="24076"/>
                  </a:srgbClr>
                </a:gs>
                <a:gs pos="28571">
                  <a:srgbClr val="000000">
                    <a:alpha val="19254"/>
                  </a:srgbClr>
                </a:gs>
                <a:gs pos="42857">
                  <a:srgbClr val="000000">
                    <a:alpha val="13088"/>
                  </a:srgbClr>
                </a:gs>
                <a:gs pos="57143">
                  <a:srgbClr val="000000">
                    <a:alpha val="7478"/>
                  </a:srgbClr>
                </a:gs>
                <a:gs pos="71429">
                  <a:srgbClr val="000000">
                    <a:alpha val="3573"/>
                  </a:srgbClr>
                </a:gs>
                <a:gs pos="85714">
                  <a:srgbClr val="000000">
                    <a:alpha val="1428"/>
                  </a:srgbClr>
                </a:gs>
                <a:gs pos="100000">
                  <a:srgbClr val="000000">
                    <a:alpha val="4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7" name="Splat 1397"/>
            <p:cNvSpPr>
              <a:spLocks noGrp="1"/>
            </p:cNvSpPr>
            <p:nvPr/>
          </p:nvSpPr>
          <p:spPr>
            <a:xfrm rot="7334699">
              <a:off x="144987" y="550162"/>
              <a:ext cx="774027" cy="36102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8" name="Splat 1398"/>
            <p:cNvSpPr>
              <a:spLocks noGrp="1"/>
            </p:cNvSpPr>
            <p:nvPr/>
          </p:nvSpPr>
          <p:spPr>
            <a:xfrm rot="6638372">
              <a:off x="152436" y="522585"/>
              <a:ext cx="687893" cy="389925"/>
            </a:xfrm>
            <a:prstGeom prst="ellipse">
              <a:avLst/>
            </a:prstGeom>
            <a:gradFill>
              <a:gsLst>
                <a:gs pos="0">
                  <a:srgbClr val="000000">
                    <a:alpha val="12795"/>
                  </a:srgbClr>
                </a:gs>
                <a:gs pos="14286">
                  <a:srgbClr val="000000">
                    <a:alpha val="11824"/>
                  </a:srgbClr>
                </a:gs>
                <a:gs pos="28571">
                  <a:srgbClr val="000000">
                    <a:alpha val="9308"/>
                  </a:srgbClr>
                </a:gs>
                <a:gs pos="42857">
                  <a:srgbClr val="000000">
                    <a:alpha val="6207"/>
                  </a:srgbClr>
                </a:gs>
                <a:gs pos="57143">
                  <a:srgbClr val="000000">
                    <a:alpha val="3489"/>
                  </a:srgbClr>
                </a:gs>
                <a:gs pos="71429">
                  <a:srgbClr val="000000">
                    <a:alpha val="1648"/>
                  </a:srgbClr>
                </a:gs>
                <a:gs pos="85714">
                  <a:srgbClr val="000000">
                    <a:alpha val="655"/>
                  </a:srgbClr>
                </a:gs>
                <a:gs pos="100000">
                  <a:srgbClr val="000000">
                    <a:alpha val="2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9" name="Splat 1399"/>
            <p:cNvSpPr>
              <a:spLocks noGrp="1"/>
            </p:cNvSpPr>
            <p:nvPr/>
          </p:nvSpPr>
          <p:spPr>
            <a:xfrm rot="-8254613">
              <a:off x="-151420" y="601629"/>
              <a:ext cx="858337" cy="228481"/>
            </a:xfrm>
            <a:prstGeom prst="ellipse">
              <a:avLst/>
            </a:prstGeom>
            <a:gradFill>
              <a:gsLst>
                <a:gs pos="0">
                  <a:srgbClr val="480000">
                    <a:alpha val="32968"/>
                  </a:srgbClr>
                </a:gs>
                <a:gs pos="14286">
                  <a:srgbClr val="480000">
                    <a:alpha val="30764"/>
                  </a:srgbClr>
                </a:gs>
                <a:gs pos="28571">
                  <a:srgbClr val="480000">
                    <a:alpha val="24833"/>
                  </a:srgbClr>
                </a:gs>
                <a:gs pos="42857">
                  <a:srgbClr val="480000">
                    <a:alpha val="17075"/>
                  </a:srgbClr>
                </a:gs>
                <a:gs pos="57143">
                  <a:srgbClr val="480000">
                    <a:alpha val="9855"/>
                  </a:srgbClr>
                </a:gs>
                <a:gs pos="71429">
                  <a:srgbClr val="480000">
                    <a:alpha val="4740"/>
                  </a:srgbClr>
                </a:gs>
                <a:gs pos="85714">
                  <a:srgbClr val="480000">
                    <a:alpha val="1902"/>
                  </a:srgbClr>
                </a:gs>
                <a:gs pos="100000">
                  <a:srgbClr val="48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0" name="Splat 1400"/>
            <p:cNvSpPr>
              <a:spLocks noGrp="1"/>
            </p:cNvSpPr>
            <p:nvPr/>
          </p:nvSpPr>
          <p:spPr>
            <a:xfrm rot="-8754599">
              <a:off x="-399053" y="583052"/>
              <a:ext cx="875970" cy="433311"/>
            </a:xfrm>
            <a:prstGeom prst="ellipse">
              <a:avLst/>
            </a:prstGeom>
            <a:gradFill>
              <a:gsLst>
                <a:gs pos="0">
                  <a:srgbClr val="130011">
                    <a:alpha val="32968"/>
                  </a:srgbClr>
                </a:gs>
                <a:gs pos="14286">
                  <a:srgbClr val="130011">
                    <a:alpha val="30764"/>
                  </a:srgbClr>
                </a:gs>
                <a:gs pos="28571">
                  <a:srgbClr val="130011">
                    <a:alpha val="24833"/>
                  </a:srgbClr>
                </a:gs>
                <a:gs pos="42857">
                  <a:srgbClr val="130011">
                    <a:alpha val="17075"/>
                  </a:srgbClr>
                </a:gs>
                <a:gs pos="57143">
                  <a:srgbClr val="130011">
                    <a:alpha val="9855"/>
                  </a:srgbClr>
                </a:gs>
                <a:gs pos="71429">
                  <a:srgbClr val="130011">
                    <a:alpha val="4740"/>
                  </a:srgbClr>
                </a:gs>
                <a:gs pos="85714">
                  <a:srgbClr val="130011">
                    <a:alpha val="1902"/>
                  </a:srgbClr>
                </a:gs>
                <a:gs pos="100000">
                  <a:srgbClr val="13001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1" name="Splat 1401"/>
            <p:cNvSpPr>
              <a:spLocks noGrp="1"/>
            </p:cNvSpPr>
            <p:nvPr/>
          </p:nvSpPr>
          <p:spPr>
            <a:xfrm rot="4823312">
              <a:off x="3233364" y="395344"/>
              <a:ext cx="819338" cy="369161"/>
            </a:xfrm>
            <a:prstGeom prst="ellipse">
              <a:avLst/>
            </a:prstGeom>
            <a:gradFill>
              <a:gsLst>
                <a:gs pos="0">
                  <a:srgbClr val="580000">
                    <a:alpha val="32968"/>
                  </a:srgbClr>
                </a:gs>
                <a:gs pos="14286">
                  <a:srgbClr val="580000">
                    <a:alpha val="30764"/>
                  </a:srgbClr>
                </a:gs>
                <a:gs pos="28571">
                  <a:srgbClr val="580000">
                    <a:alpha val="24833"/>
                  </a:srgbClr>
                </a:gs>
                <a:gs pos="42857">
                  <a:srgbClr val="580000">
                    <a:alpha val="17075"/>
                  </a:srgbClr>
                </a:gs>
                <a:gs pos="57143">
                  <a:srgbClr val="580000">
                    <a:alpha val="9855"/>
                  </a:srgbClr>
                </a:gs>
                <a:gs pos="71429">
                  <a:srgbClr val="580000">
                    <a:alpha val="4740"/>
                  </a:srgbClr>
                </a:gs>
                <a:gs pos="85714">
                  <a:srgbClr val="580000">
                    <a:alpha val="1902"/>
                  </a:srgbClr>
                </a:gs>
                <a:gs pos="100000">
                  <a:srgbClr val="58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2" name="Splat 1402"/>
            <p:cNvSpPr>
              <a:spLocks noGrp="1"/>
            </p:cNvSpPr>
            <p:nvPr/>
          </p:nvSpPr>
          <p:spPr>
            <a:xfrm rot="9890199">
              <a:off x="2199301" y="476409"/>
              <a:ext cx="777186" cy="30095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3" name="Splat 1403"/>
            <p:cNvSpPr>
              <a:spLocks noGrp="1"/>
            </p:cNvSpPr>
            <p:nvPr/>
          </p:nvSpPr>
          <p:spPr>
            <a:xfrm rot="10788290">
              <a:off x="1959635" y="445668"/>
              <a:ext cx="875028" cy="34309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4" name="Splat 1404"/>
            <p:cNvSpPr>
              <a:spLocks noGrp="1"/>
            </p:cNvSpPr>
            <p:nvPr/>
          </p:nvSpPr>
          <p:spPr>
            <a:xfrm rot="3164980">
              <a:off x="368475" y="374830"/>
              <a:ext cx="824124" cy="331718"/>
            </a:xfrm>
            <a:prstGeom prst="ellipse">
              <a:avLst/>
            </a:prstGeom>
            <a:gradFill>
              <a:gsLst>
                <a:gs pos="0">
                  <a:srgbClr val="A20000">
                    <a:alpha val="14108"/>
                  </a:srgbClr>
                </a:gs>
                <a:gs pos="14286">
                  <a:srgbClr val="A20000">
                    <a:alpha val="13045"/>
                  </a:srgbClr>
                </a:gs>
                <a:gs pos="28571">
                  <a:srgbClr val="A20000">
                    <a:alpha val="10285"/>
                  </a:srgbClr>
                </a:gs>
                <a:gs pos="42857">
                  <a:srgbClr val="A20000">
                    <a:alpha val="6871"/>
                  </a:srgbClr>
                </a:gs>
                <a:gs pos="57143">
                  <a:srgbClr val="A20000">
                    <a:alpha val="3868"/>
                  </a:srgbClr>
                </a:gs>
                <a:gs pos="71429">
                  <a:srgbClr val="A20000">
                    <a:alpha val="1829"/>
                  </a:srgbClr>
                </a:gs>
                <a:gs pos="85714">
                  <a:srgbClr val="A20000">
                    <a:alpha val="727"/>
                  </a:srgbClr>
                </a:gs>
                <a:gs pos="100000">
                  <a:srgbClr val="A20000">
                    <a:alpha val="2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5" name="Splat 1405"/>
            <p:cNvSpPr>
              <a:spLocks noGrp="1"/>
            </p:cNvSpPr>
            <p:nvPr/>
          </p:nvSpPr>
          <p:spPr>
            <a:xfrm rot="10125771">
              <a:off x="21432" y="289690"/>
              <a:ext cx="921089" cy="419645"/>
            </a:xfrm>
            <a:prstGeom prst="ellipse">
              <a:avLst/>
            </a:prstGeom>
            <a:gradFill>
              <a:gsLst>
                <a:gs pos="0">
                  <a:srgbClr val="680000">
                    <a:alpha val="32968"/>
                  </a:srgbClr>
                </a:gs>
                <a:gs pos="14286">
                  <a:srgbClr val="680000">
                    <a:alpha val="30764"/>
                  </a:srgbClr>
                </a:gs>
                <a:gs pos="28571">
                  <a:srgbClr val="680000">
                    <a:alpha val="24833"/>
                  </a:srgbClr>
                </a:gs>
                <a:gs pos="42857">
                  <a:srgbClr val="680000">
                    <a:alpha val="17075"/>
                  </a:srgbClr>
                </a:gs>
                <a:gs pos="57143">
                  <a:srgbClr val="680000">
                    <a:alpha val="9855"/>
                  </a:srgbClr>
                </a:gs>
                <a:gs pos="71429">
                  <a:srgbClr val="680000">
                    <a:alpha val="4740"/>
                  </a:srgbClr>
                </a:gs>
                <a:gs pos="85714">
                  <a:srgbClr val="680000">
                    <a:alpha val="1902"/>
                  </a:srgbClr>
                </a:gs>
                <a:gs pos="100000">
                  <a:srgbClr val="68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6" name="Splat 1406"/>
            <p:cNvSpPr>
              <a:spLocks noGrp="1"/>
            </p:cNvSpPr>
            <p:nvPr/>
          </p:nvSpPr>
          <p:spPr>
            <a:xfrm rot="-10033245">
              <a:off x="-317246" y="361693"/>
              <a:ext cx="945900" cy="43055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7" name="Splat 1407"/>
            <p:cNvSpPr>
              <a:spLocks noGrp="1"/>
            </p:cNvSpPr>
            <p:nvPr/>
          </p:nvSpPr>
          <p:spPr>
            <a:xfrm rot="7919069">
              <a:off x="-436721" y="359329"/>
              <a:ext cx="941301" cy="418738"/>
            </a:xfrm>
            <a:prstGeom prst="ellipse">
              <a:avLst/>
            </a:prstGeom>
            <a:gradFill>
              <a:gsLst>
                <a:gs pos="0">
                  <a:srgbClr val="0A0000">
                    <a:alpha val="32968"/>
                  </a:srgbClr>
                </a:gs>
                <a:gs pos="14286">
                  <a:srgbClr val="0A0000">
                    <a:alpha val="30764"/>
                  </a:srgbClr>
                </a:gs>
                <a:gs pos="28571">
                  <a:srgbClr val="0A0000">
                    <a:alpha val="24833"/>
                  </a:srgbClr>
                </a:gs>
                <a:gs pos="42857">
                  <a:srgbClr val="0A0000">
                    <a:alpha val="17075"/>
                  </a:srgbClr>
                </a:gs>
                <a:gs pos="57143">
                  <a:srgbClr val="0A0000">
                    <a:alpha val="9855"/>
                  </a:srgbClr>
                </a:gs>
                <a:gs pos="71429">
                  <a:srgbClr val="0A0000">
                    <a:alpha val="4740"/>
                  </a:srgbClr>
                </a:gs>
                <a:gs pos="85714">
                  <a:srgbClr val="0A0000">
                    <a:alpha val="1902"/>
                  </a:srgbClr>
                </a:gs>
                <a:gs pos="100000">
                  <a:srgbClr val="0A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8" name="Splat 1408"/>
            <p:cNvSpPr>
              <a:spLocks noGrp="1"/>
            </p:cNvSpPr>
            <p:nvPr/>
          </p:nvSpPr>
          <p:spPr>
            <a:xfrm rot="6821202">
              <a:off x="3222704" y="246406"/>
              <a:ext cx="850741" cy="48036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9" name="Splat 1409"/>
            <p:cNvSpPr>
              <a:spLocks noGrp="1"/>
            </p:cNvSpPr>
            <p:nvPr/>
          </p:nvSpPr>
          <p:spPr>
            <a:xfrm rot="3771271">
              <a:off x="795937" y="160545"/>
              <a:ext cx="599465" cy="410006"/>
            </a:xfrm>
            <a:prstGeom prst="ellipse">
              <a:avLst/>
            </a:prstGeom>
            <a:gradFill>
              <a:gsLst>
                <a:gs pos="0">
                  <a:srgbClr val="F1F6FF">
                    <a:alpha val="11342"/>
                  </a:srgbClr>
                </a:gs>
                <a:gs pos="14286">
                  <a:srgbClr val="F1F6FF">
                    <a:alpha val="10474"/>
                  </a:srgbClr>
                </a:gs>
                <a:gs pos="28571">
                  <a:srgbClr val="F1F6FF">
                    <a:alpha val="8232"/>
                  </a:srgbClr>
                </a:gs>
                <a:gs pos="42857">
                  <a:srgbClr val="F1F6FF">
                    <a:alpha val="5479"/>
                  </a:srgbClr>
                </a:gs>
                <a:gs pos="57143">
                  <a:srgbClr val="F1F6FF">
                    <a:alpha val="3074"/>
                  </a:srgbClr>
                </a:gs>
                <a:gs pos="71429">
                  <a:srgbClr val="F1F6FF">
                    <a:alpha val="1451"/>
                  </a:srgbClr>
                </a:gs>
                <a:gs pos="85714">
                  <a:srgbClr val="F1F6FF">
                    <a:alpha val="576"/>
                  </a:srgbClr>
                </a:gs>
                <a:gs pos="100000">
                  <a:srgbClr val="F1F6FF">
                    <a:alpha val="1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0" name="Splat 1410"/>
            <p:cNvSpPr>
              <a:spLocks noGrp="1"/>
            </p:cNvSpPr>
            <p:nvPr/>
          </p:nvSpPr>
          <p:spPr>
            <a:xfrm rot="6385049">
              <a:off x="451777" y="229314"/>
              <a:ext cx="539822" cy="389792"/>
            </a:xfrm>
            <a:prstGeom prst="ellipse">
              <a:avLst/>
            </a:prstGeom>
            <a:gradFill>
              <a:gsLst>
                <a:gs pos="0">
                  <a:srgbClr val="580000">
                    <a:alpha val="32968"/>
                  </a:srgbClr>
                </a:gs>
                <a:gs pos="14286">
                  <a:srgbClr val="580000">
                    <a:alpha val="30764"/>
                  </a:srgbClr>
                </a:gs>
                <a:gs pos="28571">
                  <a:srgbClr val="580000">
                    <a:alpha val="24833"/>
                  </a:srgbClr>
                </a:gs>
                <a:gs pos="42857">
                  <a:srgbClr val="580000">
                    <a:alpha val="17075"/>
                  </a:srgbClr>
                </a:gs>
                <a:gs pos="57143">
                  <a:srgbClr val="580000">
                    <a:alpha val="9855"/>
                  </a:srgbClr>
                </a:gs>
                <a:gs pos="71429">
                  <a:srgbClr val="580000">
                    <a:alpha val="4740"/>
                  </a:srgbClr>
                </a:gs>
                <a:gs pos="85714">
                  <a:srgbClr val="580000">
                    <a:alpha val="1902"/>
                  </a:srgbClr>
                </a:gs>
                <a:gs pos="100000">
                  <a:srgbClr val="58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1" name="Splat 1411"/>
            <p:cNvSpPr>
              <a:spLocks noGrp="1"/>
            </p:cNvSpPr>
            <p:nvPr/>
          </p:nvSpPr>
          <p:spPr>
            <a:xfrm rot="5510369">
              <a:off x="424282" y="205439"/>
              <a:ext cx="579146" cy="42649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2" name="Splat 1412"/>
            <p:cNvSpPr>
              <a:spLocks noGrp="1"/>
            </p:cNvSpPr>
            <p:nvPr/>
          </p:nvSpPr>
          <p:spPr>
            <a:xfrm rot="5929214">
              <a:off x="5865" y="138320"/>
              <a:ext cx="858536" cy="55462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3" name="Splat 1413"/>
            <p:cNvSpPr>
              <a:spLocks noGrp="1"/>
            </p:cNvSpPr>
            <p:nvPr/>
          </p:nvSpPr>
          <p:spPr>
            <a:xfrm rot="5075180">
              <a:off x="-69631" y="195626"/>
              <a:ext cx="640992" cy="321302"/>
            </a:xfrm>
            <a:prstGeom prst="ellipse">
              <a:avLst/>
            </a:prstGeom>
            <a:gradFill>
              <a:gsLst>
                <a:gs pos="0">
                  <a:srgbClr val="FF6900">
                    <a:alpha val="27574"/>
                  </a:srgbClr>
                </a:gs>
                <a:gs pos="14286">
                  <a:srgbClr val="FF6900">
                    <a:alpha val="25659"/>
                  </a:srgbClr>
                </a:gs>
                <a:gs pos="28571">
                  <a:srgbClr val="FF6900">
                    <a:alpha val="20565"/>
                  </a:srgbClr>
                </a:gs>
                <a:gs pos="42857">
                  <a:srgbClr val="FF6900">
                    <a:alpha val="14016"/>
                  </a:srgbClr>
                </a:gs>
                <a:gs pos="57143">
                  <a:srgbClr val="FF6900">
                    <a:alpha val="8027"/>
                  </a:srgbClr>
                </a:gs>
                <a:gs pos="71429">
                  <a:srgbClr val="FF6900">
                    <a:alpha val="3841"/>
                  </a:srgbClr>
                </a:gs>
                <a:gs pos="85714">
                  <a:srgbClr val="FF6900">
                    <a:alpha val="1537"/>
                  </a:srgbClr>
                </a:gs>
                <a:gs pos="100000">
                  <a:srgbClr val="FF6900">
                    <a:alpha val="5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4" name="Splat 1414"/>
            <p:cNvSpPr>
              <a:spLocks noGrp="1"/>
            </p:cNvSpPr>
            <p:nvPr/>
          </p:nvSpPr>
          <p:spPr>
            <a:xfrm rot="8045950">
              <a:off x="-406924" y="338912"/>
              <a:ext cx="903696" cy="41587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5" name="Splat 1415"/>
            <p:cNvSpPr>
              <a:spLocks noGrp="1"/>
            </p:cNvSpPr>
            <p:nvPr/>
          </p:nvSpPr>
          <p:spPr>
            <a:xfrm rot="5414544">
              <a:off x="3163896" y="154610"/>
              <a:ext cx="968358" cy="42926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6" name="Splat 1416"/>
            <p:cNvSpPr>
              <a:spLocks noGrp="1"/>
            </p:cNvSpPr>
            <p:nvPr/>
          </p:nvSpPr>
          <p:spPr>
            <a:xfrm rot="2928575">
              <a:off x="2911974" y="233076"/>
              <a:ext cx="921490" cy="235259"/>
            </a:xfrm>
            <a:prstGeom prst="ellipse">
              <a:avLst/>
            </a:prstGeom>
            <a:gradFill>
              <a:gsLst>
                <a:gs pos="0">
                  <a:srgbClr val="000000">
                    <a:alpha val="27078"/>
                  </a:srgbClr>
                </a:gs>
                <a:gs pos="14286">
                  <a:srgbClr val="000000">
                    <a:alpha val="25192"/>
                  </a:srgbClr>
                </a:gs>
                <a:gs pos="28571">
                  <a:srgbClr val="000000">
                    <a:alpha val="20177"/>
                  </a:srgbClr>
                </a:gs>
                <a:gs pos="42857">
                  <a:srgbClr val="000000">
                    <a:alpha val="13741"/>
                  </a:srgbClr>
                </a:gs>
                <a:gs pos="57143">
                  <a:srgbClr val="000000">
                    <a:alpha val="7864"/>
                  </a:srgbClr>
                </a:gs>
                <a:gs pos="71429">
                  <a:srgbClr val="000000">
                    <a:alpha val="3761"/>
                  </a:srgbClr>
                </a:gs>
                <a:gs pos="85714">
                  <a:srgbClr val="000000">
                    <a:alpha val="1505"/>
                  </a:srgbClr>
                </a:gs>
                <a:gs pos="100000">
                  <a:srgbClr val="000000">
                    <a:alpha val="5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7" name="Splat 1417"/>
            <p:cNvSpPr>
              <a:spLocks noGrp="1"/>
            </p:cNvSpPr>
            <p:nvPr/>
          </p:nvSpPr>
          <p:spPr>
            <a:xfrm rot="10344299">
              <a:off x="3016165" y="90624"/>
              <a:ext cx="448726" cy="309880"/>
            </a:xfrm>
            <a:prstGeom prst="ellipse">
              <a:avLst/>
            </a:prstGeom>
            <a:gradFill>
              <a:gsLst>
                <a:gs pos="0">
                  <a:srgbClr val="2A1800">
                    <a:alpha val="32968"/>
                  </a:srgbClr>
                </a:gs>
                <a:gs pos="14286">
                  <a:srgbClr val="2A1800">
                    <a:alpha val="30764"/>
                  </a:srgbClr>
                </a:gs>
                <a:gs pos="28571">
                  <a:srgbClr val="2A1800">
                    <a:alpha val="24833"/>
                  </a:srgbClr>
                </a:gs>
                <a:gs pos="42857">
                  <a:srgbClr val="2A1800">
                    <a:alpha val="17075"/>
                  </a:srgbClr>
                </a:gs>
                <a:gs pos="57143">
                  <a:srgbClr val="2A1800">
                    <a:alpha val="9855"/>
                  </a:srgbClr>
                </a:gs>
                <a:gs pos="71429">
                  <a:srgbClr val="2A1800">
                    <a:alpha val="4740"/>
                  </a:srgbClr>
                </a:gs>
                <a:gs pos="85714">
                  <a:srgbClr val="2A1800">
                    <a:alpha val="1902"/>
                  </a:srgbClr>
                </a:gs>
                <a:gs pos="100000">
                  <a:srgbClr val="2A18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8" name="Splat 1418"/>
            <p:cNvSpPr>
              <a:spLocks noGrp="1"/>
            </p:cNvSpPr>
            <p:nvPr/>
          </p:nvSpPr>
          <p:spPr>
            <a:xfrm rot="-10529997">
              <a:off x="2776705" y="103013"/>
              <a:ext cx="636583" cy="269488"/>
            </a:xfrm>
            <a:prstGeom prst="ellipse">
              <a:avLst/>
            </a:prstGeom>
            <a:gradFill>
              <a:gsLst>
                <a:gs pos="0">
                  <a:srgbClr val="672D00">
                    <a:alpha val="32968"/>
                  </a:srgbClr>
                </a:gs>
                <a:gs pos="14286">
                  <a:srgbClr val="672D00">
                    <a:alpha val="30764"/>
                  </a:srgbClr>
                </a:gs>
                <a:gs pos="28571">
                  <a:srgbClr val="672D00">
                    <a:alpha val="24833"/>
                  </a:srgbClr>
                </a:gs>
                <a:gs pos="42857">
                  <a:srgbClr val="672D00">
                    <a:alpha val="17075"/>
                  </a:srgbClr>
                </a:gs>
                <a:gs pos="57143">
                  <a:srgbClr val="672D00">
                    <a:alpha val="9855"/>
                  </a:srgbClr>
                </a:gs>
                <a:gs pos="71429">
                  <a:srgbClr val="672D00">
                    <a:alpha val="4740"/>
                  </a:srgbClr>
                </a:gs>
                <a:gs pos="85714">
                  <a:srgbClr val="672D00">
                    <a:alpha val="1902"/>
                  </a:srgbClr>
                </a:gs>
                <a:gs pos="100000">
                  <a:srgbClr val="672D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9" name="Splat 1419"/>
            <p:cNvSpPr>
              <a:spLocks noGrp="1"/>
            </p:cNvSpPr>
            <p:nvPr/>
          </p:nvSpPr>
          <p:spPr>
            <a:xfrm rot="7198665">
              <a:off x="2771531" y="129708"/>
              <a:ext cx="410460" cy="20611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0" name="Splat 1420"/>
            <p:cNvSpPr>
              <a:spLocks noGrp="1"/>
            </p:cNvSpPr>
            <p:nvPr/>
          </p:nvSpPr>
          <p:spPr>
            <a:xfrm rot="8189266">
              <a:off x="2532405" y="95812"/>
              <a:ext cx="414770" cy="347613"/>
            </a:xfrm>
            <a:prstGeom prst="ellipse">
              <a:avLst/>
            </a:prstGeom>
            <a:gradFill>
              <a:gsLst>
                <a:gs pos="0">
                  <a:srgbClr val="E10000">
                    <a:alpha val="17899"/>
                  </a:srgbClr>
                </a:gs>
                <a:gs pos="14286">
                  <a:srgbClr val="E10000">
                    <a:alpha val="16579"/>
                  </a:srgbClr>
                </a:gs>
                <a:gs pos="28571">
                  <a:srgbClr val="E10000">
                    <a:alpha val="13129"/>
                  </a:srgbClr>
                </a:gs>
                <a:gs pos="42857">
                  <a:srgbClr val="E10000">
                    <a:alpha val="8819"/>
                  </a:srgbClr>
                </a:gs>
                <a:gs pos="57143">
                  <a:srgbClr val="E10000">
                    <a:alpha val="4987"/>
                  </a:srgbClr>
                </a:gs>
                <a:gs pos="71429">
                  <a:srgbClr val="E10000">
                    <a:alpha val="2366"/>
                  </a:srgbClr>
                </a:gs>
                <a:gs pos="85714">
                  <a:srgbClr val="E10000">
                    <a:alpha val="942"/>
                  </a:srgbClr>
                </a:gs>
                <a:gs pos="100000">
                  <a:srgbClr val="E10000">
                    <a:alpha val="3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1" name="Splat 1421"/>
            <p:cNvSpPr>
              <a:spLocks noGrp="1"/>
            </p:cNvSpPr>
            <p:nvPr/>
          </p:nvSpPr>
          <p:spPr>
            <a:xfrm rot="4984159">
              <a:off x="2166672" y="309773"/>
              <a:ext cx="298962" cy="8562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2" name="Splat 1422"/>
            <p:cNvSpPr>
              <a:spLocks noGrp="1"/>
            </p:cNvSpPr>
            <p:nvPr/>
          </p:nvSpPr>
          <p:spPr>
            <a:xfrm rot="6042592">
              <a:off x="939204" y="35644"/>
              <a:ext cx="655947" cy="385518"/>
            </a:xfrm>
            <a:prstGeom prst="ellipse">
              <a:avLst/>
            </a:prstGeom>
            <a:gradFill>
              <a:gsLst>
                <a:gs pos="0">
                  <a:srgbClr val="F8EEF8">
                    <a:alpha val="32066"/>
                  </a:srgbClr>
                </a:gs>
                <a:gs pos="14286">
                  <a:srgbClr val="F8EEF8">
                    <a:alpha val="29908"/>
                  </a:srgbClr>
                </a:gs>
                <a:gs pos="28571">
                  <a:srgbClr val="F8EEF8">
                    <a:alpha val="24113"/>
                  </a:srgbClr>
                </a:gs>
                <a:gs pos="42857">
                  <a:srgbClr val="F8EEF8">
                    <a:alpha val="16555"/>
                  </a:srgbClr>
                </a:gs>
                <a:gs pos="57143">
                  <a:srgbClr val="F8EEF8">
                    <a:alpha val="9542"/>
                  </a:srgbClr>
                </a:gs>
                <a:gs pos="71429">
                  <a:srgbClr val="F8EEF8">
                    <a:alpha val="4586"/>
                  </a:srgbClr>
                </a:gs>
                <a:gs pos="85714">
                  <a:srgbClr val="F8EEF8">
                    <a:alpha val="1839"/>
                  </a:srgbClr>
                </a:gs>
                <a:gs pos="100000">
                  <a:srgbClr val="F8EEF8">
                    <a:alpha val="6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3" name="Splat 1423"/>
            <p:cNvSpPr>
              <a:spLocks noGrp="1"/>
            </p:cNvSpPr>
            <p:nvPr/>
          </p:nvSpPr>
          <p:spPr>
            <a:xfrm rot="3780677">
              <a:off x="773983" y="51341"/>
              <a:ext cx="622506" cy="424396"/>
            </a:xfrm>
            <a:prstGeom prst="ellipse">
              <a:avLst/>
            </a:prstGeom>
            <a:gradFill>
              <a:gsLst>
                <a:gs pos="0">
                  <a:srgbClr val="EFE1E9">
                    <a:alpha val="32968"/>
                  </a:srgbClr>
                </a:gs>
                <a:gs pos="14286">
                  <a:srgbClr val="EFE1E9">
                    <a:alpha val="30764"/>
                  </a:srgbClr>
                </a:gs>
                <a:gs pos="28571">
                  <a:srgbClr val="EFE1E9">
                    <a:alpha val="24833"/>
                  </a:srgbClr>
                </a:gs>
                <a:gs pos="42857">
                  <a:srgbClr val="EFE1E9">
                    <a:alpha val="17075"/>
                  </a:srgbClr>
                </a:gs>
                <a:gs pos="57143">
                  <a:srgbClr val="EFE1E9">
                    <a:alpha val="9855"/>
                  </a:srgbClr>
                </a:gs>
                <a:gs pos="71429">
                  <a:srgbClr val="EFE1E9">
                    <a:alpha val="4740"/>
                  </a:srgbClr>
                </a:gs>
                <a:gs pos="85714">
                  <a:srgbClr val="EFE1E9">
                    <a:alpha val="1902"/>
                  </a:srgbClr>
                </a:gs>
                <a:gs pos="100000">
                  <a:srgbClr val="EFE1E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4" name="Splat 1424"/>
            <p:cNvSpPr>
              <a:spLocks noGrp="1"/>
            </p:cNvSpPr>
            <p:nvPr/>
          </p:nvSpPr>
          <p:spPr>
            <a:xfrm rot="5649291">
              <a:off x="327052" y="195210"/>
              <a:ext cx="853047" cy="193434"/>
            </a:xfrm>
            <a:prstGeom prst="ellipse">
              <a:avLst/>
            </a:prstGeom>
            <a:gradFill>
              <a:gsLst>
                <a:gs pos="0">
                  <a:srgbClr val="A64700">
                    <a:alpha val="32968"/>
                  </a:srgbClr>
                </a:gs>
                <a:gs pos="14286">
                  <a:srgbClr val="A64700">
                    <a:alpha val="30764"/>
                  </a:srgbClr>
                </a:gs>
                <a:gs pos="28571">
                  <a:srgbClr val="A64700">
                    <a:alpha val="24833"/>
                  </a:srgbClr>
                </a:gs>
                <a:gs pos="42857">
                  <a:srgbClr val="A64700">
                    <a:alpha val="17075"/>
                  </a:srgbClr>
                </a:gs>
                <a:gs pos="57143">
                  <a:srgbClr val="A64700">
                    <a:alpha val="9855"/>
                  </a:srgbClr>
                </a:gs>
                <a:gs pos="71429">
                  <a:srgbClr val="A64700">
                    <a:alpha val="4740"/>
                  </a:srgbClr>
                </a:gs>
                <a:gs pos="85714">
                  <a:srgbClr val="A64700">
                    <a:alpha val="1902"/>
                  </a:srgbClr>
                </a:gs>
                <a:gs pos="100000">
                  <a:srgbClr val="A647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5" name="Splat 1425"/>
            <p:cNvSpPr>
              <a:spLocks noGrp="1"/>
            </p:cNvSpPr>
            <p:nvPr/>
          </p:nvSpPr>
          <p:spPr>
            <a:xfrm rot="-10434323">
              <a:off x="185348" y="-33042"/>
              <a:ext cx="825769" cy="629082"/>
            </a:xfrm>
            <a:prstGeom prst="ellipse">
              <a:avLst/>
            </a:prstGeom>
            <a:gradFill>
              <a:gsLst>
                <a:gs pos="0">
                  <a:srgbClr val="3D0000">
                    <a:alpha val="32510"/>
                  </a:srgbClr>
                </a:gs>
                <a:gs pos="14286">
                  <a:srgbClr val="3D0000">
                    <a:alpha val="30329"/>
                  </a:srgbClr>
                </a:gs>
                <a:gs pos="28571">
                  <a:srgbClr val="3D0000">
                    <a:alpha val="24467"/>
                  </a:srgbClr>
                </a:gs>
                <a:gs pos="42857">
                  <a:srgbClr val="3D0000">
                    <a:alpha val="16811"/>
                  </a:srgbClr>
                </a:gs>
                <a:gs pos="57143">
                  <a:srgbClr val="3D0000">
                    <a:alpha val="9696"/>
                  </a:srgbClr>
                </a:gs>
                <a:gs pos="71429">
                  <a:srgbClr val="3D0000">
                    <a:alpha val="4662"/>
                  </a:srgbClr>
                </a:gs>
                <a:gs pos="85714">
                  <a:srgbClr val="3D0000">
                    <a:alpha val="1870"/>
                  </a:srgbClr>
                </a:gs>
                <a:gs pos="100000">
                  <a:srgbClr val="3D0000">
                    <a:alpha val="6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6" name="Splat 1426"/>
            <p:cNvSpPr>
              <a:spLocks noGrp="1"/>
            </p:cNvSpPr>
            <p:nvPr/>
          </p:nvSpPr>
          <p:spPr>
            <a:xfrm rot="5436480">
              <a:off x="14288" y="106697"/>
              <a:ext cx="856632" cy="420888"/>
            </a:xfrm>
            <a:prstGeom prst="ellipse">
              <a:avLst/>
            </a:prstGeom>
            <a:gradFill>
              <a:gsLst>
                <a:gs pos="0">
                  <a:srgbClr val="813000">
                    <a:alpha val="32968"/>
                  </a:srgbClr>
                </a:gs>
                <a:gs pos="14286">
                  <a:srgbClr val="813000">
                    <a:alpha val="30764"/>
                  </a:srgbClr>
                </a:gs>
                <a:gs pos="28571">
                  <a:srgbClr val="813000">
                    <a:alpha val="24833"/>
                  </a:srgbClr>
                </a:gs>
                <a:gs pos="42857">
                  <a:srgbClr val="813000">
                    <a:alpha val="17075"/>
                  </a:srgbClr>
                </a:gs>
                <a:gs pos="57143">
                  <a:srgbClr val="813000">
                    <a:alpha val="9855"/>
                  </a:srgbClr>
                </a:gs>
                <a:gs pos="71429">
                  <a:srgbClr val="813000">
                    <a:alpha val="4740"/>
                  </a:srgbClr>
                </a:gs>
                <a:gs pos="85714">
                  <a:srgbClr val="813000">
                    <a:alpha val="1902"/>
                  </a:srgbClr>
                </a:gs>
                <a:gs pos="100000">
                  <a:srgbClr val="813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7" name="Splat 1427"/>
            <p:cNvSpPr>
              <a:spLocks noGrp="1"/>
            </p:cNvSpPr>
            <p:nvPr/>
          </p:nvSpPr>
          <p:spPr>
            <a:xfrm rot="3688030">
              <a:off x="-282741" y="57901"/>
              <a:ext cx="880227" cy="51034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8" name="Splat 1428"/>
            <p:cNvSpPr>
              <a:spLocks noGrp="1"/>
            </p:cNvSpPr>
            <p:nvPr/>
          </p:nvSpPr>
          <p:spPr>
            <a:xfrm rot="4516711">
              <a:off x="-330341" y="50978"/>
              <a:ext cx="896823" cy="56057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9" name="Splat 1429"/>
            <p:cNvSpPr>
              <a:spLocks noGrp="1"/>
            </p:cNvSpPr>
            <p:nvPr/>
          </p:nvSpPr>
          <p:spPr>
            <a:xfrm rot="5461171">
              <a:off x="3302742" y="-76390"/>
              <a:ext cx="588766" cy="19528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0" name="Splat 1430"/>
            <p:cNvSpPr>
              <a:spLocks noGrp="1"/>
            </p:cNvSpPr>
            <p:nvPr/>
          </p:nvSpPr>
          <p:spPr>
            <a:xfrm rot="-10591830">
              <a:off x="1587201" y="-11952"/>
              <a:ext cx="597287" cy="279297"/>
            </a:xfrm>
            <a:prstGeom prst="ellipse">
              <a:avLst/>
            </a:prstGeom>
            <a:gradFill>
              <a:gsLst>
                <a:gs pos="0">
                  <a:srgbClr val="000000">
                    <a:alpha val="6726"/>
                  </a:srgbClr>
                </a:gs>
                <a:gs pos="14286">
                  <a:srgbClr val="000000">
                    <a:alpha val="6199"/>
                  </a:srgbClr>
                </a:gs>
                <a:gs pos="28571">
                  <a:srgbClr val="000000">
                    <a:alpha val="4847"/>
                  </a:srgbClr>
                </a:gs>
                <a:gs pos="42857">
                  <a:srgbClr val="000000">
                    <a:alpha val="3207"/>
                  </a:srgbClr>
                </a:gs>
                <a:gs pos="57143">
                  <a:srgbClr val="000000">
                    <a:alpha val="1790"/>
                  </a:srgbClr>
                </a:gs>
                <a:gs pos="71429">
                  <a:srgbClr val="000000">
                    <a:alpha val="842"/>
                  </a:srgbClr>
                </a:gs>
                <a:gs pos="85714">
                  <a:srgbClr val="000000">
                    <a:alpha val="334"/>
                  </a:srgbClr>
                </a:gs>
                <a:gs pos="100000">
                  <a:srgbClr val="000000">
                    <a:alpha val="1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1" name="Splat 1431"/>
            <p:cNvSpPr>
              <a:spLocks noGrp="1"/>
            </p:cNvSpPr>
            <p:nvPr/>
          </p:nvSpPr>
          <p:spPr>
            <a:xfrm rot="4178158">
              <a:off x="1251808" y="-23250"/>
              <a:ext cx="745693" cy="175614"/>
            </a:xfrm>
            <a:prstGeom prst="ellipse">
              <a:avLst/>
            </a:prstGeom>
            <a:gradFill>
              <a:gsLst>
                <a:gs pos="0">
                  <a:srgbClr val="001112">
                    <a:alpha val="32968"/>
                  </a:srgbClr>
                </a:gs>
                <a:gs pos="14286">
                  <a:srgbClr val="001112">
                    <a:alpha val="30764"/>
                  </a:srgbClr>
                </a:gs>
                <a:gs pos="28571">
                  <a:srgbClr val="001112">
                    <a:alpha val="24833"/>
                  </a:srgbClr>
                </a:gs>
                <a:gs pos="42857">
                  <a:srgbClr val="001112">
                    <a:alpha val="17075"/>
                  </a:srgbClr>
                </a:gs>
                <a:gs pos="57143">
                  <a:srgbClr val="001112">
                    <a:alpha val="9855"/>
                  </a:srgbClr>
                </a:gs>
                <a:gs pos="71429">
                  <a:srgbClr val="001112">
                    <a:alpha val="4740"/>
                  </a:srgbClr>
                </a:gs>
                <a:gs pos="85714">
                  <a:srgbClr val="001112">
                    <a:alpha val="1902"/>
                  </a:srgbClr>
                </a:gs>
                <a:gs pos="100000">
                  <a:srgbClr val="00111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2" name="Splat 1432"/>
            <p:cNvSpPr>
              <a:spLocks noGrp="1"/>
            </p:cNvSpPr>
            <p:nvPr/>
          </p:nvSpPr>
          <p:spPr>
            <a:xfrm rot="5202144">
              <a:off x="898134" y="-165966"/>
              <a:ext cx="683544" cy="400888"/>
            </a:xfrm>
            <a:prstGeom prst="ellipse">
              <a:avLst/>
            </a:prstGeom>
            <a:gradFill>
              <a:gsLst>
                <a:gs pos="0">
                  <a:srgbClr val="EEE3EB">
                    <a:alpha val="32968"/>
                  </a:srgbClr>
                </a:gs>
                <a:gs pos="14286">
                  <a:srgbClr val="EEE3EB">
                    <a:alpha val="30764"/>
                  </a:srgbClr>
                </a:gs>
                <a:gs pos="28571">
                  <a:srgbClr val="EEE3EB">
                    <a:alpha val="24833"/>
                  </a:srgbClr>
                </a:gs>
                <a:gs pos="42857">
                  <a:srgbClr val="EEE3EB">
                    <a:alpha val="17075"/>
                  </a:srgbClr>
                </a:gs>
                <a:gs pos="57143">
                  <a:srgbClr val="EEE3EB">
                    <a:alpha val="9855"/>
                  </a:srgbClr>
                </a:gs>
                <a:gs pos="71429">
                  <a:srgbClr val="EEE3EB">
                    <a:alpha val="4740"/>
                  </a:srgbClr>
                </a:gs>
                <a:gs pos="85714">
                  <a:srgbClr val="EEE3EB">
                    <a:alpha val="1902"/>
                  </a:srgbClr>
                </a:gs>
                <a:gs pos="100000">
                  <a:srgbClr val="EEE3E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3" name="Splat 1433"/>
            <p:cNvSpPr>
              <a:spLocks noGrp="1"/>
            </p:cNvSpPr>
            <p:nvPr/>
          </p:nvSpPr>
          <p:spPr>
            <a:xfrm rot="3662217">
              <a:off x="700017" y="-212118"/>
              <a:ext cx="753422" cy="480411"/>
            </a:xfrm>
            <a:prstGeom prst="ellipse">
              <a:avLst/>
            </a:prstGeom>
            <a:gradFill>
              <a:gsLst>
                <a:gs pos="0">
                  <a:srgbClr val="F5E9F1">
                    <a:alpha val="32968"/>
                  </a:srgbClr>
                </a:gs>
                <a:gs pos="14286">
                  <a:srgbClr val="F5E9F1">
                    <a:alpha val="30764"/>
                  </a:srgbClr>
                </a:gs>
                <a:gs pos="28571">
                  <a:srgbClr val="F5E9F1">
                    <a:alpha val="24833"/>
                  </a:srgbClr>
                </a:gs>
                <a:gs pos="42857">
                  <a:srgbClr val="F5E9F1">
                    <a:alpha val="17075"/>
                  </a:srgbClr>
                </a:gs>
                <a:gs pos="57143">
                  <a:srgbClr val="F5E9F1">
                    <a:alpha val="9855"/>
                  </a:srgbClr>
                </a:gs>
                <a:gs pos="71429">
                  <a:srgbClr val="F5E9F1">
                    <a:alpha val="4740"/>
                  </a:srgbClr>
                </a:gs>
                <a:gs pos="85714">
                  <a:srgbClr val="F5E9F1">
                    <a:alpha val="1902"/>
                  </a:srgbClr>
                </a:gs>
                <a:gs pos="100000">
                  <a:srgbClr val="F5E9F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4" name="Splat 1434"/>
            <p:cNvSpPr>
              <a:spLocks noGrp="1"/>
            </p:cNvSpPr>
            <p:nvPr/>
          </p:nvSpPr>
          <p:spPr>
            <a:xfrm rot="7432828">
              <a:off x="37395" y="-182547"/>
              <a:ext cx="926838" cy="599451"/>
            </a:xfrm>
            <a:prstGeom prst="ellipse">
              <a:avLst/>
            </a:prstGeom>
            <a:gradFill>
              <a:gsLst>
                <a:gs pos="0">
                  <a:srgbClr val="000000">
                    <a:alpha val="31798"/>
                  </a:srgbClr>
                </a:gs>
                <a:gs pos="14286">
                  <a:srgbClr val="000000">
                    <a:alpha val="29654"/>
                  </a:srgbClr>
                </a:gs>
                <a:gs pos="28571">
                  <a:srgbClr val="000000">
                    <a:alpha val="23899"/>
                  </a:srgbClr>
                </a:gs>
                <a:gs pos="42857">
                  <a:srgbClr val="000000">
                    <a:alpha val="16401"/>
                  </a:srgbClr>
                </a:gs>
                <a:gs pos="57143">
                  <a:srgbClr val="000000">
                    <a:alpha val="9449"/>
                  </a:srgbClr>
                </a:gs>
                <a:gs pos="71429">
                  <a:srgbClr val="000000">
                    <a:alpha val="4540"/>
                  </a:srgbClr>
                </a:gs>
                <a:gs pos="85714">
                  <a:srgbClr val="000000">
                    <a:alpha val="1821"/>
                  </a:srgbClr>
                </a:gs>
                <a:gs pos="100000">
                  <a:srgbClr val="000000">
                    <a:alpha val="6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5" name="Splat 1435"/>
            <p:cNvSpPr>
              <a:spLocks noGrp="1"/>
            </p:cNvSpPr>
            <p:nvPr/>
          </p:nvSpPr>
          <p:spPr>
            <a:xfrm rot="5109251">
              <a:off x="-13693" y="-121559"/>
              <a:ext cx="955206" cy="475550"/>
            </a:xfrm>
            <a:prstGeom prst="ellipse">
              <a:avLst/>
            </a:prstGeom>
            <a:gradFill>
              <a:gsLst>
                <a:gs pos="0">
                  <a:srgbClr val="823200">
                    <a:alpha val="32968"/>
                  </a:srgbClr>
                </a:gs>
                <a:gs pos="14286">
                  <a:srgbClr val="823200">
                    <a:alpha val="30764"/>
                  </a:srgbClr>
                </a:gs>
                <a:gs pos="28571">
                  <a:srgbClr val="823200">
                    <a:alpha val="24833"/>
                  </a:srgbClr>
                </a:gs>
                <a:gs pos="42857">
                  <a:srgbClr val="823200">
                    <a:alpha val="17075"/>
                  </a:srgbClr>
                </a:gs>
                <a:gs pos="57143">
                  <a:srgbClr val="823200">
                    <a:alpha val="9855"/>
                  </a:srgbClr>
                </a:gs>
                <a:gs pos="71429">
                  <a:srgbClr val="823200">
                    <a:alpha val="4740"/>
                  </a:srgbClr>
                </a:gs>
                <a:gs pos="85714">
                  <a:srgbClr val="823200">
                    <a:alpha val="1902"/>
                  </a:srgbClr>
                </a:gs>
                <a:gs pos="100000">
                  <a:srgbClr val="823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6" name="Splat 1436"/>
            <p:cNvSpPr>
              <a:spLocks noGrp="1"/>
            </p:cNvSpPr>
            <p:nvPr/>
          </p:nvSpPr>
          <p:spPr>
            <a:xfrm rot="-8793327">
              <a:off x="-289851" y="-73824"/>
              <a:ext cx="968809" cy="251761"/>
            </a:xfrm>
            <a:prstGeom prst="ellipse">
              <a:avLst/>
            </a:prstGeom>
            <a:gradFill>
              <a:gsLst>
                <a:gs pos="0">
                  <a:srgbClr val="5F2000">
                    <a:alpha val="32968"/>
                  </a:srgbClr>
                </a:gs>
                <a:gs pos="14286">
                  <a:srgbClr val="5F2000">
                    <a:alpha val="30764"/>
                  </a:srgbClr>
                </a:gs>
                <a:gs pos="28571">
                  <a:srgbClr val="5F2000">
                    <a:alpha val="24833"/>
                  </a:srgbClr>
                </a:gs>
                <a:gs pos="42857">
                  <a:srgbClr val="5F2000">
                    <a:alpha val="17075"/>
                  </a:srgbClr>
                </a:gs>
                <a:gs pos="57143">
                  <a:srgbClr val="5F2000">
                    <a:alpha val="9855"/>
                  </a:srgbClr>
                </a:gs>
                <a:gs pos="71429">
                  <a:srgbClr val="5F2000">
                    <a:alpha val="4740"/>
                  </a:srgbClr>
                </a:gs>
                <a:gs pos="85714">
                  <a:srgbClr val="5F2000">
                    <a:alpha val="1902"/>
                  </a:srgbClr>
                </a:gs>
                <a:gs pos="100000">
                  <a:srgbClr val="5F2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7" name="Splat 1437"/>
            <p:cNvSpPr>
              <a:spLocks noGrp="1"/>
            </p:cNvSpPr>
            <p:nvPr/>
          </p:nvSpPr>
          <p:spPr>
            <a:xfrm rot="-10666904">
              <a:off x="-287397" y="-149721"/>
              <a:ext cx="900446" cy="385427"/>
            </a:xfrm>
            <a:prstGeom prst="ellipse">
              <a:avLst/>
            </a:prstGeom>
            <a:gradFill>
              <a:gsLst>
                <a:gs pos="0">
                  <a:srgbClr val="5A1500">
                    <a:alpha val="32968"/>
                  </a:srgbClr>
                </a:gs>
                <a:gs pos="14286">
                  <a:srgbClr val="5A1500">
                    <a:alpha val="30764"/>
                  </a:srgbClr>
                </a:gs>
                <a:gs pos="28571">
                  <a:srgbClr val="5A1500">
                    <a:alpha val="24833"/>
                  </a:srgbClr>
                </a:gs>
                <a:gs pos="42857">
                  <a:srgbClr val="5A1500">
                    <a:alpha val="17075"/>
                  </a:srgbClr>
                </a:gs>
                <a:gs pos="57143">
                  <a:srgbClr val="5A1500">
                    <a:alpha val="9855"/>
                  </a:srgbClr>
                </a:gs>
                <a:gs pos="71429">
                  <a:srgbClr val="5A1500">
                    <a:alpha val="4740"/>
                  </a:srgbClr>
                </a:gs>
                <a:gs pos="85714">
                  <a:srgbClr val="5A1500">
                    <a:alpha val="1902"/>
                  </a:srgbClr>
                </a:gs>
                <a:gs pos="100000">
                  <a:srgbClr val="5A15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platThis Theme">
  <a:themeElements>
    <a:clrScheme name="SplatThis">
      <a:dk1>
        <a:sysClr val="windowText" lastClr="000000"/>
      </a:dk1>
      <a:lt1>
        <a:sysClr val="window" lastClr="FFFFFF"/>
      </a:lt1>
      <a:dk2>
        <a:srgbClr val="1F1F1F"/>
      </a:dk2>
      <a:lt2>
        <a:srgbClr val="F2F2F2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platThi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SplatTh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  <a:ln w="19050" cap="flat" cmpd="sng" algn="ctr">
          <a:solidFill>
            <a:schemeClr val="phClr"/>
          </a:solidFill>
        </a:ln>
        <a:ln w="38100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SplatThis</Application>
  <Slides>1</Slides>
  <PresentationFormat>Custom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SplatThis Export</dc:title>
  <dc:creator>SplatThis</dc:creator>
  <cp:lastModifiedBy>SplatThis</cp:lastModifiedBy>
  <dcterms:created xsi:type="dcterms:W3CDTF">2026-08-02T19:04:12Z</dcterms:created>
  <dcterms:modified xsi:type="dcterms:W3CDTF">2026-08-02T19:04:12Z</dcterms:modified>
</cp:coreProperties>
</file>