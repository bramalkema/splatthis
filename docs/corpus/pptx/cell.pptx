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3048000" cy="3657600" type="custom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presProps" Target="presProps.xml"/>
  <Relationship Id="rId4" Type="http://schemas.openxmlformats.org/officeDocument/2006/relationships/viewProps" Target="viewProps.xml"/>
  <Relationship Id="rId5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Slide Background"/>
        <p:cNvGrpSpPr/>
        <p:nvPr/>
      </p:nvGrpSpPr>
      <p:grpSpPr>
        <a:xfrm>
          <a:off x="0" y="0"/>
          <a:ext cx="3048000" cy="3657600"/>
          <a:chOff x="0" y="0"/>
          <a:chExt cx="3048000" cy="3657600"/>
        </a:xfrm>
      </p:grpSpPr>
      <p:grpSp>
        <p:nvGrpSpPr>
          <p:cNvPr id="2" name="Splat Group"/>
          <p:cNvGrpSpPr/>
          <p:nvPr/>
        </p:nvGrpSpPr>
        <p:grpSpPr>
          <a:xfrm>
            <a:off x="0" y="0"/>
            <a:ext cx="3048000" cy="3657600"/>
            <a:chOff x="0" y="0"/>
            <a:chExt cx="3048000" cy="3657600"/>
          </a:xfrm>
        </p:grpSpPr>
        <p:sp>
          <p:nvSpPr>
            <p:cNvPr id="3" name="Splat Background"/>
            <p:cNvSpPr>
              <a:spLocks noGrp="1"/>
            </p:cNvSpPr>
            <p:nvPr/>
          </p:nvSpPr>
          <p:spPr>
            <a:xfrm>
              <a:off x="0" y="0"/>
              <a:ext cx="3048000" cy="3657600"/>
            </a:xfrm>
            <a:prstGeom prst="rect">
              <a:avLst/>
            </a:prstGeom>
            <a:solidFill>
              <a:srgbClr val="444444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Splat 4"/>
            <p:cNvSpPr>
              <a:spLocks noGrp="1"/>
            </p:cNvSpPr>
            <p:nvPr/>
          </p:nvSpPr>
          <p:spPr>
            <a:xfrm rot="5400000">
              <a:off x="2277272" y="2208689"/>
              <a:ext cx="15335" cy="15335"/>
            </a:xfrm>
            <a:prstGeom prst="ellipse">
              <a:avLst/>
            </a:prstGeom>
            <a:gradFill>
              <a:gsLst>
                <a:gs pos="0">
                  <a:srgbClr val="F8F8F8">
                    <a:alpha val="25024"/>
                  </a:srgbClr>
                </a:gs>
                <a:gs pos="14286">
                  <a:srgbClr val="F8F8F8">
                    <a:alpha val="23257"/>
                  </a:srgbClr>
                </a:gs>
                <a:gs pos="28571">
                  <a:srgbClr val="F8F8F8">
                    <a:alpha val="18578"/>
                  </a:srgbClr>
                </a:gs>
                <a:gs pos="42857">
                  <a:srgbClr val="F8F8F8">
                    <a:alpha val="12612"/>
                  </a:srgbClr>
                </a:gs>
                <a:gs pos="57143">
                  <a:srgbClr val="F8F8F8">
                    <a:alpha val="7198"/>
                  </a:srgbClr>
                </a:gs>
                <a:gs pos="71429">
                  <a:srgbClr val="F8F8F8">
                    <a:alpha val="3436"/>
                  </a:srgbClr>
                </a:gs>
                <a:gs pos="85714">
                  <a:srgbClr val="F8F8F8">
                    <a:alpha val="1373"/>
                  </a:srgbClr>
                </a:gs>
                <a:gs pos="100000">
                  <a:srgbClr val="F8F8F8">
                    <a:alpha val="4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Splat 5"/>
            <p:cNvSpPr>
              <a:spLocks noGrp="1"/>
            </p:cNvSpPr>
            <p:nvPr/>
          </p:nvSpPr>
          <p:spPr>
            <a:xfrm rot="5022666">
              <a:off x="2233401" y="2203941"/>
              <a:ext cx="52990" cy="13247"/>
            </a:xfrm>
            <a:prstGeom prst="ellipse">
              <a:avLst/>
            </a:prstGeom>
            <a:gradFill>
              <a:gsLst>
                <a:gs pos="0">
                  <a:srgbClr val="E0E0E0">
                    <a:alpha val="19658"/>
                  </a:srgbClr>
                </a:gs>
                <a:gs pos="14286">
                  <a:srgbClr val="E0E0E0">
                    <a:alpha val="18223"/>
                  </a:srgbClr>
                </a:gs>
                <a:gs pos="28571">
                  <a:srgbClr val="E0E0E0">
                    <a:alpha val="14461"/>
                  </a:srgbClr>
                </a:gs>
                <a:gs pos="42857">
                  <a:srgbClr val="E0E0E0">
                    <a:alpha val="9738"/>
                  </a:srgbClr>
                </a:gs>
                <a:gs pos="57143">
                  <a:srgbClr val="E0E0E0">
                    <a:alpha val="5519"/>
                  </a:srgbClr>
                </a:gs>
                <a:gs pos="71429">
                  <a:srgbClr val="E0E0E0">
                    <a:alpha val="2622"/>
                  </a:srgbClr>
                </a:gs>
                <a:gs pos="85714">
                  <a:srgbClr val="E0E0E0">
                    <a:alpha val="1045"/>
                  </a:srgbClr>
                </a:gs>
                <a:gs pos="100000">
                  <a:srgbClr val="E0E0E0">
                    <a:alpha val="3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Splat 6"/>
            <p:cNvSpPr>
              <a:spLocks noGrp="1"/>
            </p:cNvSpPr>
            <p:nvPr/>
          </p:nvSpPr>
          <p:spPr>
            <a:xfrm rot="2988358">
              <a:off x="2235513" y="2194869"/>
              <a:ext cx="90094" cy="4409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Splat 7"/>
            <p:cNvSpPr>
              <a:spLocks noGrp="1"/>
            </p:cNvSpPr>
            <p:nvPr/>
          </p:nvSpPr>
          <p:spPr>
            <a:xfrm rot="3038973">
              <a:off x="2235737" y="2194142"/>
              <a:ext cx="90057" cy="4507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Splat 8"/>
            <p:cNvSpPr>
              <a:spLocks noGrp="1"/>
            </p:cNvSpPr>
            <p:nvPr/>
          </p:nvSpPr>
          <p:spPr>
            <a:xfrm rot="5099031">
              <a:off x="2202298" y="2200232"/>
              <a:ext cx="156133" cy="51968"/>
            </a:xfrm>
            <a:prstGeom prst="ellipse">
              <a:avLst/>
            </a:prstGeom>
            <a:gradFill>
              <a:gsLst>
                <a:gs pos="0">
                  <a:srgbClr val="FFFFFF">
                    <a:alpha val="31392"/>
                  </a:srgbClr>
                </a:gs>
                <a:gs pos="14286">
                  <a:srgbClr val="FFFFFF">
                    <a:alpha val="29269"/>
                  </a:srgbClr>
                </a:gs>
                <a:gs pos="28571">
                  <a:srgbClr val="FFFFFF">
                    <a:alpha val="23576"/>
                  </a:srgbClr>
                </a:gs>
                <a:gs pos="42857">
                  <a:srgbClr val="FFFFFF">
                    <a:alpha val="16168"/>
                  </a:srgbClr>
                </a:gs>
                <a:gs pos="57143">
                  <a:srgbClr val="FFFFFF">
                    <a:alpha val="9310"/>
                  </a:srgbClr>
                </a:gs>
                <a:gs pos="71429">
                  <a:srgbClr val="FFFFFF">
                    <a:alpha val="4471"/>
                  </a:srgbClr>
                </a:gs>
                <a:gs pos="85714">
                  <a:srgbClr val="FFFFFF">
                    <a:alpha val="1793"/>
                  </a:srgbClr>
                </a:gs>
                <a:gs pos="100000">
                  <a:srgbClr val="FFFFFF">
                    <a:alpha val="6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Splat 9"/>
            <p:cNvSpPr>
              <a:spLocks noGrp="1"/>
            </p:cNvSpPr>
            <p:nvPr/>
          </p:nvSpPr>
          <p:spPr>
            <a:xfrm rot="2718801">
              <a:off x="2261166" y="2199928"/>
              <a:ext cx="54782" cy="13695"/>
            </a:xfrm>
            <a:prstGeom prst="ellipse">
              <a:avLst/>
            </a:prstGeom>
            <a:gradFill>
              <a:gsLst>
                <a:gs pos="0">
                  <a:srgbClr val="F6F6F6">
                    <a:alpha val="19338"/>
                  </a:srgbClr>
                </a:gs>
                <a:gs pos="14286">
                  <a:srgbClr val="F6F6F6">
                    <a:alpha val="17924"/>
                  </a:srgbClr>
                </a:gs>
                <a:gs pos="28571">
                  <a:srgbClr val="F6F6F6">
                    <a:alpha val="14218"/>
                  </a:srgbClr>
                </a:gs>
                <a:gs pos="42857">
                  <a:srgbClr val="F6F6F6">
                    <a:alpha val="9570"/>
                  </a:srgbClr>
                </a:gs>
                <a:gs pos="57143">
                  <a:srgbClr val="F6F6F6">
                    <a:alpha val="5422"/>
                  </a:srgbClr>
                </a:gs>
                <a:gs pos="71429">
                  <a:srgbClr val="F6F6F6">
                    <a:alpha val="2575"/>
                  </a:srgbClr>
                </a:gs>
                <a:gs pos="85714">
                  <a:srgbClr val="F6F6F6">
                    <a:alpha val="1026"/>
                  </a:srgbClr>
                </a:gs>
                <a:gs pos="100000">
                  <a:srgbClr val="F6F6F6">
                    <a:alpha val="3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Splat 10"/>
            <p:cNvSpPr>
              <a:spLocks noGrp="1"/>
            </p:cNvSpPr>
            <p:nvPr/>
          </p:nvSpPr>
          <p:spPr>
            <a:xfrm rot="-9807395">
              <a:off x="2235940" y="2183110"/>
              <a:ext cx="93643" cy="6370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Splat 11"/>
            <p:cNvSpPr>
              <a:spLocks noGrp="1"/>
            </p:cNvSpPr>
            <p:nvPr/>
          </p:nvSpPr>
          <p:spPr>
            <a:xfrm rot="8471710">
              <a:off x="2584339" y="2309937"/>
              <a:ext cx="57238" cy="14310"/>
            </a:xfrm>
            <a:prstGeom prst="ellipse">
              <a:avLst/>
            </a:prstGeom>
            <a:gradFill>
              <a:gsLst>
                <a:gs pos="0">
                  <a:srgbClr val="868686">
                    <a:alpha val="18898"/>
                  </a:srgbClr>
                </a:gs>
                <a:gs pos="14286">
                  <a:srgbClr val="868686">
                    <a:alpha val="17512"/>
                  </a:srgbClr>
                </a:gs>
                <a:gs pos="28571">
                  <a:srgbClr val="868686">
                    <a:alpha val="13885"/>
                  </a:srgbClr>
                </a:gs>
                <a:gs pos="42857">
                  <a:srgbClr val="868686">
                    <a:alpha val="9339"/>
                  </a:srgbClr>
                </a:gs>
                <a:gs pos="57143">
                  <a:srgbClr val="868686">
                    <a:alpha val="5288"/>
                  </a:srgbClr>
                </a:gs>
                <a:gs pos="71429">
                  <a:srgbClr val="868686">
                    <a:alpha val="2511"/>
                  </a:srgbClr>
                </a:gs>
                <a:gs pos="85714">
                  <a:srgbClr val="868686">
                    <a:alpha val="1001"/>
                  </a:srgbClr>
                </a:gs>
                <a:gs pos="100000">
                  <a:srgbClr val="868686">
                    <a:alpha val="3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Splat 12"/>
            <p:cNvSpPr>
              <a:spLocks noGrp="1"/>
            </p:cNvSpPr>
            <p:nvPr/>
          </p:nvSpPr>
          <p:spPr>
            <a:xfrm rot="-9454817">
              <a:off x="2497515" y="2261974"/>
              <a:ext cx="225887" cy="100488"/>
            </a:xfrm>
            <a:prstGeom prst="ellipse">
              <a:avLst/>
            </a:prstGeom>
            <a:gradFill>
              <a:gsLst>
                <a:gs pos="0">
                  <a:srgbClr val="FFFFFE">
                    <a:alpha val="32943"/>
                  </a:srgbClr>
                </a:gs>
                <a:gs pos="14286">
                  <a:srgbClr val="FFFFFE">
                    <a:alpha val="30740"/>
                  </a:srgbClr>
                </a:gs>
                <a:gs pos="28571">
                  <a:srgbClr val="FFFFFE">
                    <a:alpha val="24813"/>
                  </a:srgbClr>
                </a:gs>
                <a:gs pos="42857">
                  <a:srgbClr val="FFFFFE">
                    <a:alpha val="17061"/>
                  </a:srgbClr>
                </a:gs>
                <a:gs pos="57143">
                  <a:srgbClr val="FFFFFE">
                    <a:alpha val="9846"/>
                  </a:srgbClr>
                </a:gs>
                <a:gs pos="71429">
                  <a:srgbClr val="FFFFFE">
                    <a:alpha val="4736"/>
                  </a:srgbClr>
                </a:gs>
                <a:gs pos="85714">
                  <a:srgbClr val="FFFFFE">
                    <a:alpha val="1900"/>
                  </a:srgbClr>
                </a:gs>
                <a:gs pos="100000">
                  <a:srgbClr val="FF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Splat 13"/>
            <p:cNvSpPr>
              <a:spLocks noGrp="1"/>
            </p:cNvSpPr>
            <p:nvPr/>
          </p:nvSpPr>
          <p:spPr>
            <a:xfrm rot="9869201">
              <a:off x="2535638" y="2282945"/>
              <a:ext cx="173099" cy="47420"/>
            </a:xfrm>
            <a:prstGeom prst="ellipse">
              <a:avLst/>
            </a:prstGeom>
            <a:gradFill>
              <a:gsLst>
                <a:gs pos="0">
                  <a:srgbClr val="C3C3C4">
                    <a:alpha val="32779"/>
                  </a:srgbClr>
                </a:gs>
                <a:gs pos="14286">
                  <a:srgbClr val="C3C3C4">
                    <a:alpha val="30585"/>
                  </a:srgbClr>
                </a:gs>
                <a:gs pos="28571">
                  <a:srgbClr val="C3C3C4">
                    <a:alpha val="24682"/>
                  </a:srgbClr>
                </a:gs>
                <a:gs pos="42857">
                  <a:srgbClr val="C3C3C4">
                    <a:alpha val="16966"/>
                  </a:srgbClr>
                </a:gs>
                <a:gs pos="57143">
                  <a:srgbClr val="C3C3C4">
                    <a:alpha val="9789"/>
                  </a:srgbClr>
                </a:gs>
                <a:gs pos="71429">
                  <a:srgbClr val="C3C3C4">
                    <a:alpha val="4708"/>
                  </a:srgbClr>
                </a:gs>
                <a:gs pos="85714">
                  <a:srgbClr val="C3C3C4">
                    <a:alpha val="1889"/>
                  </a:srgbClr>
                </a:gs>
                <a:gs pos="100000">
                  <a:srgbClr val="C3C3C4">
                    <a:alpha val="6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Splat 14"/>
            <p:cNvSpPr>
              <a:spLocks noGrp="1"/>
            </p:cNvSpPr>
            <p:nvPr/>
          </p:nvSpPr>
          <p:spPr>
            <a:xfrm rot="-9913929">
              <a:off x="2266408" y="2231346"/>
              <a:ext cx="56455" cy="14114"/>
            </a:xfrm>
            <a:prstGeom prst="ellipse">
              <a:avLst/>
            </a:prstGeom>
            <a:gradFill>
              <a:gsLst>
                <a:gs pos="0">
                  <a:srgbClr val="E8E8E8">
                    <a:alpha val="19039"/>
                  </a:srgbClr>
                </a:gs>
                <a:gs pos="14286">
                  <a:srgbClr val="E8E8E8">
                    <a:alpha val="17644"/>
                  </a:srgbClr>
                </a:gs>
                <a:gs pos="28571">
                  <a:srgbClr val="E8E8E8">
                    <a:alpha val="13991"/>
                  </a:srgbClr>
                </a:gs>
                <a:gs pos="42857">
                  <a:srgbClr val="E8E8E8">
                    <a:alpha val="9413"/>
                  </a:srgbClr>
                </a:gs>
                <a:gs pos="57143">
                  <a:srgbClr val="E8E8E8">
                    <a:alpha val="5331"/>
                  </a:srgbClr>
                </a:gs>
                <a:gs pos="71429">
                  <a:srgbClr val="E8E8E8">
                    <a:alpha val="2532"/>
                  </a:srgbClr>
                </a:gs>
                <a:gs pos="85714">
                  <a:srgbClr val="E8E8E8">
                    <a:alpha val="1009"/>
                  </a:srgbClr>
                </a:gs>
                <a:gs pos="100000">
                  <a:srgbClr val="E8E8E8">
                    <a:alpha val="3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Splat 15"/>
            <p:cNvSpPr>
              <a:spLocks noGrp="1"/>
            </p:cNvSpPr>
            <p:nvPr/>
          </p:nvSpPr>
          <p:spPr>
            <a:xfrm rot="4064284">
              <a:off x="2112666" y="2120417"/>
              <a:ext cx="328775" cy="177803"/>
            </a:xfrm>
            <a:prstGeom prst="ellipse">
              <a:avLst/>
            </a:prstGeom>
            <a:gradFill>
              <a:gsLst>
                <a:gs pos="0">
                  <a:srgbClr val="FFFFFF">
                    <a:alpha val="9926"/>
                  </a:srgbClr>
                </a:gs>
                <a:gs pos="14286">
                  <a:srgbClr val="FFFFFF">
                    <a:alpha val="9161"/>
                  </a:srgbClr>
                </a:gs>
                <a:gs pos="28571">
                  <a:srgbClr val="FFFFFF">
                    <a:alpha val="7189"/>
                  </a:srgbClr>
                </a:gs>
                <a:gs pos="42857">
                  <a:srgbClr val="FFFFFF">
                    <a:alpha val="4776"/>
                  </a:srgbClr>
                </a:gs>
                <a:gs pos="57143">
                  <a:srgbClr val="FFFFFF">
                    <a:alpha val="2675"/>
                  </a:srgbClr>
                </a:gs>
                <a:gs pos="71429">
                  <a:srgbClr val="FFFFFF">
                    <a:alpha val="1261"/>
                  </a:srgbClr>
                </a:gs>
                <a:gs pos="85714">
                  <a:srgbClr val="FFFFFF">
                    <a:alpha val="501"/>
                  </a:srgbClr>
                </a:gs>
                <a:gs pos="100000">
                  <a:srgbClr val="FFFFFF">
                    <a:alpha val="1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Splat 16"/>
            <p:cNvSpPr>
              <a:spLocks noGrp="1"/>
            </p:cNvSpPr>
            <p:nvPr/>
          </p:nvSpPr>
          <p:spPr>
            <a:xfrm rot="9189704">
              <a:off x="2505640" y="2366757"/>
              <a:ext cx="60200" cy="15050"/>
            </a:xfrm>
            <a:prstGeom prst="ellipse">
              <a:avLst/>
            </a:prstGeom>
            <a:gradFill>
              <a:gsLst>
                <a:gs pos="0">
                  <a:srgbClr val="7A7A7A">
                    <a:alpha val="18364"/>
                  </a:srgbClr>
                </a:gs>
                <a:gs pos="14286">
                  <a:srgbClr val="7A7A7A">
                    <a:alpha val="17013"/>
                  </a:srgbClr>
                </a:gs>
                <a:gs pos="28571">
                  <a:srgbClr val="7A7A7A">
                    <a:alpha val="13480"/>
                  </a:srgbClr>
                </a:gs>
                <a:gs pos="42857">
                  <a:srgbClr val="7A7A7A">
                    <a:alpha val="9061"/>
                  </a:srgbClr>
                </a:gs>
                <a:gs pos="57143">
                  <a:srgbClr val="7A7A7A">
                    <a:alpha val="5127"/>
                  </a:srgbClr>
                </a:gs>
                <a:gs pos="71429">
                  <a:srgbClr val="7A7A7A">
                    <a:alpha val="2433"/>
                  </a:srgbClr>
                </a:gs>
                <a:gs pos="85714">
                  <a:srgbClr val="7A7A7A">
                    <a:alpha val="969"/>
                  </a:srgbClr>
                </a:gs>
                <a:gs pos="100000">
                  <a:srgbClr val="7A7A7A">
                    <a:alpha val="3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Splat 17"/>
            <p:cNvSpPr>
              <a:spLocks noGrp="1"/>
            </p:cNvSpPr>
            <p:nvPr/>
          </p:nvSpPr>
          <p:spPr>
            <a:xfrm rot="-10477156">
              <a:off x="2272398" y="2252512"/>
              <a:ext cx="61569" cy="15392"/>
            </a:xfrm>
            <a:prstGeom prst="ellipse">
              <a:avLst/>
            </a:prstGeom>
            <a:gradFill>
              <a:gsLst>
                <a:gs pos="0">
                  <a:srgbClr val="D2D2D2">
                    <a:alpha val="18116"/>
                  </a:srgbClr>
                </a:gs>
                <a:gs pos="14286">
                  <a:srgbClr val="D2D2D2">
                    <a:alpha val="16782"/>
                  </a:srgbClr>
                </a:gs>
                <a:gs pos="28571">
                  <a:srgbClr val="D2D2D2">
                    <a:alpha val="13293"/>
                  </a:srgbClr>
                </a:gs>
                <a:gs pos="42857">
                  <a:srgbClr val="D2D2D2">
                    <a:alpha val="8931"/>
                  </a:srgbClr>
                </a:gs>
                <a:gs pos="57143">
                  <a:srgbClr val="D2D2D2">
                    <a:alpha val="5052"/>
                  </a:srgbClr>
                </a:gs>
                <a:gs pos="71429">
                  <a:srgbClr val="D2D2D2">
                    <a:alpha val="2397"/>
                  </a:srgbClr>
                </a:gs>
                <a:gs pos="85714">
                  <a:srgbClr val="D2D2D2">
                    <a:alpha val="955"/>
                  </a:srgbClr>
                </a:gs>
                <a:gs pos="100000">
                  <a:srgbClr val="D2D2D2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Splat 18"/>
            <p:cNvSpPr>
              <a:spLocks noGrp="1"/>
            </p:cNvSpPr>
            <p:nvPr/>
          </p:nvSpPr>
          <p:spPr>
            <a:xfrm rot="-8508554">
              <a:off x="2283352" y="2214685"/>
              <a:ext cx="61536" cy="15384"/>
            </a:xfrm>
            <a:prstGeom prst="ellipse">
              <a:avLst/>
            </a:prstGeom>
            <a:gradFill>
              <a:gsLst>
                <a:gs pos="0">
                  <a:srgbClr val="E5E5E5">
                    <a:alpha val="18122"/>
                  </a:srgbClr>
                </a:gs>
                <a:gs pos="14286">
                  <a:srgbClr val="E5E5E5">
                    <a:alpha val="16787"/>
                  </a:srgbClr>
                </a:gs>
                <a:gs pos="28571">
                  <a:srgbClr val="E5E5E5">
                    <a:alpha val="13297"/>
                  </a:srgbClr>
                </a:gs>
                <a:gs pos="42857">
                  <a:srgbClr val="E5E5E5">
                    <a:alpha val="8935"/>
                  </a:srgbClr>
                </a:gs>
                <a:gs pos="57143">
                  <a:srgbClr val="E5E5E5">
                    <a:alpha val="5054"/>
                  </a:srgbClr>
                </a:gs>
                <a:gs pos="71429">
                  <a:srgbClr val="E5E5E5">
                    <a:alpha val="2398"/>
                  </a:srgbClr>
                </a:gs>
                <a:gs pos="85714">
                  <a:srgbClr val="E5E5E5">
                    <a:alpha val="955"/>
                  </a:srgbClr>
                </a:gs>
                <a:gs pos="100000">
                  <a:srgbClr val="E5E5E5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Splat 19"/>
            <p:cNvSpPr>
              <a:spLocks noGrp="1"/>
            </p:cNvSpPr>
            <p:nvPr/>
          </p:nvSpPr>
          <p:spPr>
            <a:xfrm rot="4169371">
              <a:off x="2651820" y="1925841"/>
              <a:ext cx="62058" cy="15514"/>
            </a:xfrm>
            <a:prstGeom prst="ellipse">
              <a:avLst/>
            </a:prstGeom>
            <a:gradFill>
              <a:gsLst>
                <a:gs pos="0">
                  <a:srgbClr val="737373">
                    <a:alpha val="18027"/>
                  </a:srgbClr>
                </a:gs>
                <a:gs pos="14286">
                  <a:srgbClr val="737373">
                    <a:alpha val="16699"/>
                  </a:srgbClr>
                </a:gs>
                <a:gs pos="28571">
                  <a:srgbClr val="737373">
                    <a:alpha val="13226"/>
                  </a:srgbClr>
                </a:gs>
                <a:gs pos="42857">
                  <a:srgbClr val="737373">
                    <a:alpha val="8885"/>
                  </a:srgbClr>
                </a:gs>
                <a:gs pos="57143">
                  <a:srgbClr val="737373">
                    <a:alpha val="5025"/>
                  </a:srgbClr>
                </a:gs>
                <a:gs pos="71429">
                  <a:srgbClr val="737373">
                    <a:alpha val="2385"/>
                  </a:srgbClr>
                </a:gs>
                <a:gs pos="85714">
                  <a:srgbClr val="737373">
                    <a:alpha val="950"/>
                  </a:srgbClr>
                </a:gs>
                <a:gs pos="100000">
                  <a:srgbClr val="737373">
                    <a:alpha val="3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Splat 20"/>
            <p:cNvSpPr>
              <a:spLocks noGrp="1"/>
            </p:cNvSpPr>
            <p:nvPr/>
          </p:nvSpPr>
          <p:spPr>
            <a:xfrm rot="3243855">
              <a:off x="2138938" y="2155054"/>
              <a:ext cx="307067" cy="110877"/>
            </a:xfrm>
            <a:prstGeom prst="ellipse">
              <a:avLst/>
            </a:prstGeom>
            <a:gradFill>
              <a:gsLst>
                <a:gs pos="0">
                  <a:srgbClr val="FFFFFF">
                    <a:alpha val="24109"/>
                  </a:srgbClr>
                </a:gs>
                <a:gs pos="14286">
                  <a:srgbClr val="FFFFFF">
                    <a:alpha val="22397"/>
                  </a:srgbClr>
                </a:gs>
                <a:gs pos="28571">
                  <a:srgbClr val="FFFFFF">
                    <a:alpha val="17871"/>
                  </a:srgbClr>
                </a:gs>
                <a:gs pos="42857">
                  <a:srgbClr val="FFFFFF">
                    <a:alpha val="12114"/>
                  </a:srgbClr>
                </a:gs>
                <a:gs pos="57143">
                  <a:srgbClr val="FFFFFF">
                    <a:alpha val="6905"/>
                  </a:srgbClr>
                </a:gs>
                <a:gs pos="71429">
                  <a:srgbClr val="FFFFFF">
                    <a:alpha val="3294"/>
                  </a:srgbClr>
                </a:gs>
                <a:gs pos="85714">
                  <a:srgbClr val="FFFFFF">
                    <a:alpha val="1316"/>
                  </a:srgbClr>
                </a:gs>
                <a:gs pos="100000">
                  <a:srgbClr val="FFFFFF">
                    <a:alpha val="4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Splat 21"/>
            <p:cNvSpPr>
              <a:spLocks noGrp="1"/>
            </p:cNvSpPr>
            <p:nvPr/>
          </p:nvSpPr>
          <p:spPr>
            <a:xfrm rot="9947927">
              <a:off x="2395808" y="2385465"/>
              <a:ext cx="69194" cy="30150"/>
            </a:xfrm>
            <a:prstGeom prst="ellipse">
              <a:avLst/>
            </a:prstGeom>
            <a:gradFill>
              <a:gsLst>
                <a:gs pos="0">
                  <a:srgbClr val="FFFFFE">
                    <a:alpha val="32968"/>
                  </a:srgbClr>
                </a:gs>
                <a:gs pos="14286">
                  <a:srgbClr val="FFFFFE">
                    <a:alpha val="30764"/>
                  </a:srgbClr>
                </a:gs>
                <a:gs pos="28571">
                  <a:srgbClr val="FFFFFE">
                    <a:alpha val="24833"/>
                  </a:srgbClr>
                </a:gs>
                <a:gs pos="42857">
                  <a:srgbClr val="FFFFFE">
                    <a:alpha val="17075"/>
                  </a:srgbClr>
                </a:gs>
                <a:gs pos="57143">
                  <a:srgbClr val="FFFFFE">
                    <a:alpha val="9855"/>
                  </a:srgbClr>
                </a:gs>
                <a:gs pos="71429">
                  <a:srgbClr val="FFFFFE">
                    <a:alpha val="4740"/>
                  </a:srgbClr>
                </a:gs>
                <a:gs pos="85714">
                  <a:srgbClr val="FFFFFE">
                    <a:alpha val="1902"/>
                  </a:srgbClr>
                </a:gs>
                <a:gs pos="100000">
                  <a:srgbClr val="FF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Splat 22"/>
            <p:cNvSpPr>
              <a:spLocks noGrp="1"/>
            </p:cNvSpPr>
            <p:nvPr/>
          </p:nvSpPr>
          <p:spPr>
            <a:xfrm rot="6415064">
              <a:off x="2667588" y="2194172"/>
              <a:ext cx="62610" cy="15653"/>
            </a:xfrm>
            <a:prstGeom prst="ellipse">
              <a:avLst/>
            </a:prstGeom>
            <a:gradFill>
              <a:gsLst>
                <a:gs pos="0">
                  <a:srgbClr val="6F6F6F">
                    <a:alpha val="17927"/>
                  </a:srgbClr>
                </a:gs>
                <a:gs pos="14286">
                  <a:srgbClr val="6F6F6F">
                    <a:alpha val="16605"/>
                  </a:srgbClr>
                </a:gs>
                <a:gs pos="28571">
                  <a:srgbClr val="6F6F6F">
                    <a:alpha val="13150"/>
                  </a:srgbClr>
                </a:gs>
                <a:gs pos="42857">
                  <a:srgbClr val="6F6F6F">
                    <a:alpha val="8833"/>
                  </a:srgbClr>
                </a:gs>
                <a:gs pos="57143">
                  <a:srgbClr val="6F6F6F">
                    <a:alpha val="4995"/>
                  </a:srgbClr>
                </a:gs>
                <a:gs pos="71429">
                  <a:srgbClr val="6F6F6F">
                    <a:alpha val="2370"/>
                  </a:srgbClr>
                </a:gs>
                <a:gs pos="85714">
                  <a:srgbClr val="6F6F6F">
                    <a:alpha val="944"/>
                  </a:srgbClr>
                </a:gs>
                <a:gs pos="100000">
                  <a:srgbClr val="6F6F6F">
                    <a:alpha val="3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Splat 23"/>
            <p:cNvSpPr>
              <a:spLocks noGrp="1"/>
            </p:cNvSpPr>
            <p:nvPr/>
          </p:nvSpPr>
          <p:spPr>
            <a:xfrm rot="2887048">
              <a:off x="2574737" y="1873892"/>
              <a:ext cx="149898" cy="41709"/>
            </a:xfrm>
            <a:prstGeom prst="ellipse">
              <a:avLst/>
            </a:prstGeom>
            <a:gradFill>
              <a:gsLst>
                <a:gs pos="0">
                  <a:srgbClr val="BABBBA">
                    <a:alpha val="27926"/>
                  </a:srgbClr>
                </a:gs>
                <a:gs pos="14286">
                  <a:srgbClr val="BABBBA">
                    <a:alpha val="25991"/>
                  </a:srgbClr>
                </a:gs>
                <a:gs pos="28571">
                  <a:srgbClr val="BABBBA">
                    <a:alpha val="20840"/>
                  </a:srgbClr>
                </a:gs>
                <a:gs pos="42857">
                  <a:srgbClr val="BABBBA">
                    <a:alpha val="14212"/>
                  </a:srgbClr>
                </a:gs>
                <a:gs pos="57143">
                  <a:srgbClr val="BABBBA">
                    <a:alpha val="8143"/>
                  </a:srgbClr>
                </a:gs>
                <a:gs pos="71429">
                  <a:srgbClr val="BABBBA">
                    <a:alpha val="3898"/>
                  </a:srgbClr>
                </a:gs>
                <a:gs pos="85714">
                  <a:srgbClr val="BABBBA">
                    <a:alpha val="1560"/>
                  </a:srgbClr>
                </a:gs>
                <a:gs pos="100000">
                  <a:srgbClr val="BABBBA">
                    <a:alpha val="5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Splat 24"/>
            <p:cNvSpPr>
              <a:spLocks noGrp="1"/>
            </p:cNvSpPr>
            <p:nvPr/>
          </p:nvSpPr>
          <p:spPr>
            <a:xfrm rot="4676736">
              <a:off x="2588405" y="2240126"/>
              <a:ext cx="101508" cy="86228"/>
            </a:xfrm>
            <a:prstGeom prst="ellipse">
              <a:avLst/>
            </a:prstGeom>
            <a:gradFill>
              <a:gsLst>
                <a:gs pos="0">
                  <a:srgbClr val="FDFDFD">
                    <a:alpha val="32900"/>
                  </a:srgbClr>
                </a:gs>
                <a:gs pos="14286">
                  <a:srgbClr val="FDFDFD">
                    <a:alpha val="30700"/>
                  </a:srgbClr>
                </a:gs>
                <a:gs pos="28571">
                  <a:srgbClr val="FDFDFD">
                    <a:alpha val="24779"/>
                  </a:srgbClr>
                </a:gs>
                <a:gs pos="42857">
                  <a:srgbClr val="FDFDFD">
                    <a:alpha val="17036"/>
                  </a:srgbClr>
                </a:gs>
                <a:gs pos="57143">
                  <a:srgbClr val="FDFDFD">
                    <a:alpha val="9831"/>
                  </a:srgbClr>
                </a:gs>
                <a:gs pos="71429">
                  <a:srgbClr val="FDFDFD">
                    <a:alpha val="4729"/>
                  </a:srgbClr>
                </a:gs>
                <a:gs pos="85714">
                  <a:srgbClr val="FDFDFD">
                    <a:alpha val="1897"/>
                  </a:srgbClr>
                </a:gs>
                <a:gs pos="100000">
                  <a:srgbClr val="FDFDFD">
                    <a:alpha val="6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Splat 25"/>
            <p:cNvSpPr>
              <a:spLocks noGrp="1"/>
            </p:cNvSpPr>
            <p:nvPr/>
          </p:nvSpPr>
          <p:spPr>
            <a:xfrm rot="5766074">
              <a:off x="2487762" y="1758456"/>
              <a:ext cx="81514" cy="61811"/>
            </a:xfrm>
            <a:prstGeom prst="ellipse">
              <a:avLst/>
            </a:prstGeom>
            <a:gradFill>
              <a:gsLst>
                <a:gs pos="0">
                  <a:srgbClr val="E1E0DF">
                    <a:alpha val="28201"/>
                  </a:srgbClr>
                </a:gs>
                <a:gs pos="14286">
                  <a:srgbClr val="E1E0DF">
                    <a:alpha val="26251"/>
                  </a:srgbClr>
                </a:gs>
                <a:gs pos="28571">
                  <a:srgbClr val="E1E0DF">
                    <a:alpha val="21056"/>
                  </a:srgbClr>
                </a:gs>
                <a:gs pos="42857">
                  <a:srgbClr val="E1E0DF">
                    <a:alpha val="14365"/>
                  </a:srgbClr>
                </a:gs>
                <a:gs pos="57143">
                  <a:srgbClr val="E1E0DF">
                    <a:alpha val="8234"/>
                  </a:srgbClr>
                </a:gs>
                <a:gs pos="71429">
                  <a:srgbClr val="E1E0DF">
                    <a:alpha val="3942"/>
                  </a:srgbClr>
                </a:gs>
                <a:gs pos="85714">
                  <a:srgbClr val="E1E0DF">
                    <a:alpha val="1578"/>
                  </a:srgbClr>
                </a:gs>
                <a:gs pos="100000">
                  <a:srgbClr val="E1E0DF">
                    <a:alpha val="5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Splat 26"/>
            <p:cNvSpPr>
              <a:spLocks noGrp="1"/>
            </p:cNvSpPr>
            <p:nvPr/>
          </p:nvSpPr>
          <p:spPr>
            <a:xfrm rot="4732228">
              <a:off x="2676443" y="1994816"/>
              <a:ext cx="63280" cy="15820"/>
            </a:xfrm>
            <a:prstGeom prst="ellipse">
              <a:avLst/>
            </a:prstGeom>
            <a:gradFill>
              <a:gsLst>
                <a:gs pos="0">
                  <a:srgbClr val="6D6D6D">
                    <a:alpha val="17805"/>
                  </a:srgbClr>
                </a:gs>
                <a:gs pos="14286">
                  <a:srgbClr val="6D6D6D">
                    <a:alpha val="16491"/>
                  </a:srgbClr>
                </a:gs>
                <a:gs pos="28571">
                  <a:srgbClr val="6D6D6D">
                    <a:alpha val="13058"/>
                  </a:srgbClr>
                </a:gs>
                <a:gs pos="42857">
                  <a:srgbClr val="6D6D6D">
                    <a:alpha val="8770"/>
                  </a:srgbClr>
                </a:gs>
                <a:gs pos="57143">
                  <a:srgbClr val="6D6D6D">
                    <a:alpha val="4959"/>
                  </a:srgbClr>
                </a:gs>
                <a:gs pos="71429">
                  <a:srgbClr val="6D6D6D">
                    <a:alpha val="2352"/>
                  </a:srgbClr>
                </a:gs>
                <a:gs pos="85714">
                  <a:srgbClr val="6D6D6D">
                    <a:alpha val="937"/>
                  </a:srgbClr>
                </a:gs>
                <a:gs pos="100000">
                  <a:srgbClr val="6D6D6D">
                    <a:alpha val="3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Splat 27"/>
            <p:cNvSpPr>
              <a:spLocks noGrp="1"/>
            </p:cNvSpPr>
            <p:nvPr/>
          </p:nvSpPr>
          <p:spPr>
            <a:xfrm rot="-10781501">
              <a:off x="2580786" y="2222345"/>
              <a:ext cx="169597" cy="49478"/>
            </a:xfrm>
            <a:prstGeom prst="ellipse">
              <a:avLst/>
            </a:prstGeom>
            <a:gradFill>
              <a:gsLst>
                <a:gs pos="0">
                  <a:srgbClr val="00000D">
                    <a:alpha val="32968"/>
                  </a:srgbClr>
                </a:gs>
                <a:gs pos="14286">
                  <a:srgbClr val="00000D">
                    <a:alpha val="30764"/>
                  </a:srgbClr>
                </a:gs>
                <a:gs pos="28571">
                  <a:srgbClr val="00000D">
                    <a:alpha val="24833"/>
                  </a:srgbClr>
                </a:gs>
                <a:gs pos="42857">
                  <a:srgbClr val="00000D">
                    <a:alpha val="17075"/>
                  </a:srgbClr>
                </a:gs>
                <a:gs pos="57143">
                  <a:srgbClr val="00000D">
                    <a:alpha val="9855"/>
                  </a:srgbClr>
                </a:gs>
                <a:gs pos="71429">
                  <a:srgbClr val="00000D">
                    <a:alpha val="4740"/>
                  </a:srgbClr>
                </a:gs>
                <a:gs pos="85714">
                  <a:srgbClr val="00000D">
                    <a:alpha val="1902"/>
                  </a:srgbClr>
                </a:gs>
                <a:gs pos="100000">
                  <a:srgbClr val="00000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Splat 28"/>
            <p:cNvSpPr>
              <a:spLocks noGrp="1"/>
            </p:cNvSpPr>
            <p:nvPr/>
          </p:nvSpPr>
          <p:spPr>
            <a:xfrm rot="7208222">
              <a:off x="2625891" y="2227913"/>
              <a:ext cx="63779" cy="15945"/>
            </a:xfrm>
            <a:prstGeom prst="ellipse">
              <a:avLst/>
            </a:prstGeom>
            <a:gradFill>
              <a:gsLst>
                <a:gs pos="0">
                  <a:srgbClr val="8F8F8F">
                    <a:alpha val="17714"/>
                  </a:srgbClr>
                </a:gs>
                <a:gs pos="14286">
                  <a:srgbClr val="8F8F8F">
                    <a:alpha val="16406"/>
                  </a:srgbClr>
                </a:gs>
                <a:gs pos="28571">
                  <a:srgbClr val="8F8F8F">
                    <a:alpha val="12989"/>
                  </a:srgbClr>
                </a:gs>
                <a:gs pos="42857">
                  <a:srgbClr val="8F8F8F">
                    <a:alpha val="8722"/>
                  </a:srgbClr>
                </a:gs>
                <a:gs pos="57143">
                  <a:srgbClr val="8F8F8F">
                    <a:alpha val="4931"/>
                  </a:srgbClr>
                </a:gs>
                <a:gs pos="71429">
                  <a:srgbClr val="8F8F8F">
                    <a:alpha val="2339"/>
                  </a:srgbClr>
                </a:gs>
                <a:gs pos="85714">
                  <a:srgbClr val="8F8F8F">
                    <a:alpha val="932"/>
                  </a:srgbClr>
                </a:gs>
                <a:gs pos="100000">
                  <a:srgbClr val="8F8F8F">
                    <a:alpha val="3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Splat 29"/>
            <p:cNvSpPr>
              <a:spLocks noGrp="1"/>
            </p:cNvSpPr>
            <p:nvPr/>
          </p:nvSpPr>
          <p:spPr>
            <a:xfrm rot="4725187">
              <a:off x="2597237" y="2036564"/>
              <a:ext cx="216038" cy="59628"/>
            </a:xfrm>
            <a:prstGeom prst="ellipse">
              <a:avLst/>
            </a:prstGeom>
            <a:gradFill>
              <a:gsLst>
                <a:gs pos="0">
                  <a:srgbClr val="B8BBBA">
                    <a:alpha val="17493"/>
                  </a:srgbClr>
                </a:gs>
                <a:gs pos="14286">
                  <a:srgbClr val="B8BBBA">
                    <a:alpha val="16199"/>
                  </a:srgbClr>
                </a:gs>
                <a:gs pos="28571">
                  <a:srgbClr val="B8BBBA">
                    <a:alpha val="12822"/>
                  </a:srgbClr>
                </a:gs>
                <a:gs pos="42857">
                  <a:srgbClr val="B8BBBA">
                    <a:alpha val="8607"/>
                  </a:srgbClr>
                </a:gs>
                <a:gs pos="57143">
                  <a:srgbClr val="B8BBBA">
                    <a:alpha val="4865"/>
                  </a:srgbClr>
                </a:gs>
                <a:gs pos="71429">
                  <a:srgbClr val="B8BBBA">
                    <a:alpha val="2307"/>
                  </a:srgbClr>
                </a:gs>
                <a:gs pos="85714">
                  <a:srgbClr val="B8BBBA">
                    <a:alpha val="919"/>
                  </a:srgbClr>
                </a:gs>
                <a:gs pos="100000">
                  <a:srgbClr val="B8BBBA">
                    <a:alpha val="3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Splat 30"/>
            <p:cNvSpPr>
              <a:spLocks noGrp="1"/>
            </p:cNvSpPr>
            <p:nvPr/>
          </p:nvSpPr>
          <p:spPr>
            <a:xfrm rot="-9130181">
              <a:off x="2310265" y="2208579"/>
              <a:ext cx="63719" cy="15930"/>
            </a:xfrm>
            <a:prstGeom prst="ellipse">
              <a:avLst/>
            </a:prstGeom>
            <a:gradFill>
              <a:gsLst>
                <a:gs pos="0">
                  <a:srgbClr val="D3D3D2">
                    <a:alpha val="17725"/>
                  </a:srgbClr>
                </a:gs>
                <a:gs pos="14286">
                  <a:srgbClr val="D3D3D2">
                    <a:alpha val="16416"/>
                  </a:srgbClr>
                </a:gs>
                <a:gs pos="28571">
                  <a:srgbClr val="D3D3D2">
                    <a:alpha val="12998"/>
                  </a:srgbClr>
                </a:gs>
                <a:gs pos="42857">
                  <a:srgbClr val="D3D3D2">
                    <a:alpha val="8728"/>
                  </a:srgbClr>
                </a:gs>
                <a:gs pos="57143">
                  <a:srgbClr val="D3D3D2">
                    <a:alpha val="4935"/>
                  </a:srgbClr>
                </a:gs>
                <a:gs pos="71429">
                  <a:srgbClr val="D3D3D2">
                    <a:alpha val="2341"/>
                  </a:srgbClr>
                </a:gs>
                <a:gs pos="85714">
                  <a:srgbClr val="D3D3D2">
                    <a:alpha val="932"/>
                  </a:srgbClr>
                </a:gs>
                <a:gs pos="100000">
                  <a:srgbClr val="D3D3D2">
                    <a:alpha val="3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Splat 31"/>
            <p:cNvSpPr>
              <a:spLocks noGrp="1"/>
            </p:cNvSpPr>
            <p:nvPr/>
          </p:nvSpPr>
          <p:spPr>
            <a:xfrm rot="9708922">
              <a:off x="2205406" y="2156125"/>
              <a:ext cx="98337" cy="56383"/>
            </a:xfrm>
            <a:prstGeom prst="ellipse">
              <a:avLst/>
            </a:prstGeom>
            <a:gradFill>
              <a:gsLst>
                <a:gs pos="0">
                  <a:srgbClr val="3E3F40">
                    <a:alpha val="32968"/>
                  </a:srgbClr>
                </a:gs>
                <a:gs pos="14286">
                  <a:srgbClr val="3E3F40">
                    <a:alpha val="30764"/>
                  </a:srgbClr>
                </a:gs>
                <a:gs pos="28571">
                  <a:srgbClr val="3E3F40">
                    <a:alpha val="24833"/>
                  </a:srgbClr>
                </a:gs>
                <a:gs pos="42857">
                  <a:srgbClr val="3E3F40">
                    <a:alpha val="17075"/>
                  </a:srgbClr>
                </a:gs>
                <a:gs pos="57143">
                  <a:srgbClr val="3E3F40">
                    <a:alpha val="9855"/>
                  </a:srgbClr>
                </a:gs>
                <a:gs pos="71429">
                  <a:srgbClr val="3E3F40">
                    <a:alpha val="4740"/>
                  </a:srgbClr>
                </a:gs>
                <a:gs pos="85714">
                  <a:srgbClr val="3E3F40">
                    <a:alpha val="1902"/>
                  </a:srgbClr>
                </a:gs>
                <a:gs pos="100000">
                  <a:srgbClr val="3E3F4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Splat 32"/>
            <p:cNvSpPr>
              <a:spLocks noGrp="1"/>
            </p:cNvSpPr>
            <p:nvPr/>
          </p:nvSpPr>
          <p:spPr>
            <a:xfrm rot="7388726">
              <a:off x="2228474" y="2172382"/>
              <a:ext cx="63892" cy="15973"/>
            </a:xfrm>
            <a:prstGeom prst="ellipse">
              <a:avLst/>
            </a:prstGeom>
            <a:gradFill>
              <a:gsLst>
                <a:gs pos="0">
                  <a:srgbClr val="D6D6D6">
                    <a:alpha val="17694"/>
                  </a:srgbClr>
                </a:gs>
                <a:gs pos="14286">
                  <a:srgbClr val="D6D6D6">
                    <a:alpha val="16387"/>
                  </a:srgbClr>
                </a:gs>
                <a:gs pos="28571">
                  <a:srgbClr val="D6D6D6">
                    <a:alpha val="12974"/>
                  </a:srgbClr>
                </a:gs>
                <a:gs pos="42857">
                  <a:srgbClr val="D6D6D6">
                    <a:alpha val="8712"/>
                  </a:srgbClr>
                </a:gs>
                <a:gs pos="57143">
                  <a:srgbClr val="D6D6D6">
                    <a:alpha val="4925"/>
                  </a:srgbClr>
                </a:gs>
                <a:gs pos="71429">
                  <a:srgbClr val="D6D6D6">
                    <a:alpha val="2336"/>
                  </a:srgbClr>
                </a:gs>
                <a:gs pos="85714">
                  <a:srgbClr val="D6D6D6">
                    <a:alpha val="930"/>
                  </a:srgbClr>
                </a:gs>
                <a:gs pos="100000">
                  <a:srgbClr val="D6D6D6">
                    <a:alpha val="3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Splat 33"/>
            <p:cNvSpPr>
              <a:spLocks noGrp="1"/>
            </p:cNvSpPr>
            <p:nvPr/>
          </p:nvSpPr>
          <p:spPr>
            <a:xfrm rot="7704356">
              <a:off x="2675604" y="2131990"/>
              <a:ext cx="80964" cy="3622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Splat 34"/>
            <p:cNvSpPr>
              <a:spLocks noGrp="1"/>
            </p:cNvSpPr>
            <p:nvPr/>
          </p:nvSpPr>
          <p:spPr>
            <a:xfrm rot="7138249">
              <a:off x="2495567" y="2281173"/>
              <a:ext cx="140751" cy="111591"/>
            </a:xfrm>
            <a:prstGeom prst="ellipse">
              <a:avLst/>
            </a:prstGeom>
            <a:gradFill>
              <a:gsLst>
                <a:gs pos="0">
                  <a:srgbClr val="FFFFFF">
                    <a:alpha val="32945"/>
                  </a:srgbClr>
                </a:gs>
                <a:gs pos="14286">
                  <a:srgbClr val="FFFFFF">
                    <a:alpha val="30742"/>
                  </a:srgbClr>
                </a:gs>
                <a:gs pos="28571">
                  <a:srgbClr val="FFFFFF">
                    <a:alpha val="24814"/>
                  </a:srgbClr>
                </a:gs>
                <a:gs pos="42857">
                  <a:srgbClr val="FFFFFF">
                    <a:alpha val="17062"/>
                  </a:srgbClr>
                </a:gs>
                <a:gs pos="57143">
                  <a:srgbClr val="FFFFFF">
                    <a:alpha val="9847"/>
                  </a:srgbClr>
                </a:gs>
                <a:gs pos="71429">
                  <a:srgbClr val="FFFFFF">
                    <a:alpha val="4736"/>
                  </a:srgbClr>
                </a:gs>
                <a:gs pos="85714">
                  <a:srgbClr val="FFFFFF">
                    <a:alpha val="1900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Splat 35"/>
            <p:cNvSpPr>
              <a:spLocks noGrp="1"/>
            </p:cNvSpPr>
            <p:nvPr/>
          </p:nvSpPr>
          <p:spPr>
            <a:xfrm rot="4236790">
              <a:off x="2007462" y="2141794"/>
              <a:ext cx="98498" cy="58137"/>
            </a:xfrm>
            <a:prstGeom prst="ellipse">
              <a:avLst/>
            </a:prstGeom>
            <a:gradFill>
              <a:gsLst>
                <a:gs pos="0">
                  <a:srgbClr val="FBFBFB">
                    <a:alpha val="30305"/>
                  </a:srgbClr>
                </a:gs>
                <a:gs pos="14286">
                  <a:srgbClr val="FBFBFB">
                    <a:alpha val="28240"/>
                  </a:srgbClr>
                </a:gs>
                <a:gs pos="28571">
                  <a:srgbClr val="FBFBFB">
                    <a:alpha val="22714"/>
                  </a:srgbClr>
                </a:gs>
                <a:gs pos="42857">
                  <a:srgbClr val="FBFBFB">
                    <a:alpha val="15549"/>
                  </a:srgbClr>
                </a:gs>
                <a:gs pos="57143">
                  <a:srgbClr val="FBFBFB">
                    <a:alpha val="8939"/>
                  </a:srgbClr>
                </a:gs>
                <a:gs pos="71429">
                  <a:srgbClr val="FBFBFB">
                    <a:alpha val="4289"/>
                  </a:srgbClr>
                </a:gs>
                <a:gs pos="85714">
                  <a:srgbClr val="FBFBFB">
                    <a:alpha val="1718"/>
                  </a:srgbClr>
                </a:gs>
                <a:gs pos="100000">
                  <a:srgbClr val="FBFBFB">
                    <a:alpha val="5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Splat 36"/>
            <p:cNvSpPr>
              <a:spLocks noGrp="1"/>
            </p:cNvSpPr>
            <p:nvPr/>
          </p:nvSpPr>
          <p:spPr>
            <a:xfrm rot="-8919948">
              <a:off x="2214288" y="2246280"/>
              <a:ext cx="84448" cy="8417"/>
            </a:xfrm>
            <a:prstGeom prst="ellipse">
              <a:avLst/>
            </a:prstGeom>
            <a:gradFill>
              <a:gsLst>
                <a:gs pos="0">
                  <a:srgbClr val="F6F0F2">
                    <a:alpha val="14647"/>
                  </a:srgbClr>
                </a:gs>
                <a:gs pos="14286">
                  <a:srgbClr val="F6F0F2">
                    <a:alpha val="13547"/>
                  </a:srgbClr>
                </a:gs>
                <a:gs pos="28571">
                  <a:srgbClr val="F6F0F2">
                    <a:alpha val="10687"/>
                  </a:srgbClr>
                </a:gs>
                <a:gs pos="42857">
                  <a:srgbClr val="F6F0F2">
                    <a:alpha val="7145"/>
                  </a:srgbClr>
                </a:gs>
                <a:gs pos="57143">
                  <a:srgbClr val="F6F0F2">
                    <a:alpha val="4025"/>
                  </a:srgbClr>
                </a:gs>
                <a:gs pos="71429">
                  <a:srgbClr val="F6F0F2">
                    <a:alpha val="1905"/>
                  </a:srgbClr>
                </a:gs>
                <a:gs pos="85714">
                  <a:srgbClr val="F6F0F2">
                    <a:alpha val="757"/>
                  </a:srgbClr>
                </a:gs>
                <a:gs pos="100000">
                  <a:srgbClr val="F6F0F2">
                    <a:alpha val="2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Splat 37"/>
            <p:cNvSpPr>
              <a:spLocks noGrp="1"/>
            </p:cNvSpPr>
            <p:nvPr/>
          </p:nvSpPr>
          <p:spPr>
            <a:xfrm rot="-8845018">
              <a:off x="2454825" y="1742291"/>
              <a:ext cx="141566" cy="100986"/>
            </a:xfrm>
            <a:prstGeom prst="ellipse">
              <a:avLst/>
            </a:prstGeom>
            <a:gradFill>
              <a:gsLst>
                <a:gs pos="0">
                  <a:srgbClr val="FFFFFF">
                    <a:alpha val="32921"/>
                  </a:srgbClr>
                </a:gs>
                <a:gs pos="14286">
                  <a:srgbClr val="FFFFFF">
                    <a:alpha val="30719"/>
                  </a:srgbClr>
                </a:gs>
                <a:gs pos="28571">
                  <a:srgbClr val="FFFFFF">
                    <a:alpha val="24795"/>
                  </a:srgbClr>
                </a:gs>
                <a:gs pos="42857">
                  <a:srgbClr val="FFFFFF">
                    <a:alpha val="17048"/>
                  </a:srgbClr>
                </a:gs>
                <a:gs pos="57143">
                  <a:srgbClr val="FFFFFF">
                    <a:alpha val="9838"/>
                  </a:srgbClr>
                </a:gs>
                <a:gs pos="71429">
                  <a:srgbClr val="FFFFFF">
                    <a:alpha val="4732"/>
                  </a:srgbClr>
                </a:gs>
                <a:gs pos="85714">
                  <a:srgbClr val="FFFFFF">
                    <a:alpha val="1899"/>
                  </a:srgbClr>
                </a:gs>
                <a:gs pos="100000">
                  <a:srgbClr val="FFFFFF">
                    <a:alpha val="6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Splat 38"/>
            <p:cNvSpPr>
              <a:spLocks noGrp="1"/>
            </p:cNvSpPr>
            <p:nvPr/>
          </p:nvSpPr>
          <p:spPr>
            <a:xfrm rot="5115335">
              <a:off x="2595236" y="1959202"/>
              <a:ext cx="187165" cy="65603"/>
            </a:xfrm>
            <a:prstGeom prst="ellipse">
              <a:avLst/>
            </a:prstGeom>
            <a:gradFill>
              <a:gsLst>
                <a:gs pos="0">
                  <a:srgbClr val="EEEEEE">
                    <a:alpha val="30698"/>
                  </a:srgbClr>
                </a:gs>
                <a:gs pos="14286">
                  <a:srgbClr val="EEEEEE">
                    <a:alpha val="28612"/>
                  </a:srgbClr>
                </a:gs>
                <a:gs pos="28571">
                  <a:srgbClr val="EEEEEE">
                    <a:alpha val="23025"/>
                  </a:srgbClr>
                </a:gs>
                <a:gs pos="42857">
                  <a:srgbClr val="EEEEEE">
                    <a:alpha val="15772"/>
                  </a:srgbClr>
                </a:gs>
                <a:gs pos="57143">
                  <a:srgbClr val="EEEEEE">
                    <a:alpha val="9073"/>
                  </a:srgbClr>
                </a:gs>
                <a:gs pos="71429">
                  <a:srgbClr val="EEEEEE">
                    <a:alpha val="4354"/>
                  </a:srgbClr>
                </a:gs>
                <a:gs pos="85714">
                  <a:srgbClr val="EEEEEE">
                    <a:alpha val="1745"/>
                  </a:srgbClr>
                </a:gs>
                <a:gs pos="100000">
                  <a:srgbClr val="EEEEEE">
                    <a:alpha val="5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Splat 39"/>
            <p:cNvSpPr>
              <a:spLocks noGrp="1"/>
            </p:cNvSpPr>
            <p:nvPr/>
          </p:nvSpPr>
          <p:spPr>
            <a:xfrm rot="2924718">
              <a:off x="2141946" y="2206619"/>
              <a:ext cx="327400" cy="72516"/>
            </a:xfrm>
            <a:prstGeom prst="ellipse">
              <a:avLst/>
            </a:prstGeom>
            <a:gradFill>
              <a:gsLst>
                <a:gs pos="0">
                  <a:srgbClr val="FFFFFF">
                    <a:alpha val="20575"/>
                  </a:srgbClr>
                </a:gs>
                <a:gs pos="14286">
                  <a:srgbClr val="FFFFFF">
                    <a:alpha val="19081"/>
                  </a:srgbClr>
                </a:gs>
                <a:gs pos="28571">
                  <a:srgbClr val="FFFFFF">
                    <a:alpha val="15159"/>
                  </a:srgbClr>
                </a:gs>
                <a:gs pos="42857">
                  <a:srgbClr val="FFFFFF">
                    <a:alpha val="10222"/>
                  </a:srgbClr>
                </a:gs>
                <a:gs pos="57143">
                  <a:srgbClr val="FFFFFF">
                    <a:alpha val="5800"/>
                  </a:srgbClr>
                </a:gs>
                <a:gs pos="71429">
                  <a:srgbClr val="FFFFFF">
                    <a:alpha val="2758"/>
                  </a:srgbClr>
                </a:gs>
                <a:gs pos="85714">
                  <a:srgbClr val="FFFFFF">
                    <a:alpha val="1100"/>
                  </a:srgbClr>
                </a:gs>
                <a:gs pos="100000">
                  <a:srgbClr val="FFFFFF">
                    <a:alpha val="3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Splat 40"/>
            <p:cNvSpPr>
              <a:spLocks noGrp="1"/>
            </p:cNvSpPr>
            <p:nvPr/>
          </p:nvSpPr>
          <p:spPr>
            <a:xfrm rot="3611944">
              <a:off x="2158443" y="2210385"/>
              <a:ext cx="280003" cy="57477"/>
            </a:xfrm>
            <a:prstGeom prst="ellipse">
              <a:avLst/>
            </a:prstGeom>
            <a:gradFill>
              <a:gsLst>
                <a:gs pos="0">
                  <a:srgbClr val="FFFFFF">
                    <a:alpha val="24417"/>
                  </a:srgbClr>
                </a:gs>
                <a:gs pos="14286">
                  <a:srgbClr val="FFFFFF">
                    <a:alpha val="22686"/>
                  </a:srgbClr>
                </a:gs>
                <a:gs pos="28571">
                  <a:srgbClr val="FFFFFF">
                    <a:alpha val="18108"/>
                  </a:srgbClr>
                </a:gs>
                <a:gs pos="42857">
                  <a:srgbClr val="FFFFFF">
                    <a:alpha val="12281"/>
                  </a:srgbClr>
                </a:gs>
                <a:gs pos="57143">
                  <a:srgbClr val="FFFFFF">
                    <a:alpha val="7003"/>
                  </a:srgbClr>
                </a:gs>
                <a:gs pos="71429">
                  <a:srgbClr val="FFFFFF">
                    <a:alpha val="3342"/>
                  </a:srgbClr>
                </a:gs>
                <a:gs pos="85714">
                  <a:srgbClr val="FFFFFF">
                    <a:alpha val="1335"/>
                  </a:srgbClr>
                </a:gs>
                <a:gs pos="100000">
                  <a:srgbClr val="FFFFFF">
                    <a:alpha val="4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Splat 41"/>
            <p:cNvSpPr>
              <a:spLocks noGrp="1"/>
            </p:cNvSpPr>
            <p:nvPr/>
          </p:nvSpPr>
          <p:spPr>
            <a:xfrm rot="-8157987">
              <a:off x="2161829" y="2186267"/>
              <a:ext cx="299994" cy="78847"/>
            </a:xfrm>
            <a:prstGeom prst="ellipse">
              <a:avLst/>
            </a:prstGeom>
            <a:gradFill>
              <a:gsLst>
                <a:gs pos="0">
                  <a:srgbClr val="FFFFFF">
                    <a:alpha val="9340"/>
                  </a:srgbClr>
                </a:gs>
                <a:gs pos="14286">
                  <a:srgbClr val="FFFFFF">
                    <a:alpha val="8618"/>
                  </a:srgbClr>
                </a:gs>
                <a:gs pos="28571">
                  <a:srgbClr val="FFFFFF">
                    <a:alpha val="6758"/>
                  </a:srgbClr>
                </a:gs>
                <a:gs pos="42857">
                  <a:srgbClr val="FFFFFF">
                    <a:alpha val="4486"/>
                  </a:srgbClr>
                </a:gs>
                <a:gs pos="57143">
                  <a:srgbClr val="FFFFFF">
                    <a:alpha val="2511"/>
                  </a:srgbClr>
                </a:gs>
                <a:gs pos="71429">
                  <a:srgbClr val="FFFFFF">
                    <a:alpha val="1183"/>
                  </a:srgbClr>
                </a:gs>
                <a:gs pos="85714">
                  <a:srgbClr val="FFFFFF">
                    <a:alpha val="470"/>
                  </a:srgbClr>
                </a:gs>
                <a:gs pos="100000">
                  <a:srgbClr val="FFFFFF">
                    <a:alpha val="1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Splat 42"/>
            <p:cNvSpPr>
              <a:spLocks noGrp="1"/>
            </p:cNvSpPr>
            <p:nvPr/>
          </p:nvSpPr>
          <p:spPr>
            <a:xfrm rot="7822200">
              <a:off x="2579463" y="2275398"/>
              <a:ext cx="65250" cy="16313"/>
            </a:xfrm>
            <a:prstGeom prst="ellipse">
              <a:avLst/>
            </a:prstGeom>
            <a:gradFill>
              <a:gsLst>
                <a:gs pos="0">
                  <a:srgbClr val="ADADAD">
                    <a:alpha val="17446"/>
                  </a:srgbClr>
                </a:gs>
                <a:gs pos="14286">
                  <a:srgbClr val="ADADAD">
                    <a:alpha val="16156"/>
                  </a:srgbClr>
                </a:gs>
                <a:gs pos="28571">
                  <a:srgbClr val="ADADAD">
                    <a:alpha val="12787"/>
                  </a:srgbClr>
                </a:gs>
                <a:gs pos="42857">
                  <a:srgbClr val="ADADAD">
                    <a:alpha val="8583"/>
                  </a:srgbClr>
                </a:gs>
                <a:gs pos="57143">
                  <a:srgbClr val="ADADAD">
                    <a:alpha val="4851"/>
                  </a:srgbClr>
                </a:gs>
                <a:gs pos="71429">
                  <a:srgbClr val="ADADAD">
                    <a:alpha val="2301"/>
                  </a:srgbClr>
                </a:gs>
                <a:gs pos="85714">
                  <a:srgbClr val="ADADAD">
                    <a:alpha val="916"/>
                  </a:srgbClr>
                </a:gs>
                <a:gs pos="100000">
                  <a:srgbClr val="ADADAD">
                    <a:alpha val="3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Splat 43"/>
            <p:cNvSpPr>
              <a:spLocks noGrp="1"/>
            </p:cNvSpPr>
            <p:nvPr/>
          </p:nvSpPr>
          <p:spPr>
            <a:xfrm rot="3249175">
              <a:off x="2614807" y="1846320"/>
              <a:ext cx="65547" cy="16387"/>
            </a:xfrm>
            <a:prstGeom prst="ellipse">
              <a:avLst/>
            </a:prstGeom>
            <a:gradFill>
              <a:gsLst>
                <a:gs pos="0">
                  <a:srgbClr val="606060">
                    <a:alpha val="17391"/>
                  </a:srgbClr>
                </a:gs>
                <a:gs pos="14286">
                  <a:srgbClr val="606060">
                    <a:alpha val="16105"/>
                  </a:srgbClr>
                </a:gs>
                <a:gs pos="28571">
                  <a:srgbClr val="606060">
                    <a:alpha val="12746"/>
                  </a:srgbClr>
                </a:gs>
                <a:gs pos="42857">
                  <a:srgbClr val="606060">
                    <a:alpha val="8555"/>
                  </a:srgbClr>
                </a:gs>
                <a:gs pos="57143">
                  <a:srgbClr val="606060">
                    <a:alpha val="4835"/>
                  </a:srgbClr>
                </a:gs>
                <a:gs pos="71429">
                  <a:srgbClr val="606060">
                    <a:alpha val="2293"/>
                  </a:srgbClr>
                </a:gs>
                <a:gs pos="85714">
                  <a:srgbClr val="606060">
                    <a:alpha val="913"/>
                  </a:srgbClr>
                </a:gs>
                <a:gs pos="100000">
                  <a:srgbClr val="606060">
                    <a:alpha val="3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Splat 44"/>
            <p:cNvSpPr>
              <a:spLocks noGrp="1"/>
            </p:cNvSpPr>
            <p:nvPr/>
          </p:nvSpPr>
          <p:spPr>
            <a:xfrm rot="-8973633">
              <a:off x="2575109" y="1877485"/>
              <a:ext cx="155832" cy="100146"/>
            </a:xfrm>
            <a:prstGeom prst="ellipse">
              <a:avLst/>
            </a:prstGeom>
            <a:gradFill>
              <a:gsLst>
                <a:gs pos="0">
                  <a:srgbClr val="F0F0F0">
                    <a:alpha val="30222"/>
                  </a:srgbClr>
                </a:gs>
                <a:gs pos="14286">
                  <a:srgbClr val="F0F0F0">
                    <a:alpha val="28161"/>
                  </a:srgbClr>
                </a:gs>
                <a:gs pos="28571">
                  <a:srgbClr val="F0F0F0">
                    <a:alpha val="22648"/>
                  </a:srgbClr>
                </a:gs>
                <a:gs pos="42857">
                  <a:srgbClr val="F0F0F0">
                    <a:alpha val="15502"/>
                  </a:srgbClr>
                </a:gs>
                <a:gs pos="57143">
                  <a:srgbClr val="F0F0F0">
                    <a:alpha val="8911"/>
                  </a:srgbClr>
                </a:gs>
                <a:gs pos="71429">
                  <a:srgbClr val="F0F0F0">
                    <a:alpha val="4275"/>
                  </a:srgbClr>
                </a:gs>
                <a:gs pos="85714">
                  <a:srgbClr val="F0F0F0">
                    <a:alpha val="1713"/>
                  </a:srgbClr>
                </a:gs>
                <a:gs pos="100000">
                  <a:srgbClr val="F0F0F0">
                    <a:alpha val="5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Splat 45"/>
            <p:cNvSpPr>
              <a:spLocks noGrp="1"/>
            </p:cNvSpPr>
            <p:nvPr/>
          </p:nvSpPr>
          <p:spPr>
            <a:xfrm rot="9901083">
              <a:off x="2074442" y="1943453"/>
              <a:ext cx="323494" cy="296391"/>
            </a:xfrm>
            <a:prstGeom prst="ellipse">
              <a:avLst/>
            </a:prstGeom>
            <a:gradFill>
              <a:gsLst>
                <a:gs pos="0">
                  <a:srgbClr val="EBEAEA">
                    <a:alpha val="4927"/>
                  </a:srgbClr>
                </a:gs>
                <a:gs pos="14286">
                  <a:srgbClr val="EBEAEA">
                    <a:alpha val="4538"/>
                  </a:srgbClr>
                </a:gs>
                <a:gs pos="28571">
                  <a:srgbClr val="EBEAEA">
                    <a:alpha val="3542"/>
                  </a:srgbClr>
                </a:gs>
                <a:gs pos="42857">
                  <a:srgbClr val="EBEAEA">
                    <a:alpha val="2337"/>
                  </a:srgbClr>
                </a:gs>
                <a:gs pos="57143">
                  <a:srgbClr val="EBEAEA">
                    <a:alpha val="1302"/>
                  </a:srgbClr>
                </a:gs>
                <a:gs pos="71429">
                  <a:srgbClr val="EBEAEA">
                    <a:alpha val="612"/>
                  </a:srgbClr>
                </a:gs>
                <a:gs pos="85714">
                  <a:srgbClr val="EBEAEA">
                    <a:alpha val="242"/>
                  </a:srgbClr>
                </a:gs>
                <a:gs pos="100000">
                  <a:srgbClr val="EBEAEA">
                    <a:alpha val="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Splat 46"/>
            <p:cNvSpPr>
              <a:spLocks noGrp="1"/>
            </p:cNvSpPr>
            <p:nvPr/>
          </p:nvSpPr>
          <p:spPr>
            <a:xfrm rot="-9871998">
              <a:off x="1977026" y="2099600"/>
              <a:ext cx="141968" cy="101111"/>
            </a:xfrm>
            <a:prstGeom prst="ellipse">
              <a:avLst/>
            </a:prstGeom>
            <a:gradFill>
              <a:gsLst>
                <a:gs pos="0">
                  <a:srgbClr val="FCFDFD">
                    <a:alpha val="29142"/>
                  </a:srgbClr>
                </a:gs>
                <a:gs pos="14286">
                  <a:srgbClr val="FCFDFD">
                    <a:alpha val="27140"/>
                  </a:srgbClr>
                </a:gs>
                <a:gs pos="28571">
                  <a:srgbClr val="FCFDFD">
                    <a:alpha val="21796"/>
                  </a:srgbClr>
                </a:gs>
                <a:gs pos="42857">
                  <a:srgbClr val="FCFDFD">
                    <a:alpha val="14892"/>
                  </a:srgbClr>
                </a:gs>
                <a:gs pos="57143">
                  <a:srgbClr val="FCFDFD">
                    <a:alpha val="8548"/>
                  </a:srgbClr>
                </a:gs>
                <a:gs pos="71429">
                  <a:srgbClr val="FCFDFD">
                    <a:alpha val="4096"/>
                  </a:srgbClr>
                </a:gs>
                <a:gs pos="85714">
                  <a:srgbClr val="FCFDFD">
                    <a:alpha val="1640"/>
                  </a:srgbClr>
                </a:gs>
                <a:gs pos="100000">
                  <a:srgbClr val="FCFDFD">
                    <a:alpha val="5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Splat 47"/>
            <p:cNvSpPr>
              <a:spLocks noGrp="1"/>
            </p:cNvSpPr>
            <p:nvPr/>
          </p:nvSpPr>
          <p:spPr>
            <a:xfrm rot="10653383">
              <a:off x="1971792" y="1921274"/>
              <a:ext cx="183012" cy="96030"/>
            </a:xfrm>
            <a:prstGeom prst="ellipse">
              <a:avLst/>
            </a:prstGeom>
            <a:gradFill>
              <a:gsLst>
                <a:gs pos="0">
                  <a:srgbClr val="FDFDFD">
                    <a:alpha val="30457"/>
                  </a:srgbClr>
                </a:gs>
                <a:gs pos="14286">
                  <a:srgbClr val="FDFDFD">
                    <a:alpha val="28383"/>
                  </a:srgbClr>
                </a:gs>
                <a:gs pos="28571">
                  <a:srgbClr val="FDFDFD">
                    <a:alpha val="22834"/>
                  </a:srgbClr>
                </a:gs>
                <a:gs pos="42857">
                  <a:srgbClr val="FDFDFD">
                    <a:alpha val="15635"/>
                  </a:srgbClr>
                </a:gs>
                <a:gs pos="57143">
                  <a:srgbClr val="FDFDFD">
                    <a:alpha val="8991"/>
                  </a:srgbClr>
                </a:gs>
                <a:gs pos="71429">
                  <a:srgbClr val="FDFDFD">
                    <a:alpha val="4314"/>
                  </a:srgbClr>
                </a:gs>
                <a:gs pos="85714">
                  <a:srgbClr val="FDFDFD">
                    <a:alpha val="1729"/>
                  </a:srgbClr>
                </a:gs>
                <a:gs pos="100000">
                  <a:srgbClr val="FDFDFD">
                    <a:alpha val="5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Splat 48"/>
            <p:cNvSpPr>
              <a:spLocks noGrp="1"/>
            </p:cNvSpPr>
            <p:nvPr/>
          </p:nvSpPr>
          <p:spPr>
            <a:xfrm rot="3765064">
              <a:off x="2652675" y="1909353"/>
              <a:ext cx="66277" cy="16569"/>
            </a:xfrm>
            <a:prstGeom prst="ellipse">
              <a:avLst/>
            </a:prstGeom>
            <a:gradFill>
              <a:gsLst>
                <a:gs pos="0">
                  <a:srgbClr val="5F5F5E">
                    <a:alpha val="17258"/>
                  </a:srgbClr>
                </a:gs>
                <a:gs pos="14286">
                  <a:srgbClr val="5F5F5E">
                    <a:alpha val="15980"/>
                  </a:srgbClr>
                </a:gs>
                <a:gs pos="28571">
                  <a:srgbClr val="5F5F5E">
                    <a:alpha val="12645"/>
                  </a:srgbClr>
                </a:gs>
                <a:gs pos="42857">
                  <a:srgbClr val="5F5F5E">
                    <a:alpha val="8486"/>
                  </a:srgbClr>
                </a:gs>
                <a:gs pos="57143">
                  <a:srgbClr val="5F5F5E">
                    <a:alpha val="4795"/>
                  </a:srgbClr>
                </a:gs>
                <a:gs pos="71429">
                  <a:srgbClr val="5F5F5E">
                    <a:alpha val="2274"/>
                  </a:srgbClr>
                </a:gs>
                <a:gs pos="85714">
                  <a:srgbClr val="5F5F5E">
                    <a:alpha val="905"/>
                  </a:srgbClr>
                </a:gs>
                <a:gs pos="100000">
                  <a:srgbClr val="5F5F5E">
                    <a:alpha val="3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Splat 49"/>
            <p:cNvSpPr>
              <a:spLocks noGrp="1"/>
            </p:cNvSpPr>
            <p:nvPr/>
          </p:nvSpPr>
          <p:spPr>
            <a:xfrm rot="2972184">
              <a:off x="2093451" y="2249340"/>
              <a:ext cx="111120" cy="76474"/>
            </a:xfrm>
            <a:prstGeom prst="ellipse">
              <a:avLst/>
            </a:prstGeom>
            <a:gradFill>
              <a:gsLst>
                <a:gs pos="0">
                  <a:srgbClr val="F3F4F5">
                    <a:alpha val="28989"/>
                  </a:srgbClr>
                </a:gs>
                <a:gs pos="14286">
                  <a:srgbClr val="F3F4F5">
                    <a:alpha val="26996"/>
                  </a:srgbClr>
                </a:gs>
                <a:gs pos="28571">
                  <a:srgbClr val="F3F4F5">
                    <a:alpha val="21675"/>
                  </a:srgbClr>
                </a:gs>
                <a:gs pos="42857">
                  <a:srgbClr val="F3F4F5">
                    <a:alpha val="14807"/>
                  </a:srgbClr>
                </a:gs>
                <a:gs pos="57143">
                  <a:srgbClr val="F3F4F5">
                    <a:alpha val="8497"/>
                  </a:srgbClr>
                </a:gs>
                <a:gs pos="71429">
                  <a:srgbClr val="F3F4F5">
                    <a:alpha val="4071"/>
                  </a:srgbClr>
                </a:gs>
                <a:gs pos="85714">
                  <a:srgbClr val="F3F4F5">
                    <a:alpha val="1630"/>
                  </a:srgbClr>
                </a:gs>
                <a:gs pos="100000">
                  <a:srgbClr val="F3F4F5">
                    <a:alpha val="5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Splat 50"/>
            <p:cNvSpPr>
              <a:spLocks noGrp="1"/>
            </p:cNvSpPr>
            <p:nvPr/>
          </p:nvSpPr>
          <p:spPr>
            <a:xfrm rot="6659684">
              <a:off x="1964061" y="2022804"/>
              <a:ext cx="143308" cy="84709"/>
            </a:xfrm>
            <a:prstGeom prst="ellipse">
              <a:avLst/>
            </a:prstGeom>
            <a:gradFill>
              <a:gsLst>
                <a:gs pos="0">
                  <a:srgbClr val="FAFAFA">
                    <a:alpha val="30422"/>
                  </a:srgbClr>
                </a:gs>
                <a:gs pos="14286">
                  <a:srgbClr val="FAFAFA">
                    <a:alpha val="28351"/>
                  </a:srgbClr>
                </a:gs>
                <a:gs pos="28571">
                  <a:srgbClr val="FAFAFA">
                    <a:alpha val="22806"/>
                  </a:srgbClr>
                </a:gs>
                <a:gs pos="42857">
                  <a:srgbClr val="FAFAFA">
                    <a:alpha val="15616"/>
                  </a:srgbClr>
                </a:gs>
                <a:gs pos="57143">
                  <a:srgbClr val="FAFAFA">
                    <a:alpha val="8979"/>
                  </a:srgbClr>
                </a:gs>
                <a:gs pos="71429">
                  <a:srgbClr val="FAFAFA">
                    <a:alpha val="4308"/>
                  </a:srgbClr>
                </a:gs>
                <a:gs pos="85714">
                  <a:srgbClr val="FAFAFA">
                    <a:alpha val="1726"/>
                  </a:srgbClr>
                </a:gs>
                <a:gs pos="100000">
                  <a:srgbClr val="FAFAFA">
                    <a:alpha val="5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Splat 51"/>
            <p:cNvSpPr>
              <a:spLocks noGrp="1"/>
            </p:cNvSpPr>
            <p:nvPr/>
          </p:nvSpPr>
          <p:spPr>
            <a:xfrm rot="10329378">
              <a:off x="2554204" y="2296037"/>
              <a:ext cx="119581" cy="75247"/>
            </a:xfrm>
            <a:prstGeom prst="ellipse">
              <a:avLst/>
            </a:prstGeom>
            <a:gradFill>
              <a:gsLst>
                <a:gs pos="0">
                  <a:srgbClr val="090E17">
                    <a:alpha val="26700"/>
                  </a:srgbClr>
                </a:gs>
                <a:gs pos="14286">
                  <a:srgbClr val="090E17">
                    <a:alpha val="24835"/>
                  </a:srgbClr>
                </a:gs>
                <a:gs pos="28571">
                  <a:srgbClr val="090E17">
                    <a:alpha val="19881"/>
                  </a:srgbClr>
                </a:gs>
                <a:gs pos="42857">
                  <a:srgbClr val="090E17">
                    <a:alpha val="13532"/>
                  </a:srgbClr>
                </a:gs>
                <a:gs pos="57143">
                  <a:srgbClr val="090E17">
                    <a:alpha val="7740"/>
                  </a:srgbClr>
                </a:gs>
                <a:gs pos="71429">
                  <a:srgbClr val="090E17">
                    <a:alpha val="3701"/>
                  </a:srgbClr>
                </a:gs>
                <a:gs pos="85714">
                  <a:srgbClr val="090E17">
                    <a:alpha val="1480"/>
                  </a:srgbClr>
                </a:gs>
                <a:gs pos="100000">
                  <a:srgbClr val="090E17">
                    <a:alpha val="4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Splat 52"/>
            <p:cNvSpPr>
              <a:spLocks noGrp="1"/>
            </p:cNvSpPr>
            <p:nvPr/>
          </p:nvSpPr>
          <p:spPr>
            <a:xfrm rot="10326475">
              <a:off x="2411091" y="2335868"/>
              <a:ext cx="177517" cy="50718"/>
            </a:xfrm>
            <a:prstGeom prst="ellipse">
              <a:avLst/>
            </a:prstGeom>
            <a:gradFill>
              <a:gsLst>
                <a:gs pos="0">
                  <a:srgbClr val="D4D5D4">
                    <a:alpha val="25858"/>
                  </a:srgbClr>
                </a:gs>
                <a:gs pos="14286">
                  <a:srgbClr val="D4D5D4">
                    <a:alpha val="24042"/>
                  </a:srgbClr>
                </a:gs>
                <a:gs pos="28571">
                  <a:srgbClr val="D4D5D4">
                    <a:alpha val="19226"/>
                  </a:srgbClr>
                </a:gs>
                <a:gs pos="42857">
                  <a:srgbClr val="D4D5D4">
                    <a:alpha val="13068"/>
                  </a:srgbClr>
                </a:gs>
                <a:gs pos="57143">
                  <a:srgbClr val="D4D5D4">
                    <a:alpha val="7467"/>
                  </a:srgbClr>
                </a:gs>
                <a:gs pos="71429">
                  <a:srgbClr val="D4D5D4">
                    <a:alpha val="3567"/>
                  </a:srgbClr>
                </a:gs>
                <a:gs pos="85714">
                  <a:srgbClr val="D4D5D4">
                    <a:alpha val="1426"/>
                  </a:srgbClr>
                </a:gs>
                <a:gs pos="100000">
                  <a:srgbClr val="D4D5D4">
                    <a:alpha val="4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Splat 53"/>
            <p:cNvSpPr>
              <a:spLocks noGrp="1"/>
            </p:cNvSpPr>
            <p:nvPr/>
          </p:nvSpPr>
          <p:spPr>
            <a:xfrm rot="-10247149">
              <a:off x="2346146" y="1812925"/>
              <a:ext cx="102352" cy="63560"/>
            </a:xfrm>
            <a:prstGeom prst="ellipse">
              <a:avLst/>
            </a:prstGeom>
            <a:gradFill>
              <a:gsLst>
                <a:gs pos="0">
                  <a:srgbClr val="FEFFFE">
                    <a:alpha val="28339"/>
                  </a:srgbClr>
                </a:gs>
                <a:gs pos="14286">
                  <a:srgbClr val="FEFFFE">
                    <a:alpha val="26381"/>
                  </a:srgbClr>
                </a:gs>
                <a:gs pos="28571">
                  <a:srgbClr val="FEFFFE">
                    <a:alpha val="21164"/>
                  </a:srgbClr>
                </a:gs>
                <a:gs pos="42857">
                  <a:srgbClr val="FEFFFE">
                    <a:alpha val="14442"/>
                  </a:srgbClr>
                </a:gs>
                <a:gs pos="57143">
                  <a:srgbClr val="FEFFFE">
                    <a:alpha val="8280"/>
                  </a:srgbClr>
                </a:gs>
                <a:gs pos="71429">
                  <a:srgbClr val="FEFFFE">
                    <a:alpha val="3965"/>
                  </a:srgbClr>
                </a:gs>
                <a:gs pos="85714">
                  <a:srgbClr val="FEFFFE">
                    <a:alpha val="1587"/>
                  </a:srgbClr>
                </a:gs>
                <a:gs pos="100000">
                  <a:srgbClr val="FEFFFE">
                    <a:alpha val="5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Splat 54"/>
            <p:cNvSpPr>
              <a:spLocks noGrp="1"/>
            </p:cNvSpPr>
            <p:nvPr/>
          </p:nvSpPr>
          <p:spPr>
            <a:xfrm rot="7831951">
              <a:off x="2295629" y="2211843"/>
              <a:ext cx="89751" cy="69956"/>
            </a:xfrm>
            <a:prstGeom prst="ellipse">
              <a:avLst/>
            </a:prstGeom>
            <a:gradFill>
              <a:gsLst>
                <a:gs pos="0">
                  <a:srgbClr val="FCFCFD">
                    <a:alpha val="31835"/>
                  </a:srgbClr>
                </a:gs>
                <a:gs pos="14286">
                  <a:srgbClr val="FCFCFD">
                    <a:alpha val="29689"/>
                  </a:srgbClr>
                </a:gs>
                <a:gs pos="28571">
                  <a:srgbClr val="FCFCFD">
                    <a:alpha val="23929"/>
                  </a:srgbClr>
                </a:gs>
                <a:gs pos="42857">
                  <a:srgbClr val="FCFCFD">
                    <a:alpha val="16422"/>
                  </a:srgbClr>
                </a:gs>
                <a:gs pos="57143">
                  <a:srgbClr val="FCFCFD">
                    <a:alpha val="9462"/>
                  </a:srgbClr>
                </a:gs>
                <a:gs pos="71429">
                  <a:srgbClr val="FCFCFD">
                    <a:alpha val="4546"/>
                  </a:srgbClr>
                </a:gs>
                <a:gs pos="85714">
                  <a:srgbClr val="FCFCFD">
                    <a:alpha val="1823"/>
                  </a:srgbClr>
                </a:gs>
                <a:gs pos="100000">
                  <a:srgbClr val="FCFCFD">
                    <a:alpha val="6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Splat 55"/>
            <p:cNvSpPr>
              <a:spLocks noGrp="1"/>
            </p:cNvSpPr>
            <p:nvPr/>
          </p:nvSpPr>
          <p:spPr>
            <a:xfrm rot="-10436471">
              <a:off x="2280257" y="2403253"/>
              <a:ext cx="67495" cy="16874"/>
            </a:xfrm>
            <a:prstGeom prst="ellipse">
              <a:avLst/>
            </a:prstGeom>
            <a:gradFill>
              <a:gsLst>
                <a:gs pos="0">
                  <a:srgbClr val="6D6D6D">
                    <a:alpha val="17034"/>
                  </a:srgbClr>
                </a:gs>
                <a:gs pos="14286">
                  <a:srgbClr val="6D6D6D">
                    <a:alpha val="15771"/>
                  </a:srgbClr>
                </a:gs>
                <a:gs pos="28571">
                  <a:srgbClr val="6D6D6D">
                    <a:alpha val="12477"/>
                  </a:srgbClr>
                </a:gs>
                <a:gs pos="42857">
                  <a:srgbClr val="6D6D6D">
                    <a:alpha val="8370"/>
                  </a:srgbClr>
                </a:gs>
                <a:gs pos="57143">
                  <a:srgbClr val="6D6D6D">
                    <a:alpha val="4728"/>
                  </a:srgbClr>
                </a:gs>
                <a:gs pos="71429">
                  <a:srgbClr val="6D6D6D">
                    <a:alpha val="2242"/>
                  </a:srgbClr>
                </a:gs>
                <a:gs pos="85714">
                  <a:srgbClr val="6D6D6D">
                    <a:alpha val="893"/>
                  </a:srgbClr>
                </a:gs>
                <a:gs pos="100000">
                  <a:srgbClr val="6D6D6D">
                    <a:alpha val="2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Splat 56"/>
            <p:cNvSpPr>
              <a:spLocks noGrp="1"/>
            </p:cNvSpPr>
            <p:nvPr/>
          </p:nvSpPr>
          <p:spPr>
            <a:xfrm rot="-10323530">
              <a:off x="2210363" y="2415729"/>
              <a:ext cx="179219" cy="786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Splat 57"/>
            <p:cNvSpPr>
              <a:spLocks noGrp="1"/>
            </p:cNvSpPr>
            <p:nvPr/>
          </p:nvSpPr>
          <p:spPr>
            <a:xfrm rot="7878886">
              <a:off x="2306609" y="2212062"/>
              <a:ext cx="107583" cy="71131"/>
            </a:xfrm>
            <a:prstGeom prst="ellipse">
              <a:avLst/>
            </a:prstGeom>
            <a:gradFill>
              <a:gsLst>
                <a:gs pos="0">
                  <a:srgbClr val="FEFEFF">
                    <a:alpha val="22857"/>
                  </a:srgbClr>
                </a:gs>
                <a:gs pos="14286">
                  <a:srgbClr val="FEFEFF">
                    <a:alpha val="21221"/>
                  </a:srgbClr>
                </a:gs>
                <a:gs pos="28571">
                  <a:srgbClr val="FEFEFF">
                    <a:alpha val="16906"/>
                  </a:srgbClr>
                </a:gs>
                <a:gs pos="42857">
                  <a:srgbClr val="FEFEFF">
                    <a:alpha val="11439"/>
                  </a:srgbClr>
                </a:gs>
                <a:gs pos="57143">
                  <a:srgbClr val="FEFEFF">
                    <a:alpha val="6510"/>
                  </a:srgbClr>
                </a:gs>
                <a:gs pos="71429">
                  <a:srgbClr val="FEFEFF">
                    <a:alpha val="3102"/>
                  </a:srgbClr>
                </a:gs>
                <a:gs pos="85714">
                  <a:srgbClr val="FEFEFF">
                    <a:alpha val="1238"/>
                  </a:srgbClr>
                </a:gs>
                <a:gs pos="100000">
                  <a:srgbClr val="FEFEFF">
                    <a:alpha val="4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Splat 58"/>
            <p:cNvSpPr>
              <a:spLocks noGrp="1"/>
            </p:cNvSpPr>
            <p:nvPr/>
          </p:nvSpPr>
          <p:spPr>
            <a:xfrm rot="8327286">
              <a:off x="2224591" y="2076178"/>
              <a:ext cx="45778" cy="4313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Splat 59"/>
            <p:cNvSpPr>
              <a:spLocks noGrp="1"/>
            </p:cNvSpPr>
            <p:nvPr/>
          </p:nvSpPr>
          <p:spPr>
            <a:xfrm rot="7267487">
              <a:off x="2624791" y="2277438"/>
              <a:ext cx="67814" cy="16954"/>
            </a:xfrm>
            <a:prstGeom prst="ellipse">
              <a:avLst/>
            </a:prstGeom>
            <a:gradFill>
              <a:gsLst>
                <a:gs pos="0">
                  <a:srgbClr val="5D5D5D">
                    <a:alpha val="16975"/>
                  </a:srgbClr>
                </a:gs>
                <a:gs pos="14286">
                  <a:srgbClr val="5D5D5D">
                    <a:alpha val="15717"/>
                  </a:srgbClr>
                </a:gs>
                <a:gs pos="28571">
                  <a:srgbClr val="5D5D5D">
                    <a:alpha val="12433"/>
                  </a:srgbClr>
                </a:gs>
                <a:gs pos="42857">
                  <a:srgbClr val="5D5D5D">
                    <a:alpha val="8340"/>
                  </a:srgbClr>
                </a:gs>
                <a:gs pos="57143">
                  <a:srgbClr val="5D5D5D">
                    <a:alpha val="4711"/>
                  </a:srgbClr>
                </a:gs>
                <a:gs pos="71429">
                  <a:srgbClr val="5D5D5D">
                    <a:alpha val="2233"/>
                  </a:srgbClr>
                </a:gs>
                <a:gs pos="85714">
                  <a:srgbClr val="5D5D5D">
                    <a:alpha val="889"/>
                  </a:srgbClr>
                </a:gs>
                <a:gs pos="100000">
                  <a:srgbClr val="5D5D5D">
                    <a:alpha val="2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Splat 60"/>
            <p:cNvSpPr>
              <a:spLocks noGrp="1"/>
            </p:cNvSpPr>
            <p:nvPr/>
          </p:nvSpPr>
          <p:spPr>
            <a:xfrm rot="-10439938">
              <a:off x="2281396" y="2409729"/>
              <a:ext cx="67983" cy="16996"/>
            </a:xfrm>
            <a:prstGeom prst="ellipse">
              <a:avLst/>
            </a:prstGeom>
            <a:gradFill>
              <a:gsLst>
                <a:gs pos="0">
                  <a:srgbClr val="5C5C5C">
                    <a:alpha val="16944"/>
                  </a:srgbClr>
                </a:gs>
                <a:gs pos="14286">
                  <a:srgbClr val="5C5C5C">
                    <a:alpha val="15688"/>
                  </a:srgbClr>
                </a:gs>
                <a:gs pos="28571">
                  <a:srgbClr val="5C5C5C">
                    <a:alpha val="12409"/>
                  </a:srgbClr>
                </a:gs>
                <a:gs pos="42857">
                  <a:srgbClr val="5C5C5C">
                    <a:alpha val="8324"/>
                  </a:srgbClr>
                </a:gs>
                <a:gs pos="57143">
                  <a:srgbClr val="5C5C5C">
                    <a:alpha val="4701"/>
                  </a:srgbClr>
                </a:gs>
                <a:gs pos="71429">
                  <a:srgbClr val="5C5C5C">
                    <a:alpha val="2229"/>
                  </a:srgbClr>
                </a:gs>
                <a:gs pos="85714">
                  <a:srgbClr val="5C5C5C">
                    <a:alpha val="887"/>
                  </a:srgbClr>
                </a:gs>
                <a:gs pos="100000">
                  <a:srgbClr val="5C5C5C">
                    <a:alpha val="2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Splat 61"/>
            <p:cNvSpPr>
              <a:spLocks noGrp="1"/>
            </p:cNvSpPr>
            <p:nvPr/>
          </p:nvSpPr>
          <p:spPr>
            <a:xfrm rot="6626048">
              <a:off x="2172970" y="2030348"/>
              <a:ext cx="67949" cy="16987"/>
            </a:xfrm>
            <a:prstGeom prst="ellipse">
              <a:avLst/>
            </a:prstGeom>
            <a:gradFill>
              <a:gsLst>
                <a:gs pos="0">
                  <a:srgbClr val="CACACA">
                    <a:alpha val="16951"/>
                  </a:srgbClr>
                </a:gs>
                <a:gs pos="14286">
                  <a:srgbClr val="CACACA">
                    <a:alpha val="15693"/>
                  </a:srgbClr>
                </a:gs>
                <a:gs pos="28571">
                  <a:srgbClr val="CACACA">
                    <a:alpha val="12414"/>
                  </a:srgbClr>
                </a:gs>
                <a:gs pos="42857">
                  <a:srgbClr val="CACACA">
                    <a:alpha val="8327"/>
                  </a:srgbClr>
                </a:gs>
                <a:gs pos="57143">
                  <a:srgbClr val="CACACA">
                    <a:alpha val="4703"/>
                  </a:srgbClr>
                </a:gs>
                <a:gs pos="71429">
                  <a:srgbClr val="CACACA">
                    <a:alpha val="2230"/>
                  </a:srgbClr>
                </a:gs>
                <a:gs pos="85714">
                  <a:srgbClr val="CACACA">
                    <a:alpha val="888"/>
                  </a:srgbClr>
                </a:gs>
                <a:gs pos="100000">
                  <a:srgbClr val="CACACA">
                    <a:alpha val="2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Splat 62"/>
            <p:cNvSpPr>
              <a:spLocks noGrp="1"/>
            </p:cNvSpPr>
            <p:nvPr/>
          </p:nvSpPr>
          <p:spPr>
            <a:xfrm rot="4729661">
              <a:off x="2679627" y="1994874"/>
              <a:ext cx="68107" cy="17027"/>
            </a:xfrm>
            <a:prstGeom prst="ellipse">
              <a:avLst/>
            </a:prstGeom>
            <a:gradFill>
              <a:gsLst>
                <a:gs pos="0">
                  <a:srgbClr val="565656">
                    <a:alpha val="16921"/>
                  </a:srgbClr>
                </a:gs>
                <a:gs pos="14286">
                  <a:srgbClr val="565656">
                    <a:alpha val="15666"/>
                  </a:srgbClr>
                </a:gs>
                <a:gs pos="28571">
                  <a:srgbClr val="565656">
                    <a:alpha val="12392"/>
                  </a:srgbClr>
                </a:gs>
                <a:gs pos="42857">
                  <a:srgbClr val="565656">
                    <a:alpha val="8312"/>
                  </a:srgbClr>
                </a:gs>
                <a:gs pos="57143">
                  <a:srgbClr val="565656">
                    <a:alpha val="4695"/>
                  </a:srgbClr>
                </a:gs>
                <a:gs pos="71429">
                  <a:srgbClr val="565656">
                    <a:alpha val="2226"/>
                  </a:srgbClr>
                </a:gs>
                <a:gs pos="85714">
                  <a:srgbClr val="565656">
                    <a:alpha val="886"/>
                  </a:srgbClr>
                </a:gs>
                <a:gs pos="100000">
                  <a:srgbClr val="565656">
                    <a:alpha val="2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Splat 63"/>
            <p:cNvSpPr>
              <a:spLocks noGrp="1"/>
            </p:cNvSpPr>
            <p:nvPr/>
          </p:nvSpPr>
          <p:spPr>
            <a:xfrm rot="-9716362">
              <a:off x="2206722" y="1716097"/>
              <a:ext cx="160622" cy="75366"/>
            </a:xfrm>
            <a:prstGeom prst="ellipse">
              <a:avLst/>
            </a:prstGeom>
            <a:gradFill>
              <a:gsLst>
                <a:gs pos="0">
                  <a:srgbClr val="EFF0EF">
                    <a:alpha val="30727"/>
                  </a:srgbClr>
                </a:gs>
                <a:gs pos="14286">
                  <a:srgbClr val="EFF0EF">
                    <a:alpha val="28639"/>
                  </a:srgbClr>
                </a:gs>
                <a:gs pos="28571">
                  <a:srgbClr val="EFF0EF">
                    <a:alpha val="23048"/>
                  </a:srgbClr>
                </a:gs>
                <a:gs pos="42857">
                  <a:srgbClr val="EFF0EF">
                    <a:alpha val="15789"/>
                  </a:srgbClr>
                </a:gs>
                <a:gs pos="57143">
                  <a:srgbClr val="EFF0EF">
                    <a:alpha val="9083"/>
                  </a:srgbClr>
                </a:gs>
                <a:gs pos="71429">
                  <a:srgbClr val="EFF0EF">
                    <a:alpha val="4359"/>
                  </a:srgbClr>
                </a:gs>
                <a:gs pos="85714">
                  <a:srgbClr val="EFF0EF">
                    <a:alpha val="1747"/>
                  </a:srgbClr>
                </a:gs>
                <a:gs pos="100000">
                  <a:srgbClr val="EFF0EF">
                    <a:alpha val="5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Splat 64"/>
            <p:cNvSpPr>
              <a:spLocks noGrp="1"/>
            </p:cNvSpPr>
            <p:nvPr/>
          </p:nvSpPr>
          <p:spPr>
            <a:xfrm rot="8299816">
              <a:off x="2615505" y="2004343"/>
              <a:ext cx="134403" cy="99102"/>
            </a:xfrm>
            <a:prstGeom prst="ellipse">
              <a:avLst/>
            </a:prstGeom>
            <a:gradFill>
              <a:gsLst>
                <a:gs pos="0">
                  <a:srgbClr val="FEFDFD">
                    <a:alpha val="31714"/>
                  </a:srgbClr>
                </a:gs>
                <a:gs pos="14286">
                  <a:srgbClr val="FEFDFD">
                    <a:alpha val="29574"/>
                  </a:srgbClr>
                </a:gs>
                <a:gs pos="28571">
                  <a:srgbClr val="FEFDFD">
                    <a:alpha val="23832"/>
                  </a:srgbClr>
                </a:gs>
                <a:gs pos="42857">
                  <a:srgbClr val="FEFDFD">
                    <a:alpha val="16353"/>
                  </a:srgbClr>
                </a:gs>
                <a:gs pos="57143">
                  <a:srgbClr val="FEFDFD">
                    <a:alpha val="9420"/>
                  </a:srgbClr>
                </a:gs>
                <a:gs pos="71429">
                  <a:srgbClr val="FEFDFD">
                    <a:alpha val="4526"/>
                  </a:srgbClr>
                </a:gs>
                <a:gs pos="85714">
                  <a:srgbClr val="FEFDFD">
                    <a:alpha val="1815"/>
                  </a:srgbClr>
                </a:gs>
                <a:gs pos="100000">
                  <a:srgbClr val="FEFDFD">
                    <a:alpha val="6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Splat 65"/>
            <p:cNvSpPr>
              <a:spLocks noGrp="1"/>
            </p:cNvSpPr>
            <p:nvPr/>
          </p:nvSpPr>
          <p:spPr>
            <a:xfrm rot="7113203">
              <a:off x="2083658" y="1799740"/>
              <a:ext cx="104098" cy="67215"/>
            </a:xfrm>
            <a:prstGeom prst="ellipse">
              <a:avLst/>
            </a:prstGeom>
            <a:gradFill>
              <a:gsLst>
                <a:gs pos="0">
                  <a:srgbClr val="EEEFEE">
                    <a:alpha val="32730"/>
                  </a:srgbClr>
                </a:gs>
                <a:gs pos="14286">
                  <a:srgbClr val="EEEFEE">
                    <a:alpha val="30538"/>
                  </a:srgbClr>
                </a:gs>
                <a:gs pos="28571">
                  <a:srgbClr val="EEEFEE">
                    <a:alpha val="24643"/>
                  </a:srgbClr>
                </a:gs>
                <a:gs pos="42857">
                  <a:srgbClr val="EEEFEE">
                    <a:alpha val="16938"/>
                  </a:srgbClr>
                </a:gs>
                <a:gs pos="57143">
                  <a:srgbClr val="EEEFEE">
                    <a:alpha val="9772"/>
                  </a:srgbClr>
                </a:gs>
                <a:gs pos="71429">
                  <a:srgbClr val="EEEFEE">
                    <a:alpha val="4699"/>
                  </a:srgbClr>
                </a:gs>
                <a:gs pos="85714">
                  <a:srgbClr val="EEEFEE">
                    <a:alpha val="1885"/>
                  </a:srgbClr>
                </a:gs>
                <a:gs pos="100000">
                  <a:srgbClr val="EEEFEE">
                    <a:alpha val="6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Splat 66"/>
            <p:cNvSpPr>
              <a:spLocks noGrp="1"/>
            </p:cNvSpPr>
            <p:nvPr/>
          </p:nvSpPr>
          <p:spPr>
            <a:xfrm rot="8720117">
              <a:off x="2526618" y="1794817"/>
              <a:ext cx="294371" cy="84249"/>
            </a:xfrm>
            <a:prstGeom prst="ellipse">
              <a:avLst/>
            </a:prstGeom>
            <a:gradFill>
              <a:gsLst>
                <a:gs pos="0">
                  <a:srgbClr val="000C00">
                    <a:alpha val="32696"/>
                  </a:srgbClr>
                </a:gs>
                <a:gs pos="14286">
                  <a:srgbClr val="000C00">
                    <a:alpha val="30505"/>
                  </a:srgbClr>
                </a:gs>
                <a:gs pos="28571">
                  <a:srgbClr val="000C00">
                    <a:alpha val="24615"/>
                  </a:srgbClr>
                </a:gs>
                <a:gs pos="42857">
                  <a:srgbClr val="000C00">
                    <a:alpha val="16918"/>
                  </a:srgbClr>
                </a:gs>
                <a:gs pos="57143">
                  <a:srgbClr val="000C00">
                    <a:alpha val="9760"/>
                  </a:srgbClr>
                </a:gs>
                <a:gs pos="71429">
                  <a:srgbClr val="000C00">
                    <a:alpha val="4693"/>
                  </a:srgbClr>
                </a:gs>
                <a:gs pos="85714">
                  <a:srgbClr val="000C00">
                    <a:alpha val="1883"/>
                  </a:srgbClr>
                </a:gs>
                <a:gs pos="100000">
                  <a:srgbClr val="000C00">
                    <a:alpha val="6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Splat 67"/>
            <p:cNvSpPr>
              <a:spLocks noGrp="1"/>
            </p:cNvSpPr>
            <p:nvPr/>
          </p:nvSpPr>
          <p:spPr>
            <a:xfrm rot="9640700">
              <a:off x="2280182" y="2370063"/>
              <a:ext cx="144090" cy="65274"/>
            </a:xfrm>
            <a:prstGeom prst="ellipse">
              <a:avLst/>
            </a:prstGeom>
            <a:gradFill>
              <a:gsLst>
                <a:gs pos="0">
                  <a:srgbClr val="B4B7B8">
                    <a:alpha val="24691"/>
                  </a:srgbClr>
                </a:gs>
                <a:gs pos="14286">
                  <a:srgbClr val="B4B7B8">
                    <a:alpha val="22944"/>
                  </a:srgbClr>
                </a:gs>
                <a:gs pos="28571">
                  <a:srgbClr val="B4B7B8">
                    <a:alpha val="18321"/>
                  </a:srgbClr>
                </a:gs>
                <a:gs pos="42857">
                  <a:srgbClr val="B4B7B8">
                    <a:alpha val="12431"/>
                  </a:srgbClr>
                </a:gs>
                <a:gs pos="57143">
                  <a:srgbClr val="B4B7B8">
                    <a:alpha val="7091"/>
                  </a:srgbClr>
                </a:gs>
                <a:gs pos="71429">
                  <a:srgbClr val="B4B7B8">
                    <a:alpha val="3384"/>
                  </a:srgbClr>
                </a:gs>
                <a:gs pos="85714">
                  <a:srgbClr val="B4B7B8">
                    <a:alpha val="1352"/>
                  </a:srgbClr>
                </a:gs>
                <a:gs pos="100000">
                  <a:srgbClr val="B4B7B8">
                    <a:alpha val="4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Splat 68"/>
            <p:cNvSpPr>
              <a:spLocks noGrp="1"/>
            </p:cNvSpPr>
            <p:nvPr/>
          </p:nvSpPr>
          <p:spPr>
            <a:xfrm rot="6561160">
              <a:off x="1946719" y="2080596"/>
              <a:ext cx="157835" cy="72601"/>
            </a:xfrm>
            <a:prstGeom prst="ellipse">
              <a:avLst/>
            </a:prstGeom>
            <a:gradFill>
              <a:gsLst>
                <a:gs pos="0">
                  <a:srgbClr val="FEFEFE">
                    <a:alpha val="16589"/>
                  </a:srgbClr>
                </a:gs>
                <a:gs pos="14286">
                  <a:srgbClr val="FEFEFE">
                    <a:alpha val="15356"/>
                  </a:srgbClr>
                </a:gs>
                <a:gs pos="28571">
                  <a:srgbClr val="FEFEFE">
                    <a:alpha val="12142"/>
                  </a:srgbClr>
                </a:gs>
                <a:gs pos="42857">
                  <a:srgbClr val="FEFEFE">
                    <a:alpha val="8140"/>
                  </a:srgbClr>
                </a:gs>
                <a:gs pos="57143">
                  <a:srgbClr val="FEFEFE">
                    <a:alpha val="4596"/>
                  </a:srgbClr>
                </a:gs>
                <a:gs pos="71429">
                  <a:srgbClr val="FEFEFE">
                    <a:alpha val="2178"/>
                  </a:srgbClr>
                </a:gs>
                <a:gs pos="85714">
                  <a:srgbClr val="FEFEFE">
                    <a:alpha val="867"/>
                  </a:srgbClr>
                </a:gs>
                <a:gs pos="100000">
                  <a:srgbClr val="FEFEFE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Splat 69"/>
            <p:cNvSpPr>
              <a:spLocks noGrp="1"/>
            </p:cNvSpPr>
            <p:nvPr/>
          </p:nvSpPr>
          <p:spPr>
            <a:xfrm rot="6509731">
              <a:off x="1991553" y="1953794"/>
              <a:ext cx="68461" cy="17203"/>
            </a:xfrm>
            <a:prstGeom prst="ellipse">
              <a:avLst/>
            </a:prstGeom>
            <a:gradFill>
              <a:gsLst>
                <a:gs pos="0">
                  <a:srgbClr val="5C5C5C">
                    <a:alpha val="16791"/>
                  </a:srgbClr>
                </a:gs>
                <a:gs pos="14286">
                  <a:srgbClr val="5C5C5C">
                    <a:alpha val="15545"/>
                  </a:srgbClr>
                </a:gs>
                <a:gs pos="28571">
                  <a:srgbClr val="5C5C5C">
                    <a:alpha val="12294"/>
                  </a:srgbClr>
                </a:gs>
                <a:gs pos="42857">
                  <a:srgbClr val="5C5C5C">
                    <a:alpha val="8245"/>
                  </a:srgbClr>
                </a:gs>
                <a:gs pos="57143">
                  <a:srgbClr val="5C5C5C">
                    <a:alpha val="4656"/>
                  </a:srgbClr>
                </a:gs>
                <a:gs pos="71429">
                  <a:srgbClr val="5C5C5C">
                    <a:alpha val="2207"/>
                  </a:srgbClr>
                </a:gs>
                <a:gs pos="85714">
                  <a:srgbClr val="5C5C5C">
                    <a:alpha val="879"/>
                  </a:srgbClr>
                </a:gs>
                <a:gs pos="100000">
                  <a:srgbClr val="5C5C5C">
                    <a:alpha val="2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Splat 70"/>
            <p:cNvSpPr>
              <a:spLocks noGrp="1"/>
            </p:cNvSpPr>
            <p:nvPr/>
          </p:nvSpPr>
          <p:spPr>
            <a:xfrm rot="-10092937">
              <a:off x="2312221" y="1717876"/>
              <a:ext cx="147391" cy="60794"/>
            </a:xfrm>
            <a:prstGeom prst="ellipse">
              <a:avLst/>
            </a:prstGeom>
            <a:gradFill>
              <a:gsLst>
                <a:gs pos="0">
                  <a:srgbClr val="D5D4D4">
                    <a:alpha val="30317"/>
                  </a:srgbClr>
                </a:gs>
                <a:gs pos="14286">
                  <a:srgbClr val="D5D4D4">
                    <a:alpha val="28251"/>
                  </a:srgbClr>
                </a:gs>
                <a:gs pos="28571">
                  <a:srgbClr val="D5D4D4">
                    <a:alpha val="22723"/>
                  </a:srgbClr>
                </a:gs>
                <a:gs pos="42857">
                  <a:srgbClr val="D5D4D4">
                    <a:alpha val="15556"/>
                  </a:srgbClr>
                </a:gs>
                <a:gs pos="57143">
                  <a:srgbClr val="D5D4D4">
                    <a:alpha val="8943"/>
                  </a:srgbClr>
                </a:gs>
                <a:gs pos="71429">
                  <a:srgbClr val="D5D4D4">
                    <a:alpha val="4291"/>
                  </a:srgbClr>
                </a:gs>
                <a:gs pos="85714">
                  <a:srgbClr val="D5D4D4">
                    <a:alpha val="1719"/>
                  </a:srgbClr>
                </a:gs>
                <a:gs pos="100000">
                  <a:srgbClr val="D5D4D4">
                    <a:alpha val="5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Splat 71"/>
            <p:cNvSpPr>
              <a:spLocks noGrp="1"/>
            </p:cNvSpPr>
            <p:nvPr/>
          </p:nvSpPr>
          <p:spPr>
            <a:xfrm rot="-10195019">
              <a:off x="2326333" y="2199437"/>
              <a:ext cx="68461" cy="17255"/>
            </a:xfrm>
            <a:prstGeom prst="ellipse">
              <a:avLst/>
            </a:prstGeom>
            <a:gradFill>
              <a:gsLst>
                <a:gs pos="0">
                  <a:srgbClr val="C9C9C9">
                    <a:alpha val="16754"/>
                  </a:srgbClr>
                </a:gs>
                <a:gs pos="14286">
                  <a:srgbClr val="C9C9C9">
                    <a:alpha val="15510"/>
                  </a:srgbClr>
                </a:gs>
                <a:gs pos="28571">
                  <a:srgbClr val="C9C9C9">
                    <a:alpha val="12266"/>
                  </a:srgbClr>
                </a:gs>
                <a:gs pos="42857">
                  <a:srgbClr val="C9C9C9">
                    <a:alpha val="8225"/>
                  </a:srgbClr>
                </a:gs>
                <a:gs pos="57143">
                  <a:srgbClr val="C9C9C9">
                    <a:alpha val="4645"/>
                  </a:srgbClr>
                </a:gs>
                <a:gs pos="71429">
                  <a:srgbClr val="C9C9C9">
                    <a:alpha val="2202"/>
                  </a:srgbClr>
                </a:gs>
                <a:gs pos="85714">
                  <a:srgbClr val="C9C9C9">
                    <a:alpha val="876"/>
                  </a:srgbClr>
                </a:gs>
                <a:gs pos="100000">
                  <a:srgbClr val="C9C9C9">
                    <a:alpha val="2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Splat 72"/>
            <p:cNvSpPr>
              <a:spLocks noGrp="1"/>
            </p:cNvSpPr>
            <p:nvPr/>
          </p:nvSpPr>
          <p:spPr>
            <a:xfrm rot="10597924">
              <a:off x="2373403" y="1808412"/>
              <a:ext cx="68461" cy="17177"/>
            </a:xfrm>
            <a:prstGeom prst="ellipse">
              <a:avLst/>
            </a:prstGeom>
            <a:gradFill>
              <a:gsLst>
                <a:gs pos="0">
                  <a:srgbClr val="ACACAC">
                    <a:alpha val="16811"/>
                  </a:srgbClr>
                </a:gs>
                <a:gs pos="14286">
                  <a:srgbClr val="ACACAC">
                    <a:alpha val="15563"/>
                  </a:srgbClr>
                </a:gs>
                <a:gs pos="28571">
                  <a:srgbClr val="ACACAC">
                    <a:alpha val="12309"/>
                  </a:srgbClr>
                </a:gs>
                <a:gs pos="42857">
                  <a:srgbClr val="ACACAC">
                    <a:alpha val="8255"/>
                  </a:srgbClr>
                </a:gs>
                <a:gs pos="57143">
                  <a:srgbClr val="ACACAC">
                    <a:alpha val="4662"/>
                  </a:srgbClr>
                </a:gs>
                <a:gs pos="71429">
                  <a:srgbClr val="ACACAC">
                    <a:alpha val="2210"/>
                  </a:srgbClr>
                </a:gs>
                <a:gs pos="85714">
                  <a:srgbClr val="ACACAC">
                    <a:alpha val="880"/>
                  </a:srgbClr>
                </a:gs>
                <a:gs pos="100000">
                  <a:srgbClr val="ACACAC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Splat 73"/>
            <p:cNvSpPr>
              <a:spLocks noGrp="1"/>
            </p:cNvSpPr>
            <p:nvPr/>
          </p:nvSpPr>
          <p:spPr>
            <a:xfrm rot="9455406">
              <a:off x="2230367" y="2127918"/>
              <a:ext cx="68461" cy="17203"/>
            </a:xfrm>
            <a:prstGeom prst="ellipse">
              <a:avLst/>
            </a:prstGeom>
            <a:gradFill>
              <a:gsLst>
                <a:gs pos="0">
                  <a:srgbClr val="D6D6D6">
                    <a:alpha val="16792"/>
                  </a:srgbClr>
                </a:gs>
                <a:gs pos="14286">
                  <a:srgbClr val="D6D6D6">
                    <a:alpha val="15545"/>
                  </a:srgbClr>
                </a:gs>
                <a:gs pos="28571">
                  <a:srgbClr val="D6D6D6">
                    <a:alpha val="12294"/>
                  </a:srgbClr>
                </a:gs>
                <a:gs pos="42857">
                  <a:srgbClr val="D6D6D6">
                    <a:alpha val="8245"/>
                  </a:srgbClr>
                </a:gs>
                <a:gs pos="57143">
                  <a:srgbClr val="D6D6D6">
                    <a:alpha val="4656"/>
                  </a:srgbClr>
                </a:gs>
                <a:gs pos="71429">
                  <a:srgbClr val="D6D6D6">
                    <a:alpha val="2207"/>
                  </a:srgbClr>
                </a:gs>
                <a:gs pos="85714">
                  <a:srgbClr val="D6D6D6">
                    <a:alpha val="879"/>
                  </a:srgbClr>
                </a:gs>
                <a:gs pos="100000">
                  <a:srgbClr val="D6D6D6">
                    <a:alpha val="2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Splat 74"/>
            <p:cNvSpPr>
              <a:spLocks noGrp="1"/>
            </p:cNvSpPr>
            <p:nvPr/>
          </p:nvSpPr>
          <p:spPr>
            <a:xfrm rot="-9865010">
              <a:off x="2402574" y="1729879"/>
              <a:ext cx="166830" cy="62855"/>
            </a:xfrm>
            <a:prstGeom prst="ellipse">
              <a:avLst/>
            </a:prstGeom>
            <a:gradFill>
              <a:gsLst>
                <a:gs pos="0">
                  <a:srgbClr val="F6F4F5">
                    <a:alpha val="22536"/>
                  </a:srgbClr>
                </a:gs>
                <a:gs pos="14286">
                  <a:srgbClr val="F6F4F5">
                    <a:alpha val="20920"/>
                  </a:srgbClr>
                </a:gs>
                <a:gs pos="28571">
                  <a:srgbClr val="F6F4F5">
                    <a:alpha val="16659"/>
                  </a:srgbClr>
                </a:gs>
                <a:gs pos="42857">
                  <a:srgbClr val="F6F4F5">
                    <a:alpha val="11266"/>
                  </a:srgbClr>
                </a:gs>
                <a:gs pos="57143">
                  <a:srgbClr val="F6F4F5">
                    <a:alpha val="6409"/>
                  </a:srgbClr>
                </a:gs>
                <a:gs pos="71429">
                  <a:srgbClr val="F6F4F5">
                    <a:alpha val="3053"/>
                  </a:srgbClr>
                </a:gs>
                <a:gs pos="85714">
                  <a:srgbClr val="F6F4F5">
                    <a:alpha val="1218"/>
                  </a:srgbClr>
                </a:gs>
                <a:gs pos="100000">
                  <a:srgbClr val="F6F4F5">
                    <a:alpha val="4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Splat 75"/>
            <p:cNvSpPr>
              <a:spLocks noGrp="1"/>
            </p:cNvSpPr>
            <p:nvPr/>
          </p:nvSpPr>
          <p:spPr>
            <a:xfrm rot="4492643">
              <a:off x="2441803" y="1766709"/>
              <a:ext cx="164372" cy="76648"/>
            </a:xfrm>
            <a:prstGeom prst="ellipse">
              <a:avLst/>
            </a:prstGeom>
            <a:gradFill>
              <a:gsLst>
                <a:gs pos="0">
                  <a:srgbClr val="FFFFFE">
                    <a:alpha val="32851"/>
                  </a:srgbClr>
                </a:gs>
                <a:gs pos="14286">
                  <a:srgbClr val="FFFFFE">
                    <a:alpha val="30653"/>
                  </a:srgbClr>
                </a:gs>
                <a:gs pos="28571">
                  <a:srgbClr val="FFFFFE">
                    <a:alpha val="24740"/>
                  </a:srgbClr>
                </a:gs>
                <a:gs pos="42857">
                  <a:srgbClr val="FFFFFE">
                    <a:alpha val="17008"/>
                  </a:srgbClr>
                </a:gs>
                <a:gs pos="57143">
                  <a:srgbClr val="FFFFFE">
                    <a:alpha val="9814"/>
                  </a:srgbClr>
                </a:gs>
                <a:gs pos="71429">
                  <a:srgbClr val="FFFFFE">
                    <a:alpha val="4720"/>
                  </a:srgbClr>
                </a:gs>
                <a:gs pos="85714">
                  <a:srgbClr val="FFFFFE">
                    <a:alpha val="1894"/>
                  </a:srgbClr>
                </a:gs>
                <a:gs pos="100000">
                  <a:srgbClr val="FFFFFE">
                    <a:alpha val="6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Splat 76"/>
            <p:cNvSpPr>
              <a:spLocks noGrp="1"/>
            </p:cNvSpPr>
            <p:nvPr/>
          </p:nvSpPr>
          <p:spPr>
            <a:xfrm rot="5390366">
              <a:off x="1974989" y="2061508"/>
              <a:ext cx="68461" cy="17308"/>
            </a:xfrm>
            <a:prstGeom prst="ellipse">
              <a:avLst/>
            </a:prstGeom>
            <a:gradFill>
              <a:gsLst>
                <a:gs pos="0">
                  <a:srgbClr val="595A59">
                    <a:alpha val="16714"/>
                  </a:srgbClr>
                </a:gs>
                <a:gs pos="14286">
                  <a:srgbClr val="595A59">
                    <a:alpha val="15473"/>
                  </a:srgbClr>
                </a:gs>
                <a:gs pos="28571">
                  <a:srgbClr val="595A59">
                    <a:alpha val="12236"/>
                  </a:srgbClr>
                </a:gs>
                <a:gs pos="42857">
                  <a:srgbClr val="595A59">
                    <a:alpha val="8205"/>
                  </a:srgbClr>
                </a:gs>
                <a:gs pos="57143">
                  <a:srgbClr val="595A59">
                    <a:alpha val="4633"/>
                  </a:srgbClr>
                </a:gs>
                <a:gs pos="71429">
                  <a:srgbClr val="595A59">
                    <a:alpha val="2196"/>
                  </a:srgbClr>
                </a:gs>
                <a:gs pos="85714">
                  <a:srgbClr val="595A59">
                    <a:alpha val="874"/>
                  </a:srgbClr>
                </a:gs>
                <a:gs pos="100000">
                  <a:srgbClr val="595A59">
                    <a:alpha val="2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Splat 77"/>
            <p:cNvSpPr>
              <a:spLocks noGrp="1"/>
            </p:cNvSpPr>
            <p:nvPr/>
          </p:nvSpPr>
          <p:spPr>
            <a:xfrm rot="-8706861">
              <a:off x="2130894" y="2343136"/>
              <a:ext cx="68461" cy="17303"/>
            </a:xfrm>
            <a:prstGeom prst="ellipse">
              <a:avLst/>
            </a:prstGeom>
            <a:gradFill>
              <a:gsLst>
                <a:gs pos="0">
                  <a:srgbClr val="565756">
                    <a:alpha val="16718"/>
                  </a:srgbClr>
                </a:gs>
                <a:gs pos="14286">
                  <a:srgbClr val="565756">
                    <a:alpha val="15476"/>
                  </a:srgbClr>
                </a:gs>
                <a:gs pos="28571">
                  <a:srgbClr val="565756">
                    <a:alpha val="12239"/>
                  </a:srgbClr>
                </a:gs>
                <a:gs pos="42857">
                  <a:srgbClr val="565756">
                    <a:alpha val="8207"/>
                  </a:srgbClr>
                </a:gs>
                <a:gs pos="57143">
                  <a:srgbClr val="565756">
                    <a:alpha val="4634"/>
                  </a:srgbClr>
                </a:gs>
                <a:gs pos="71429">
                  <a:srgbClr val="565756">
                    <a:alpha val="2197"/>
                  </a:srgbClr>
                </a:gs>
                <a:gs pos="85714">
                  <a:srgbClr val="565756">
                    <a:alpha val="874"/>
                  </a:srgbClr>
                </a:gs>
                <a:gs pos="100000">
                  <a:srgbClr val="565756">
                    <a:alpha val="2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Splat 78"/>
            <p:cNvSpPr>
              <a:spLocks noGrp="1"/>
            </p:cNvSpPr>
            <p:nvPr/>
          </p:nvSpPr>
          <p:spPr>
            <a:xfrm rot="5851042">
              <a:off x="2645321" y="2089307"/>
              <a:ext cx="68461" cy="17282"/>
            </a:xfrm>
            <a:prstGeom prst="ellipse">
              <a:avLst/>
            </a:prstGeom>
            <a:gradFill>
              <a:gsLst>
                <a:gs pos="0">
                  <a:srgbClr val="A9A9A9">
                    <a:alpha val="16734"/>
                  </a:srgbClr>
                </a:gs>
                <a:gs pos="14286">
                  <a:srgbClr val="A9A9A9">
                    <a:alpha val="15491"/>
                  </a:srgbClr>
                </a:gs>
                <a:gs pos="28571">
                  <a:srgbClr val="A9A9A9">
                    <a:alpha val="12251"/>
                  </a:srgbClr>
                </a:gs>
                <a:gs pos="42857">
                  <a:srgbClr val="A9A9A9">
                    <a:alpha val="8215"/>
                  </a:srgbClr>
                </a:gs>
                <a:gs pos="57143">
                  <a:srgbClr val="A9A9A9">
                    <a:alpha val="4639"/>
                  </a:srgbClr>
                </a:gs>
                <a:gs pos="71429">
                  <a:srgbClr val="A9A9A9">
                    <a:alpha val="2199"/>
                  </a:srgbClr>
                </a:gs>
                <a:gs pos="85714">
                  <a:srgbClr val="A9A9A9">
                    <a:alpha val="875"/>
                  </a:srgbClr>
                </a:gs>
                <a:gs pos="100000">
                  <a:srgbClr val="A9A9A9">
                    <a:alpha val="2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Splat 79"/>
            <p:cNvSpPr>
              <a:spLocks noGrp="1"/>
            </p:cNvSpPr>
            <p:nvPr/>
          </p:nvSpPr>
          <p:spPr>
            <a:xfrm rot="10464560">
              <a:off x="2348007" y="2359073"/>
              <a:ext cx="151811" cy="74913"/>
            </a:xfrm>
            <a:prstGeom prst="ellipse">
              <a:avLst/>
            </a:prstGeom>
            <a:gradFill>
              <a:gsLst>
                <a:gs pos="0">
                  <a:srgbClr val="FFFFFE">
                    <a:alpha val="32968"/>
                  </a:srgbClr>
                </a:gs>
                <a:gs pos="14286">
                  <a:srgbClr val="FFFFFE">
                    <a:alpha val="30764"/>
                  </a:srgbClr>
                </a:gs>
                <a:gs pos="28571">
                  <a:srgbClr val="FFFFFE">
                    <a:alpha val="24833"/>
                  </a:srgbClr>
                </a:gs>
                <a:gs pos="42857">
                  <a:srgbClr val="FFFFFE">
                    <a:alpha val="17075"/>
                  </a:srgbClr>
                </a:gs>
                <a:gs pos="57143">
                  <a:srgbClr val="FFFFFE">
                    <a:alpha val="9855"/>
                  </a:srgbClr>
                </a:gs>
                <a:gs pos="71429">
                  <a:srgbClr val="FFFFFE">
                    <a:alpha val="4740"/>
                  </a:srgbClr>
                </a:gs>
                <a:gs pos="85714">
                  <a:srgbClr val="FFFFFE">
                    <a:alpha val="1902"/>
                  </a:srgbClr>
                </a:gs>
                <a:gs pos="100000">
                  <a:srgbClr val="FF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Splat 80"/>
            <p:cNvSpPr>
              <a:spLocks noGrp="1"/>
            </p:cNvSpPr>
            <p:nvPr/>
          </p:nvSpPr>
          <p:spPr>
            <a:xfrm rot="8641988">
              <a:off x="2220631" y="2078323"/>
              <a:ext cx="68461" cy="17338"/>
            </a:xfrm>
            <a:prstGeom prst="ellipse">
              <a:avLst/>
            </a:prstGeom>
            <a:gradFill>
              <a:gsLst>
                <a:gs pos="0">
                  <a:srgbClr val="EDEDEE">
                    <a:alpha val="16692"/>
                  </a:srgbClr>
                </a:gs>
                <a:gs pos="14286">
                  <a:srgbClr val="EDEDEE">
                    <a:alpha val="15452"/>
                  </a:srgbClr>
                </a:gs>
                <a:gs pos="28571">
                  <a:srgbClr val="EDEDEE">
                    <a:alpha val="12220"/>
                  </a:srgbClr>
                </a:gs>
                <a:gs pos="42857">
                  <a:srgbClr val="EDEDEE">
                    <a:alpha val="8193"/>
                  </a:srgbClr>
                </a:gs>
                <a:gs pos="57143">
                  <a:srgbClr val="EDEDEE">
                    <a:alpha val="4626"/>
                  </a:srgbClr>
                </a:gs>
                <a:gs pos="71429">
                  <a:srgbClr val="EDEDEE">
                    <a:alpha val="2193"/>
                  </a:srgbClr>
                </a:gs>
                <a:gs pos="85714">
                  <a:srgbClr val="EDEDEE">
                    <a:alpha val="873"/>
                  </a:srgbClr>
                </a:gs>
                <a:gs pos="100000">
                  <a:srgbClr val="EDEDEE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Splat 81"/>
            <p:cNvSpPr>
              <a:spLocks noGrp="1"/>
            </p:cNvSpPr>
            <p:nvPr/>
          </p:nvSpPr>
          <p:spPr>
            <a:xfrm rot="3853336">
              <a:off x="2112655" y="2160660"/>
              <a:ext cx="329288" cy="144381"/>
            </a:xfrm>
            <a:prstGeom prst="ellipse">
              <a:avLst/>
            </a:prstGeom>
            <a:gradFill>
              <a:gsLst>
                <a:gs pos="0">
                  <a:srgbClr val="FFFFFF">
                    <a:alpha val="9601"/>
                  </a:srgbClr>
                </a:gs>
                <a:gs pos="14286">
                  <a:srgbClr val="FFFFFF">
                    <a:alpha val="8860"/>
                  </a:srgbClr>
                </a:gs>
                <a:gs pos="28571">
                  <a:srgbClr val="FFFFFF">
                    <a:alpha val="6950"/>
                  </a:srgbClr>
                </a:gs>
                <a:gs pos="42857">
                  <a:srgbClr val="FFFFFF">
                    <a:alpha val="4615"/>
                  </a:srgbClr>
                </a:gs>
                <a:gs pos="57143">
                  <a:srgbClr val="FFFFFF">
                    <a:alpha val="2584"/>
                  </a:srgbClr>
                </a:gs>
                <a:gs pos="71429">
                  <a:srgbClr val="FFFFFF">
                    <a:alpha val="1218"/>
                  </a:srgbClr>
                </a:gs>
                <a:gs pos="85714">
                  <a:srgbClr val="FFFFFF">
                    <a:alpha val="483"/>
                  </a:srgbClr>
                </a:gs>
                <a:gs pos="100000">
                  <a:srgbClr val="FFFFFF">
                    <a:alpha val="1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Splat 82"/>
            <p:cNvSpPr>
              <a:spLocks noGrp="1"/>
            </p:cNvSpPr>
            <p:nvPr/>
          </p:nvSpPr>
          <p:spPr>
            <a:xfrm rot="3835780">
              <a:off x="1995003" y="1817805"/>
              <a:ext cx="171348" cy="128467"/>
            </a:xfrm>
            <a:prstGeom prst="ellipse">
              <a:avLst/>
            </a:prstGeom>
            <a:gradFill>
              <a:gsLst>
                <a:gs pos="0">
                  <a:srgbClr val="B4B3B4">
                    <a:alpha val="16288"/>
                  </a:srgbClr>
                </a:gs>
                <a:gs pos="14286">
                  <a:srgbClr val="B4B3B4">
                    <a:alpha val="15076"/>
                  </a:srgbClr>
                </a:gs>
                <a:gs pos="28571">
                  <a:srgbClr val="B4B3B4">
                    <a:alpha val="11916"/>
                  </a:srgbClr>
                </a:gs>
                <a:gs pos="42857">
                  <a:srgbClr val="B4B3B4">
                    <a:alpha val="7985"/>
                  </a:srgbClr>
                </a:gs>
                <a:gs pos="57143">
                  <a:srgbClr val="B4B3B4">
                    <a:alpha val="4507"/>
                  </a:srgbClr>
                </a:gs>
                <a:gs pos="71429">
                  <a:srgbClr val="B4B3B4">
                    <a:alpha val="2135"/>
                  </a:srgbClr>
                </a:gs>
                <a:gs pos="85714">
                  <a:srgbClr val="B4B3B4">
                    <a:alpha val="850"/>
                  </a:srgbClr>
                </a:gs>
                <a:gs pos="100000">
                  <a:srgbClr val="B4B3B4">
                    <a:alpha val="2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Splat 83"/>
            <p:cNvSpPr>
              <a:spLocks noGrp="1"/>
            </p:cNvSpPr>
            <p:nvPr/>
          </p:nvSpPr>
          <p:spPr>
            <a:xfrm rot="10292864">
              <a:off x="2198478" y="2035325"/>
              <a:ext cx="110659" cy="110030"/>
            </a:xfrm>
            <a:prstGeom prst="ellipse">
              <a:avLst/>
            </a:prstGeom>
            <a:gradFill>
              <a:gsLst>
                <a:gs pos="0">
                  <a:srgbClr val="FFFFFE">
                    <a:alpha val="32882"/>
                  </a:srgbClr>
                </a:gs>
                <a:gs pos="14286">
                  <a:srgbClr val="FFFFFE">
                    <a:alpha val="30682"/>
                  </a:srgbClr>
                </a:gs>
                <a:gs pos="28571">
                  <a:srgbClr val="FFFFFE">
                    <a:alpha val="24764"/>
                  </a:srgbClr>
                </a:gs>
                <a:gs pos="42857">
                  <a:srgbClr val="FFFFFE">
                    <a:alpha val="17026"/>
                  </a:srgbClr>
                </a:gs>
                <a:gs pos="57143">
                  <a:srgbClr val="FFFFFE">
                    <a:alpha val="9825"/>
                  </a:srgbClr>
                </a:gs>
                <a:gs pos="71429">
                  <a:srgbClr val="FFFFFE">
                    <a:alpha val="4726"/>
                  </a:srgbClr>
                </a:gs>
                <a:gs pos="85714">
                  <a:srgbClr val="FFFFFE">
                    <a:alpha val="1896"/>
                  </a:srgbClr>
                </a:gs>
                <a:gs pos="100000">
                  <a:srgbClr val="FFFFFE">
                    <a:alpha val="6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Splat 84"/>
            <p:cNvSpPr>
              <a:spLocks noGrp="1"/>
            </p:cNvSpPr>
            <p:nvPr/>
          </p:nvSpPr>
          <p:spPr>
            <a:xfrm rot="7155105">
              <a:off x="2183469" y="2407494"/>
              <a:ext cx="226617" cy="98789"/>
            </a:xfrm>
            <a:prstGeom prst="ellipse">
              <a:avLst/>
            </a:prstGeom>
            <a:gradFill>
              <a:gsLst>
                <a:gs pos="0">
                  <a:srgbClr val="9A9A99">
                    <a:alpha val="32946"/>
                  </a:srgbClr>
                </a:gs>
                <a:gs pos="14286">
                  <a:srgbClr val="9A9A99">
                    <a:alpha val="30743"/>
                  </a:srgbClr>
                </a:gs>
                <a:gs pos="28571">
                  <a:srgbClr val="9A9A99">
                    <a:alpha val="24816"/>
                  </a:srgbClr>
                </a:gs>
                <a:gs pos="42857">
                  <a:srgbClr val="9A9A99">
                    <a:alpha val="17063"/>
                  </a:srgbClr>
                </a:gs>
                <a:gs pos="57143">
                  <a:srgbClr val="9A9A99">
                    <a:alpha val="9847"/>
                  </a:srgbClr>
                </a:gs>
                <a:gs pos="71429">
                  <a:srgbClr val="9A9A99">
                    <a:alpha val="4737"/>
                  </a:srgbClr>
                </a:gs>
                <a:gs pos="85714">
                  <a:srgbClr val="9A9A99">
                    <a:alpha val="1901"/>
                  </a:srgbClr>
                </a:gs>
                <a:gs pos="100000">
                  <a:srgbClr val="9A9A9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Splat 85"/>
            <p:cNvSpPr>
              <a:spLocks noGrp="1"/>
            </p:cNvSpPr>
            <p:nvPr/>
          </p:nvSpPr>
          <p:spPr>
            <a:xfrm rot="10731909">
              <a:off x="2321210" y="1734429"/>
              <a:ext cx="68461" cy="17416"/>
            </a:xfrm>
            <a:prstGeom prst="ellipse">
              <a:avLst/>
            </a:prstGeom>
            <a:gradFill>
              <a:gsLst>
                <a:gs pos="0">
                  <a:srgbClr val="7E7E7E">
                    <a:alpha val="16634"/>
                  </a:srgbClr>
                </a:gs>
                <a:gs pos="14286">
                  <a:srgbClr val="7E7E7E">
                    <a:alpha val="15399"/>
                  </a:srgbClr>
                </a:gs>
                <a:gs pos="28571">
                  <a:srgbClr val="7E7E7E">
                    <a:alpha val="12176"/>
                  </a:srgbClr>
                </a:gs>
                <a:gs pos="42857">
                  <a:srgbClr val="7E7E7E">
                    <a:alpha val="8164"/>
                  </a:srgbClr>
                </a:gs>
                <a:gs pos="57143">
                  <a:srgbClr val="7E7E7E">
                    <a:alpha val="4609"/>
                  </a:srgbClr>
                </a:gs>
                <a:gs pos="71429">
                  <a:srgbClr val="7E7E7E">
                    <a:alpha val="2185"/>
                  </a:srgbClr>
                </a:gs>
                <a:gs pos="85714">
                  <a:srgbClr val="7E7E7E">
                    <a:alpha val="870"/>
                  </a:srgbClr>
                </a:gs>
                <a:gs pos="100000">
                  <a:srgbClr val="7E7E7E">
                    <a:alpha val="2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Splat 86"/>
            <p:cNvSpPr>
              <a:spLocks noGrp="1"/>
            </p:cNvSpPr>
            <p:nvPr/>
          </p:nvSpPr>
          <p:spPr>
            <a:xfrm rot="-10514395">
              <a:off x="2590386" y="1910240"/>
              <a:ext cx="142238" cy="86668"/>
            </a:xfrm>
            <a:prstGeom prst="ellipse">
              <a:avLst/>
            </a:prstGeom>
            <a:gradFill>
              <a:gsLst>
                <a:gs pos="0">
                  <a:srgbClr val="FEFEFE">
                    <a:alpha val="30978"/>
                  </a:srgbClr>
                </a:gs>
                <a:gs pos="14286">
                  <a:srgbClr val="FEFEFE">
                    <a:alpha val="28877"/>
                  </a:srgbClr>
                </a:gs>
                <a:gs pos="28571">
                  <a:srgbClr val="FEFEFE">
                    <a:alpha val="23247"/>
                  </a:srgbClr>
                </a:gs>
                <a:gs pos="42857">
                  <a:srgbClr val="FEFEFE">
                    <a:alpha val="15932"/>
                  </a:srgbClr>
                </a:gs>
                <a:gs pos="57143">
                  <a:srgbClr val="FEFEFE">
                    <a:alpha val="9168"/>
                  </a:srgbClr>
                </a:gs>
                <a:gs pos="71429">
                  <a:srgbClr val="FEFEFE">
                    <a:alpha val="4401"/>
                  </a:srgbClr>
                </a:gs>
                <a:gs pos="85714">
                  <a:srgbClr val="FEFEFE">
                    <a:alpha val="1764"/>
                  </a:srgbClr>
                </a:gs>
                <a:gs pos="100000">
                  <a:srgbClr val="FEFEFE">
                    <a:alpha val="5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Splat 87"/>
            <p:cNvSpPr>
              <a:spLocks noGrp="1"/>
            </p:cNvSpPr>
            <p:nvPr/>
          </p:nvSpPr>
          <p:spPr>
            <a:xfrm rot="7895230">
              <a:off x="2210553" y="2071967"/>
              <a:ext cx="71593" cy="53563"/>
            </a:xfrm>
            <a:prstGeom prst="ellipse">
              <a:avLst/>
            </a:prstGeom>
            <a:gradFill>
              <a:gsLst>
                <a:gs pos="0">
                  <a:srgbClr val="FFFFFF">
                    <a:alpha val="32948"/>
                  </a:srgbClr>
                </a:gs>
                <a:gs pos="14286">
                  <a:srgbClr val="FFFFFF">
                    <a:alpha val="30745"/>
                  </a:srgbClr>
                </a:gs>
                <a:gs pos="28571">
                  <a:srgbClr val="FFFFFF">
                    <a:alpha val="24817"/>
                  </a:srgbClr>
                </a:gs>
                <a:gs pos="42857">
                  <a:srgbClr val="FFFFFF">
                    <a:alpha val="17064"/>
                  </a:srgbClr>
                </a:gs>
                <a:gs pos="57143">
                  <a:srgbClr val="FFFFFF">
                    <a:alpha val="9848"/>
                  </a:srgbClr>
                </a:gs>
                <a:gs pos="71429">
                  <a:srgbClr val="FFFFFF">
                    <a:alpha val="4737"/>
                  </a:srgbClr>
                </a:gs>
                <a:gs pos="85714">
                  <a:srgbClr val="FFFFFF">
                    <a:alpha val="1901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Splat 88"/>
            <p:cNvSpPr>
              <a:spLocks noGrp="1"/>
            </p:cNvSpPr>
            <p:nvPr/>
          </p:nvSpPr>
          <p:spPr>
            <a:xfrm rot="-8708218">
              <a:off x="2154390" y="2357931"/>
              <a:ext cx="75517" cy="33787"/>
            </a:xfrm>
            <a:prstGeom prst="ellipse">
              <a:avLst/>
            </a:prstGeom>
            <a:gradFill>
              <a:gsLst>
                <a:gs pos="0">
                  <a:srgbClr val="0F001F">
                    <a:alpha val="20579"/>
                  </a:srgbClr>
                </a:gs>
                <a:gs pos="14286">
                  <a:srgbClr val="0F001F">
                    <a:alpha val="19085"/>
                  </a:srgbClr>
                </a:gs>
                <a:gs pos="28571">
                  <a:srgbClr val="0F001F">
                    <a:alpha val="15162"/>
                  </a:srgbClr>
                </a:gs>
                <a:gs pos="42857">
                  <a:srgbClr val="0F001F">
                    <a:alpha val="10224"/>
                  </a:srgbClr>
                </a:gs>
                <a:gs pos="57143">
                  <a:srgbClr val="0F001F">
                    <a:alpha val="5801"/>
                  </a:srgbClr>
                </a:gs>
                <a:gs pos="71429">
                  <a:srgbClr val="0F001F">
                    <a:alpha val="2759"/>
                  </a:srgbClr>
                </a:gs>
                <a:gs pos="85714">
                  <a:srgbClr val="0F001F">
                    <a:alpha val="1100"/>
                  </a:srgbClr>
                </a:gs>
                <a:gs pos="100000">
                  <a:srgbClr val="0F001F">
                    <a:alpha val="3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Splat 89"/>
            <p:cNvSpPr>
              <a:spLocks noGrp="1"/>
            </p:cNvSpPr>
            <p:nvPr/>
          </p:nvSpPr>
          <p:spPr>
            <a:xfrm rot="7010806">
              <a:off x="2147914" y="1764284"/>
              <a:ext cx="112649" cy="41976"/>
            </a:xfrm>
            <a:prstGeom prst="ellipse">
              <a:avLst/>
            </a:prstGeom>
            <a:gradFill>
              <a:gsLst>
                <a:gs pos="0">
                  <a:srgbClr val="FFFEFF">
                    <a:alpha val="32865"/>
                  </a:srgbClr>
                </a:gs>
                <a:gs pos="14286">
                  <a:srgbClr val="FFFEFF">
                    <a:alpha val="30666"/>
                  </a:srgbClr>
                </a:gs>
                <a:gs pos="28571">
                  <a:srgbClr val="FFFEFF">
                    <a:alpha val="24751"/>
                  </a:srgbClr>
                </a:gs>
                <a:gs pos="42857">
                  <a:srgbClr val="FFFEFF">
                    <a:alpha val="17016"/>
                  </a:srgbClr>
                </a:gs>
                <a:gs pos="57143">
                  <a:srgbClr val="FFFEFF">
                    <a:alpha val="9819"/>
                  </a:srgbClr>
                </a:gs>
                <a:gs pos="71429">
                  <a:srgbClr val="FFFEFF">
                    <a:alpha val="4723"/>
                  </a:srgbClr>
                </a:gs>
                <a:gs pos="85714">
                  <a:srgbClr val="FFFEFF">
                    <a:alpha val="1895"/>
                  </a:srgbClr>
                </a:gs>
                <a:gs pos="100000">
                  <a:srgbClr val="FFFEFF">
                    <a:alpha val="6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Splat 90"/>
            <p:cNvSpPr>
              <a:spLocks noGrp="1"/>
            </p:cNvSpPr>
            <p:nvPr/>
          </p:nvSpPr>
          <p:spPr>
            <a:xfrm rot="8956154">
              <a:off x="2074671" y="1777434"/>
              <a:ext cx="151742" cy="86573"/>
            </a:xfrm>
            <a:prstGeom prst="ellipse">
              <a:avLst/>
            </a:prstGeom>
            <a:gradFill>
              <a:gsLst>
                <a:gs pos="0">
                  <a:srgbClr val="FEFFFE">
                    <a:alpha val="32968"/>
                  </a:srgbClr>
                </a:gs>
                <a:gs pos="14286">
                  <a:srgbClr val="FEFFFE">
                    <a:alpha val="30764"/>
                  </a:srgbClr>
                </a:gs>
                <a:gs pos="28571">
                  <a:srgbClr val="FEFFFE">
                    <a:alpha val="24833"/>
                  </a:srgbClr>
                </a:gs>
                <a:gs pos="42857">
                  <a:srgbClr val="FEFFFE">
                    <a:alpha val="17075"/>
                  </a:srgbClr>
                </a:gs>
                <a:gs pos="57143">
                  <a:srgbClr val="FEFFFE">
                    <a:alpha val="9855"/>
                  </a:srgbClr>
                </a:gs>
                <a:gs pos="71429">
                  <a:srgbClr val="FEFFFE">
                    <a:alpha val="4740"/>
                  </a:srgbClr>
                </a:gs>
                <a:gs pos="85714">
                  <a:srgbClr val="FEFFFE">
                    <a:alpha val="1902"/>
                  </a:srgbClr>
                </a:gs>
                <a:gs pos="100000">
                  <a:srgbClr val="FE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Splat 91"/>
            <p:cNvSpPr>
              <a:spLocks noGrp="1"/>
            </p:cNvSpPr>
            <p:nvPr/>
          </p:nvSpPr>
          <p:spPr>
            <a:xfrm rot="4025241">
              <a:off x="2259833" y="2244985"/>
              <a:ext cx="102263" cy="61011"/>
            </a:xfrm>
            <a:prstGeom prst="ellipse">
              <a:avLst/>
            </a:prstGeom>
            <a:gradFill>
              <a:gsLst>
                <a:gs pos="0">
                  <a:srgbClr val="949592">
                    <a:alpha val="22675"/>
                  </a:srgbClr>
                </a:gs>
                <a:gs pos="14286">
                  <a:srgbClr val="949592">
                    <a:alpha val="21050"/>
                  </a:srgbClr>
                </a:gs>
                <a:gs pos="28571">
                  <a:srgbClr val="949592">
                    <a:alpha val="16766"/>
                  </a:srgbClr>
                </a:gs>
                <a:gs pos="42857">
                  <a:srgbClr val="949592">
                    <a:alpha val="11341"/>
                  </a:srgbClr>
                </a:gs>
                <a:gs pos="57143">
                  <a:srgbClr val="949592">
                    <a:alpha val="6452"/>
                  </a:srgbClr>
                </a:gs>
                <a:gs pos="71429">
                  <a:srgbClr val="949592">
                    <a:alpha val="3074"/>
                  </a:srgbClr>
                </a:gs>
                <a:gs pos="85714">
                  <a:srgbClr val="949592">
                    <a:alpha val="1227"/>
                  </a:srgbClr>
                </a:gs>
                <a:gs pos="100000">
                  <a:srgbClr val="949592">
                    <a:alpha val="4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Splat 92"/>
            <p:cNvSpPr>
              <a:spLocks noGrp="1"/>
            </p:cNvSpPr>
            <p:nvPr/>
          </p:nvSpPr>
          <p:spPr>
            <a:xfrm rot="4372392">
              <a:off x="2130590" y="2196471"/>
              <a:ext cx="323726" cy="53330"/>
            </a:xfrm>
            <a:prstGeom prst="ellipse">
              <a:avLst/>
            </a:prstGeom>
            <a:gradFill>
              <a:gsLst>
                <a:gs pos="0">
                  <a:srgbClr val="FFFFFF">
                    <a:alpha val="12741"/>
                  </a:srgbClr>
                </a:gs>
                <a:gs pos="14286">
                  <a:srgbClr val="FFFFFF">
                    <a:alpha val="11774"/>
                  </a:srgbClr>
                </a:gs>
                <a:gs pos="28571">
                  <a:srgbClr val="FFFFFF">
                    <a:alpha val="9268"/>
                  </a:srgbClr>
                </a:gs>
                <a:gs pos="42857">
                  <a:srgbClr val="FFFFFF">
                    <a:alpha val="6180"/>
                  </a:srgbClr>
                </a:gs>
                <a:gs pos="57143">
                  <a:srgbClr val="FFFFFF">
                    <a:alpha val="3473"/>
                  </a:srgbClr>
                </a:gs>
                <a:gs pos="71429">
                  <a:srgbClr val="FFFFFF">
                    <a:alpha val="1641"/>
                  </a:srgbClr>
                </a:gs>
                <a:gs pos="85714">
                  <a:srgbClr val="FFFFFF">
                    <a:alpha val="652"/>
                  </a:srgbClr>
                </a:gs>
                <a:gs pos="100000">
                  <a:srgbClr val="FFFFFF">
                    <a:alpha val="2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Splat 93"/>
            <p:cNvSpPr>
              <a:spLocks noGrp="1"/>
            </p:cNvSpPr>
            <p:nvPr/>
          </p:nvSpPr>
          <p:spPr>
            <a:xfrm rot="5034062">
              <a:off x="2630933" y="1970638"/>
              <a:ext cx="68461" cy="17525"/>
            </a:xfrm>
            <a:prstGeom prst="ellipse">
              <a:avLst/>
            </a:prstGeom>
            <a:gradFill>
              <a:gsLst>
                <a:gs pos="0">
                  <a:srgbClr val="A2A2A2">
                    <a:alpha val="16554"/>
                  </a:srgbClr>
                </a:gs>
                <a:gs pos="14286">
                  <a:srgbClr val="A2A2A2">
                    <a:alpha val="15324"/>
                  </a:srgbClr>
                </a:gs>
                <a:gs pos="28571">
                  <a:srgbClr val="A2A2A2">
                    <a:alpha val="12116"/>
                  </a:srgbClr>
                </a:gs>
                <a:gs pos="42857">
                  <a:srgbClr val="A2A2A2">
                    <a:alpha val="8122"/>
                  </a:srgbClr>
                </a:gs>
                <a:gs pos="57143">
                  <a:srgbClr val="A2A2A2">
                    <a:alpha val="4585"/>
                  </a:srgbClr>
                </a:gs>
                <a:gs pos="71429">
                  <a:srgbClr val="A2A2A2">
                    <a:alpha val="2173"/>
                  </a:srgbClr>
                </a:gs>
                <a:gs pos="85714">
                  <a:srgbClr val="A2A2A2">
                    <a:alpha val="865"/>
                  </a:srgbClr>
                </a:gs>
                <a:gs pos="100000">
                  <a:srgbClr val="A2A2A2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Splat 94"/>
            <p:cNvSpPr>
              <a:spLocks noGrp="1"/>
            </p:cNvSpPr>
            <p:nvPr/>
          </p:nvSpPr>
          <p:spPr>
            <a:xfrm rot="10232654">
              <a:off x="2468429" y="2298584"/>
              <a:ext cx="127939" cy="28332"/>
            </a:xfrm>
            <a:prstGeom prst="ellipse">
              <a:avLst/>
            </a:prstGeom>
            <a:gradFill>
              <a:gsLst>
                <a:gs pos="0">
                  <a:srgbClr val="060011">
                    <a:alpha val="32968"/>
                  </a:srgbClr>
                </a:gs>
                <a:gs pos="14286">
                  <a:srgbClr val="060011">
                    <a:alpha val="30764"/>
                  </a:srgbClr>
                </a:gs>
                <a:gs pos="28571">
                  <a:srgbClr val="060011">
                    <a:alpha val="24833"/>
                  </a:srgbClr>
                </a:gs>
                <a:gs pos="42857">
                  <a:srgbClr val="060011">
                    <a:alpha val="17075"/>
                  </a:srgbClr>
                </a:gs>
                <a:gs pos="57143">
                  <a:srgbClr val="060011">
                    <a:alpha val="9855"/>
                  </a:srgbClr>
                </a:gs>
                <a:gs pos="71429">
                  <a:srgbClr val="060011">
                    <a:alpha val="4740"/>
                  </a:srgbClr>
                </a:gs>
                <a:gs pos="85714">
                  <a:srgbClr val="060011">
                    <a:alpha val="1902"/>
                  </a:srgbClr>
                </a:gs>
                <a:gs pos="100000">
                  <a:srgbClr val="06001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Splat 95"/>
            <p:cNvSpPr>
              <a:spLocks noGrp="1"/>
            </p:cNvSpPr>
            <p:nvPr/>
          </p:nvSpPr>
          <p:spPr>
            <a:xfrm rot="6608950">
              <a:off x="2587689" y="2166068"/>
              <a:ext cx="68461" cy="17626"/>
            </a:xfrm>
            <a:prstGeom prst="ellipse">
              <a:avLst/>
            </a:prstGeom>
            <a:gradFill>
              <a:gsLst>
                <a:gs pos="0">
                  <a:srgbClr val="B1B1B1">
                    <a:alpha val="16479"/>
                  </a:srgbClr>
                </a:gs>
                <a:gs pos="14286">
                  <a:srgbClr val="B1B1B1">
                    <a:alpha val="15253"/>
                  </a:srgbClr>
                </a:gs>
                <a:gs pos="28571">
                  <a:srgbClr val="B1B1B1">
                    <a:alpha val="12059"/>
                  </a:srgbClr>
                </a:gs>
                <a:gs pos="42857">
                  <a:srgbClr val="B1B1B1">
                    <a:alpha val="8083"/>
                  </a:srgbClr>
                </a:gs>
                <a:gs pos="57143">
                  <a:srgbClr val="B1B1B1">
                    <a:alpha val="4563"/>
                  </a:srgbClr>
                </a:gs>
                <a:gs pos="71429">
                  <a:srgbClr val="B1B1B1">
                    <a:alpha val="2163"/>
                  </a:srgbClr>
                </a:gs>
                <a:gs pos="85714">
                  <a:srgbClr val="B1B1B1">
                    <a:alpha val="861"/>
                  </a:srgbClr>
                </a:gs>
                <a:gs pos="100000">
                  <a:srgbClr val="B1B1B1">
                    <a:alpha val="2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Splat 96"/>
            <p:cNvSpPr>
              <a:spLocks noGrp="1"/>
            </p:cNvSpPr>
            <p:nvPr/>
          </p:nvSpPr>
          <p:spPr>
            <a:xfrm rot="8919661">
              <a:off x="2218828" y="2094418"/>
              <a:ext cx="142379" cy="50247"/>
            </a:xfrm>
            <a:prstGeom prst="ellipse">
              <a:avLst/>
            </a:prstGeom>
            <a:gradFill>
              <a:gsLst>
                <a:gs pos="0">
                  <a:srgbClr val="D7D7D7">
                    <a:alpha val="4641"/>
                  </a:srgbClr>
                </a:gs>
                <a:gs pos="14286">
                  <a:srgbClr val="D7D7D7">
                    <a:alpha val="4274"/>
                  </a:srgbClr>
                </a:gs>
                <a:gs pos="28571">
                  <a:srgbClr val="D7D7D7">
                    <a:alpha val="3334"/>
                  </a:srgbClr>
                </a:gs>
                <a:gs pos="42857">
                  <a:srgbClr val="D7D7D7">
                    <a:alpha val="2200"/>
                  </a:srgbClr>
                </a:gs>
                <a:gs pos="57143">
                  <a:srgbClr val="D7D7D7">
                    <a:alpha val="1225"/>
                  </a:srgbClr>
                </a:gs>
                <a:gs pos="71429">
                  <a:srgbClr val="D7D7D7">
                    <a:alpha val="575"/>
                  </a:srgbClr>
                </a:gs>
                <a:gs pos="85714">
                  <a:srgbClr val="D7D7D7">
                    <a:alpha val="228"/>
                  </a:srgbClr>
                </a:gs>
                <a:gs pos="100000">
                  <a:srgbClr val="D7D7D7">
                    <a:alpha val="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Splat 97"/>
            <p:cNvSpPr>
              <a:spLocks noGrp="1"/>
            </p:cNvSpPr>
            <p:nvPr/>
          </p:nvSpPr>
          <p:spPr>
            <a:xfrm rot="8762682">
              <a:off x="2007866" y="1905090"/>
              <a:ext cx="123892" cy="89621"/>
            </a:xfrm>
            <a:prstGeom prst="ellipse">
              <a:avLst/>
            </a:prstGeom>
            <a:gradFill>
              <a:gsLst>
                <a:gs pos="0">
                  <a:srgbClr val="FEFEFF">
                    <a:alpha val="11232"/>
                  </a:srgbClr>
                </a:gs>
                <a:gs pos="14286">
                  <a:srgbClr val="FEFEFF">
                    <a:alpha val="10373"/>
                  </a:srgbClr>
                </a:gs>
                <a:gs pos="28571">
                  <a:srgbClr val="FEFEFF">
                    <a:alpha val="8151"/>
                  </a:srgbClr>
                </a:gs>
                <a:gs pos="42857">
                  <a:srgbClr val="FEFEFF">
                    <a:alpha val="5424"/>
                  </a:srgbClr>
                </a:gs>
                <a:gs pos="57143">
                  <a:srgbClr val="FEFEFF">
                    <a:alpha val="3043"/>
                  </a:srgbClr>
                </a:gs>
                <a:gs pos="71429">
                  <a:srgbClr val="FEFEFF">
                    <a:alpha val="1436"/>
                  </a:srgbClr>
                </a:gs>
                <a:gs pos="85714">
                  <a:srgbClr val="FEFEFF">
                    <a:alpha val="570"/>
                  </a:srgbClr>
                </a:gs>
                <a:gs pos="100000">
                  <a:srgbClr val="FEFEFF">
                    <a:alpha val="1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Splat 98"/>
            <p:cNvSpPr>
              <a:spLocks noGrp="1"/>
            </p:cNvSpPr>
            <p:nvPr/>
          </p:nvSpPr>
          <p:spPr>
            <a:xfrm rot="6985029">
              <a:off x="2015042" y="1905819"/>
              <a:ext cx="68461" cy="17634"/>
            </a:xfrm>
            <a:prstGeom prst="ellipse">
              <a:avLst/>
            </a:prstGeom>
            <a:gradFill>
              <a:gsLst>
                <a:gs pos="0">
                  <a:srgbClr val="545454">
                    <a:alpha val="16473"/>
                  </a:srgbClr>
                </a:gs>
                <a:gs pos="14286">
                  <a:srgbClr val="545454">
                    <a:alpha val="15248"/>
                  </a:srgbClr>
                </a:gs>
                <a:gs pos="28571">
                  <a:srgbClr val="545454">
                    <a:alpha val="12055"/>
                  </a:srgbClr>
                </a:gs>
                <a:gs pos="42857">
                  <a:srgbClr val="545454">
                    <a:alpha val="8081"/>
                  </a:srgbClr>
                </a:gs>
                <a:gs pos="57143">
                  <a:srgbClr val="545454">
                    <a:alpha val="4562"/>
                  </a:srgbClr>
                </a:gs>
                <a:gs pos="71429">
                  <a:srgbClr val="545454">
                    <a:alpha val="2162"/>
                  </a:srgbClr>
                </a:gs>
                <a:gs pos="85714">
                  <a:srgbClr val="545454">
                    <a:alpha val="860"/>
                  </a:srgbClr>
                </a:gs>
                <a:gs pos="100000">
                  <a:srgbClr val="545454">
                    <a:alpha val="2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Splat 99"/>
            <p:cNvSpPr>
              <a:spLocks noGrp="1"/>
            </p:cNvSpPr>
            <p:nvPr/>
          </p:nvSpPr>
          <p:spPr>
            <a:xfrm rot="-9884506">
              <a:off x="2412164" y="2315397"/>
              <a:ext cx="68461" cy="17597"/>
            </a:xfrm>
            <a:prstGeom prst="ellipse">
              <a:avLst/>
            </a:prstGeom>
            <a:gradFill>
              <a:gsLst>
                <a:gs pos="0">
                  <a:srgbClr val="C0C0C0">
                    <a:alpha val="16501"/>
                  </a:srgbClr>
                </a:gs>
                <a:gs pos="14286">
                  <a:srgbClr val="C0C0C0">
                    <a:alpha val="15274"/>
                  </a:srgbClr>
                </a:gs>
                <a:gs pos="28571">
                  <a:srgbClr val="C0C0C0">
                    <a:alpha val="12076"/>
                  </a:srgbClr>
                </a:gs>
                <a:gs pos="42857">
                  <a:srgbClr val="C0C0C0">
                    <a:alpha val="8095"/>
                  </a:srgbClr>
                </a:gs>
                <a:gs pos="57143">
                  <a:srgbClr val="C0C0C0">
                    <a:alpha val="4570"/>
                  </a:srgbClr>
                </a:gs>
                <a:gs pos="71429">
                  <a:srgbClr val="C0C0C0">
                    <a:alpha val="2166"/>
                  </a:srgbClr>
                </a:gs>
                <a:gs pos="85714">
                  <a:srgbClr val="C0C0C0">
                    <a:alpha val="862"/>
                  </a:srgbClr>
                </a:gs>
                <a:gs pos="100000">
                  <a:srgbClr val="C0C0C0">
                    <a:alpha val="2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Splat 100"/>
            <p:cNvSpPr>
              <a:spLocks noGrp="1"/>
            </p:cNvSpPr>
            <p:nvPr/>
          </p:nvSpPr>
          <p:spPr>
            <a:xfrm rot="10452931">
              <a:off x="2318069" y="2302726"/>
              <a:ext cx="68461" cy="17694"/>
            </a:xfrm>
            <a:prstGeom prst="ellipse">
              <a:avLst/>
            </a:prstGeom>
            <a:gradFill>
              <a:gsLst>
                <a:gs pos="0">
                  <a:srgbClr val="B0B0B0">
                    <a:alpha val="16429"/>
                  </a:srgbClr>
                </a:gs>
                <a:gs pos="14286">
                  <a:srgbClr val="B0B0B0">
                    <a:alpha val="15207"/>
                  </a:srgbClr>
                </a:gs>
                <a:gs pos="28571">
                  <a:srgbClr val="B0B0B0">
                    <a:alpha val="12022"/>
                  </a:srgbClr>
                </a:gs>
                <a:gs pos="42857">
                  <a:srgbClr val="B0B0B0">
                    <a:alpha val="8058"/>
                  </a:srgbClr>
                </a:gs>
                <a:gs pos="57143">
                  <a:srgbClr val="B0B0B0">
                    <a:alpha val="4548"/>
                  </a:srgbClr>
                </a:gs>
                <a:gs pos="71429">
                  <a:srgbClr val="B0B0B0">
                    <a:alpha val="2155"/>
                  </a:srgbClr>
                </a:gs>
                <a:gs pos="85714">
                  <a:srgbClr val="B0B0B0">
                    <a:alpha val="858"/>
                  </a:srgbClr>
                </a:gs>
                <a:gs pos="100000">
                  <a:srgbClr val="B0B0B0">
                    <a:alpha val="2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Splat 101"/>
            <p:cNvSpPr>
              <a:spLocks noGrp="1"/>
            </p:cNvSpPr>
            <p:nvPr/>
          </p:nvSpPr>
          <p:spPr>
            <a:xfrm rot="-9382046">
              <a:off x="2479884" y="1793507"/>
              <a:ext cx="68461" cy="17681"/>
            </a:xfrm>
            <a:prstGeom prst="ellipse">
              <a:avLst/>
            </a:prstGeom>
            <a:gradFill>
              <a:gsLst>
                <a:gs pos="0">
                  <a:srgbClr val="A5A5A5">
                    <a:alpha val="16438"/>
                  </a:srgbClr>
                </a:gs>
                <a:gs pos="14286">
                  <a:srgbClr val="A5A5A5">
                    <a:alpha val="15216"/>
                  </a:srgbClr>
                </a:gs>
                <a:gs pos="28571">
                  <a:srgbClr val="A5A5A5">
                    <a:alpha val="12029"/>
                  </a:srgbClr>
                </a:gs>
                <a:gs pos="42857">
                  <a:srgbClr val="A5A5A5">
                    <a:alpha val="8063"/>
                  </a:srgbClr>
                </a:gs>
                <a:gs pos="57143">
                  <a:srgbClr val="A5A5A5">
                    <a:alpha val="4551"/>
                  </a:srgbClr>
                </a:gs>
                <a:gs pos="71429">
                  <a:srgbClr val="A5A5A5">
                    <a:alpha val="2157"/>
                  </a:srgbClr>
                </a:gs>
                <a:gs pos="85714">
                  <a:srgbClr val="A5A5A5">
                    <a:alpha val="858"/>
                  </a:srgbClr>
                </a:gs>
                <a:gs pos="100000">
                  <a:srgbClr val="A5A5A5">
                    <a:alpha val="2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Splat 102"/>
            <p:cNvSpPr>
              <a:spLocks noGrp="1"/>
            </p:cNvSpPr>
            <p:nvPr/>
          </p:nvSpPr>
          <p:spPr>
            <a:xfrm rot="3040913">
              <a:off x="2316130" y="2121605"/>
              <a:ext cx="121547" cy="87465"/>
            </a:xfrm>
            <a:prstGeom prst="ellipse">
              <a:avLst/>
            </a:prstGeom>
            <a:gradFill>
              <a:gsLst>
                <a:gs pos="0">
                  <a:srgbClr val="F9F9F9">
                    <a:alpha val="23985"/>
                  </a:srgbClr>
                </a:gs>
                <a:gs pos="14286">
                  <a:srgbClr val="F9F9F9">
                    <a:alpha val="22280"/>
                  </a:srgbClr>
                </a:gs>
                <a:gs pos="28571">
                  <a:srgbClr val="F9F9F9">
                    <a:alpha val="17775"/>
                  </a:srgbClr>
                </a:gs>
                <a:gs pos="42857">
                  <a:srgbClr val="F9F9F9">
                    <a:alpha val="12047"/>
                  </a:srgbClr>
                </a:gs>
                <a:gs pos="57143">
                  <a:srgbClr val="F9F9F9">
                    <a:alpha val="6866"/>
                  </a:srgbClr>
                </a:gs>
                <a:gs pos="71429">
                  <a:srgbClr val="F9F9F9">
                    <a:alpha val="3275"/>
                  </a:srgbClr>
                </a:gs>
                <a:gs pos="85714">
                  <a:srgbClr val="F9F9F9">
                    <a:alpha val="1308"/>
                  </a:srgbClr>
                </a:gs>
                <a:gs pos="100000">
                  <a:srgbClr val="F9F9F9">
                    <a:alpha val="4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Splat 103"/>
            <p:cNvSpPr>
              <a:spLocks noGrp="1"/>
            </p:cNvSpPr>
            <p:nvPr/>
          </p:nvSpPr>
          <p:spPr>
            <a:xfrm rot="9349388">
              <a:off x="2489857" y="2156624"/>
              <a:ext cx="68461" cy="17521"/>
            </a:xfrm>
            <a:prstGeom prst="ellipse">
              <a:avLst/>
            </a:prstGeom>
            <a:gradFill>
              <a:gsLst>
                <a:gs pos="0">
                  <a:srgbClr val="C4C4C4">
                    <a:alpha val="16557"/>
                  </a:srgbClr>
                </a:gs>
                <a:gs pos="14286">
                  <a:srgbClr val="C4C4C4">
                    <a:alpha val="15327"/>
                  </a:srgbClr>
                </a:gs>
                <a:gs pos="28571">
                  <a:srgbClr val="C4C4C4">
                    <a:alpha val="12118"/>
                  </a:srgbClr>
                </a:gs>
                <a:gs pos="42857">
                  <a:srgbClr val="C4C4C4">
                    <a:alpha val="8124"/>
                  </a:srgbClr>
                </a:gs>
                <a:gs pos="57143">
                  <a:srgbClr val="C4C4C4">
                    <a:alpha val="4586"/>
                  </a:srgbClr>
                </a:gs>
                <a:gs pos="71429">
                  <a:srgbClr val="C4C4C4">
                    <a:alpha val="2174"/>
                  </a:srgbClr>
                </a:gs>
                <a:gs pos="85714">
                  <a:srgbClr val="C4C4C4">
                    <a:alpha val="865"/>
                  </a:srgbClr>
                </a:gs>
                <a:gs pos="100000">
                  <a:srgbClr val="C4C4C4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Splat 104"/>
            <p:cNvSpPr>
              <a:spLocks noGrp="1"/>
            </p:cNvSpPr>
            <p:nvPr/>
          </p:nvSpPr>
          <p:spPr>
            <a:xfrm rot="7861428">
              <a:off x="2166945" y="1848898"/>
              <a:ext cx="113369" cy="81230"/>
            </a:xfrm>
            <a:prstGeom prst="ellipse">
              <a:avLst/>
            </a:prstGeom>
            <a:gradFill>
              <a:gsLst>
                <a:gs pos="0">
                  <a:srgbClr val="FCFCFC">
                    <a:alpha val="32128"/>
                  </a:srgbClr>
                </a:gs>
                <a:gs pos="14286">
                  <a:srgbClr val="FCFCFC">
                    <a:alpha val="29967"/>
                  </a:srgbClr>
                </a:gs>
                <a:gs pos="28571">
                  <a:srgbClr val="FCFCFC">
                    <a:alpha val="24162"/>
                  </a:srgbClr>
                </a:gs>
                <a:gs pos="42857">
                  <a:srgbClr val="FCFCFC">
                    <a:alpha val="16590"/>
                  </a:srgbClr>
                </a:gs>
                <a:gs pos="57143">
                  <a:srgbClr val="FCFCFC">
                    <a:alpha val="9563"/>
                  </a:srgbClr>
                </a:gs>
                <a:gs pos="71429">
                  <a:srgbClr val="FCFCFC">
                    <a:alpha val="4596"/>
                  </a:srgbClr>
                </a:gs>
                <a:gs pos="85714">
                  <a:srgbClr val="FCFCFC">
                    <a:alpha val="1843"/>
                  </a:srgbClr>
                </a:gs>
                <a:gs pos="100000">
                  <a:srgbClr val="FCFCFC">
                    <a:alpha val="6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Splat 105"/>
            <p:cNvSpPr>
              <a:spLocks noGrp="1"/>
            </p:cNvSpPr>
            <p:nvPr/>
          </p:nvSpPr>
          <p:spPr>
            <a:xfrm rot="7120863">
              <a:off x="2122049" y="2010290"/>
              <a:ext cx="185443" cy="61847"/>
            </a:xfrm>
            <a:prstGeom prst="ellipse">
              <a:avLst/>
            </a:prstGeom>
            <a:gradFill>
              <a:gsLst>
                <a:gs pos="0">
                  <a:srgbClr val="E8E9E9">
                    <a:alpha val="31304"/>
                  </a:srgbClr>
                </a:gs>
                <a:gs pos="14286">
                  <a:srgbClr val="E8E9E9">
                    <a:alpha val="29186"/>
                  </a:srgbClr>
                </a:gs>
                <a:gs pos="28571">
                  <a:srgbClr val="E8E9E9">
                    <a:alpha val="23506"/>
                  </a:srgbClr>
                </a:gs>
                <a:gs pos="42857">
                  <a:srgbClr val="E8E9E9">
                    <a:alpha val="16118"/>
                  </a:srgbClr>
                </a:gs>
                <a:gs pos="57143">
                  <a:srgbClr val="E8E9E9">
                    <a:alpha val="9280"/>
                  </a:srgbClr>
                </a:gs>
                <a:gs pos="71429">
                  <a:srgbClr val="E8E9E9">
                    <a:alpha val="4456"/>
                  </a:srgbClr>
                </a:gs>
                <a:gs pos="85714">
                  <a:srgbClr val="E8E9E9">
                    <a:alpha val="1787"/>
                  </a:srgbClr>
                </a:gs>
                <a:gs pos="100000">
                  <a:srgbClr val="E8E9E9">
                    <a:alpha val="6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Splat 106"/>
            <p:cNvSpPr>
              <a:spLocks noGrp="1"/>
            </p:cNvSpPr>
            <p:nvPr/>
          </p:nvSpPr>
          <p:spPr>
            <a:xfrm rot="6937414">
              <a:off x="2143084" y="1974827"/>
              <a:ext cx="125518" cy="56696"/>
            </a:xfrm>
            <a:prstGeom prst="ellipse">
              <a:avLst/>
            </a:prstGeom>
            <a:gradFill>
              <a:gsLst>
                <a:gs pos="0">
                  <a:srgbClr val="F9F9F8">
                    <a:alpha val="23835"/>
                  </a:srgbClr>
                </a:gs>
                <a:gs pos="14286">
                  <a:srgbClr val="F9F9F8">
                    <a:alpha val="22139"/>
                  </a:srgbClr>
                </a:gs>
                <a:gs pos="28571">
                  <a:srgbClr val="F9F9F8">
                    <a:alpha val="17659"/>
                  </a:srgbClr>
                </a:gs>
                <a:gs pos="42857">
                  <a:srgbClr val="F9F9F8">
                    <a:alpha val="11966"/>
                  </a:srgbClr>
                </a:gs>
                <a:gs pos="57143">
                  <a:srgbClr val="F9F9F8">
                    <a:alpha val="6818"/>
                  </a:srgbClr>
                </a:gs>
                <a:gs pos="71429">
                  <a:srgbClr val="F9F9F8">
                    <a:alpha val="3252"/>
                  </a:srgbClr>
                </a:gs>
                <a:gs pos="85714">
                  <a:srgbClr val="F9F9F8">
                    <a:alpha val="1299"/>
                  </a:srgbClr>
                </a:gs>
                <a:gs pos="100000">
                  <a:srgbClr val="F9F9F8">
                    <a:alpha val="4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Splat 107"/>
            <p:cNvSpPr>
              <a:spLocks noGrp="1"/>
            </p:cNvSpPr>
            <p:nvPr/>
          </p:nvSpPr>
          <p:spPr>
            <a:xfrm rot="-9224501">
              <a:off x="2374653" y="2276315"/>
              <a:ext cx="193096" cy="89116"/>
            </a:xfrm>
            <a:prstGeom prst="ellipse">
              <a:avLst/>
            </a:prstGeom>
            <a:gradFill>
              <a:gsLst>
                <a:gs pos="0">
                  <a:srgbClr val="F5F5F4">
                    <a:alpha val="20762"/>
                  </a:srgbClr>
                </a:gs>
                <a:gs pos="14286">
                  <a:srgbClr val="F5F5F4">
                    <a:alpha val="19256"/>
                  </a:srgbClr>
                </a:gs>
                <a:gs pos="28571">
                  <a:srgbClr val="F5F5F4">
                    <a:alpha val="15301"/>
                  </a:srgbClr>
                </a:gs>
                <a:gs pos="42857">
                  <a:srgbClr val="F5F5F4">
                    <a:alpha val="10321"/>
                  </a:srgbClr>
                </a:gs>
                <a:gs pos="57143">
                  <a:srgbClr val="F5F5F4">
                    <a:alpha val="5857"/>
                  </a:srgbClr>
                </a:gs>
                <a:gs pos="71429">
                  <a:srgbClr val="F5F5F4">
                    <a:alpha val="2786"/>
                  </a:srgbClr>
                </a:gs>
                <a:gs pos="85714">
                  <a:srgbClr val="F5F5F4">
                    <a:alpha val="1111"/>
                  </a:srgbClr>
                </a:gs>
                <a:gs pos="100000">
                  <a:srgbClr val="F5F5F4">
                    <a:alpha val="3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Splat 108"/>
            <p:cNvSpPr>
              <a:spLocks noGrp="1"/>
            </p:cNvSpPr>
            <p:nvPr/>
          </p:nvSpPr>
          <p:spPr>
            <a:xfrm rot="-9981978">
              <a:off x="2281202" y="2265574"/>
              <a:ext cx="68461" cy="17801"/>
            </a:xfrm>
            <a:prstGeom prst="ellipse">
              <a:avLst/>
            </a:prstGeom>
            <a:gradFill>
              <a:gsLst>
                <a:gs pos="0">
                  <a:srgbClr val="C5C5C5">
                    <a:alpha val="16349"/>
                  </a:srgbClr>
                </a:gs>
                <a:gs pos="14286">
                  <a:srgbClr val="C5C5C5">
                    <a:alpha val="15133"/>
                  </a:srgbClr>
                </a:gs>
                <a:gs pos="28571">
                  <a:srgbClr val="C5C5C5">
                    <a:alpha val="11962"/>
                  </a:srgbClr>
                </a:gs>
                <a:gs pos="42857">
                  <a:srgbClr val="C5C5C5">
                    <a:alpha val="8017"/>
                  </a:srgbClr>
                </a:gs>
                <a:gs pos="57143">
                  <a:srgbClr val="C5C5C5">
                    <a:alpha val="4525"/>
                  </a:srgbClr>
                </a:gs>
                <a:gs pos="71429">
                  <a:srgbClr val="C5C5C5">
                    <a:alpha val="2144"/>
                  </a:srgbClr>
                </a:gs>
                <a:gs pos="85714">
                  <a:srgbClr val="C5C5C5">
                    <a:alpha val="853"/>
                  </a:srgbClr>
                </a:gs>
                <a:gs pos="100000">
                  <a:srgbClr val="C5C5C5">
                    <a:alpha val="2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Splat 109"/>
            <p:cNvSpPr>
              <a:spLocks noGrp="1"/>
            </p:cNvSpPr>
            <p:nvPr/>
          </p:nvSpPr>
          <p:spPr>
            <a:xfrm rot="4599821">
              <a:off x="2149864" y="1998969"/>
              <a:ext cx="68461" cy="17402"/>
            </a:xfrm>
            <a:prstGeom prst="ellipse">
              <a:avLst/>
            </a:prstGeom>
            <a:gradFill>
              <a:gsLst>
                <a:gs pos="0">
                  <a:srgbClr val="B8B8B9">
                    <a:alpha val="16645"/>
                  </a:srgbClr>
                </a:gs>
                <a:gs pos="14286">
                  <a:srgbClr val="B8B8B9">
                    <a:alpha val="15408"/>
                  </a:srgbClr>
                </a:gs>
                <a:gs pos="28571">
                  <a:srgbClr val="B8B8B9">
                    <a:alpha val="12184"/>
                  </a:srgbClr>
                </a:gs>
                <a:gs pos="42857">
                  <a:srgbClr val="B8B8B9">
                    <a:alpha val="8169"/>
                  </a:srgbClr>
                </a:gs>
                <a:gs pos="57143">
                  <a:srgbClr val="B8B8B9">
                    <a:alpha val="4612"/>
                  </a:srgbClr>
                </a:gs>
                <a:gs pos="71429">
                  <a:srgbClr val="B8B8B9">
                    <a:alpha val="2186"/>
                  </a:srgbClr>
                </a:gs>
                <a:gs pos="85714">
                  <a:srgbClr val="B8B8B9">
                    <a:alpha val="870"/>
                  </a:srgbClr>
                </a:gs>
                <a:gs pos="100000">
                  <a:srgbClr val="B8B8B9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Splat 110"/>
            <p:cNvSpPr>
              <a:spLocks noGrp="1"/>
            </p:cNvSpPr>
            <p:nvPr/>
          </p:nvSpPr>
          <p:spPr>
            <a:xfrm rot="2732680">
              <a:off x="2310195" y="2358252"/>
              <a:ext cx="193053" cy="105330"/>
            </a:xfrm>
            <a:prstGeom prst="ellipse">
              <a:avLst/>
            </a:prstGeom>
            <a:gradFill>
              <a:gsLst>
                <a:gs pos="0">
                  <a:srgbClr val="F9F9F9">
                    <a:alpha val="16772"/>
                  </a:srgbClr>
                </a:gs>
                <a:gs pos="14286">
                  <a:srgbClr val="F9F9F9">
                    <a:alpha val="15527"/>
                  </a:srgbClr>
                </a:gs>
                <a:gs pos="28571">
                  <a:srgbClr val="F9F9F9">
                    <a:alpha val="12280"/>
                  </a:srgbClr>
                </a:gs>
                <a:gs pos="42857">
                  <a:srgbClr val="F9F9F9">
                    <a:alpha val="8235"/>
                  </a:srgbClr>
                </a:gs>
                <a:gs pos="57143">
                  <a:srgbClr val="F9F9F9">
                    <a:alpha val="4650"/>
                  </a:srgbClr>
                </a:gs>
                <a:gs pos="71429">
                  <a:srgbClr val="F9F9F9">
                    <a:alpha val="2204"/>
                  </a:srgbClr>
                </a:gs>
                <a:gs pos="85714">
                  <a:srgbClr val="F9F9F9">
                    <a:alpha val="878"/>
                  </a:srgbClr>
                </a:gs>
                <a:gs pos="100000">
                  <a:srgbClr val="F9F9F9">
                    <a:alpha val="2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Splat 111"/>
            <p:cNvSpPr>
              <a:spLocks noGrp="1"/>
            </p:cNvSpPr>
            <p:nvPr/>
          </p:nvSpPr>
          <p:spPr>
            <a:xfrm rot="-9903859">
              <a:off x="2360236" y="1817872"/>
              <a:ext cx="174427" cy="96016"/>
            </a:xfrm>
            <a:prstGeom prst="ellipse">
              <a:avLst/>
            </a:prstGeom>
            <a:gradFill>
              <a:gsLst>
                <a:gs pos="0">
                  <a:srgbClr val="C8C7C7">
                    <a:alpha val="24226"/>
                  </a:srgbClr>
                </a:gs>
                <a:gs pos="14286">
                  <a:srgbClr val="C8C7C7">
                    <a:alpha val="22506"/>
                  </a:srgbClr>
                </a:gs>
                <a:gs pos="28571">
                  <a:srgbClr val="C8C7C7">
                    <a:alpha val="17961"/>
                  </a:srgbClr>
                </a:gs>
                <a:gs pos="42857">
                  <a:srgbClr val="C8C7C7">
                    <a:alpha val="12178"/>
                  </a:srgbClr>
                </a:gs>
                <a:gs pos="57143">
                  <a:srgbClr val="C8C7C7">
                    <a:alpha val="6943"/>
                  </a:srgbClr>
                </a:gs>
                <a:gs pos="71429">
                  <a:srgbClr val="C8C7C7">
                    <a:alpha val="3312"/>
                  </a:srgbClr>
                </a:gs>
                <a:gs pos="85714">
                  <a:srgbClr val="C8C7C7">
                    <a:alpha val="1323"/>
                  </a:srgbClr>
                </a:gs>
                <a:gs pos="100000">
                  <a:srgbClr val="C8C7C7">
                    <a:alpha val="4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Splat 112"/>
            <p:cNvSpPr>
              <a:spLocks noGrp="1"/>
            </p:cNvSpPr>
            <p:nvPr/>
          </p:nvSpPr>
          <p:spPr>
            <a:xfrm rot="4021487">
              <a:off x="1982510" y="1692501"/>
              <a:ext cx="397179" cy="98267"/>
            </a:xfrm>
            <a:prstGeom prst="ellipse">
              <a:avLst/>
            </a:prstGeom>
            <a:gradFill>
              <a:gsLst>
                <a:gs pos="0">
                  <a:srgbClr val="8A8B8A">
                    <a:alpha val="23851"/>
                  </a:srgbClr>
                </a:gs>
                <a:gs pos="14286">
                  <a:srgbClr val="8A8B8A">
                    <a:alpha val="22154"/>
                  </a:srgbClr>
                </a:gs>
                <a:gs pos="28571">
                  <a:srgbClr val="8A8B8A">
                    <a:alpha val="17672"/>
                  </a:srgbClr>
                </a:gs>
                <a:gs pos="42857">
                  <a:srgbClr val="8A8B8A">
                    <a:alpha val="11975"/>
                  </a:srgbClr>
                </a:gs>
                <a:gs pos="57143">
                  <a:srgbClr val="8A8B8A">
                    <a:alpha val="6823"/>
                  </a:srgbClr>
                </a:gs>
                <a:gs pos="71429">
                  <a:srgbClr val="8A8B8A">
                    <a:alpha val="3254"/>
                  </a:srgbClr>
                </a:gs>
                <a:gs pos="85714">
                  <a:srgbClr val="8A8B8A">
                    <a:alpha val="1300"/>
                  </a:srgbClr>
                </a:gs>
                <a:gs pos="100000">
                  <a:srgbClr val="8A8B8A">
                    <a:alpha val="4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Splat 113"/>
            <p:cNvSpPr>
              <a:spLocks noGrp="1"/>
            </p:cNvSpPr>
            <p:nvPr/>
          </p:nvSpPr>
          <p:spPr>
            <a:xfrm rot="10049560">
              <a:off x="2333106" y="1825870"/>
              <a:ext cx="120865" cy="60670"/>
            </a:xfrm>
            <a:prstGeom prst="ellipse">
              <a:avLst/>
            </a:prstGeom>
            <a:gradFill>
              <a:gsLst>
                <a:gs pos="0">
                  <a:srgbClr val="FFFEFF">
                    <a:alpha val="31356"/>
                  </a:srgbClr>
                </a:gs>
                <a:gs pos="14286">
                  <a:srgbClr val="FFFEFF">
                    <a:alpha val="29235"/>
                  </a:srgbClr>
                </a:gs>
                <a:gs pos="28571">
                  <a:srgbClr val="FFFEFF">
                    <a:alpha val="23547"/>
                  </a:srgbClr>
                </a:gs>
                <a:gs pos="42857">
                  <a:srgbClr val="FFFEFF">
                    <a:alpha val="16147"/>
                  </a:srgbClr>
                </a:gs>
                <a:gs pos="57143">
                  <a:srgbClr val="FFFEFF">
                    <a:alpha val="9297"/>
                  </a:srgbClr>
                </a:gs>
                <a:gs pos="71429">
                  <a:srgbClr val="FFFEFF">
                    <a:alpha val="4465"/>
                  </a:srgbClr>
                </a:gs>
                <a:gs pos="85714">
                  <a:srgbClr val="FFFEFF">
                    <a:alpha val="1790"/>
                  </a:srgbClr>
                </a:gs>
                <a:gs pos="100000">
                  <a:srgbClr val="FFFEFF">
                    <a:alpha val="6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Splat 114"/>
            <p:cNvSpPr>
              <a:spLocks noGrp="1"/>
            </p:cNvSpPr>
            <p:nvPr/>
          </p:nvSpPr>
          <p:spPr>
            <a:xfrm rot="9844671">
              <a:off x="2012070" y="2036708"/>
              <a:ext cx="283360" cy="62858"/>
            </a:xfrm>
            <a:prstGeom prst="ellipse">
              <a:avLst/>
            </a:prstGeom>
            <a:gradFill>
              <a:gsLst>
                <a:gs pos="0">
                  <a:srgbClr val="D5D6D5">
                    <a:alpha val="23161"/>
                  </a:srgbClr>
                </a:gs>
                <a:gs pos="14286">
                  <a:srgbClr val="D5D6D5">
                    <a:alpha val="21506"/>
                  </a:srgbClr>
                </a:gs>
                <a:gs pos="28571">
                  <a:srgbClr val="D5D6D5">
                    <a:alpha val="17140"/>
                  </a:srgbClr>
                </a:gs>
                <a:gs pos="42857">
                  <a:srgbClr val="D5D6D5">
                    <a:alpha val="11602"/>
                  </a:srgbClr>
                </a:gs>
                <a:gs pos="57143">
                  <a:srgbClr val="D5D6D5">
                    <a:alpha val="6605"/>
                  </a:srgbClr>
                </a:gs>
                <a:gs pos="71429">
                  <a:srgbClr val="D5D6D5">
                    <a:alpha val="3148"/>
                  </a:srgbClr>
                </a:gs>
                <a:gs pos="85714">
                  <a:srgbClr val="D5D6D5">
                    <a:alpha val="1257"/>
                  </a:srgbClr>
                </a:gs>
                <a:gs pos="100000">
                  <a:srgbClr val="D5D6D5">
                    <a:alpha val="4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Splat 115"/>
            <p:cNvSpPr>
              <a:spLocks noGrp="1"/>
            </p:cNvSpPr>
            <p:nvPr/>
          </p:nvSpPr>
          <p:spPr>
            <a:xfrm rot="7503779">
              <a:off x="2125205" y="1891986"/>
              <a:ext cx="139946" cy="49012"/>
            </a:xfrm>
            <a:prstGeom prst="ellipse">
              <a:avLst/>
            </a:prstGeom>
            <a:gradFill>
              <a:gsLst>
                <a:gs pos="0">
                  <a:srgbClr val="E4E3E3">
                    <a:alpha val="30097"/>
                  </a:srgbClr>
                </a:gs>
                <a:gs pos="14286">
                  <a:srgbClr val="E4E3E3">
                    <a:alpha val="28043"/>
                  </a:srgbClr>
                </a:gs>
                <a:gs pos="28571">
                  <a:srgbClr val="E4E3E3">
                    <a:alpha val="22549"/>
                  </a:srgbClr>
                </a:gs>
                <a:gs pos="42857">
                  <a:srgbClr val="E4E3E3">
                    <a:alpha val="15431"/>
                  </a:srgbClr>
                </a:gs>
                <a:gs pos="57143">
                  <a:srgbClr val="E4E3E3">
                    <a:alpha val="8869"/>
                  </a:srgbClr>
                </a:gs>
                <a:gs pos="71429">
                  <a:srgbClr val="E4E3E3">
                    <a:alpha val="4254"/>
                  </a:srgbClr>
                </a:gs>
                <a:gs pos="85714">
                  <a:srgbClr val="E4E3E3">
                    <a:alpha val="1704"/>
                  </a:srgbClr>
                </a:gs>
                <a:gs pos="100000">
                  <a:srgbClr val="E4E3E3">
                    <a:alpha val="5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Splat 116"/>
            <p:cNvSpPr>
              <a:spLocks noGrp="1"/>
            </p:cNvSpPr>
            <p:nvPr/>
          </p:nvSpPr>
          <p:spPr>
            <a:xfrm rot="3203180">
              <a:off x="2154334" y="2109759"/>
              <a:ext cx="106878" cy="102279"/>
            </a:xfrm>
            <a:prstGeom prst="ellipse">
              <a:avLst/>
            </a:prstGeom>
            <a:gradFill>
              <a:gsLst>
                <a:gs pos="0">
                  <a:srgbClr val="FCFDFD">
                    <a:alpha val="20163"/>
                  </a:srgbClr>
                </a:gs>
                <a:gs pos="14286">
                  <a:srgbClr val="FCFDFD">
                    <a:alpha val="18695"/>
                  </a:srgbClr>
                </a:gs>
                <a:gs pos="28571">
                  <a:srgbClr val="FCFDFD">
                    <a:alpha val="14845"/>
                  </a:srgbClr>
                </a:gs>
                <a:gs pos="42857">
                  <a:srgbClr val="FCFDFD">
                    <a:alpha val="10004"/>
                  </a:srgbClr>
                </a:gs>
                <a:gs pos="57143">
                  <a:srgbClr val="FCFDFD">
                    <a:alpha val="5673"/>
                  </a:srgbClr>
                </a:gs>
                <a:gs pos="71429">
                  <a:srgbClr val="FCFDFD">
                    <a:alpha val="2697"/>
                  </a:srgbClr>
                </a:gs>
                <a:gs pos="85714">
                  <a:srgbClr val="FCFDFD">
                    <a:alpha val="1075"/>
                  </a:srgbClr>
                </a:gs>
                <a:gs pos="100000">
                  <a:srgbClr val="FCFDFD">
                    <a:alpha val="3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Splat 117"/>
            <p:cNvSpPr>
              <a:spLocks noGrp="1"/>
            </p:cNvSpPr>
            <p:nvPr/>
          </p:nvSpPr>
          <p:spPr>
            <a:xfrm rot="6501248">
              <a:off x="2134777" y="2190715"/>
              <a:ext cx="205669" cy="53417"/>
            </a:xfrm>
            <a:prstGeom prst="ellipse">
              <a:avLst/>
            </a:prstGeom>
            <a:gradFill>
              <a:gsLst>
                <a:gs pos="0">
                  <a:srgbClr val="8D8C8E">
                    <a:alpha val="24495"/>
                  </a:srgbClr>
                </a:gs>
                <a:gs pos="14286">
                  <a:srgbClr val="8D8C8E">
                    <a:alpha val="22759"/>
                  </a:srgbClr>
                </a:gs>
                <a:gs pos="28571">
                  <a:srgbClr val="8D8C8E">
                    <a:alpha val="18169"/>
                  </a:srgbClr>
                </a:gs>
                <a:gs pos="42857">
                  <a:srgbClr val="8D8C8E">
                    <a:alpha val="12324"/>
                  </a:srgbClr>
                </a:gs>
                <a:gs pos="57143">
                  <a:srgbClr val="8D8C8E">
                    <a:alpha val="7028"/>
                  </a:srgbClr>
                </a:gs>
                <a:gs pos="71429">
                  <a:srgbClr val="8D8C8E">
                    <a:alpha val="3354"/>
                  </a:srgbClr>
                </a:gs>
                <a:gs pos="85714">
                  <a:srgbClr val="8D8C8E">
                    <a:alpha val="1340"/>
                  </a:srgbClr>
                </a:gs>
                <a:gs pos="100000">
                  <a:srgbClr val="8D8C8E">
                    <a:alpha val="4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Splat 118"/>
            <p:cNvSpPr>
              <a:spLocks noGrp="1"/>
            </p:cNvSpPr>
            <p:nvPr/>
          </p:nvSpPr>
          <p:spPr>
            <a:xfrm rot="10460903">
              <a:off x="2025700" y="2238170"/>
              <a:ext cx="120693" cy="97162"/>
            </a:xfrm>
            <a:prstGeom prst="ellipse">
              <a:avLst/>
            </a:prstGeom>
            <a:gradFill>
              <a:gsLst>
                <a:gs pos="0">
                  <a:srgbClr val="8E8C8F">
                    <a:alpha val="3586"/>
                  </a:srgbClr>
                </a:gs>
                <a:gs pos="14286">
                  <a:srgbClr val="8E8C8F">
                    <a:alpha val="3301"/>
                  </a:srgbClr>
                </a:gs>
                <a:gs pos="28571">
                  <a:srgbClr val="8E8C8F">
                    <a:alpha val="2572"/>
                  </a:srgbClr>
                </a:gs>
                <a:gs pos="42857">
                  <a:srgbClr val="8E8C8F">
                    <a:alpha val="1695"/>
                  </a:srgbClr>
                </a:gs>
                <a:gs pos="57143">
                  <a:srgbClr val="8E8C8F">
                    <a:alpha val="943"/>
                  </a:srgbClr>
                </a:gs>
                <a:gs pos="71429">
                  <a:srgbClr val="8E8C8F">
                    <a:alpha val="442"/>
                  </a:srgbClr>
                </a:gs>
                <a:gs pos="85714">
                  <a:srgbClr val="8E8C8F">
                    <a:alpha val="175"/>
                  </a:srgbClr>
                </a:gs>
                <a:gs pos="100000">
                  <a:srgbClr val="8E8C8F">
                    <a:alpha val="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Splat 119"/>
            <p:cNvSpPr>
              <a:spLocks noGrp="1"/>
            </p:cNvSpPr>
            <p:nvPr/>
          </p:nvSpPr>
          <p:spPr>
            <a:xfrm rot="8656312">
              <a:off x="2067164" y="1955174"/>
              <a:ext cx="174073" cy="68243"/>
            </a:xfrm>
            <a:prstGeom prst="ellipse">
              <a:avLst/>
            </a:prstGeom>
            <a:gradFill>
              <a:gsLst>
                <a:gs pos="0">
                  <a:srgbClr val="CFCECE">
                    <a:alpha val="22179"/>
                  </a:srgbClr>
                </a:gs>
                <a:gs pos="14286">
                  <a:srgbClr val="CFCECE">
                    <a:alpha val="20584"/>
                  </a:srgbClr>
                </a:gs>
                <a:gs pos="28571">
                  <a:srgbClr val="CFCECE">
                    <a:alpha val="16385"/>
                  </a:srgbClr>
                </a:gs>
                <a:gs pos="42857">
                  <a:srgbClr val="CFCECE">
                    <a:alpha val="11075"/>
                  </a:srgbClr>
                </a:gs>
                <a:gs pos="57143">
                  <a:srgbClr val="CFCECE">
                    <a:alpha val="6297"/>
                  </a:srgbClr>
                </a:gs>
                <a:gs pos="71429">
                  <a:srgbClr val="CFCECE">
                    <a:alpha val="2999"/>
                  </a:srgbClr>
                </a:gs>
                <a:gs pos="85714">
                  <a:srgbClr val="CFCECE">
                    <a:alpha val="1197"/>
                  </a:srgbClr>
                </a:gs>
                <a:gs pos="100000">
                  <a:srgbClr val="CFCECE">
                    <a:alpha val="4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Splat 120"/>
            <p:cNvSpPr>
              <a:spLocks noGrp="1"/>
            </p:cNvSpPr>
            <p:nvPr/>
          </p:nvSpPr>
          <p:spPr>
            <a:xfrm rot="5273693">
              <a:off x="2100059" y="1730784"/>
              <a:ext cx="200274" cy="113741"/>
            </a:xfrm>
            <a:prstGeom prst="ellipse">
              <a:avLst/>
            </a:prstGeom>
            <a:gradFill>
              <a:gsLst>
                <a:gs pos="0">
                  <a:srgbClr val="FDFCFC">
                    <a:alpha val="32689"/>
                  </a:srgbClr>
                </a:gs>
                <a:gs pos="14286">
                  <a:srgbClr val="FDFCFC">
                    <a:alpha val="30499"/>
                  </a:srgbClr>
                </a:gs>
                <a:gs pos="28571">
                  <a:srgbClr val="FDFCFC">
                    <a:alpha val="24610"/>
                  </a:srgbClr>
                </a:gs>
                <a:gs pos="42857">
                  <a:srgbClr val="FDFCFC">
                    <a:alpha val="16914"/>
                  </a:srgbClr>
                </a:gs>
                <a:gs pos="57143">
                  <a:srgbClr val="FDFCFC">
                    <a:alpha val="9758"/>
                  </a:srgbClr>
                </a:gs>
                <a:gs pos="71429">
                  <a:srgbClr val="FDFCFC">
                    <a:alpha val="4692"/>
                  </a:srgbClr>
                </a:gs>
                <a:gs pos="85714">
                  <a:srgbClr val="FDFCFC">
                    <a:alpha val="1882"/>
                  </a:srgbClr>
                </a:gs>
                <a:gs pos="100000">
                  <a:srgbClr val="FDFCFC">
                    <a:alpha val="6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Splat 121"/>
            <p:cNvSpPr>
              <a:spLocks noGrp="1"/>
            </p:cNvSpPr>
            <p:nvPr/>
          </p:nvSpPr>
          <p:spPr>
            <a:xfrm rot="8685952">
              <a:off x="2263086" y="2115331"/>
              <a:ext cx="68461" cy="17803"/>
            </a:xfrm>
            <a:prstGeom prst="ellipse">
              <a:avLst/>
            </a:prstGeom>
            <a:gradFill>
              <a:gsLst>
                <a:gs pos="0">
                  <a:srgbClr val="D3D3D3">
                    <a:alpha val="16348"/>
                  </a:srgbClr>
                </a:gs>
                <a:gs pos="14286">
                  <a:srgbClr val="D3D3D3">
                    <a:alpha val="15131"/>
                  </a:srgbClr>
                </a:gs>
                <a:gs pos="28571">
                  <a:srgbClr val="D3D3D3">
                    <a:alpha val="11961"/>
                  </a:srgbClr>
                </a:gs>
                <a:gs pos="42857">
                  <a:srgbClr val="D3D3D3">
                    <a:alpha val="8016"/>
                  </a:srgbClr>
                </a:gs>
                <a:gs pos="57143">
                  <a:srgbClr val="D3D3D3">
                    <a:alpha val="4524"/>
                  </a:srgbClr>
                </a:gs>
                <a:gs pos="71429">
                  <a:srgbClr val="D3D3D3">
                    <a:alpha val="2144"/>
                  </a:srgbClr>
                </a:gs>
                <a:gs pos="85714">
                  <a:srgbClr val="D3D3D3">
                    <a:alpha val="853"/>
                  </a:srgbClr>
                </a:gs>
                <a:gs pos="100000">
                  <a:srgbClr val="D3D3D3">
                    <a:alpha val="2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Splat 122"/>
            <p:cNvSpPr>
              <a:spLocks noGrp="1"/>
            </p:cNvSpPr>
            <p:nvPr/>
          </p:nvSpPr>
          <p:spPr>
            <a:xfrm rot="7602075">
              <a:off x="2125984" y="2065176"/>
              <a:ext cx="68461" cy="17959"/>
            </a:xfrm>
            <a:prstGeom prst="ellipse">
              <a:avLst/>
            </a:prstGeom>
            <a:gradFill>
              <a:gsLst>
                <a:gs pos="0">
                  <a:srgbClr val="BBBBBB">
                    <a:alpha val="16232"/>
                  </a:srgbClr>
                </a:gs>
                <a:gs pos="14286">
                  <a:srgbClr val="BBBBBB">
                    <a:alpha val="15023"/>
                  </a:srgbClr>
                </a:gs>
                <a:gs pos="28571">
                  <a:srgbClr val="BBBBBB">
                    <a:alpha val="11874"/>
                  </a:srgbClr>
                </a:gs>
                <a:gs pos="42857">
                  <a:srgbClr val="BBBBBB">
                    <a:alpha val="7956"/>
                  </a:srgbClr>
                </a:gs>
                <a:gs pos="57143">
                  <a:srgbClr val="BBBBBB">
                    <a:alpha val="4490"/>
                  </a:srgbClr>
                </a:gs>
                <a:gs pos="71429">
                  <a:srgbClr val="BBBBBB">
                    <a:alpha val="2127"/>
                  </a:srgbClr>
                </a:gs>
                <a:gs pos="85714">
                  <a:srgbClr val="BBBBBB">
                    <a:alpha val="847"/>
                  </a:srgbClr>
                </a:gs>
                <a:gs pos="100000">
                  <a:srgbClr val="BBBBBB">
                    <a:alpha val="2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Splat 123"/>
            <p:cNvSpPr>
              <a:spLocks noGrp="1"/>
            </p:cNvSpPr>
            <p:nvPr/>
          </p:nvSpPr>
          <p:spPr>
            <a:xfrm rot="4653235">
              <a:off x="2575285" y="2207858"/>
              <a:ext cx="68461" cy="17965"/>
            </a:xfrm>
            <a:prstGeom prst="ellipse">
              <a:avLst/>
            </a:prstGeom>
            <a:gradFill>
              <a:gsLst>
                <a:gs pos="0">
                  <a:srgbClr val="BABBBB">
                    <a:alpha val="16228"/>
                  </a:srgbClr>
                </a:gs>
                <a:gs pos="14286">
                  <a:srgbClr val="BABBBB">
                    <a:alpha val="15019"/>
                  </a:srgbClr>
                </a:gs>
                <a:gs pos="28571">
                  <a:srgbClr val="BABBBB">
                    <a:alpha val="11871"/>
                  </a:srgbClr>
                </a:gs>
                <a:gs pos="42857">
                  <a:srgbClr val="BABBBB">
                    <a:alpha val="7954"/>
                  </a:srgbClr>
                </a:gs>
                <a:gs pos="57143">
                  <a:srgbClr val="BABBBB">
                    <a:alpha val="4489"/>
                  </a:srgbClr>
                </a:gs>
                <a:gs pos="71429">
                  <a:srgbClr val="BABBBB">
                    <a:alpha val="2127"/>
                  </a:srgbClr>
                </a:gs>
                <a:gs pos="85714">
                  <a:srgbClr val="BABBBB">
                    <a:alpha val="846"/>
                  </a:srgbClr>
                </a:gs>
                <a:gs pos="100000">
                  <a:srgbClr val="BABBBB">
                    <a:alpha val="2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Splat 124"/>
            <p:cNvSpPr>
              <a:spLocks noGrp="1"/>
            </p:cNvSpPr>
            <p:nvPr/>
          </p:nvSpPr>
          <p:spPr>
            <a:xfrm rot="5736763">
              <a:off x="2610711" y="1984470"/>
              <a:ext cx="68461" cy="17972"/>
            </a:xfrm>
            <a:prstGeom prst="ellipse">
              <a:avLst/>
            </a:prstGeom>
            <a:gradFill>
              <a:gsLst>
                <a:gs pos="0">
                  <a:srgbClr val="AEAEAE">
                    <a:alpha val="16223"/>
                  </a:srgbClr>
                </a:gs>
                <a:gs pos="14286">
                  <a:srgbClr val="AEAEAE">
                    <a:alpha val="15015"/>
                  </a:srgbClr>
                </a:gs>
                <a:gs pos="28571">
                  <a:srgbClr val="AEAEAE">
                    <a:alpha val="11867"/>
                  </a:srgbClr>
                </a:gs>
                <a:gs pos="42857">
                  <a:srgbClr val="AEAEAE">
                    <a:alpha val="7952"/>
                  </a:srgbClr>
                </a:gs>
                <a:gs pos="57143">
                  <a:srgbClr val="AEAEAE">
                    <a:alpha val="4487"/>
                  </a:srgbClr>
                </a:gs>
                <a:gs pos="71429">
                  <a:srgbClr val="AEAEAE">
                    <a:alpha val="2126"/>
                  </a:srgbClr>
                </a:gs>
                <a:gs pos="85714">
                  <a:srgbClr val="AEAEAE">
                    <a:alpha val="846"/>
                  </a:srgbClr>
                </a:gs>
                <a:gs pos="100000">
                  <a:srgbClr val="AEAEAE">
                    <a:alpha val="2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Splat 125"/>
            <p:cNvSpPr>
              <a:spLocks noGrp="1"/>
            </p:cNvSpPr>
            <p:nvPr/>
          </p:nvSpPr>
          <p:spPr>
            <a:xfrm rot="-10289397">
              <a:off x="2223687" y="2020484"/>
              <a:ext cx="68461" cy="18003"/>
            </a:xfrm>
            <a:prstGeom prst="ellipse">
              <a:avLst/>
            </a:prstGeom>
            <a:gradFill>
              <a:gsLst>
                <a:gs pos="0">
                  <a:srgbClr val="D2D2D2">
                    <a:alpha val="16200"/>
                  </a:srgbClr>
                </a:gs>
                <a:gs pos="14286">
                  <a:srgbClr val="D2D2D2">
                    <a:alpha val="14993"/>
                  </a:srgbClr>
                </a:gs>
                <a:gs pos="28571">
                  <a:srgbClr val="D2D2D2">
                    <a:alpha val="11850"/>
                  </a:srgbClr>
                </a:gs>
                <a:gs pos="42857">
                  <a:srgbClr val="D2D2D2">
                    <a:alpha val="7940"/>
                  </a:srgbClr>
                </a:gs>
                <a:gs pos="57143">
                  <a:srgbClr val="D2D2D2">
                    <a:alpha val="4481"/>
                  </a:srgbClr>
                </a:gs>
                <a:gs pos="71429">
                  <a:srgbClr val="D2D2D2">
                    <a:alpha val="2123"/>
                  </a:srgbClr>
                </a:gs>
                <a:gs pos="85714">
                  <a:srgbClr val="D2D2D2">
                    <a:alpha val="845"/>
                  </a:srgbClr>
                </a:gs>
                <a:gs pos="100000">
                  <a:srgbClr val="D2D2D2">
                    <a:alpha val="2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Splat 126"/>
            <p:cNvSpPr>
              <a:spLocks noGrp="1"/>
            </p:cNvSpPr>
            <p:nvPr/>
          </p:nvSpPr>
          <p:spPr>
            <a:xfrm rot="7892146">
              <a:off x="2034981" y="2127020"/>
              <a:ext cx="266930" cy="89482"/>
            </a:xfrm>
            <a:prstGeom prst="ellipse">
              <a:avLst/>
            </a:prstGeom>
            <a:gradFill>
              <a:gsLst>
                <a:gs pos="0">
                  <a:srgbClr val="FFFEFE">
                    <a:alpha val="32681"/>
                  </a:srgbClr>
                </a:gs>
                <a:gs pos="14286">
                  <a:srgbClr val="FFFEFE">
                    <a:alpha val="30491"/>
                  </a:srgbClr>
                </a:gs>
                <a:gs pos="28571">
                  <a:srgbClr val="FFFEFE">
                    <a:alpha val="24603"/>
                  </a:srgbClr>
                </a:gs>
                <a:gs pos="42857">
                  <a:srgbClr val="FFFEFE">
                    <a:alpha val="16909"/>
                  </a:srgbClr>
                </a:gs>
                <a:gs pos="57143">
                  <a:srgbClr val="FFFEFE">
                    <a:alpha val="9755"/>
                  </a:srgbClr>
                </a:gs>
                <a:gs pos="71429">
                  <a:srgbClr val="FFFEFE">
                    <a:alpha val="4691"/>
                  </a:srgbClr>
                </a:gs>
                <a:gs pos="85714">
                  <a:srgbClr val="FFFEFE">
                    <a:alpha val="1882"/>
                  </a:srgbClr>
                </a:gs>
                <a:gs pos="100000">
                  <a:srgbClr val="FFFEFE">
                    <a:alpha val="6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Splat 127"/>
            <p:cNvSpPr>
              <a:spLocks noGrp="1"/>
            </p:cNvSpPr>
            <p:nvPr/>
          </p:nvSpPr>
          <p:spPr>
            <a:xfrm rot="7237582">
              <a:off x="2117771" y="1884277"/>
              <a:ext cx="129127" cy="51787"/>
            </a:xfrm>
            <a:prstGeom prst="ellipse">
              <a:avLst/>
            </a:prstGeom>
            <a:gradFill>
              <a:gsLst>
                <a:gs pos="0">
                  <a:srgbClr val="D6D6D6">
                    <a:alpha val="32698"/>
                  </a:srgbClr>
                </a:gs>
                <a:gs pos="14286">
                  <a:srgbClr val="D6D6D6">
                    <a:alpha val="30507"/>
                  </a:srgbClr>
                </a:gs>
                <a:gs pos="28571">
                  <a:srgbClr val="D6D6D6">
                    <a:alpha val="24617"/>
                  </a:srgbClr>
                </a:gs>
                <a:gs pos="42857">
                  <a:srgbClr val="D6D6D6">
                    <a:alpha val="16919"/>
                  </a:srgbClr>
                </a:gs>
                <a:gs pos="57143">
                  <a:srgbClr val="D6D6D6">
                    <a:alpha val="9761"/>
                  </a:srgbClr>
                </a:gs>
                <a:gs pos="71429">
                  <a:srgbClr val="D6D6D6">
                    <a:alpha val="4694"/>
                  </a:srgbClr>
                </a:gs>
                <a:gs pos="85714">
                  <a:srgbClr val="D6D6D6">
                    <a:alpha val="1883"/>
                  </a:srgbClr>
                </a:gs>
                <a:gs pos="100000">
                  <a:srgbClr val="D6D6D6">
                    <a:alpha val="6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Splat 128"/>
            <p:cNvSpPr>
              <a:spLocks noGrp="1"/>
            </p:cNvSpPr>
            <p:nvPr/>
          </p:nvSpPr>
          <p:spPr>
            <a:xfrm rot="9478611">
              <a:off x="2268811" y="1817323"/>
              <a:ext cx="68461" cy="18036"/>
            </a:xfrm>
            <a:prstGeom prst="ellipse">
              <a:avLst/>
            </a:prstGeom>
            <a:gradFill>
              <a:gsLst>
                <a:gs pos="0">
                  <a:srgbClr val="9F9F9F">
                    <a:alpha val="16175"/>
                  </a:srgbClr>
                </a:gs>
                <a:gs pos="14286">
                  <a:srgbClr val="9F9F9F">
                    <a:alpha val="14971"/>
                  </a:srgbClr>
                </a:gs>
                <a:gs pos="28571">
                  <a:srgbClr val="9F9F9F">
                    <a:alpha val="11831"/>
                  </a:srgbClr>
                </a:gs>
                <a:gs pos="42857">
                  <a:srgbClr val="9F9F9F">
                    <a:alpha val="7927"/>
                  </a:srgbClr>
                </a:gs>
                <a:gs pos="57143">
                  <a:srgbClr val="9F9F9F">
                    <a:alpha val="4473"/>
                  </a:srgbClr>
                </a:gs>
                <a:gs pos="71429">
                  <a:srgbClr val="9F9F9F">
                    <a:alpha val="2119"/>
                  </a:srgbClr>
                </a:gs>
                <a:gs pos="85714">
                  <a:srgbClr val="9F9F9F">
                    <a:alpha val="844"/>
                  </a:srgbClr>
                </a:gs>
                <a:gs pos="100000">
                  <a:srgbClr val="9F9F9F">
                    <a:alpha val="2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Splat 129"/>
            <p:cNvSpPr>
              <a:spLocks noGrp="1"/>
            </p:cNvSpPr>
            <p:nvPr/>
          </p:nvSpPr>
          <p:spPr>
            <a:xfrm rot="4569545">
              <a:off x="2141668" y="2133519"/>
              <a:ext cx="119491" cy="73077"/>
            </a:xfrm>
            <a:prstGeom prst="ellipse">
              <a:avLst/>
            </a:prstGeom>
            <a:gradFill>
              <a:gsLst>
                <a:gs pos="0">
                  <a:srgbClr val="FAFAF9">
                    <a:alpha val="21606"/>
                  </a:srgbClr>
                </a:gs>
                <a:gs pos="14286">
                  <a:srgbClr val="FAFAF9">
                    <a:alpha val="20047"/>
                  </a:srgbClr>
                </a:gs>
                <a:gs pos="28571">
                  <a:srgbClr val="FAFAF9">
                    <a:alpha val="15946"/>
                  </a:srgbClr>
                </a:gs>
                <a:gs pos="42857">
                  <a:srgbClr val="FAFAF9">
                    <a:alpha val="10769"/>
                  </a:srgbClr>
                </a:gs>
                <a:gs pos="57143">
                  <a:srgbClr val="FAFAF9">
                    <a:alpha val="6118"/>
                  </a:srgbClr>
                </a:gs>
                <a:gs pos="71429">
                  <a:srgbClr val="FAFAF9">
                    <a:alpha val="2912"/>
                  </a:srgbClr>
                </a:gs>
                <a:gs pos="85714">
                  <a:srgbClr val="FAFAF9">
                    <a:alpha val="1162"/>
                  </a:srgbClr>
                </a:gs>
                <a:gs pos="100000">
                  <a:srgbClr val="FAFAF9">
                    <a:alpha val="3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Splat 130"/>
            <p:cNvSpPr>
              <a:spLocks noGrp="1"/>
            </p:cNvSpPr>
            <p:nvPr/>
          </p:nvSpPr>
          <p:spPr>
            <a:xfrm rot="8916471">
              <a:off x="2125609" y="1818570"/>
              <a:ext cx="68461" cy="18047"/>
            </a:xfrm>
            <a:prstGeom prst="ellipse">
              <a:avLst/>
            </a:prstGeom>
            <a:gradFill>
              <a:gsLst>
                <a:gs pos="0">
                  <a:srgbClr val="888888">
                    <a:alpha val="16167"/>
                  </a:srgbClr>
                </a:gs>
                <a:gs pos="14286">
                  <a:srgbClr val="888888">
                    <a:alpha val="14963"/>
                  </a:srgbClr>
                </a:gs>
                <a:gs pos="28571">
                  <a:srgbClr val="888888">
                    <a:alpha val="11825"/>
                  </a:srgbClr>
                </a:gs>
                <a:gs pos="42857">
                  <a:srgbClr val="888888">
                    <a:alpha val="7923"/>
                  </a:srgbClr>
                </a:gs>
                <a:gs pos="57143">
                  <a:srgbClr val="888888">
                    <a:alpha val="4471"/>
                  </a:srgbClr>
                </a:gs>
                <a:gs pos="71429">
                  <a:srgbClr val="888888">
                    <a:alpha val="2118"/>
                  </a:srgbClr>
                </a:gs>
                <a:gs pos="85714">
                  <a:srgbClr val="888888">
                    <a:alpha val="843"/>
                  </a:srgbClr>
                </a:gs>
                <a:gs pos="100000">
                  <a:srgbClr val="888888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Splat 131"/>
            <p:cNvSpPr>
              <a:spLocks noGrp="1"/>
            </p:cNvSpPr>
            <p:nvPr/>
          </p:nvSpPr>
          <p:spPr>
            <a:xfrm rot="4947854">
              <a:off x="2553755" y="2183485"/>
              <a:ext cx="68461" cy="17926"/>
            </a:xfrm>
            <a:prstGeom prst="ellipse">
              <a:avLst/>
            </a:prstGeom>
            <a:gradFill>
              <a:gsLst>
                <a:gs pos="0">
                  <a:srgbClr val="BFC0BF">
                    <a:alpha val="16257"/>
                  </a:srgbClr>
                </a:gs>
                <a:gs pos="14286">
                  <a:srgbClr val="BFC0BF">
                    <a:alpha val="15047"/>
                  </a:srgbClr>
                </a:gs>
                <a:gs pos="28571">
                  <a:srgbClr val="BFC0BF">
                    <a:alpha val="11893"/>
                  </a:srgbClr>
                </a:gs>
                <a:gs pos="42857">
                  <a:srgbClr val="BFC0BF">
                    <a:alpha val="7969"/>
                  </a:srgbClr>
                </a:gs>
                <a:gs pos="57143">
                  <a:srgbClr val="BFC0BF">
                    <a:alpha val="4497"/>
                  </a:srgbClr>
                </a:gs>
                <a:gs pos="71429">
                  <a:srgbClr val="BFC0BF">
                    <a:alpha val="2131"/>
                  </a:srgbClr>
                </a:gs>
                <a:gs pos="85714">
                  <a:srgbClr val="BFC0BF">
                    <a:alpha val="848"/>
                  </a:srgbClr>
                </a:gs>
                <a:gs pos="100000">
                  <a:srgbClr val="BFC0BF">
                    <a:alpha val="2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Splat 132"/>
            <p:cNvSpPr>
              <a:spLocks noGrp="1"/>
            </p:cNvSpPr>
            <p:nvPr/>
          </p:nvSpPr>
          <p:spPr>
            <a:xfrm rot="-10774440">
              <a:off x="2192105" y="2039368"/>
              <a:ext cx="180034" cy="42358"/>
            </a:xfrm>
            <a:prstGeom prst="ellipse">
              <a:avLst/>
            </a:prstGeom>
            <a:gradFill>
              <a:gsLst>
                <a:gs pos="0">
                  <a:srgbClr val="E5E6E6">
                    <a:alpha val="3990"/>
                  </a:srgbClr>
                </a:gs>
                <a:gs pos="14286">
                  <a:srgbClr val="E5E6E6">
                    <a:alpha val="3673"/>
                  </a:srgbClr>
                </a:gs>
                <a:gs pos="28571">
                  <a:srgbClr val="E5E6E6">
                    <a:alpha val="2864"/>
                  </a:srgbClr>
                </a:gs>
                <a:gs pos="42857">
                  <a:srgbClr val="E5E6E6">
                    <a:alpha val="1888"/>
                  </a:srgbClr>
                </a:gs>
                <a:gs pos="57143">
                  <a:srgbClr val="E5E6E6">
                    <a:alpha val="1050"/>
                  </a:srgbClr>
                </a:gs>
                <a:gs pos="71429">
                  <a:srgbClr val="E5E6E6">
                    <a:alpha val="493"/>
                  </a:srgbClr>
                </a:gs>
                <a:gs pos="85714">
                  <a:srgbClr val="E5E6E6">
                    <a:alpha val="195"/>
                  </a:srgbClr>
                </a:gs>
                <a:gs pos="100000">
                  <a:srgbClr val="E5E6E6">
                    <a:alpha val="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Splat 133"/>
            <p:cNvSpPr>
              <a:spLocks noGrp="1"/>
            </p:cNvSpPr>
            <p:nvPr/>
          </p:nvSpPr>
          <p:spPr>
            <a:xfrm rot="9709856">
              <a:off x="2085449" y="2031233"/>
              <a:ext cx="177413" cy="105468"/>
            </a:xfrm>
            <a:prstGeom prst="ellipse">
              <a:avLst/>
            </a:prstGeom>
            <a:gradFill>
              <a:gsLst>
                <a:gs pos="0">
                  <a:srgbClr val="FEFFFF">
                    <a:alpha val="30783"/>
                  </a:srgbClr>
                </a:gs>
                <a:gs pos="14286">
                  <a:srgbClr val="FEFFFF">
                    <a:alpha val="28692"/>
                  </a:srgbClr>
                </a:gs>
                <a:gs pos="28571">
                  <a:srgbClr val="FEFFFF">
                    <a:alpha val="23092"/>
                  </a:srgbClr>
                </a:gs>
                <a:gs pos="42857">
                  <a:srgbClr val="FEFFFF">
                    <a:alpha val="15821"/>
                  </a:srgbClr>
                </a:gs>
                <a:gs pos="57143">
                  <a:srgbClr val="FEFFFF">
                    <a:alpha val="9102"/>
                  </a:srgbClr>
                </a:gs>
                <a:gs pos="71429">
                  <a:srgbClr val="FEFFFF">
                    <a:alpha val="4369"/>
                  </a:srgbClr>
                </a:gs>
                <a:gs pos="85714">
                  <a:srgbClr val="FEFFFF">
                    <a:alpha val="1751"/>
                  </a:srgbClr>
                </a:gs>
                <a:gs pos="100000">
                  <a:srgbClr val="FEFFFF">
                    <a:alpha val="5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Splat 134"/>
            <p:cNvSpPr>
              <a:spLocks noGrp="1"/>
            </p:cNvSpPr>
            <p:nvPr/>
          </p:nvSpPr>
          <p:spPr>
            <a:xfrm rot="3228813">
              <a:off x="2033924" y="1867578"/>
              <a:ext cx="233099" cy="101502"/>
            </a:xfrm>
            <a:prstGeom prst="ellipse">
              <a:avLst/>
            </a:prstGeom>
            <a:gradFill>
              <a:gsLst>
                <a:gs pos="0">
                  <a:srgbClr val="EFEFEF">
                    <a:alpha val="31793"/>
                  </a:srgbClr>
                </a:gs>
                <a:gs pos="14286">
                  <a:srgbClr val="EFEFEF">
                    <a:alpha val="29649"/>
                  </a:srgbClr>
                </a:gs>
                <a:gs pos="28571">
                  <a:srgbClr val="EFEFEF">
                    <a:alpha val="23895"/>
                  </a:srgbClr>
                </a:gs>
                <a:gs pos="42857">
                  <a:srgbClr val="EFEFEF">
                    <a:alpha val="16398"/>
                  </a:srgbClr>
                </a:gs>
                <a:gs pos="57143">
                  <a:srgbClr val="EFEFEF">
                    <a:alpha val="9448"/>
                  </a:srgbClr>
                </a:gs>
                <a:gs pos="71429">
                  <a:srgbClr val="EFEFEF">
                    <a:alpha val="4539"/>
                  </a:srgbClr>
                </a:gs>
                <a:gs pos="85714">
                  <a:srgbClr val="EFEFEF">
                    <a:alpha val="1820"/>
                  </a:srgbClr>
                </a:gs>
                <a:gs pos="100000">
                  <a:srgbClr val="EFEFEF">
                    <a:alpha val="6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Splat 135"/>
            <p:cNvSpPr>
              <a:spLocks noGrp="1"/>
            </p:cNvSpPr>
            <p:nvPr/>
          </p:nvSpPr>
          <p:spPr>
            <a:xfrm rot="6723163">
              <a:off x="2341294" y="1829311"/>
              <a:ext cx="105521" cy="70757"/>
            </a:xfrm>
            <a:prstGeom prst="ellipse">
              <a:avLst/>
            </a:prstGeom>
            <a:gradFill>
              <a:gsLst>
                <a:gs pos="0">
                  <a:srgbClr val="FCFBFB">
                    <a:alpha val="31919"/>
                  </a:srgbClr>
                </a:gs>
                <a:gs pos="14286">
                  <a:srgbClr val="FCFBFB">
                    <a:alpha val="29768"/>
                  </a:srgbClr>
                </a:gs>
                <a:gs pos="28571">
                  <a:srgbClr val="FCFBFB">
                    <a:alpha val="23995"/>
                  </a:srgbClr>
                </a:gs>
                <a:gs pos="42857">
                  <a:srgbClr val="FCFBFB">
                    <a:alpha val="16470"/>
                  </a:srgbClr>
                </a:gs>
                <a:gs pos="57143">
                  <a:srgbClr val="FCFBFB">
                    <a:alpha val="9491"/>
                  </a:srgbClr>
                </a:gs>
                <a:gs pos="71429">
                  <a:srgbClr val="FCFBFB">
                    <a:alpha val="4561"/>
                  </a:srgbClr>
                </a:gs>
                <a:gs pos="85714">
                  <a:srgbClr val="FCFBFB">
                    <a:alpha val="1829"/>
                  </a:srgbClr>
                </a:gs>
                <a:gs pos="100000">
                  <a:srgbClr val="FCFBFB">
                    <a:alpha val="6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Splat 136"/>
            <p:cNvSpPr>
              <a:spLocks noGrp="1"/>
            </p:cNvSpPr>
            <p:nvPr/>
          </p:nvSpPr>
          <p:spPr>
            <a:xfrm rot="-9295018">
              <a:off x="2301593" y="2140098"/>
              <a:ext cx="135656" cy="63017"/>
            </a:xfrm>
            <a:prstGeom prst="ellipse">
              <a:avLst/>
            </a:prstGeom>
            <a:gradFill>
              <a:gsLst>
                <a:gs pos="0">
                  <a:srgbClr val="F9F9F9">
                    <a:alpha val="27368"/>
                  </a:srgbClr>
                </a:gs>
                <a:gs pos="14286">
                  <a:srgbClr val="F9F9F9">
                    <a:alpha val="25465"/>
                  </a:srgbClr>
                </a:gs>
                <a:gs pos="28571">
                  <a:srgbClr val="F9F9F9">
                    <a:alpha val="20403"/>
                  </a:srgbClr>
                </a:gs>
                <a:gs pos="42857">
                  <a:srgbClr val="F9F9F9">
                    <a:alpha val="13901"/>
                  </a:srgbClr>
                </a:gs>
                <a:gs pos="57143">
                  <a:srgbClr val="F9F9F9">
                    <a:alpha val="7959"/>
                  </a:srgbClr>
                </a:gs>
                <a:gs pos="71429">
                  <a:srgbClr val="F9F9F9">
                    <a:alpha val="3808"/>
                  </a:srgbClr>
                </a:gs>
                <a:gs pos="85714">
                  <a:srgbClr val="F9F9F9">
                    <a:alpha val="1523"/>
                  </a:srgbClr>
                </a:gs>
                <a:gs pos="100000">
                  <a:srgbClr val="F9F9F9">
                    <a:alpha val="5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Splat 137"/>
            <p:cNvSpPr>
              <a:spLocks noGrp="1"/>
            </p:cNvSpPr>
            <p:nvPr/>
          </p:nvSpPr>
          <p:spPr>
            <a:xfrm rot="7150247">
              <a:off x="2103842" y="1953485"/>
              <a:ext cx="112542" cy="48402"/>
            </a:xfrm>
            <a:prstGeom prst="ellipse">
              <a:avLst/>
            </a:prstGeom>
            <a:gradFill>
              <a:gsLst>
                <a:gs pos="0">
                  <a:srgbClr val="0E020E">
                    <a:alpha val="32239"/>
                  </a:srgbClr>
                </a:gs>
                <a:gs pos="14286">
                  <a:srgbClr val="0E020E">
                    <a:alpha val="30072"/>
                  </a:srgbClr>
                </a:gs>
                <a:gs pos="28571">
                  <a:srgbClr val="0E020E">
                    <a:alpha val="24251"/>
                  </a:srgbClr>
                </a:gs>
                <a:gs pos="42857">
                  <a:srgbClr val="0E020E">
                    <a:alpha val="16655"/>
                  </a:srgbClr>
                </a:gs>
                <a:gs pos="57143">
                  <a:srgbClr val="0E020E">
                    <a:alpha val="9602"/>
                  </a:srgbClr>
                </a:gs>
                <a:gs pos="71429">
                  <a:srgbClr val="0E020E">
                    <a:alpha val="4615"/>
                  </a:srgbClr>
                </a:gs>
                <a:gs pos="85714">
                  <a:srgbClr val="0E020E">
                    <a:alpha val="1851"/>
                  </a:srgbClr>
                </a:gs>
                <a:gs pos="100000">
                  <a:srgbClr val="0E020E">
                    <a:alpha val="6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Splat 138"/>
            <p:cNvSpPr>
              <a:spLocks noGrp="1"/>
            </p:cNvSpPr>
            <p:nvPr/>
          </p:nvSpPr>
          <p:spPr>
            <a:xfrm rot="-9618808">
              <a:off x="2471873" y="1726096"/>
              <a:ext cx="68461" cy="18182"/>
            </a:xfrm>
            <a:prstGeom prst="ellipse">
              <a:avLst/>
            </a:prstGeom>
            <a:gradFill>
              <a:gsLst>
                <a:gs pos="0">
                  <a:srgbClr val="3E3E3E">
                    <a:alpha val="16066"/>
                  </a:srgbClr>
                </a:gs>
                <a:gs pos="14286">
                  <a:srgbClr val="3E3E3E">
                    <a:alpha val="14869"/>
                  </a:srgbClr>
                </a:gs>
                <a:gs pos="28571">
                  <a:srgbClr val="3E3E3E">
                    <a:alpha val="11750"/>
                  </a:srgbClr>
                </a:gs>
                <a:gs pos="42857">
                  <a:srgbClr val="3E3E3E">
                    <a:alpha val="7871"/>
                  </a:srgbClr>
                </a:gs>
                <a:gs pos="57143">
                  <a:srgbClr val="3E3E3E">
                    <a:alpha val="4441"/>
                  </a:srgbClr>
                </a:gs>
                <a:gs pos="71429">
                  <a:srgbClr val="3E3E3E">
                    <a:alpha val="2104"/>
                  </a:srgbClr>
                </a:gs>
                <a:gs pos="85714">
                  <a:srgbClr val="3E3E3E">
                    <a:alpha val="837"/>
                  </a:srgbClr>
                </a:gs>
                <a:gs pos="100000">
                  <a:srgbClr val="3E3E3E">
                    <a:alpha val="2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Splat 139"/>
            <p:cNvSpPr>
              <a:spLocks noGrp="1"/>
            </p:cNvSpPr>
            <p:nvPr/>
          </p:nvSpPr>
          <p:spPr>
            <a:xfrm rot="9975719">
              <a:off x="2225763" y="1840034"/>
              <a:ext cx="68461" cy="18174"/>
            </a:xfrm>
            <a:prstGeom prst="ellipse">
              <a:avLst/>
            </a:prstGeom>
            <a:gradFill>
              <a:gsLst>
                <a:gs pos="0">
                  <a:srgbClr val="9C9C9C">
                    <a:alpha val="16073"/>
                  </a:srgbClr>
                </a:gs>
                <a:gs pos="14286">
                  <a:srgbClr val="9C9C9C">
                    <a:alpha val="14875"/>
                  </a:srgbClr>
                </a:gs>
                <a:gs pos="28571">
                  <a:srgbClr val="9C9C9C">
                    <a:alpha val="11754"/>
                  </a:srgbClr>
                </a:gs>
                <a:gs pos="42857">
                  <a:srgbClr val="9C9C9C">
                    <a:alpha val="7875"/>
                  </a:srgbClr>
                </a:gs>
                <a:gs pos="57143">
                  <a:srgbClr val="9C9C9C">
                    <a:alpha val="4443"/>
                  </a:srgbClr>
                </a:gs>
                <a:gs pos="71429">
                  <a:srgbClr val="9C9C9C">
                    <a:alpha val="2105"/>
                  </a:srgbClr>
                </a:gs>
                <a:gs pos="85714">
                  <a:srgbClr val="9C9C9C">
                    <a:alpha val="838"/>
                  </a:srgbClr>
                </a:gs>
                <a:gs pos="100000">
                  <a:srgbClr val="9C9C9C">
                    <a:alpha val="2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Splat 140"/>
            <p:cNvSpPr>
              <a:spLocks noGrp="1"/>
            </p:cNvSpPr>
            <p:nvPr/>
          </p:nvSpPr>
          <p:spPr>
            <a:xfrm rot="-8197640">
              <a:off x="2164902" y="2191477"/>
              <a:ext cx="68461" cy="18143"/>
            </a:xfrm>
            <a:prstGeom prst="ellipse">
              <a:avLst/>
            </a:prstGeom>
            <a:gradFill>
              <a:gsLst>
                <a:gs pos="0">
                  <a:srgbClr val="BABABA">
                    <a:alpha val="16095"/>
                  </a:srgbClr>
                </a:gs>
                <a:gs pos="14286">
                  <a:srgbClr val="BABABA">
                    <a:alpha val="14896"/>
                  </a:srgbClr>
                </a:gs>
                <a:gs pos="28571">
                  <a:srgbClr val="BABABA">
                    <a:alpha val="11771"/>
                  </a:srgbClr>
                </a:gs>
                <a:gs pos="42857">
                  <a:srgbClr val="BABABA">
                    <a:alpha val="7886"/>
                  </a:srgbClr>
                </a:gs>
                <a:gs pos="57143">
                  <a:srgbClr val="BABABA">
                    <a:alpha val="4450"/>
                  </a:srgbClr>
                </a:gs>
                <a:gs pos="71429">
                  <a:srgbClr val="BABABA">
                    <a:alpha val="2108"/>
                  </a:srgbClr>
                </a:gs>
                <a:gs pos="85714">
                  <a:srgbClr val="BABABA">
                    <a:alpha val="839"/>
                  </a:srgbClr>
                </a:gs>
                <a:gs pos="100000">
                  <a:srgbClr val="BABABA">
                    <a:alpha val="2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Splat 141"/>
            <p:cNvSpPr>
              <a:spLocks noGrp="1"/>
            </p:cNvSpPr>
            <p:nvPr/>
          </p:nvSpPr>
          <p:spPr>
            <a:xfrm rot="7455864">
              <a:off x="2234764" y="1880955"/>
              <a:ext cx="145441" cy="80556"/>
            </a:xfrm>
            <a:prstGeom prst="ellipse">
              <a:avLst/>
            </a:prstGeom>
            <a:gradFill>
              <a:gsLst>
                <a:gs pos="0">
                  <a:srgbClr val="FFFFFE">
                    <a:alpha val="32942"/>
                  </a:srgbClr>
                </a:gs>
                <a:gs pos="14286">
                  <a:srgbClr val="FFFFFE">
                    <a:alpha val="30739"/>
                  </a:srgbClr>
                </a:gs>
                <a:gs pos="28571">
                  <a:srgbClr val="FFFFFE">
                    <a:alpha val="24812"/>
                  </a:srgbClr>
                </a:gs>
                <a:gs pos="42857">
                  <a:srgbClr val="FFFFFE">
                    <a:alpha val="17060"/>
                  </a:srgbClr>
                </a:gs>
                <a:gs pos="57143">
                  <a:srgbClr val="FFFFFE">
                    <a:alpha val="9846"/>
                  </a:srgbClr>
                </a:gs>
                <a:gs pos="71429">
                  <a:srgbClr val="FFFFFE">
                    <a:alpha val="4736"/>
                  </a:srgbClr>
                </a:gs>
                <a:gs pos="85714">
                  <a:srgbClr val="FFFFFE">
                    <a:alpha val="1900"/>
                  </a:srgbClr>
                </a:gs>
                <a:gs pos="100000">
                  <a:srgbClr val="FF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Splat 142"/>
            <p:cNvSpPr>
              <a:spLocks noGrp="1"/>
            </p:cNvSpPr>
            <p:nvPr/>
          </p:nvSpPr>
          <p:spPr>
            <a:xfrm rot="3198457">
              <a:off x="2505375" y="2179956"/>
              <a:ext cx="209481" cy="110507"/>
            </a:xfrm>
            <a:prstGeom prst="ellipse">
              <a:avLst/>
            </a:prstGeom>
            <a:gradFill>
              <a:gsLst>
                <a:gs pos="0">
                  <a:srgbClr val="FEFDFE">
                    <a:alpha val="31245"/>
                  </a:srgbClr>
                </a:gs>
                <a:gs pos="14286">
                  <a:srgbClr val="FEFDFE">
                    <a:alpha val="29130"/>
                  </a:srgbClr>
                </a:gs>
                <a:gs pos="28571">
                  <a:srgbClr val="FEFDFE">
                    <a:alpha val="23459"/>
                  </a:srgbClr>
                </a:gs>
                <a:gs pos="42857">
                  <a:srgbClr val="FEFDFE">
                    <a:alpha val="16084"/>
                  </a:srgbClr>
                </a:gs>
                <a:gs pos="57143">
                  <a:srgbClr val="FEFDFE">
                    <a:alpha val="9259"/>
                  </a:srgbClr>
                </a:gs>
                <a:gs pos="71429">
                  <a:srgbClr val="FEFDFE">
                    <a:alpha val="4446"/>
                  </a:srgbClr>
                </a:gs>
                <a:gs pos="85714">
                  <a:srgbClr val="FEFDFE">
                    <a:alpha val="1782"/>
                  </a:srgbClr>
                </a:gs>
                <a:gs pos="100000">
                  <a:srgbClr val="FEFDFE">
                    <a:alpha val="5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Splat 143"/>
            <p:cNvSpPr>
              <a:spLocks noGrp="1"/>
            </p:cNvSpPr>
            <p:nvPr/>
          </p:nvSpPr>
          <p:spPr>
            <a:xfrm rot="9982214">
              <a:off x="2350216" y="2366976"/>
              <a:ext cx="169458" cy="5373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Splat 144"/>
            <p:cNvSpPr>
              <a:spLocks noGrp="1"/>
            </p:cNvSpPr>
            <p:nvPr/>
          </p:nvSpPr>
          <p:spPr>
            <a:xfrm rot="8176878">
              <a:off x="2254253" y="1719394"/>
              <a:ext cx="197357" cy="14318"/>
            </a:xfrm>
            <a:prstGeom prst="ellipse">
              <a:avLst/>
            </a:prstGeom>
            <a:gradFill>
              <a:gsLst>
                <a:gs pos="0">
                  <a:srgbClr val="5E5F62">
                    <a:alpha val="32945"/>
                  </a:srgbClr>
                </a:gs>
                <a:gs pos="14286">
                  <a:srgbClr val="5E5F62">
                    <a:alpha val="30742"/>
                  </a:srgbClr>
                </a:gs>
                <a:gs pos="28571">
                  <a:srgbClr val="5E5F62">
                    <a:alpha val="24815"/>
                  </a:srgbClr>
                </a:gs>
                <a:gs pos="42857">
                  <a:srgbClr val="5E5F62">
                    <a:alpha val="17062"/>
                  </a:srgbClr>
                </a:gs>
                <a:gs pos="57143">
                  <a:srgbClr val="5E5F62">
                    <a:alpha val="9847"/>
                  </a:srgbClr>
                </a:gs>
                <a:gs pos="71429">
                  <a:srgbClr val="5E5F62">
                    <a:alpha val="4736"/>
                  </a:srgbClr>
                </a:gs>
                <a:gs pos="85714">
                  <a:srgbClr val="5E5F62">
                    <a:alpha val="1900"/>
                  </a:srgbClr>
                </a:gs>
                <a:gs pos="100000">
                  <a:srgbClr val="5E5F6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Splat 145"/>
            <p:cNvSpPr>
              <a:spLocks noGrp="1"/>
            </p:cNvSpPr>
            <p:nvPr/>
          </p:nvSpPr>
          <p:spPr>
            <a:xfrm rot="4075187">
              <a:off x="2300626" y="1783147"/>
              <a:ext cx="108001" cy="82795"/>
            </a:xfrm>
            <a:prstGeom prst="ellipse">
              <a:avLst/>
            </a:prstGeom>
            <a:gradFill>
              <a:gsLst>
                <a:gs pos="0">
                  <a:srgbClr val="D1D0D2">
                    <a:alpha val="12783"/>
                  </a:srgbClr>
                </a:gs>
                <a:gs pos="14286">
                  <a:srgbClr val="D1D0D2">
                    <a:alpha val="11813"/>
                  </a:srgbClr>
                </a:gs>
                <a:gs pos="28571">
                  <a:srgbClr val="D1D0D2">
                    <a:alpha val="9299"/>
                  </a:srgbClr>
                </a:gs>
                <a:gs pos="42857">
                  <a:srgbClr val="D1D0D2">
                    <a:alpha val="6201"/>
                  </a:srgbClr>
                </a:gs>
                <a:gs pos="57143">
                  <a:srgbClr val="D1D0D2">
                    <a:alpha val="3485"/>
                  </a:srgbClr>
                </a:gs>
                <a:gs pos="71429">
                  <a:srgbClr val="D1D0D2">
                    <a:alpha val="1647"/>
                  </a:srgbClr>
                </a:gs>
                <a:gs pos="85714">
                  <a:srgbClr val="D1D0D2">
                    <a:alpha val="654"/>
                  </a:srgbClr>
                </a:gs>
                <a:gs pos="100000">
                  <a:srgbClr val="D1D0D2">
                    <a:alpha val="2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Splat 146"/>
            <p:cNvSpPr>
              <a:spLocks noGrp="1"/>
            </p:cNvSpPr>
            <p:nvPr/>
          </p:nvSpPr>
          <p:spPr>
            <a:xfrm rot="10294067">
              <a:off x="2050947" y="2045154"/>
              <a:ext cx="68461" cy="18235"/>
            </a:xfrm>
            <a:prstGeom prst="ellipse">
              <a:avLst/>
            </a:prstGeom>
            <a:gradFill>
              <a:gsLst>
                <a:gs pos="0">
                  <a:srgbClr val="A2A2A2">
                    <a:alpha val="16027"/>
                  </a:srgbClr>
                </a:gs>
                <a:gs pos="14286">
                  <a:srgbClr val="A2A2A2">
                    <a:alpha val="14832"/>
                  </a:srgbClr>
                </a:gs>
                <a:gs pos="28571">
                  <a:srgbClr val="A2A2A2">
                    <a:alpha val="11720"/>
                  </a:srgbClr>
                </a:gs>
                <a:gs pos="42857">
                  <a:srgbClr val="A2A2A2">
                    <a:alpha val="7851"/>
                  </a:srgbClr>
                </a:gs>
                <a:gs pos="57143">
                  <a:srgbClr val="A2A2A2">
                    <a:alpha val="4430"/>
                  </a:srgbClr>
                </a:gs>
                <a:gs pos="71429">
                  <a:srgbClr val="A2A2A2">
                    <a:alpha val="2098"/>
                  </a:srgbClr>
                </a:gs>
                <a:gs pos="85714">
                  <a:srgbClr val="A2A2A2">
                    <a:alpha val="835"/>
                  </a:srgbClr>
                </a:gs>
                <a:gs pos="100000">
                  <a:srgbClr val="A2A2A2">
                    <a:alpha val="2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Splat 147"/>
            <p:cNvSpPr>
              <a:spLocks noGrp="1"/>
            </p:cNvSpPr>
            <p:nvPr/>
          </p:nvSpPr>
          <p:spPr>
            <a:xfrm rot="8094920">
              <a:off x="2622136" y="2018334"/>
              <a:ext cx="111425" cy="5825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Splat 148"/>
            <p:cNvSpPr>
              <a:spLocks noGrp="1"/>
            </p:cNvSpPr>
            <p:nvPr/>
          </p:nvSpPr>
          <p:spPr>
            <a:xfrm rot="6553124">
              <a:off x="2605038" y="1986784"/>
              <a:ext cx="139290" cy="98011"/>
            </a:xfrm>
            <a:prstGeom prst="ellipse">
              <a:avLst/>
            </a:prstGeom>
            <a:gradFill>
              <a:gsLst>
                <a:gs pos="0">
                  <a:srgbClr val="FFFFFF">
                    <a:alpha val="24648"/>
                  </a:srgbClr>
                </a:gs>
                <a:gs pos="14286">
                  <a:srgbClr val="FFFFFF">
                    <a:alpha val="22903"/>
                  </a:srgbClr>
                </a:gs>
                <a:gs pos="28571">
                  <a:srgbClr val="FFFFFF">
                    <a:alpha val="18287"/>
                  </a:srgbClr>
                </a:gs>
                <a:gs pos="42857">
                  <a:srgbClr val="FFFFFF">
                    <a:alpha val="12407"/>
                  </a:srgbClr>
                </a:gs>
                <a:gs pos="57143">
                  <a:srgbClr val="FFFFFF">
                    <a:alpha val="7077"/>
                  </a:srgbClr>
                </a:gs>
                <a:gs pos="71429">
                  <a:srgbClr val="FFFFFF">
                    <a:alpha val="3378"/>
                  </a:srgbClr>
                </a:gs>
                <a:gs pos="85714">
                  <a:srgbClr val="FFFFFF">
                    <a:alpha val="1349"/>
                  </a:srgbClr>
                </a:gs>
                <a:gs pos="100000">
                  <a:srgbClr val="FFFFFF">
                    <a:alpha val="4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Splat 149"/>
            <p:cNvSpPr>
              <a:spLocks noGrp="1"/>
            </p:cNvSpPr>
            <p:nvPr/>
          </p:nvSpPr>
          <p:spPr>
            <a:xfrm rot="9843169">
              <a:off x="2516125" y="1991558"/>
              <a:ext cx="68461" cy="18281"/>
            </a:xfrm>
            <a:prstGeom prst="ellipse">
              <a:avLst/>
            </a:prstGeom>
            <a:gradFill>
              <a:gsLst>
                <a:gs pos="0">
                  <a:srgbClr val="BFBFBF">
                    <a:alpha val="15993"/>
                  </a:srgbClr>
                </a:gs>
                <a:gs pos="14286">
                  <a:srgbClr val="BFBFBF">
                    <a:alpha val="14800"/>
                  </a:srgbClr>
                </a:gs>
                <a:gs pos="28571">
                  <a:srgbClr val="BFBFBF">
                    <a:alpha val="11694"/>
                  </a:srgbClr>
                </a:gs>
                <a:gs pos="42857">
                  <a:srgbClr val="BFBFBF">
                    <a:alpha val="7833"/>
                  </a:srgbClr>
                </a:gs>
                <a:gs pos="57143">
                  <a:srgbClr val="BFBFBF">
                    <a:alpha val="4419"/>
                  </a:srgbClr>
                </a:gs>
                <a:gs pos="71429">
                  <a:srgbClr val="BFBFBF">
                    <a:alpha val="2094"/>
                  </a:srgbClr>
                </a:gs>
                <a:gs pos="85714">
                  <a:srgbClr val="BFBFBF">
                    <a:alpha val="833"/>
                  </a:srgbClr>
                </a:gs>
                <a:gs pos="100000">
                  <a:srgbClr val="BFBFBF">
                    <a:alpha val="2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" name="Splat 150"/>
            <p:cNvSpPr>
              <a:spLocks noGrp="1"/>
            </p:cNvSpPr>
            <p:nvPr/>
          </p:nvSpPr>
          <p:spPr>
            <a:xfrm rot="-8963559">
              <a:off x="2329683" y="2115386"/>
              <a:ext cx="68461" cy="18356"/>
            </a:xfrm>
            <a:prstGeom prst="ellipse">
              <a:avLst/>
            </a:prstGeom>
            <a:gradFill>
              <a:gsLst>
                <a:gs pos="0">
                  <a:srgbClr val="D4D4D4">
                    <a:alpha val="15937"/>
                  </a:srgbClr>
                </a:gs>
                <a:gs pos="14286">
                  <a:srgbClr val="D4D4D4">
                    <a:alpha val="14748"/>
                  </a:srgbClr>
                </a:gs>
                <a:gs pos="28571">
                  <a:srgbClr val="D4D4D4">
                    <a:alpha val="11653"/>
                  </a:srgbClr>
                </a:gs>
                <a:gs pos="42857">
                  <a:srgbClr val="D4D4D4">
                    <a:alpha val="7805"/>
                  </a:srgbClr>
                </a:gs>
                <a:gs pos="57143">
                  <a:srgbClr val="D4D4D4">
                    <a:alpha val="4403"/>
                  </a:srgbClr>
                </a:gs>
                <a:gs pos="71429">
                  <a:srgbClr val="D4D4D4">
                    <a:alpha val="2086"/>
                  </a:srgbClr>
                </a:gs>
                <a:gs pos="85714">
                  <a:srgbClr val="D4D4D4">
                    <a:alpha val="830"/>
                  </a:srgbClr>
                </a:gs>
                <a:gs pos="100000">
                  <a:srgbClr val="D4D4D4">
                    <a:alpha val="2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Splat 151"/>
            <p:cNvSpPr>
              <a:spLocks noGrp="1"/>
            </p:cNvSpPr>
            <p:nvPr/>
          </p:nvSpPr>
          <p:spPr>
            <a:xfrm rot="8897784">
              <a:off x="2453579" y="2329463"/>
              <a:ext cx="181313" cy="53714"/>
            </a:xfrm>
            <a:prstGeom prst="ellipse">
              <a:avLst/>
            </a:prstGeom>
            <a:gradFill>
              <a:gsLst>
                <a:gs pos="0">
                  <a:srgbClr val="FEFEFF">
                    <a:alpha val="32936"/>
                  </a:srgbClr>
                </a:gs>
                <a:gs pos="14286">
                  <a:srgbClr val="FEFEFF">
                    <a:alpha val="30733"/>
                  </a:srgbClr>
                </a:gs>
                <a:gs pos="28571">
                  <a:srgbClr val="FEFEFF">
                    <a:alpha val="24807"/>
                  </a:srgbClr>
                </a:gs>
                <a:gs pos="42857">
                  <a:srgbClr val="FEFEFF">
                    <a:alpha val="17057"/>
                  </a:srgbClr>
                </a:gs>
                <a:gs pos="57143">
                  <a:srgbClr val="FEFEFF">
                    <a:alpha val="9844"/>
                  </a:srgbClr>
                </a:gs>
                <a:gs pos="71429">
                  <a:srgbClr val="FEFEFF">
                    <a:alpha val="4735"/>
                  </a:srgbClr>
                </a:gs>
                <a:gs pos="85714">
                  <a:srgbClr val="FEFEFF">
                    <a:alpha val="1900"/>
                  </a:srgbClr>
                </a:gs>
                <a:gs pos="100000">
                  <a:srgbClr val="FEF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Splat 152"/>
            <p:cNvSpPr>
              <a:spLocks noGrp="1"/>
            </p:cNvSpPr>
            <p:nvPr/>
          </p:nvSpPr>
          <p:spPr>
            <a:xfrm rot="-10734836">
              <a:off x="2347180" y="2188208"/>
              <a:ext cx="68461" cy="18312"/>
            </a:xfrm>
            <a:prstGeom prst="ellipse">
              <a:avLst/>
            </a:prstGeom>
            <a:gradFill>
              <a:gsLst>
                <a:gs pos="0">
                  <a:srgbClr val="C7C8C7">
                    <a:alpha val="15970"/>
                  </a:srgbClr>
                </a:gs>
                <a:gs pos="14286">
                  <a:srgbClr val="C7C8C7">
                    <a:alpha val="14779"/>
                  </a:srgbClr>
                </a:gs>
                <a:gs pos="28571">
                  <a:srgbClr val="C7C8C7">
                    <a:alpha val="11677"/>
                  </a:srgbClr>
                </a:gs>
                <a:gs pos="42857">
                  <a:srgbClr val="C7C8C7">
                    <a:alpha val="7822"/>
                  </a:srgbClr>
                </a:gs>
                <a:gs pos="57143">
                  <a:srgbClr val="C7C8C7">
                    <a:alpha val="4413"/>
                  </a:srgbClr>
                </a:gs>
                <a:gs pos="71429">
                  <a:srgbClr val="C7C8C7">
                    <a:alpha val="2090"/>
                  </a:srgbClr>
                </a:gs>
                <a:gs pos="85714">
                  <a:srgbClr val="C7C8C7">
                    <a:alpha val="832"/>
                  </a:srgbClr>
                </a:gs>
                <a:gs pos="100000">
                  <a:srgbClr val="C7C8C7">
                    <a:alpha val="2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Splat 153"/>
            <p:cNvSpPr>
              <a:spLocks noGrp="1"/>
            </p:cNvSpPr>
            <p:nvPr/>
          </p:nvSpPr>
          <p:spPr>
            <a:xfrm rot="6140734">
              <a:off x="2573476" y="2227754"/>
              <a:ext cx="68461" cy="18297"/>
            </a:xfrm>
            <a:prstGeom prst="ellipse">
              <a:avLst/>
            </a:prstGeom>
            <a:gradFill>
              <a:gsLst>
                <a:gs pos="0">
                  <a:srgbClr val="BDBDBD">
                    <a:alpha val="15981"/>
                  </a:srgbClr>
                </a:gs>
                <a:gs pos="14286">
                  <a:srgbClr val="BDBDBD">
                    <a:alpha val="14789"/>
                  </a:srgbClr>
                </a:gs>
                <a:gs pos="28571">
                  <a:srgbClr val="BDBDBD">
                    <a:alpha val="11685"/>
                  </a:srgbClr>
                </a:gs>
                <a:gs pos="42857">
                  <a:srgbClr val="BDBDBD">
                    <a:alpha val="7827"/>
                  </a:srgbClr>
                </a:gs>
                <a:gs pos="57143">
                  <a:srgbClr val="BDBDBD">
                    <a:alpha val="4416"/>
                  </a:srgbClr>
                </a:gs>
                <a:gs pos="71429">
                  <a:srgbClr val="BDBDBD">
                    <a:alpha val="2092"/>
                  </a:srgbClr>
                </a:gs>
                <a:gs pos="85714">
                  <a:srgbClr val="BDBDBD">
                    <a:alpha val="832"/>
                  </a:srgbClr>
                </a:gs>
                <a:gs pos="100000">
                  <a:srgbClr val="BDBDBD">
                    <a:alpha val="2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Splat 154"/>
            <p:cNvSpPr>
              <a:spLocks noGrp="1"/>
            </p:cNvSpPr>
            <p:nvPr/>
          </p:nvSpPr>
          <p:spPr>
            <a:xfrm rot="-8104578">
              <a:off x="2113733" y="1942978"/>
              <a:ext cx="166691" cy="77552"/>
            </a:xfrm>
            <a:prstGeom prst="ellipse">
              <a:avLst/>
            </a:prstGeom>
            <a:gradFill>
              <a:gsLst>
                <a:gs pos="0">
                  <a:srgbClr val="FDFEFD">
                    <a:alpha val="28601"/>
                  </a:srgbClr>
                </a:gs>
                <a:gs pos="14286">
                  <a:srgbClr val="FDFEFD">
                    <a:alpha val="26629"/>
                  </a:srgbClr>
                </a:gs>
                <a:gs pos="28571">
                  <a:srgbClr val="FDFEFD">
                    <a:alpha val="21370"/>
                  </a:srgbClr>
                </a:gs>
                <a:gs pos="42857">
                  <a:srgbClr val="FDFEFD">
                    <a:alpha val="14589"/>
                  </a:srgbClr>
                </a:gs>
                <a:gs pos="57143">
                  <a:srgbClr val="FDFEFD">
                    <a:alpha val="8367"/>
                  </a:srgbClr>
                </a:gs>
                <a:gs pos="71429">
                  <a:srgbClr val="FDFEFD">
                    <a:alpha val="4008"/>
                  </a:srgbClr>
                </a:gs>
                <a:gs pos="85714">
                  <a:srgbClr val="FDFEFD">
                    <a:alpha val="1604"/>
                  </a:srgbClr>
                </a:gs>
                <a:gs pos="100000">
                  <a:srgbClr val="FDFEFD">
                    <a:alpha val="5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Splat 155"/>
            <p:cNvSpPr>
              <a:spLocks noGrp="1"/>
            </p:cNvSpPr>
            <p:nvPr/>
          </p:nvSpPr>
          <p:spPr>
            <a:xfrm rot="-9201230">
              <a:off x="2288305" y="2151359"/>
              <a:ext cx="172284" cy="85627"/>
            </a:xfrm>
            <a:prstGeom prst="ellipse">
              <a:avLst/>
            </a:prstGeom>
            <a:gradFill>
              <a:gsLst>
                <a:gs pos="0">
                  <a:srgbClr val="A6A7A7">
                    <a:alpha val="13812"/>
                  </a:srgbClr>
                </a:gs>
                <a:gs pos="14286">
                  <a:srgbClr val="A6A7A7">
                    <a:alpha val="12769"/>
                  </a:srgbClr>
                </a:gs>
                <a:gs pos="28571">
                  <a:srgbClr val="A6A7A7">
                    <a:alpha val="10064"/>
                  </a:srgbClr>
                </a:gs>
                <a:gs pos="42857">
                  <a:srgbClr val="A6A7A7">
                    <a:alpha val="6721"/>
                  </a:srgbClr>
                </a:gs>
                <a:gs pos="57143">
                  <a:srgbClr val="A6A7A7">
                    <a:alpha val="3782"/>
                  </a:srgbClr>
                </a:gs>
                <a:gs pos="71429">
                  <a:srgbClr val="A6A7A7">
                    <a:alpha val="1788"/>
                  </a:srgbClr>
                </a:gs>
                <a:gs pos="85714">
                  <a:srgbClr val="A6A7A7">
                    <a:alpha val="711"/>
                  </a:srgbClr>
                </a:gs>
                <a:gs pos="100000">
                  <a:srgbClr val="A6A7A7">
                    <a:alpha val="2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Splat 156"/>
            <p:cNvSpPr>
              <a:spLocks noGrp="1"/>
            </p:cNvSpPr>
            <p:nvPr/>
          </p:nvSpPr>
          <p:spPr>
            <a:xfrm rot="6290332">
              <a:off x="2557119" y="2160229"/>
              <a:ext cx="68461" cy="18401"/>
            </a:xfrm>
            <a:prstGeom prst="ellipse">
              <a:avLst/>
            </a:prstGeom>
            <a:gradFill>
              <a:gsLst>
                <a:gs pos="0">
                  <a:srgbClr val="BFBFBF">
                    <a:alpha val="15904"/>
                  </a:srgbClr>
                </a:gs>
                <a:gs pos="14286">
                  <a:srgbClr val="BFBFBF">
                    <a:alpha val="14717"/>
                  </a:srgbClr>
                </a:gs>
                <a:gs pos="28571">
                  <a:srgbClr val="BFBFBF">
                    <a:alpha val="11627"/>
                  </a:srgbClr>
                </a:gs>
                <a:gs pos="42857">
                  <a:srgbClr val="BFBFBF">
                    <a:alpha val="7788"/>
                  </a:srgbClr>
                </a:gs>
                <a:gs pos="57143">
                  <a:srgbClr val="BFBFBF">
                    <a:alpha val="4393"/>
                  </a:srgbClr>
                </a:gs>
                <a:gs pos="71429">
                  <a:srgbClr val="BFBFBF">
                    <a:alpha val="2081"/>
                  </a:srgbClr>
                </a:gs>
                <a:gs pos="85714">
                  <a:srgbClr val="BFBFBF">
                    <a:alpha val="828"/>
                  </a:srgbClr>
                </a:gs>
                <a:gs pos="100000">
                  <a:srgbClr val="BFBFBF">
                    <a:alpha val="2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Splat 157"/>
            <p:cNvSpPr>
              <a:spLocks noGrp="1"/>
            </p:cNvSpPr>
            <p:nvPr/>
          </p:nvSpPr>
          <p:spPr>
            <a:xfrm rot="8081259">
              <a:off x="2166046" y="1738858"/>
              <a:ext cx="131663" cy="58609"/>
            </a:xfrm>
            <a:prstGeom prst="ellipse">
              <a:avLst/>
            </a:prstGeom>
            <a:gradFill>
              <a:gsLst>
                <a:gs pos="0">
                  <a:srgbClr val="FFFFFF">
                    <a:alpha val="31683"/>
                  </a:srgbClr>
                </a:gs>
                <a:gs pos="14286">
                  <a:srgbClr val="FFFFFF">
                    <a:alpha val="29545"/>
                  </a:srgbClr>
                </a:gs>
                <a:gs pos="28571">
                  <a:srgbClr val="FFFFFF">
                    <a:alpha val="23807"/>
                  </a:srgbClr>
                </a:gs>
                <a:gs pos="42857">
                  <a:srgbClr val="FFFFFF">
                    <a:alpha val="16335"/>
                  </a:srgbClr>
                </a:gs>
                <a:gs pos="57143">
                  <a:srgbClr val="FFFFFF">
                    <a:alpha val="9410"/>
                  </a:srgbClr>
                </a:gs>
                <a:gs pos="71429">
                  <a:srgbClr val="FFFFFF">
                    <a:alpha val="4521"/>
                  </a:srgbClr>
                </a:gs>
                <a:gs pos="85714">
                  <a:srgbClr val="FFFFFF">
                    <a:alpha val="1813"/>
                  </a:srgbClr>
                </a:gs>
                <a:gs pos="100000">
                  <a:srgbClr val="FFFFFF">
                    <a:alpha val="6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Splat 158"/>
            <p:cNvSpPr>
              <a:spLocks noGrp="1"/>
            </p:cNvSpPr>
            <p:nvPr/>
          </p:nvSpPr>
          <p:spPr>
            <a:xfrm rot="-9226526">
              <a:off x="2069194" y="2159943"/>
              <a:ext cx="211891" cy="82805"/>
            </a:xfrm>
            <a:prstGeom prst="ellipse">
              <a:avLst/>
            </a:prstGeom>
            <a:gradFill>
              <a:gsLst>
                <a:gs pos="0">
                  <a:srgbClr val="BCBBBC">
                    <a:alpha val="13873"/>
                  </a:srgbClr>
                </a:gs>
                <a:gs pos="14286">
                  <a:srgbClr val="BCBBBC">
                    <a:alpha val="12827"/>
                  </a:srgbClr>
                </a:gs>
                <a:gs pos="28571">
                  <a:srgbClr val="BCBBBC">
                    <a:alpha val="10110"/>
                  </a:srgbClr>
                </a:gs>
                <a:gs pos="42857">
                  <a:srgbClr val="BCBBBC">
                    <a:alpha val="6752"/>
                  </a:srgbClr>
                </a:gs>
                <a:gs pos="57143">
                  <a:srgbClr val="BCBBBC">
                    <a:alpha val="3800"/>
                  </a:srgbClr>
                </a:gs>
                <a:gs pos="71429">
                  <a:srgbClr val="BCBBBC">
                    <a:alpha val="1797"/>
                  </a:srgbClr>
                </a:gs>
                <a:gs pos="85714">
                  <a:srgbClr val="BCBBBC">
                    <a:alpha val="714"/>
                  </a:srgbClr>
                </a:gs>
                <a:gs pos="100000">
                  <a:srgbClr val="BCBBBC">
                    <a:alpha val="2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Splat 159"/>
            <p:cNvSpPr>
              <a:spLocks noGrp="1"/>
            </p:cNvSpPr>
            <p:nvPr/>
          </p:nvSpPr>
          <p:spPr>
            <a:xfrm rot="-8408631">
              <a:off x="2056943" y="2298372"/>
              <a:ext cx="229624" cy="61091"/>
            </a:xfrm>
            <a:prstGeom prst="ellipse">
              <a:avLst/>
            </a:prstGeom>
            <a:gradFill>
              <a:gsLst>
                <a:gs pos="0">
                  <a:srgbClr val="979696">
                    <a:alpha val="30103"/>
                  </a:srgbClr>
                </a:gs>
                <a:gs pos="14286">
                  <a:srgbClr val="979696">
                    <a:alpha val="28049"/>
                  </a:srgbClr>
                </a:gs>
                <a:gs pos="28571">
                  <a:srgbClr val="979696">
                    <a:alpha val="22554"/>
                  </a:srgbClr>
                </a:gs>
                <a:gs pos="42857">
                  <a:srgbClr val="979696">
                    <a:alpha val="15435"/>
                  </a:srgbClr>
                </a:gs>
                <a:gs pos="57143">
                  <a:srgbClr val="979696">
                    <a:alpha val="8871"/>
                  </a:srgbClr>
                </a:gs>
                <a:gs pos="71429">
                  <a:srgbClr val="979696">
                    <a:alpha val="4255"/>
                  </a:srgbClr>
                </a:gs>
                <a:gs pos="85714">
                  <a:srgbClr val="979696">
                    <a:alpha val="1705"/>
                  </a:srgbClr>
                </a:gs>
                <a:gs pos="100000">
                  <a:srgbClr val="979696">
                    <a:alpha val="5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Splat 160"/>
            <p:cNvSpPr>
              <a:spLocks noGrp="1"/>
            </p:cNvSpPr>
            <p:nvPr/>
          </p:nvSpPr>
          <p:spPr>
            <a:xfrm rot="-10083659">
              <a:off x="2229890" y="2296639"/>
              <a:ext cx="68461" cy="18389"/>
            </a:xfrm>
            <a:prstGeom prst="ellipse">
              <a:avLst/>
            </a:prstGeom>
            <a:gradFill>
              <a:gsLst>
                <a:gs pos="0">
                  <a:srgbClr val="B0B0B0">
                    <a:alpha val="15912"/>
                  </a:srgbClr>
                </a:gs>
                <a:gs pos="14286">
                  <a:srgbClr val="B0B0B0">
                    <a:alpha val="14725"/>
                  </a:srgbClr>
                </a:gs>
                <a:gs pos="28571">
                  <a:srgbClr val="B0B0B0">
                    <a:alpha val="11634"/>
                  </a:srgbClr>
                </a:gs>
                <a:gs pos="42857">
                  <a:srgbClr val="B0B0B0">
                    <a:alpha val="7792"/>
                  </a:srgbClr>
                </a:gs>
                <a:gs pos="57143">
                  <a:srgbClr val="B0B0B0">
                    <a:alpha val="4396"/>
                  </a:srgbClr>
                </a:gs>
                <a:gs pos="71429">
                  <a:srgbClr val="B0B0B0">
                    <a:alpha val="2082"/>
                  </a:srgbClr>
                </a:gs>
                <a:gs pos="85714">
                  <a:srgbClr val="B0B0B0">
                    <a:alpha val="829"/>
                  </a:srgbClr>
                </a:gs>
                <a:gs pos="100000">
                  <a:srgbClr val="B0B0B0">
                    <a:alpha val="2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Splat 161"/>
            <p:cNvSpPr>
              <a:spLocks noGrp="1"/>
            </p:cNvSpPr>
            <p:nvPr/>
          </p:nvSpPr>
          <p:spPr>
            <a:xfrm rot="5442725">
              <a:off x="2125751" y="2086308"/>
              <a:ext cx="68461" cy="18516"/>
            </a:xfrm>
            <a:prstGeom prst="ellipse">
              <a:avLst/>
            </a:prstGeom>
            <a:gradFill>
              <a:gsLst>
                <a:gs pos="0">
                  <a:srgbClr val="BDBDBD">
                    <a:alpha val="15818"/>
                  </a:srgbClr>
                </a:gs>
                <a:gs pos="14286">
                  <a:srgbClr val="BDBDBD">
                    <a:alpha val="14637"/>
                  </a:srgbClr>
                </a:gs>
                <a:gs pos="28571">
                  <a:srgbClr val="BDBDBD">
                    <a:alpha val="11563"/>
                  </a:srgbClr>
                </a:gs>
                <a:gs pos="42857">
                  <a:srgbClr val="BDBDBD">
                    <a:alpha val="7744"/>
                  </a:srgbClr>
                </a:gs>
                <a:gs pos="57143">
                  <a:srgbClr val="BDBDBD">
                    <a:alpha val="4368"/>
                  </a:srgbClr>
                </a:gs>
                <a:gs pos="71429">
                  <a:srgbClr val="BDBDBD">
                    <a:alpha val="2069"/>
                  </a:srgbClr>
                </a:gs>
                <a:gs pos="85714">
                  <a:srgbClr val="BDBDBD">
                    <a:alpha val="823"/>
                  </a:srgbClr>
                </a:gs>
                <a:gs pos="100000">
                  <a:srgbClr val="BDBDBD">
                    <a:alpha val="2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Splat 162"/>
            <p:cNvSpPr>
              <a:spLocks noGrp="1"/>
            </p:cNvSpPr>
            <p:nvPr/>
          </p:nvSpPr>
          <p:spPr>
            <a:xfrm rot="10287067">
              <a:off x="2446298" y="2087465"/>
              <a:ext cx="148531" cy="99425"/>
            </a:xfrm>
            <a:prstGeom prst="ellipse">
              <a:avLst/>
            </a:prstGeom>
            <a:gradFill>
              <a:gsLst>
                <a:gs pos="0">
                  <a:srgbClr val="DCDCDD">
                    <a:alpha val="29094"/>
                  </a:srgbClr>
                </a:gs>
                <a:gs pos="14286">
                  <a:srgbClr val="DCDCDD">
                    <a:alpha val="27094"/>
                  </a:srgbClr>
                </a:gs>
                <a:gs pos="28571">
                  <a:srgbClr val="DCDCDD">
                    <a:alpha val="21757"/>
                  </a:srgbClr>
                </a:gs>
                <a:gs pos="42857">
                  <a:srgbClr val="DCDCDD">
                    <a:alpha val="14865"/>
                  </a:srgbClr>
                </a:gs>
                <a:gs pos="57143">
                  <a:srgbClr val="DCDCDD">
                    <a:alpha val="8531"/>
                  </a:srgbClr>
                </a:gs>
                <a:gs pos="71429">
                  <a:srgbClr val="DCDCDD">
                    <a:alpha val="4088"/>
                  </a:srgbClr>
                </a:gs>
                <a:gs pos="85714">
                  <a:srgbClr val="DCDCDD">
                    <a:alpha val="1637"/>
                  </a:srgbClr>
                </a:gs>
                <a:gs pos="100000">
                  <a:srgbClr val="DCDCDD">
                    <a:alpha val="5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Splat 163"/>
            <p:cNvSpPr>
              <a:spLocks noGrp="1"/>
            </p:cNvSpPr>
            <p:nvPr/>
          </p:nvSpPr>
          <p:spPr>
            <a:xfrm rot="-9815130">
              <a:off x="2233181" y="2422063"/>
              <a:ext cx="68461" cy="18578"/>
            </a:xfrm>
            <a:prstGeom prst="ellipse">
              <a:avLst/>
            </a:prstGeom>
            <a:gradFill>
              <a:gsLst>
                <a:gs pos="0">
                  <a:srgbClr val="333333">
                    <a:alpha val="15771"/>
                  </a:srgbClr>
                </a:gs>
                <a:gs pos="14286">
                  <a:srgbClr val="333333">
                    <a:alpha val="14594"/>
                  </a:srgbClr>
                </a:gs>
                <a:gs pos="28571">
                  <a:srgbClr val="333333">
                    <a:alpha val="11528"/>
                  </a:srgbClr>
                </a:gs>
                <a:gs pos="42857">
                  <a:srgbClr val="333333">
                    <a:alpha val="7720"/>
                  </a:srgbClr>
                </a:gs>
                <a:gs pos="57143">
                  <a:srgbClr val="333333">
                    <a:alpha val="4354"/>
                  </a:srgbClr>
                </a:gs>
                <a:gs pos="71429">
                  <a:srgbClr val="333333">
                    <a:alpha val="2062"/>
                  </a:srgbClr>
                </a:gs>
                <a:gs pos="85714">
                  <a:srgbClr val="333333">
                    <a:alpha val="821"/>
                  </a:srgbClr>
                </a:gs>
                <a:gs pos="100000">
                  <a:srgbClr val="333333">
                    <a:alpha val="2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Splat 164"/>
            <p:cNvSpPr>
              <a:spLocks noGrp="1"/>
            </p:cNvSpPr>
            <p:nvPr/>
          </p:nvSpPr>
          <p:spPr>
            <a:xfrm rot="10024485">
              <a:off x="2300297" y="2028462"/>
              <a:ext cx="155810" cy="31755"/>
            </a:xfrm>
            <a:prstGeom prst="ellipse">
              <a:avLst/>
            </a:prstGeom>
            <a:gradFill>
              <a:gsLst>
                <a:gs pos="0">
                  <a:srgbClr val="97989B">
                    <a:alpha val="6620"/>
                  </a:srgbClr>
                </a:gs>
                <a:gs pos="14286">
                  <a:srgbClr val="97989B">
                    <a:alpha val="6101"/>
                  </a:srgbClr>
                </a:gs>
                <a:gs pos="28571">
                  <a:srgbClr val="97989B">
                    <a:alpha val="4770"/>
                  </a:srgbClr>
                </a:gs>
                <a:gs pos="42857">
                  <a:srgbClr val="97989B">
                    <a:alpha val="3155"/>
                  </a:srgbClr>
                </a:gs>
                <a:gs pos="57143">
                  <a:srgbClr val="97989B">
                    <a:alpha val="1761"/>
                  </a:srgbClr>
                </a:gs>
                <a:gs pos="71429">
                  <a:srgbClr val="97989B">
                    <a:alpha val="828"/>
                  </a:srgbClr>
                </a:gs>
                <a:gs pos="85714">
                  <a:srgbClr val="97989B">
                    <a:alpha val="328"/>
                  </a:srgbClr>
                </a:gs>
                <a:gs pos="100000">
                  <a:srgbClr val="97989B">
                    <a:alpha val="1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Splat 165"/>
            <p:cNvSpPr>
              <a:spLocks noGrp="1"/>
            </p:cNvSpPr>
            <p:nvPr/>
          </p:nvSpPr>
          <p:spPr>
            <a:xfrm rot="9389259">
              <a:off x="2200649" y="2249714"/>
              <a:ext cx="216035" cy="92196"/>
            </a:xfrm>
            <a:prstGeom prst="ellipse">
              <a:avLst/>
            </a:prstGeom>
            <a:gradFill>
              <a:gsLst>
                <a:gs pos="0">
                  <a:srgbClr val="E9EAEA">
                    <a:alpha val="26357"/>
                  </a:srgbClr>
                </a:gs>
                <a:gs pos="14286">
                  <a:srgbClr val="E9EAEA">
                    <a:alpha val="24512"/>
                  </a:srgbClr>
                </a:gs>
                <a:gs pos="28571">
                  <a:srgbClr val="E9EAEA">
                    <a:alpha val="19614"/>
                  </a:srgbClr>
                </a:gs>
                <a:gs pos="42857">
                  <a:srgbClr val="E9EAEA">
                    <a:alpha val="13343"/>
                  </a:srgbClr>
                </a:gs>
                <a:gs pos="57143">
                  <a:srgbClr val="E9EAEA">
                    <a:alpha val="7629"/>
                  </a:srgbClr>
                </a:gs>
                <a:gs pos="71429">
                  <a:srgbClr val="E9EAEA">
                    <a:alpha val="3646"/>
                  </a:srgbClr>
                </a:gs>
                <a:gs pos="85714">
                  <a:srgbClr val="E9EAEA">
                    <a:alpha val="1458"/>
                  </a:srgbClr>
                </a:gs>
                <a:gs pos="100000">
                  <a:srgbClr val="E9EAEA">
                    <a:alpha val="4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Splat 166"/>
            <p:cNvSpPr>
              <a:spLocks noGrp="1"/>
            </p:cNvSpPr>
            <p:nvPr/>
          </p:nvSpPr>
          <p:spPr>
            <a:xfrm rot="6959725">
              <a:off x="2236291" y="1756755"/>
              <a:ext cx="140033" cy="9318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Splat 167"/>
            <p:cNvSpPr>
              <a:spLocks noGrp="1"/>
            </p:cNvSpPr>
            <p:nvPr/>
          </p:nvSpPr>
          <p:spPr>
            <a:xfrm rot="-9832541">
              <a:off x="2263624" y="2287974"/>
              <a:ext cx="68461" cy="18549"/>
            </a:xfrm>
            <a:prstGeom prst="ellipse">
              <a:avLst/>
            </a:prstGeom>
            <a:gradFill>
              <a:gsLst>
                <a:gs pos="0">
                  <a:srgbClr val="B8B8B8">
                    <a:alpha val="15793"/>
                  </a:srgbClr>
                </a:gs>
                <a:gs pos="14286">
                  <a:srgbClr val="B8B8B8">
                    <a:alpha val="14614"/>
                  </a:srgbClr>
                </a:gs>
                <a:gs pos="28571">
                  <a:srgbClr val="B8B8B8">
                    <a:alpha val="11545"/>
                  </a:srgbClr>
                </a:gs>
                <a:gs pos="42857">
                  <a:srgbClr val="B8B8B8">
                    <a:alpha val="7731"/>
                  </a:srgbClr>
                </a:gs>
                <a:gs pos="57143">
                  <a:srgbClr val="B8B8B8">
                    <a:alpha val="4361"/>
                  </a:srgbClr>
                </a:gs>
                <a:gs pos="71429">
                  <a:srgbClr val="B8B8B8">
                    <a:alpha val="2065"/>
                  </a:srgbClr>
                </a:gs>
                <a:gs pos="85714">
                  <a:srgbClr val="B8B8B8">
                    <a:alpha val="822"/>
                  </a:srgbClr>
                </a:gs>
                <a:gs pos="100000">
                  <a:srgbClr val="B8B8B8">
                    <a:alpha val="2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Splat 168"/>
            <p:cNvSpPr>
              <a:spLocks noGrp="1"/>
            </p:cNvSpPr>
            <p:nvPr/>
          </p:nvSpPr>
          <p:spPr>
            <a:xfrm rot="10091491">
              <a:off x="2345775" y="2173470"/>
              <a:ext cx="303237" cy="89259"/>
            </a:xfrm>
            <a:prstGeom prst="ellipse">
              <a:avLst/>
            </a:prstGeom>
            <a:gradFill>
              <a:gsLst>
                <a:gs pos="0">
                  <a:srgbClr val="FFFEFF">
                    <a:alpha val="32929"/>
                  </a:srgbClr>
                </a:gs>
                <a:gs pos="14286">
                  <a:srgbClr val="FFFEFF">
                    <a:alpha val="30727"/>
                  </a:srgbClr>
                </a:gs>
                <a:gs pos="28571">
                  <a:srgbClr val="FFFEFF">
                    <a:alpha val="24802"/>
                  </a:srgbClr>
                </a:gs>
                <a:gs pos="42857">
                  <a:srgbClr val="FFFEFF">
                    <a:alpha val="17053"/>
                  </a:srgbClr>
                </a:gs>
                <a:gs pos="57143">
                  <a:srgbClr val="FFFEFF">
                    <a:alpha val="9841"/>
                  </a:srgbClr>
                </a:gs>
                <a:gs pos="71429">
                  <a:srgbClr val="FFFEFF">
                    <a:alpha val="4734"/>
                  </a:srgbClr>
                </a:gs>
                <a:gs pos="85714">
                  <a:srgbClr val="FFFEFF">
                    <a:alpha val="1899"/>
                  </a:srgbClr>
                </a:gs>
                <a:gs pos="100000">
                  <a:srgbClr val="FFF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Splat 169"/>
            <p:cNvSpPr>
              <a:spLocks noGrp="1"/>
            </p:cNvSpPr>
            <p:nvPr/>
          </p:nvSpPr>
          <p:spPr>
            <a:xfrm rot="5775062">
              <a:off x="1921327" y="2045713"/>
              <a:ext cx="174517" cy="46003"/>
            </a:xfrm>
            <a:prstGeom prst="ellipse">
              <a:avLst/>
            </a:prstGeom>
            <a:gradFill>
              <a:gsLst>
                <a:gs pos="0">
                  <a:srgbClr val="00000B">
                    <a:alpha val="32968"/>
                  </a:srgbClr>
                </a:gs>
                <a:gs pos="14286">
                  <a:srgbClr val="00000B">
                    <a:alpha val="30764"/>
                  </a:srgbClr>
                </a:gs>
                <a:gs pos="28571">
                  <a:srgbClr val="00000B">
                    <a:alpha val="24833"/>
                  </a:srgbClr>
                </a:gs>
                <a:gs pos="42857">
                  <a:srgbClr val="00000B">
                    <a:alpha val="17075"/>
                  </a:srgbClr>
                </a:gs>
                <a:gs pos="57143">
                  <a:srgbClr val="00000B">
                    <a:alpha val="9855"/>
                  </a:srgbClr>
                </a:gs>
                <a:gs pos="71429">
                  <a:srgbClr val="00000B">
                    <a:alpha val="4740"/>
                  </a:srgbClr>
                </a:gs>
                <a:gs pos="85714">
                  <a:srgbClr val="00000B">
                    <a:alpha val="1902"/>
                  </a:srgbClr>
                </a:gs>
                <a:gs pos="100000">
                  <a:srgbClr val="00000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Splat 170"/>
            <p:cNvSpPr>
              <a:spLocks noGrp="1"/>
            </p:cNvSpPr>
            <p:nvPr/>
          </p:nvSpPr>
          <p:spPr>
            <a:xfrm rot="5658324">
              <a:off x="2354599" y="1886938"/>
              <a:ext cx="68461" cy="18627"/>
            </a:xfrm>
            <a:prstGeom prst="ellipse">
              <a:avLst/>
            </a:prstGeom>
            <a:gradFill>
              <a:gsLst>
                <a:gs pos="0">
                  <a:srgbClr val="C7C7C8">
                    <a:alpha val="15735"/>
                  </a:srgbClr>
                </a:gs>
                <a:gs pos="14286">
                  <a:srgbClr val="C7C7C8">
                    <a:alpha val="14560"/>
                  </a:srgbClr>
                </a:gs>
                <a:gs pos="28571">
                  <a:srgbClr val="C7C7C8">
                    <a:alpha val="11501"/>
                  </a:srgbClr>
                </a:gs>
                <a:gs pos="42857">
                  <a:srgbClr val="C7C7C8">
                    <a:alpha val="7701"/>
                  </a:srgbClr>
                </a:gs>
                <a:gs pos="57143">
                  <a:srgbClr val="C7C7C8">
                    <a:alpha val="4343"/>
                  </a:srgbClr>
                </a:gs>
                <a:gs pos="71429">
                  <a:srgbClr val="C7C7C8">
                    <a:alpha val="2057"/>
                  </a:srgbClr>
                </a:gs>
                <a:gs pos="85714">
                  <a:srgbClr val="C7C7C8">
                    <a:alpha val="819"/>
                  </a:srgbClr>
                </a:gs>
                <a:gs pos="100000">
                  <a:srgbClr val="C7C7C8">
                    <a:alpha val="2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" name="Splat 171"/>
            <p:cNvSpPr>
              <a:spLocks noGrp="1"/>
            </p:cNvSpPr>
            <p:nvPr/>
          </p:nvSpPr>
          <p:spPr>
            <a:xfrm rot="9039715">
              <a:off x="2281236" y="1846449"/>
              <a:ext cx="68461" cy="18656"/>
            </a:xfrm>
            <a:prstGeom prst="ellipse">
              <a:avLst/>
            </a:prstGeom>
            <a:gradFill>
              <a:gsLst>
                <a:gs pos="0">
                  <a:srgbClr val="ACACAC">
                    <a:alpha val="15714"/>
                  </a:srgbClr>
                </a:gs>
                <a:gs pos="14286">
                  <a:srgbClr val="ACACAC">
                    <a:alpha val="14540"/>
                  </a:srgbClr>
                </a:gs>
                <a:gs pos="28571">
                  <a:srgbClr val="ACACAC">
                    <a:alpha val="11485"/>
                  </a:srgbClr>
                </a:gs>
                <a:gs pos="42857">
                  <a:srgbClr val="ACACAC">
                    <a:alpha val="7690"/>
                  </a:srgbClr>
                </a:gs>
                <a:gs pos="57143">
                  <a:srgbClr val="ACACAC">
                    <a:alpha val="4337"/>
                  </a:srgbClr>
                </a:gs>
                <a:gs pos="71429">
                  <a:srgbClr val="ACACAC">
                    <a:alpha val="2054"/>
                  </a:srgbClr>
                </a:gs>
                <a:gs pos="85714">
                  <a:srgbClr val="ACACAC">
                    <a:alpha val="817"/>
                  </a:srgbClr>
                </a:gs>
                <a:gs pos="100000">
                  <a:srgbClr val="ACACAC">
                    <a:alpha val="2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" name="Splat 172"/>
            <p:cNvSpPr>
              <a:spLocks noGrp="1"/>
            </p:cNvSpPr>
            <p:nvPr/>
          </p:nvSpPr>
          <p:spPr>
            <a:xfrm rot="4077026">
              <a:off x="2127187" y="1653519"/>
              <a:ext cx="253133" cy="121650"/>
            </a:xfrm>
            <a:prstGeom prst="ellipse">
              <a:avLst/>
            </a:prstGeom>
            <a:gradFill>
              <a:gsLst>
                <a:gs pos="0">
                  <a:srgbClr val="969595">
                    <a:alpha val="18487"/>
                  </a:srgbClr>
                </a:gs>
                <a:gs pos="14286">
                  <a:srgbClr val="969595">
                    <a:alpha val="17128"/>
                  </a:srgbClr>
                </a:gs>
                <a:gs pos="28571">
                  <a:srgbClr val="969595">
                    <a:alpha val="13573"/>
                  </a:srgbClr>
                </a:gs>
                <a:gs pos="42857">
                  <a:srgbClr val="969595">
                    <a:alpha val="9125"/>
                  </a:srgbClr>
                </a:gs>
                <a:gs pos="57143">
                  <a:srgbClr val="969595">
                    <a:alpha val="5164"/>
                  </a:srgbClr>
                </a:gs>
                <a:gs pos="71429">
                  <a:srgbClr val="969595">
                    <a:alpha val="2451"/>
                  </a:srgbClr>
                </a:gs>
                <a:gs pos="85714">
                  <a:srgbClr val="969595">
                    <a:alpha val="977"/>
                  </a:srgbClr>
                </a:gs>
                <a:gs pos="100000">
                  <a:srgbClr val="969595">
                    <a:alpha val="3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" name="Splat 173"/>
            <p:cNvSpPr>
              <a:spLocks noGrp="1"/>
            </p:cNvSpPr>
            <p:nvPr/>
          </p:nvSpPr>
          <p:spPr>
            <a:xfrm rot="8077717">
              <a:off x="2410560" y="2123476"/>
              <a:ext cx="68461" cy="18671"/>
            </a:xfrm>
            <a:prstGeom prst="ellipse">
              <a:avLst/>
            </a:prstGeom>
            <a:gradFill>
              <a:gsLst>
                <a:gs pos="0">
                  <a:srgbClr val="D1D1D1">
                    <a:alpha val="15702"/>
                  </a:srgbClr>
                </a:gs>
                <a:gs pos="14286">
                  <a:srgbClr val="D1D1D1">
                    <a:alpha val="14529"/>
                  </a:srgbClr>
                </a:gs>
                <a:gs pos="28571">
                  <a:srgbClr val="D1D1D1">
                    <a:alpha val="11476"/>
                  </a:srgbClr>
                </a:gs>
                <a:gs pos="42857">
                  <a:srgbClr val="D1D1D1">
                    <a:alpha val="7684"/>
                  </a:srgbClr>
                </a:gs>
                <a:gs pos="57143">
                  <a:srgbClr val="D1D1D1">
                    <a:alpha val="4334"/>
                  </a:srgbClr>
                </a:gs>
                <a:gs pos="71429">
                  <a:srgbClr val="D1D1D1">
                    <a:alpha val="2052"/>
                  </a:srgbClr>
                </a:gs>
                <a:gs pos="85714">
                  <a:srgbClr val="D1D1D1">
                    <a:alpha val="817"/>
                  </a:srgbClr>
                </a:gs>
                <a:gs pos="100000">
                  <a:srgbClr val="D1D1D1">
                    <a:alpha val="2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" name="Splat 174"/>
            <p:cNvSpPr>
              <a:spLocks noGrp="1"/>
            </p:cNvSpPr>
            <p:nvPr/>
          </p:nvSpPr>
          <p:spPr>
            <a:xfrm rot="7740309">
              <a:off x="2395825" y="1828249"/>
              <a:ext cx="210513" cy="99546"/>
            </a:xfrm>
            <a:prstGeom prst="ellipse">
              <a:avLst/>
            </a:prstGeom>
            <a:gradFill>
              <a:gsLst>
                <a:gs pos="0">
                  <a:srgbClr val="F8F9F8">
                    <a:alpha val="23229"/>
                  </a:srgbClr>
                </a:gs>
                <a:gs pos="14286">
                  <a:srgbClr val="F8F9F8">
                    <a:alpha val="21569"/>
                  </a:srgbClr>
                </a:gs>
                <a:gs pos="28571">
                  <a:srgbClr val="F8F9F8">
                    <a:alpha val="17192"/>
                  </a:srgbClr>
                </a:gs>
                <a:gs pos="42857">
                  <a:srgbClr val="F8F9F8">
                    <a:alpha val="11639"/>
                  </a:srgbClr>
                </a:gs>
                <a:gs pos="57143">
                  <a:srgbClr val="F8F9F8">
                    <a:alpha val="6626"/>
                  </a:srgbClr>
                </a:gs>
                <a:gs pos="71429">
                  <a:srgbClr val="F8F9F8">
                    <a:alpha val="3158"/>
                  </a:srgbClr>
                </a:gs>
                <a:gs pos="85714">
                  <a:srgbClr val="F8F9F8">
                    <a:alpha val="1261"/>
                  </a:srgbClr>
                </a:gs>
                <a:gs pos="100000">
                  <a:srgbClr val="F8F9F8">
                    <a:alpha val="4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" name="Splat 175"/>
            <p:cNvSpPr>
              <a:spLocks noGrp="1"/>
            </p:cNvSpPr>
            <p:nvPr/>
          </p:nvSpPr>
          <p:spPr>
            <a:xfrm rot="3338577">
              <a:off x="1907226" y="1895668"/>
              <a:ext cx="225330" cy="130462"/>
            </a:xfrm>
            <a:prstGeom prst="ellipse">
              <a:avLst/>
            </a:prstGeom>
            <a:gradFill>
              <a:gsLst>
                <a:gs pos="0">
                  <a:srgbClr val="7E7D7C">
                    <a:alpha val="30839"/>
                  </a:srgbClr>
                </a:gs>
                <a:gs pos="14286">
                  <a:srgbClr val="7E7D7C">
                    <a:alpha val="28745"/>
                  </a:srgbClr>
                </a:gs>
                <a:gs pos="28571">
                  <a:srgbClr val="7E7D7C">
                    <a:alpha val="23137"/>
                  </a:srgbClr>
                </a:gs>
                <a:gs pos="42857">
                  <a:srgbClr val="7E7D7C">
                    <a:alpha val="15853"/>
                  </a:srgbClr>
                </a:gs>
                <a:gs pos="57143">
                  <a:srgbClr val="7E7D7C">
                    <a:alpha val="9121"/>
                  </a:srgbClr>
                </a:gs>
                <a:gs pos="71429">
                  <a:srgbClr val="7E7D7C">
                    <a:alpha val="4378"/>
                  </a:srgbClr>
                </a:gs>
                <a:gs pos="85714">
                  <a:srgbClr val="7E7D7C">
                    <a:alpha val="1755"/>
                  </a:srgbClr>
                </a:gs>
                <a:gs pos="100000">
                  <a:srgbClr val="7E7D7C">
                    <a:alpha val="5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" name="Splat 176"/>
            <p:cNvSpPr>
              <a:spLocks noGrp="1"/>
            </p:cNvSpPr>
            <p:nvPr/>
          </p:nvSpPr>
          <p:spPr>
            <a:xfrm rot="5400000">
              <a:off x="2418999" y="2125195"/>
              <a:ext cx="37516" cy="37516"/>
            </a:xfrm>
            <a:prstGeom prst="ellipse">
              <a:avLst/>
            </a:prstGeom>
            <a:gradFill>
              <a:gsLst>
                <a:gs pos="0">
                  <a:srgbClr val="D1D1D1">
                    <a:alpha val="15637"/>
                  </a:srgbClr>
                </a:gs>
                <a:gs pos="14286">
                  <a:srgbClr val="D1D1D1">
                    <a:alpha val="14469"/>
                  </a:srgbClr>
                </a:gs>
                <a:gs pos="28571">
                  <a:srgbClr val="D1D1D1">
                    <a:alpha val="11427"/>
                  </a:srgbClr>
                </a:gs>
                <a:gs pos="42857">
                  <a:srgbClr val="D1D1D1">
                    <a:alpha val="7651"/>
                  </a:srgbClr>
                </a:gs>
                <a:gs pos="57143">
                  <a:srgbClr val="D1D1D1">
                    <a:alpha val="4315"/>
                  </a:srgbClr>
                </a:gs>
                <a:gs pos="71429">
                  <a:srgbClr val="D1D1D1">
                    <a:alpha val="2043"/>
                  </a:srgbClr>
                </a:gs>
                <a:gs pos="85714">
                  <a:srgbClr val="D1D1D1">
                    <a:alpha val="813"/>
                  </a:srgbClr>
                </a:gs>
                <a:gs pos="100000">
                  <a:srgbClr val="D1D1D1">
                    <a:alpha val="2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" name="Splat 177"/>
            <p:cNvSpPr>
              <a:spLocks noGrp="1"/>
            </p:cNvSpPr>
            <p:nvPr/>
          </p:nvSpPr>
          <p:spPr>
            <a:xfrm rot="7048093">
              <a:off x="2012056" y="2021206"/>
              <a:ext cx="117291" cy="106996"/>
            </a:xfrm>
            <a:prstGeom prst="ellipse">
              <a:avLst/>
            </a:prstGeom>
            <a:gradFill>
              <a:gsLst>
                <a:gs pos="0">
                  <a:srgbClr val="FEFFFF">
                    <a:alpha val="24457"/>
                  </a:srgbClr>
                </a:gs>
                <a:gs pos="14286">
                  <a:srgbClr val="FEFFFF">
                    <a:alpha val="22724"/>
                  </a:srgbClr>
                </a:gs>
                <a:gs pos="28571">
                  <a:srgbClr val="FEFFFF">
                    <a:alpha val="18139"/>
                  </a:srgbClr>
                </a:gs>
                <a:gs pos="42857">
                  <a:srgbClr val="FEFFFF">
                    <a:alpha val="12303"/>
                  </a:srgbClr>
                </a:gs>
                <a:gs pos="57143">
                  <a:srgbClr val="FEFFFF">
                    <a:alpha val="7016"/>
                  </a:srgbClr>
                </a:gs>
                <a:gs pos="71429">
                  <a:srgbClr val="FEFFFF">
                    <a:alpha val="3348"/>
                  </a:srgbClr>
                </a:gs>
                <a:gs pos="85714">
                  <a:srgbClr val="FEFFFF">
                    <a:alpha val="1337"/>
                  </a:srgbClr>
                </a:gs>
                <a:gs pos="100000">
                  <a:srgbClr val="FEFFFF">
                    <a:alpha val="4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" name="Splat 178"/>
            <p:cNvSpPr>
              <a:spLocks noGrp="1"/>
            </p:cNvSpPr>
            <p:nvPr/>
          </p:nvSpPr>
          <p:spPr>
            <a:xfrm rot="8982571">
              <a:off x="2526171" y="2380743"/>
              <a:ext cx="68461" cy="18802"/>
            </a:xfrm>
            <a:prstGeom prst="ellipse">
              <a:avLst/>
            </a:prstGeom>
            <a:gradFill>
              <a:gsLst>
                <a:gs pos="0">
                  <a:srgbClr val="313132">
                    <a:alpha val="15605"/>
                  </a:srgbClr>
                </a:gs>
                <a:gs pos="14286">
                  <a:srgbClr val="313132">
                    <a:alpha val="14438"/>
                  </a:srgbClr>
                </a:gs>
                <a:gs pos="28571">
                  <a:srgbClr val="313132">
                    <a:alpha val="11403"/>
                  </a:srgbClr>
                </a:gs>
                <a:gs pos="42857">
                  <a:srgbClr val="313132">
                    <a:alpha val="7634"/>
                  </a:srgbClr>
                </a:gs>
                <a:gs pos="57143">
                  <a:srgbClr val="313132">
                    <a:alpha val="4305"/>
                  </a:srgbClr>
                </a:gs>
                <a:gs pos="71429">
                  <a:srgbClr val="313132">
                    <a:alpha val="2039"/>
                  </a:srgbClr>
                </a:gs>
                <a:gs pos="85714">
                  <a:srgbClr val="313132">
                    <a:alpha val="811"/>
                  </a:srgbClr>
                </a:gs>
                <a:gs pos="100000">
                  <a:srgbClr val="313132">
                    <a:alpha val="2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" name="Splat 179"/>
            <p:cNvSpPr>
              <a:spLocks noGrp="1"/>
            </p:cNvSpPr>
            <p:nvPr/>
          </p:nvSpPr>
          <p:spPr>
            <a:xfrm rot="4779112">
              <a:off x="2178437" y="1966995"/>
              <a:ext cx="87926" cy="60545"/>
            </a:xfrm>
            <a:prstGeom prst="ellipse">
              <a:avLst/>
            </a:prstGeom>
            <a:gradFill>
              <a:gsLst>
                <a:gs pos="0">
                  <a:srgbClr val="E7EAE8">
                    <a:alpha val="32968"/>
                  </a:srgbClr>
                </a:gs>
                <a:gs pos="14286">
                  <a:srgbClr val="E7EAE8">
                    <a:alpha val="30764"/>
                  </a:srgbClr>
                </a:gs>
                <a:gs pos="28571">
                  <a:srgbClr val="E7EAE8">
                    <a:alpha val="24833"/>
                  </a:srgbClr>
                </a:gs>
                <a:gs pos="42857">
                  <a:srgbClr val="E7EAE8">
                    <a:alpha val="17075"/>
                  </a:srgbClr>
                </a:gs>
                <a:gs pos="57143">
                  <a:srgbClr val="E7EAE8">
                    <a:alpha val="9855"/>
                  </a:srgbClr>
                </a:gs>
                <a:gs pos="71429">
                  <a:srgbClr val="E7EAE8">
                    <a:alpha val="4740"/>
                  </a:srgbClr>
                </a:gs>
                <a:gs pos="85714">
                  <a:srgbClr val="E7EAE8">
                    <a:alpha val="1902"/>
                  </a:srgbClr>
                </a:gs>
                <a:gs pos="100000">
                  <a:srgbClr val="E7EAE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" name="Splat 180"/>
            <p:cNvSpPr>
              <a:spLocks noGrp="1"/>
            </p:cNvSpPr>
            <p:nvPr/>
          </p:nvSpPr>
          <p:spPr>
            <a:xfrm rot="7456925">
              <a:off x="2125877" y="1922891"/>
              <a:ext cx="130531" cy="69359"/>
            </a:xfrm>
            <a:prstGeom prst="ellipse">
              <a:avLst/>
            </a:prstGeom>
            <a:gradFill>
              <a:gsLst>
                <a:gs pos="0">
                  <a:srgbClr val="FFFEFE">
                    <a:alpha val="13485"/>
                  </a:srgbClr>
                </a:gs>
                <a:gs pos="14286">
                  <a:srgbClr val="FFFEFE">
                    <a:alpha val="12466"/>
                  </a:srgbClr>
                </a:gs>
                <a:gs pos="28571">
                  <a:srgbClr val="FFFEFE">
                    <a:alpha val="9821"/>
                  </a:srgbClr>
                </a:gs>
                <a:gs pos="42857">
                  <a:srgbClr val="FFFEFE">
                    <a:alpha val="6556"/>
                  </a:srgbClr>
                </a:gs>
                <a:gs pos="57143">
                  <a:srgbClr val="FFFEFE">
                    <a:alpha val="3687"/>
                  </a:srgbClr>
                </a:gs>
                <a:gs pos="71429">
                  <a:srgbClr val="FFFEFE">
                    <a:alpha val="1743"/>
                  </a:srgbClr>
                </a:gs>
                <a:gs pos="85714">
                  <a:srgbClr val="FFFEFE">
                    <a:alpha val="693"/>
                  </a:srgbClr>
                </a:gs>
                <a:gs pos="100000">
                  <a:srgbClr val="FFFEFE">
                    <a:alpha val="2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" name="Splat 181"/>
            <p:cNvSpPr>
              <a:spLocks noGrp="1"/>
            </p:cNvSpPr>
            <p:nvPr/>
          </p:nvSpPr>
          <p:spPr>
            <a:xfrm rot="-9172854">
              <a:off x="2272302" y="1644943"/>
              <a:ext cx="188531" cy="110855"/>
            </a:xfrm>
            <a:prstGeom prst="ellipse">
              <a:avLst/>
            </a:prstGeom>
            <a:gradFill>
              <a:gsLst>
                <a:gs pos="0">
                  <a:srgbClr val="ABAAAB">
                    <a:alpha val="18078"/>
                  </a:srgbClr>
                </a:gs>
                <a:gs pos="14286">
                  <a:srgbClr val="ABAAAB">
                    <a:alpha val="16746"/>
                  </a:srgbClr>
                </a:gs>
                <a:gs pos="28571">
                  <a:srgbClr val="ABAAAB">
                    <a:alpha val="13264"/>
                  </a:srgbClr>
                </a:gs>
                <a:gs pos="42857">
                  <a:srgbClr val="ABAAAB">
                    <a:alpha val="8912"/>
                  </a:srgbClr>
                </a:gs>
                <a:gs pos="57143">
                  <a:srgbClr val="ABAAAB">
                    <a:alpha val="5041"/>
                  </a:srgbClr>
                </a:gs>
                <a:gs pos="71429">
                  <a:srgbClr val="ABAAAB">
                    <a:alpha val="2392"/>
                  </a:srgbClr>
                </a:gs>
                <a:gs pos="85714">
                  <a:srgbClr val="ABAAAB">
                    <a:alpha val="953"/>
                  </a:srgbClr>
                </a:gs>
                <a:gs pos="100000">
                  <a:srgbClr val="ABAAAB">
                    <a:alpha val="3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" name="Splat 182"/>
            <p:cNvSpPr>
              <a:spLocks noGrp="1"/>
            </p:cNvSpPr>
            <p:nvPr/>
          </p:nvSpPr>
          <p:spPr>
            <a:xfrm rot="8208621">
              <a:off x="2146717" y="1867878"/>
              <a:ext cx="168910" cy="78946"/>
            </a:xfrm>
            <a:prstGeom prst="ellipse">
              <a:avLst/>
            </a:prstGeom>
            <a:gradFill>
              <a:gsLst>
                <a:gs pos="0">
                  <a:srgbClr val="FFFFFF">
                    <a:alpha val="32919"/>
                  </a:srgbClr>
                </a:gs>
                <a:gs pos="14286">
                  <a:srgbClr val="FFFFFF">
                    <a:alpha val="30717"/>
                  </a:srgbClr>
                </a:gs>
                <a:gs pos="28571">
                  <a:srgbClr val="FFFFFF">
                    <a:alpha val="24794"/>
                  </a:srgbClr>
                </a:gs>
                <a:gs pos="42857">
                  <a:srgbClr val="FFFFFF">
                    <a:alpha val="17047"/>
                  </a:srgbClr>
                </a:gs>
                <a:gs pos="57143">
                  <a:srgbClr val="FFFFFF">
                    <a:alpha val="9838"/>
                  </a:srgbClr>
                </a:gs>
                <a:gs pos="71429">
                  <a:srgbClr val="FFFFFF">
                    <a:alpha val="4732"/>
                  </a:srgbClr>
                </a:gs>
                <a:gs pos="85714">
                  <a:srgbClr val="FFFFFF">
                    <a:alpha val="1899"/>
                  </a:srgbClr>
                </a:gs>
                <a:gs pos="100000">
                  <a:srgbClr val="FFFFFF">
                    <a:alpha val="6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" name="Splat 183"/>
            <p:cNvSpPr>
              <a:spLocks noGrp="1"/>
            </p:cNvSpPr>
            <p:nvPr/>
          </p:nvSpPr>
          <p:spPr>
            <a:xfrm rot="6155046">
              <a:off x="2211482" y="1807150"/>
              <a:ext cx="200706" cy="94608"/>
            </a:xfrm>
            <a:prstGeom prst="ellipse">
              <a:avLst/>
            </a:prstGeom>
            <a:gradFill>
              <a:gsLst>
                <a:gs pos="0">
                  <a:srgbClr val="D0D1D0">
                    <a:alpha val="24110"/>
                  </a:srgbClr>
                </a:gs>
                <a:gs pos="14286">
                  <a:srgbClr val="D0D1D0">
                    <a:alpha val="22397"/>
                  </a:srgbClr>
                </a:gs>
                <a:gs pos="28571">
                  <a:srgbClr val="D0D1D0">
                    <a:alpha val="17871"/>
                  </a:srgbClr>
                </a:gs>
                <a:gs pos="42857">
                  <a:srgbClr val="D0D1D0">
                    <a:alpha val="12115"/>
                  </a:srgbClr>
                </a:gs>
                <a:gs pos="57143">
                  <a:srgbClr val="D0D1D0">
                    <a:alpha val="6906"/>
                  </a:srgbClr>
                </a:gs>
                <a:gs pos="71429">
                  <a:srgbClr val="D0D1D0">
                    <a:alpha val="3294"/>
                  </a:srgbClr>
                </a:gs>
                <a:gs pos="85714">
                  <a:srgbClr val="D0D1D0">
                    <a:alpha val="1316"/>
                  </a:srgbClr>
                </a:gs>
                <a:gs pos="100000">
                  <a:srgbClr val="D0D1D0">
                    <a:alpha val="4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Splat 184"/>
            <p:cNvSpPr>
              <a:spLocks noGrp="1"/>
            </p:cNvSpPr>
            <p:nvPr/>
          </p:nvSpPr>
          <p:spPr>
            <a:xfrm rot="7356010">
              <a:off x="2370012" y="1758436"/>
              <a:ext cx="138647" cy="71120"/>
            </a:xfrm>
            <a:prstGeom prst="ellipse">
              <a:avLst/>
            </a:prstGeom>
            <a:gradFill>
              <a:gsLst>
                <a:gs pos="0">
                  <a:srgbClr val="AFB0B0">
                    <a:alpha val="31231"/>
                  </a:srgbClr>
                </a:gs>
                <a:gs pos="14286">
                  <a:srgbClr val="AFB0B0">
                    <a:alpha val="29116"/>
                  </a:srgbClr>
                </a:gs>
                <a:gs pos="28571">
                  <a:srgbClr val="AFB0B0">
                    <a:alpha val="23448"/>
                  </a:srgbClr>
                </a:gs>
                <a:gs pos="42857">
                  <a:srgbClr val="AFB0B0">
                    <a:alpha val="16076"/>
                  </a:srgbClr>
                </a:gs>
                <a:gs pos="57143">
                  <a:srgbClr val="AFB0B0">
                    <a:alpha val="9255"/>
                  </a:srgbClr>
                </a:gs>
                <a:gs pos="71429">
                  <a:srgbClr val="AFB0B0">
                    <a:alpha val="4444"/>
                  </a:srgbClr>
                </a:gs>
                <a:gs pos="85714">
                  <a:srgbClr val="AFB0B0">
                    <a:alpha val="1781"/>
                  </a:srgbClr>
                </a:gs>
                <a:gs pos="100000">
                  <a:srgbClr val="AFB0B0">
                    <a:alpha val="5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" name="Splat 185"/>
            <p:cNvSpPr>
              <a:spLocks noGrp="1"/>
            </p:cNvSpPr>
            <p:nvPr/>
          </p:nvSpPr>
          <p:spPr>
            <a:xfrm rot="-9148244">
              <a:off x="1316769" y="1235484"/>
              <a:ext cx="68461" cy="18394"/>
            </a:xfrm>
            <a:prstGeom prst="ellipse">
              <a:avLst/>
            </a:prstGeom>
            <a:gradFill>
              <a:gsLst>
                <a:gs pos="0">
                  <a:srgbClr val="484848">
                    <a:alpha val="15908"/>
                  </a:srgbClr>
                </a:gs>
                <a:gs pos="14286">
                  <a:srgbClr val="484848">
                    <a:alpha val="14722"/>
                  </a:srgbClr>
                </a:gs>
                <a:gs pos="28571">
                  <a:srgbClr val="484848">
                    <a:alpha val="11631"/>
                  </a:srgbClr>
                </a:gs>
                <a:gs pos="42857">
                  <a:srgbClr val="484848">
                    <a:alpha val="7790"/>
                  </a:srgbClr>
                </a:gs>
                <a:gs pos="57143">
                  <a:srgbClr val="484848">
                    <a:alpha val="4395"/>
                  </a:srgbClr>
                </a:gs>
                <a:gs pos="71429">
                  <a:srgbClr val="484848">
                    <a:alpha val="2082"/>
                  </a:srgbClr>
                </a:gs>
                <a:gs pos="85714">
                  <a:srgbClr val="484848">
                    <a:alpha val="828"/>
                  </a:srgbClr>
                </a:gs>
                <a:gs pos="100000">
                  <a:srgbClr val="484848">
                    <a:alpha val="2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" name="Splat 186"/>
            <p:cNvSpPr>
              <a:spLocks noGrp="1"/>
            </p:cNvSpPr>
            <p:nvPr/>
          </p:nvSpPr>
          <p:spPr>
            <a:xfrm rot="7313442">
              <a:off x="2348211" y="2281441"/>
              <a:ext cx="145773" cy="75550"/>
            </a:xfrm>
            <a:prstGeom prst="ellipse">
              <a:avLst/>
            </a:prstGeom>
            <a:gradFill>
              <a:gsLst>
                <a:gs pos="0">
                  <a:srgbClr val="F1F1F1">
                    <a:alpha val="32769"/>
                  </a:srgbClr>
                </a:gs>
                <a:gs pos="14286">
                  <a:srgbClr val="F1F1F1">
                    <a:alpha val="30575"/>
                  </a:srgbClr>
                </a:gs>
                <a:gs pos="28571">
                  <a:srgbClr val="F1F1F1">
                    <a:alpha val="24674"/>
                  </a:srgbClr>
                </a:gs>
                <a:gs pos="42857">
                  <a:srgbClr val="F1F1F1">
                    <a:alpha val="16960"/>
                  </a:srgbClr>
                </a:gs>
                <a:gs pos="57143">
                  <a:srgbClr val="F1F1F1">
                    <a:alpha val="9786"/>
                  </a:srgbClr>
                </a:gs>
                <a:gs pos="71429">
                  <a:srgbClr val="F1F1F1">
                    <a:alpha val="4706"/>
                  </a:srgbClr>
                </a:gs>
                <a:gs pos="85714">
                  <a:srgbClr val="F1F1F1">
                    <a:alpha val="1888"/>
                  </a:srgbClr>
                </a:gs>
                <a:gs pos="100000">
                  <a:srgbClr val="F1F1F1">
                    <a:alpha val="6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" name="Splat 187"/>
            <p:cNvSpPr>
              <a:spLocks noGrp="1"/>
            </p:cNvSpPr>
            <p:nvPr/>
          </p:nvSpPr>
          <p:spPr>
            <a:xfrm rot="6278436">
              <a:off x="2334338" y="2252013"/>
              <a:ext cx="225223" cy="48155"/>
            </a:xfrm>
            <a:prstGeom prst="ellipse">
              <a:avLst/>
            </a:prstGeom>
            <a:gradFill>
              <a:gsLst>
                <a:gs pos="0">
                  <a:srgbClr val="F4F5F5">
                    <a:alpha val="26436"/>
                  </a:srgbClr>
                </a:gs>
                <a:gs pos="14286">
                  <a:srgbClr val="F4F5F5">
                    <a:alpha val="24586"/>
                  </a:srgbClr>
                </a:gs>
                <a:gs pos="28571">
                  <a:srgbClr val="F4F5F5">
                    <a:alpha val="19675"/>
                  </a:srgbClr>
                </a:gs>
                <a:gs pos="42857">
                  <a:srgbClr val="F4F5F5">
                    <a:alpha val="13386"/>
                  </a:srgbClr>
                </a:gs>
                <a:gs pos="57143">
                  <a:srgbClr val="F4F5F5">
                    <a:alpha val="7654"/>
                  </a:srgbClr>
                </a:gs>
                <a:gs pos="71429">
                  <a:srgbClr val="F4F5F5">
                    <a:alpha val="3659"/>
                  </a:srgbClr>
                </a:gs>
                <a:gs pos="85714">
                  <a:srgbClr val="F4F5F5">
                    <a:alpha val="1463"/>
                  </a:srgbClr>
                </a:gs>
                <a:gs pos="100000">
                  <a:srgbClr val="F4F5F5">
                    <a:alpha val="4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" name="Splat 188"/>
            <p:cNvSpPr>
              <a:spLocks noGrp="1"/>
            </p:cNvSpPr>
            <p:nvPr/>
          </p:nvSpPr>
          <p:spPr>
            <a:xfrm rot="6648948">
              <a:off x="2183503" y="1998589"/>
              <a:ext cx="136174" cy="50415"/>
            </a:xfrm>
            <a:prstGeom prst="ellipse">
              <a:avLst/>
            </a:prstGeom>
            <a:gradFill>
              <a:gsLst>
                <a:gs pos="0">
                  <a:srgbClr val="D0D0D1">
                    <a:alpha val="10483"/>
                  </a:srgbClr>
                </a:gs>
                <a:gs pos="14286">
                  <a:srgbClr val="D0D0D1">
                    <a:alpha val="9678"/>
                  </a:srgbClr>
                </a:gs>
                <a:gs pos="28571">
                  <a:srgbClr val="D0D0D1">
                    <a:alpha val="7599"/>
                  </a:srgbClr>
                </a:gs>
                <a:gs pos="42857">
                  <a:srgbClr val="D0D0D1">
                    <a:alpha val="5052"/>
                  </a:srgbClr>
                </a:gs>
                <a:gs pos="57143">
                  <a:srgbClr val="D0D0D1">
                    <a:alpha val="2832"/>
                  </a:srgbClr>
                </a:gs>
                <a:gs pos="71429">
                  <a:srgbClr val="D0D0D1">
                    <a:alpha val="1336"/>
                  </a:srgbClr>
                </a:gs>
                <a:gs pos="85714">
                  <a:srgbClr val="D0D0D1">
                    <a:alpha val="530"/>
                  </a:srgbClr>
                </a:gs>
                <a:gs pos="100000">
                  <a:srgbClr val="D0D0D1">
                    <a:alpha val="1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" name="Splat 189"/>
            <p:cNvSpPr>
              <a:spLocks noGrp="1"/>
            </p:cNvSpPr>
            <p:nvPr/>
          </p:nvSpPr>
          <p:spPr>
            <a:xfrm rot="-9154196">
              <a:off x="1879508" y="1793625"/>
              <a:ext cx="333813" cy="92427"/>
            </a:xfrm>
            <a:prstGeom prst="ellipse">
              <a:avLst/>
            </a:prstGeom>
            <a:gradFill>
              <a:gsLst>
                <a:gs pos="0">
                  <a:srgbClr val="727272">
                    <a:alpha val="31721"/>
                  </a:srgbClr>
                </a:gs>
                <a:gs pos="14286">
                  <a:srgbClr val="727272">
                    <a:alpha val="29581"/>
                  </a:srgbClr>
                </a:gs>
                <a:gs pos="28571">
                  <a:srgbClr val="727272">
                    <a:alpha val="23838"/>
                  </a:srgbClr>
                </a:gs>
                <a:gs pos="42857">
                  <a:srgbClr val="727272">
                    <a:alpha val="16357"/>
                  </a:srgbClr>
                </a:gs>
                <a:gs pos="57143">
                  <a:srgbClr val="727272">
                    <a:alpha val="9423"/>
                  </a:srgbClr>
                </a:gs>
                <a:gs pos="71429">
                  <a:srgbClr val="727272">
                    <a:alpha val="4527"/>
                  </a:srgbClr>
                </a:gs>
                <a:gs pos="85714">
                  <a:srgbClr val="727272">
                    <a:alpha val="1815"/>
                  </a:srgbClr>
                </a:gs>
                <a:gs pos="100000">
                  <a:srgbClr val="727272">
                    <a:alpha val="6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" name="Splat 190"/>
            <p:cNvSpPr>
              <a:spLocks noGrp="1"/>
            </p:cNvSpPr>
            <p:nvPr/>
          </p:nvSpPr>
          <p:spPr>
            <a:xfrm rot="6200423">
              <a:off x="2179668" y="2233130"/>
              <a:ext cx="157645" cy="104289"/>
            </a:xfrm>
            <a:prstGeom prst="ellipse">
              <a:avLst/>
            </a:prstGeom>
            <a:gradFill>
              <a:gsLst>
                <a:gs pos="0">
                  <a:srgbClr val="FFFFFF">
                    <a:alpha val="28363"/>
                  </a:srgbClr>
                </a:gs>
                <a:gs pos="14286">
                  <a:srgbClr val="FFFFFF">
                    <a:alpha val="26404"/>
                  </a:srgbClr>
                </a:gs>
                <a:gs pos="28571">
                  <a:srgbClr val="FFFFFF">
                    <a:alpha val="21183"/>
                  </a:srgbClr>
                </a:gs>
                <a:gs pos="42857">
                  <a:srgbClr val="FFFFFF">
                    <a:alpha val="14456"/>
                  </a:srgbClr>
                </a:gs>
                <a:gs pos="57143">
                  <a:srgbClr val="FFFFFF">
                    <a:alpha val="8288"/>
                  </a:srgbClr>
                </a:gs>
                <a:gs pos="71429">
                  <a:srgbClr val="FFFFFF">
                    <a:alpha val="3969"/>
                  </a:srgbClr>
                </a:gs>
                <a:gs pos="85714">
                  <a:srgbClr val="FFFFFF">
                    <a:alpha val="1589"/>
                  </a:srgbClr>
                </a:gs>
                <a:gs pos="100000">
                  <a:srgbClr val="FFFFFF">
                    <a:alpha val="5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" name="Splat 191"/>
            <p:cNvSpPr>
              <a:spLocks noGrp="1"/>
            </p:cNvSpPr>
            <p:nvPr/>
          </p:nvSpPr>
          <p:spPr>
            <a:xfrm rot="6963567">
              <a:off x="2450302" y="1649909"/>
              <a:ext cx="245773" cy="150898"/>
            </a:xfrm>
            <a:prstGeom prst="ellipse">
              <a:avLst/>
            </a:prstGeom>
            <a:gradFill>
              <a:gsLst>
                <a:gs pos="0">
                  <a:srgbClr val="A0A1A0">
                    <a:alpha val="27249"/>
                  </a:srgbClr>
                </a:gs>
                <a:gs pos="14286">
                  <a:srgbClr val="A0A1A0">
                    <a:alpha val="25353"/>
                  </a:srgbClr>
                </a:gs>
                <a:gs pos="28571">
                  <a:srgbClr val="A0A1A0">
                    <a:alpha val="20311"/>
                  </a:srgbClr>
                </a:gs>
                <a:gs pos="42857">
                  <a:srgbClr val="A0A1A0">
                    <a:alpha val="13836"/>
                  </a:srgbClr>
                </a:gs>
                <a:gs pos="57143">
                  <a:srgbClr val="A0A1A0">
                    <a:alpha val="7920"/>
                  </a:srgbClr>
                </a:gs>
                <a:gs pos="71429">
                  <a:srgbClr val="A0A1A0">
                    <a:alpha val="3789"/>
                  </a:srgbClr>
                </a:gs>
                <a:gs pos="85714">
                  <a:srgbClr val="A0A1A0">
                    <a:alpha val="1516"/>
                  </a:srgbClr>
                </a:gs>
                <a:gs pos="100000">
                  <a:srgbClr val="A0A1A0">
                    <a:alpha val="5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" name="Splat 192"/>
            <p:cNvSpPr>
              <a:spLocks noGrp="1"/>
            </p:cNvSpPr>
            <p:nvPr/>
          </p:nvSpPr>
          <p:spPr>
            <a:xfrm rot="-10010305">
              <a:off x="1597142" y="1068975"/>
              <a:ext cx="68461" cy="18944"/>
            </a:xfrm>
            <a:prstGeom prst="ellipse">
              <a:avLst/>
            </a:prstGeom>
            <a:gradFill>
              <a:gsLst>
                <a:gs pos="0">
                  <a:srgbClr val="474747">
                    <a:alpha val="15498"/>
                  </a:srgbClr>
                </a:gs>
                <a:gs pos="14286">
                  <a:srgbClr val="474747">
                    <a:alpha val="14339"/>
                  </a:srgbClr>
                </a:gs>
                <a:gs pos="28571">
                  <a:srgbClr val="474747">
                    <a:alpha val="11323"/>
                  </a:srgbClr>
                </a:gs>
                <a:gs pos="42857">
                  <a:srgbClr val="474747">
                    <a:alpha val="7580"/>
                  </a:srgbClr>
                </a:gs>
                <a:gs pos="57143">
                  <a:srgbClr val="474747">
                    <a:alpha val="4274"/>
                  </a:srgbClr>
                </a:gs>
                <a:gs pos="71429">
                  <a:srgbClr val="474747">
                    <a:alpha val="2024"/>
                  </a:srgbClr>
                </a:gs>
                <a:gs pos="85714">
                  <a:srgbClr val="474747">
                    <a:alpha val="805"/>
                  </a:srgbClr>
                </a:gs>
                <a:gs pos="100000">
                  <a:srgbClr val="474747">
                    <a:alpha val="2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" name="Splat 193"/>
            <p:cNvSpPr>
              <a:spLocks noGrp="1"/>
            </p:cNvSpPr>
            <p:nvPr/>
          </p:nvSpPr>
          <p:spPr>
            <a:xfrm rot="8907335">
              <a:off x="2293800" y="2287013"/>
              <a:ext cx="166497" cy="72804"/>
            </a:xfrm>
            <a:prstGeom prst="ellipse">
              <a:avLst/>
            </a:prstGeom>
            <a:gradFill>
              <a:gsLst>
                <a:gs pos="0">
                  <a:srgbClr val="A0A0A0">
                    <a:alpha val="24581"/>
                  </a:srgbClr>
                </a:gs>
                <a:gs pos="14286">
                  <a:srgbClr val="A0A0A0">
                    <a:alpha val="22840"/>
                  </a:srgbClr>
                </a:gs>
                <a:gs pos="28571">
                  <a:srgbClr val="A0A0A0">
                    <a:alpha val="18236"/>
                  </a:srgbClr>
                </a:gs>
                <a:gs pos="42857">
                  <a:srgbClr val="A0A0A0">
                    <a:alpha val="12371"/>
                  </a:srgbClr>
                </a:gs>
                <a:gs pos="57143">
                  <a:srgbClr val="A0A0A0">
                    <a:alpha val="7056"/>
                  </a:srgbClr>
                </a:gs>
                <a:gs pos="71429">
                  <a:srgbClr val="A0A0A0">
                    <a:alpha val="3367"/>
                  </a:srgbClr>
                </a:gs>
                <a:gs pos="85714">
                  <a:srgbClr val="A0A0A0">
                    <a:alpha val="1345"/>
                  </a:srgbClr>
                </a:gs>
                <a:gs pos="100000">
                  <a:srgbClr val="A0A0A0">
                    <a:alpha val="4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" name="Splat 194"/>
            <p:cNvSpPr>
              <a:spLocks noGrp="1"/>
            </p:cNvSpPr>
            <p:nvPr/>
          </p:nvSpPr>
          <p:spPr>
            <a:xfrm rot="10302948">
              <a:off x="2365460" y="2042543"/>
              <a:ext cx="138092" cy="94758"/>
            </a:xfrm>
            <a:prstGeom prst="ellipse">
              <a:avLst/>
            </a:prstGeom>
            <a:gradFill>
              <a:gsLst>
                <a:gs pos="0">
                  <a:srgbClr val="ECEDEC">
                    <a:alpha val="21607"/>
                  </a:srgbClr>
                </a:gs>
                <a:gs pos="14286">
                  <a:srgbClr val="ECEDEC">
                    <a:alpha val="20049"/>
                  </a:srgbClr>
                </a:gs>
                <a:gs pos="28571">
                  <a:srgbClr val="ECEDEC">
                    <a:alpha val="15948"/>
                  </a:srgbClr>
                </a:gs>
                <a:gs pos="42857">
                  <a:srgbClr val="ECEDEC">
                    <a:alpha val="10770"/>
                  </a:srgbClr>
                </a:gs>
                <a:gs pos="57143">
                  <a:srgbClr val="ECEDEC">
                    <a:alpha val="6119"/>
                  </a:srgbClr>
                </a:gs>
                <a:gs pos="71429">
                  <a:srgbClr val="ECEDEC">
                    <a:alpha val="2912"/>
                  </a:srgbClr>
                </a:gs>
                <a:gs pos="85714">
                  <a:srgbClr val="ECEDEC">
                    <a:alpha val="1162"/>
                  </a:srgbClr>
                </a:gs>
                <a:gs pos="100000">
                  <a:srgbClr val="ECEDEC">
                    <a:alpha val="3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" name="Splat 195"/>
            <p:cNvSpPr>
              <a:spLocks noGrp="1"/>
            </p:cNvSpPr>
            <p:nvPr/>
          </p:nvSpPr>
          <p:spPr>
            <a:xfrm rot="-9081891">
              <a:off x="2331115" y="1989770"/>
              <a:ext cx="115297" cy="67770"/>
            </a:xfrm>
            <a:prstGeom prst="ellipse">
              <a:avLst/>
            </a:prstGeom>
            <a:gradFill>
              <a:gsLst>
                <a:gs pos="0">
                  <a:srgbClr val="BEBDBE">
                    <a:alpha val="16422"/>
                  </a:srgbClr>
                </a:gs>
                <a:gs pos="14286">
                  <a:srgbClr val="BEBDBE">
                    <a:alpha val="15200"/>
                  </a:srgbClr>
                </a:gs>
                <a:gs pos="28571">
                  <a:srgbClr val="BEBDBE">
                    <a:alpha val="12016"/>
                  </a:srgbClr>
                </a:gs>
                <a:gs pos="42857">
                  <a:srgbClr val="BEBDBE">
                    <a:alpha val="8054"/>
                  </a:srgbClr>
                </a:gs>
                <a:gs pos="57143">
                  <a:srgbClr val="BEBDBE">
                    <a:alpha val="4546"/>
                  </a:srgbClr>
                </a:gs>
                <a:gs pos="71429">
                  <a:srgbClr val="BEBDBE">
                    <a:alpha val="2154"/>
                  </a:srgbClr>
                </a:gs>
                <a:gs pos="85714">
                  <a:srgbClr val="BEBDBE">
                    <a:alpha val="858"/>
                  </a:srgbClr>
                </a:gs>
                <a:gs pos="100000">
                  <a:srgbClr val="BEBDBE">
                    <a:alpha val="2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" name="Splat 196"/>
            <p:cNvSpPr>
              <a:spLocks noGrp="1"/>
            </p:cNvSpPr>
            <p:nvPr/>
          </p:nvSpPr>
          <p:spPr>
            <a:xfrm rot="9044424">
              <a:off x="2305012" y="1898605"/>
              <a:ext cx="196429" cy="95879"/>
            </a:xfrm>
            <a:prstGeom prst="ellipse">
              <a:avLst/>
            </a:prstGeom>
            <a:gradFill>
              <a:gsLst>
                <a:gs pos="0">
                  <a:srgbClr val="CBCCCC">
                    <a:alpha val="23404"/>
                  </a:srgbClr>
                </a:gs>
                <a:gs pos="14286">
                  <a:srgbClr val="CBCCCC">
                    <a:alpha val="21735"/>
                  </a:srgbClr>
                </a:gs>
                <a:gs pos="28571">
                  <a:srgbClr val="CBCCCC">
                    <a:alpha val="17327"/>
                  </a:srgbClr>
                </a:gs>
                <a:gs pos="42857">
                  <a:srgbClr val="CBCCCC">
                    <a:alpha val="11733"/>
                  </a:srgbClr>
                </a:gs>
                <a:gs pos="57143">
                  <a:srgbClr val="CBCCCC">
                    <a:alpha val="6682"/>
                  </a:srgbClr>
                </a:gs>
                <a:gs pos="71429">
                  <a:srgbClr val="CBCCCC">
                    <a:alpha val="3185"/>
                  </a:srgbClr>
                </a:gs>
                <a:gs pos="85714">
                  <a:srgbClr val="CBCCCC">
                    <a:alpha val="1272"/>
                  </a:srgbClr>
                </a:gs>
                <a:gs pos="100000">
                  <a:srgbClr val="CBCCCC">
                    <a:alpha val="4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" name="Splat 197"/>
            <p:cNvSpPr>
              <a:spLocks noGrp="1"/>
            </p:cNvSpPr>
            <p:nvPr/>
          </p:nvSpPr>
          <p:spPr>
            <a:xfrm rot="6648936">
              <a:off x="1472632" y="684481"/>
              <a:ext cx="68461" cy="18754"/>
            </a:xfrm>
            <a:prstGeom prst="ellipse">
              <a:avLst/>
            </a:prstGeom>
            <a:gradFill>
              <a:gsLst>
                <a:gs pos="0">
                  <a:srgbClr val="424242">
                    <a:alpha val="15640"/>
                  </a:srgbClr>
                </a:gs>
                <a:gs pos="14286">
                  <a:srgbClr val="424242">
                    <a:alpha val="14472"/>
                  </a:srgbClr>
                </a:gs>
                <a:gs pos="28571">
                  <a:srgbClr val="424242">
                    <a:alpha val="11430"/>
                  </a:srgbClr>
                </a:gs>
                <a:gs pos="42857">
                  <a:srgbClr val="424242">
                    <a:alpha val="7653"/>
                  </a:srgbClr>
                </a:gs>
                <a:gs pos="57143">
                  <a:srgbClr val="424242">
                    <a:alpha val="4316"/>
                  </a:srgbClr>
                </a:gs>
                <a:gs pos="71429">
                  <a:srgbClr val="424242">
                    <a:alpha val="2044"/>
                  </a:srgbClr>
                </a:gs>
                <a:gs pos="85714">
                  <a:srgbClr val="424242">
                    <a:alpha val="813"/>
                  </a:srgbClr>
                </a:gs>
                <a:gs pos="100000">
                  <a:srgbClr val="424242">
                    <a:alpha val="2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" name="Splat 198"/>
            <p:cNvSpPr>
              <a:spLocks noGrp="1"/>
            </p:cNvSpPr>
            <p:nvPr/>
          </p:nvSpPr>
          <p:spPr>
            <a:xfrm rot="6317712">
              <a:off x="2439013" y="1911349"/>
              <a:ext cx="199486" cy="86318"/>
            </a:xfrm>
            <a:prstGeom prst="ellipse">
              <a:avLst/>
            </a:prstGeom>
            <a:gradFill>
              <a:gsLst>
                <a:gs pos="0">
                  <a:srgbClr val="C2C2C2">
                    <a:alpha val="22335"/>
                  </a:srgbClr>
                </a:gs>
                <a:gs pos="14286">
                  <a:srgbClr val="C2C2C2">
                    <a:alpha val="20731"/>
                  </a:srgbClr>
                </a:gs>
                <a:gs pos="28571">
                  <a:srgbClr val="C2C2C2">
                    <a:alpha val="16505"/>
                  </a:srgbClr>
                </a:gs>
                <a:gs pos="42857">
                  <a:srgbClr val="C2C2C2">
                    <a:alpha val="11158"/>
                  </a:srgbClr>
                </a:gs>
                <a:gs pos="57143">
                  <a:srgbClr val="C2C2C2">
                    <a:alpha val="6346"/>
                  </a:srgbClr>
                </a:gs>
                <a:gs pos="71429">
                  <a:srgbClr val="C2C2C2">
                    <a:alpha val="3022"/>
                  </a:srgbClr>
                </a:gs>
                <a:gs pos="85714">
                  <a:srgbClr val="C2C2C2">
                    <a:alpha val="1206"/>
                  </a:srgbClr>
                </a:gs>
                <a:gs pos="100000">
                  <a:srgbClr val="C2C2C2">
                    <a:alpha val="4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" name="Splat 199"/>
            <p:cNvSpPr>
              <a:spLocks noGrp="1"/>
            </p:cNvSpPr>
            <p:nvPr/>
          </p:nvSpPr>
          <p:spPr>
            <a:xfrm rot="8523138">
              <a:off x="2128948" y="1736777"/>
              <a:ext cx="68461" cy="18978"/>
            </a:xfrm>
            <a:prstGeom prst="ellipse">
              <a:avLst/>
            </a:prstGeom>
            <a:gradFill>
              <a:gsLst>
                <a:gs pos="0">
                  <a:srgbClr val="1C1C1C">
                    <a:alpha val="15473"/>
                  </a:srgbClr>
                </a:gs>
                <a:gs pos="14286">
                  <a:srgbClr val="1C1C1C">
                    <a:alpha val="14316"/>
                  </a:srgbClr>
                </a:gs>
                <a:gs pos="28571">
                  <a:srgbClr val="1C1C1C">
                    <a:alpha val="11304"/>
                  </a:srgbClr>
                </a:gs>
                <a:gs pos="42857">
                  <a:srgbClr val="1C1C1C">
                    <a:alpha val="7567"/>
                  </a:srgbClr>
                </a:gs>
                <a:gs pos="57143">
                  <a:srgbClr val="1C1C1C">
                    <a:alpha val="4266"/>
                  </a:srgbClr>
                </a:gs>
                <a:gs pos="71429">
                  <a:srgbClr val="1C1C1C">
                    <a:alpha val="2020"/>
                  </a:srgbClr>
                </a:gs>
                <a:gs pos="85714">
                  <a:srgbClr val="1C1C1C">
                    <a:alpha val="804"/>
                  </a:srgbClr>
                </a:gs>
                <a:gs pos="100000">
                  <a:srgbClr val="1C1C1C">
                    <a:alpha val="2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Splat 200"/>
            <p:cNvSpPr>
              <a:spLocks noGrp="1"/>
            </p:cNvSpPr>
            <p:nvPr/>
          </p:nvSpPr>
          <p:spPr>
            <a:xfrm rot="10192037">
              <a:off x="2183861" y="1955700"/>
              <a:ext cx="129541" cy="62592"/>
            </a:xfrm>
            <a:prstGeom prst="ellipse">
              <a:avLst/>
            </a:prstGeom>
            <a:gradFill>
              <a:gsLst>
                <a:gs pos="0">
                  <a:srgbClr val="BBBCBC">
                    <a:alpha val="24300"/>
                  </a:srgbClr>
                </a:gs>
                <a:gs pos="14286">
                  <a:srgbClr val="BBBCBC">
                    <a:alpha val="22576"/>
                  </a:srgbClr>
                </a:gs>
                <a:gs pos="28571">
                  <a:srgbClr val="BBBCBC">
                    <a:alpha val="18018"/>
                  </a:srgbClr>
                </a:gs>
                <a:gs pos="42857">
                  <a:srgbClr val="BBBCBC">
                    <a:alpha val="12218"/>
                  </a:srgbClr>
                </a:gs>
                <a:gs pos="57143">
                  <a:srgbClr val="BBBCBC">
                    <a:alpha val="6966"/>
                  </a:srgbClr>
                </a:gs>
                <a:gs pos="71429">
                  <a:srgbClr val="BBBCBC">
                    <a:alpha val="3323"/>
                  </a:srgbClr>
                </a:gs>
                <a:gs pos="85714">
                  <a:srgbClr val="BBBCBC">
                    <a:alpha val="1328"/>
                  </a:srgbClr>
                </a:gs>
                <a:gs pos="100000">
                  <a:srgbClr val="BBBCBC">
                    <a:alpha val="4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" name="Splat 201"/>
            <p:cNvSpPr>
              <a:spLocks noGrp="1"/>
            </p:cNvSpPr>
            <p:nvPr/>
          </p:nvSpPr>
          <p:spPr>
            <a:xfrm rot="6481438">
              <a:off x="1899835" y="1955021"/>
              <a:ext cx="158985" cy="80631"/>
            </a:xfrm>
            <a:prstGeom prst="ellipse">
              <a:avLst/>
            </a:prstGeom>
            <a:gradFill>
              <a:gsLst>
                <a:gs pos="0">
                  <a:srgbClr val="999898">
                    <a:alpha val="31490"/>
                  </a:srgbClr>
                </a:gs>
                <a:gs pos="14286">
                  <a:srgbClr val="999898">
                    <a:alpha val="29362"/>
                  </a:srgbClr>
                </a:gs>
                <a:gs pos="28571">
                  <a:srgbClr val="999898">
                    <a:alpha val="23654"/>
                  </a:srgbClr>
                </a:gs>
                <a:gs pos="42857">
                  <a:srgbClr val="999898">
                    <a:alpha val="16225"/>
                  </a:srgbClr>
                </a:gs>
                <a:gs pos="57143">
                  <a:srgbClr val="999898">
                    <a:alpha val="9344"/>
                  </a:srgbClr>
                </a:gs>
                <a:gs pos="71429">
                  <a:srgbClr val="999898">
                    <a:alpha val="4488"/>
                  </a:srgbClr>
                </a:gs>
                <a:gs pos="85714">
                  <a:srgbClr val="999898">
                    <a:alpha val="1799"/>
                  </a:srgbClr>
                </a:gs>
                <a:gs pos="100000">
                  <a:srgbClr val="999898">
                    <a:alpha val="6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" name="Splat 202"/>
            <p:cNvSpPr>
              <a:spLocks noGrp="1"/>
            </p:cNvSpPr>
            <p:nvPr/>
          </p:nvSpPr>
          <p:spPr>
            <a:xfrm rot="-10703404">
              <a:off x="1469477" y="1203433"/>
              <a:ext cx="68461" cy="18877"/>
            </a:xfrm>
            <a:prstGeom prst="ellipse">
              <a:avLst/>
            </a:prstGeom>
            <a:gradFill>
              <a:gsLst>
                <a:gs pos="0">
                  <a:srgbClr val="3E3D3E">
                    <a:alpha val="15548"/>
                  </a:srgbClr>
                </a:gs>
                <a:gs pos="14286">
                  <a:srgbClr val="3E3D3E">
                    <a:alpha val="14386"/>
                  </a:srgbClr>
                </a:gs>
                <a:gs pos="28571">
                  <a:srgbClr val="3E3D3E">
                    <a:alpha val="11361"/>
                  </a:srgbClr>
                </a:gs>
                <a:gs pos="42857">
                  <a:srgbClr val="3E3D3E">
                    <a:alpha val="7605"/>
                  </a:srgbClr>
                </a:gs>
                <a:gs pos="57143">
                  <a:srgbClr val="3E3D3E">
                    <a:alpha val="4288"/>
                  </a:srgbClr>
                </a:gs>
                <a:gs pos="71429">
                  <a:srgbClr val="3E3D3E">
                    <a:alpha val="2031"/>
                  </a:srgbClr>
                </a:gs>
                <a:gs pos="85714">
                  <a:srgbClr val="3E3D3E">
                    <a:alpha val="808"/>
                  </a:srgbClr>
                </a:gs>
                <a:gs pos="100000">
                  <a:srgbClr val="3E3D3E">
                    <a:alpha val="2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" name="Splat 203"/>
            <p:cNvSpPr>
              <a:spLocks noGrp="1"/>
            </p:cNvSpPr>
            <p:nvPr/>
          </p:nvSpPr>
          <p:spPr>
            <a:xfrm rot="3695424">
              <a:off x="2309414" y="1865497"/>
              <a:ext cx="159658" cy="78300"/>
            </a:xfrm>
            <a:prstGeom prst="ellipse">
              <a:avLst/>
            </a:prstGeom>
            <a:gradFill>
              <a:gsLst>
                <a:gs pos="0">
                  <a:srgbClr val="FFFEFE">
                    <a:alpha val="26028"/>
                  </a:srgbClr>
                </a:gs>
                <a:gs pos="14286">
                  <a:srgbClr val="FFFEFE">
                    <a:alpha val="24202"/>
                  </a:srgbClr>
                </a:gs>
                <a:gs pos="28571">
                  <a:srgbClr val="FFFEFE">
                    <a:alpha val="19358"/>
                  </a:srgbClr>
                </a:gs>
                <a:gs pos="42857">
                  <a:srgbClr val="FFFEFE">
                    <a:alpha val="13162"/>
                  </a:srgbClr>
                </a:gs>
                <a:gs pos="57143">
                  <a:srgbClr val="FFFEFE">
                    <a:alpha val="7522"/>
                  </a:srgbClr>
                </a:gs>
                <a:gs pos="71429">
                  <a:srgbClr val="FFFEFE">
                    <a:alpha val="3594"/>
                  </a:srgbClr>
                </a:gs>
                <a:gs pos="85714">
                  <a:srgbClr val="FFFEFE">
                    <a:alpha val="1437"/>
                  </a:srgbClr>
                </a:gs>
                <a:gs pos="100000">
                  <a:srgbClr val="FFFEFE">
                    <a:alpha val="4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" name="Splat 204"/>
            <p:cNvSpPr>
              <a:spLocks noGrp="1"/>
            </p:cNvSpPr>
            <p:nvPr/>
          </p:nvSpPr>
          <p:spPr>
            <a:xfrm rot="-10216416">
              <a:off x="2254983" y="2350290"/>
              <a:ext cx="68461" cy="19017"/>
            </a:xfrm>
            <a:prstGeom prst="ellipse">
              <a:avLst/>
            </a:prstGeom>
            <a:gradFill>
              <a:gsLst>
                <a:gs pos="0">
                  <a:srgbClr val="939393">
                    <a:alpha val="15444"/>
                  </a:srgbClr>
                </a:gs>
                <a:gs pos="14286">
                  <a:srgbClr val="939393">
                    <a:alpha val="14288"/>
                  </a:srgbClr>
                </a:gs>
                <a:gs pos="28571">
                  <a:srgbClr val="939393">
                    <a:alpha val="11283"/>
                  </a:srgbClr>
                </a:gs>
                <a:gs pos="42857">
                  <a:srgbClr val="939393">
                    <a:alpha val="7552"/>
                  </a:srgbClr>
                </a:gs>
                <a:gs pos="57143">
                  <a:srgbClr val="939393">
                    <a:alpha val="4258"/>
                  </a:srgbClr>
                </a:gs>
                <a:gs pos="71429">
                  <a:srgbClr val="939393">
                    <a:alpha val="2016"/>
                  </a:srgbClr>
                </a:gs>
                <a:gs pos="85714">
                  <a:srgbClr val="939393">
                    <a:alpha val="802"/>
                  </a:srgbClr>
                </a:gs>
                <a:gs pos="100000">
                  <a:srgbClr val="939393">
                    <a:alpha val="2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" name="Splat 205"/>
            <p:cNvSpPr>
              <a:spLocks noGrp="1"/>
            </p:cNvSpPr>
            <p:nvPr/>
          </p:nvSpPr>
          <p:spPr>
            <a:xfrm rot="10276258">
              <a:off x="1271566" y="264514"/>
              <a:ext cx="68461" cy="18990"/>
            </a:xfrm>
            <a:prstGeom prst="ellipse">
              <a:avLst/>
            </a:prstGeom>
            <a:gradFill>
              <a:gsLst>
                <a:gs pos="0">
                  <a:srgbClr val="434343">
                    <a:alpha val="15464"/>
                  </a:srgbClr>
                </a:gs>
                <a:gs pos="14286">
                  <a:srgbClr val="434343">
                    <a:alpha val="14307"/>
                  </a:srgbClr>
                </a:gs>
                <a:gs pos="28571">
                  <a:srgbClr val="434343">
                    <a:alpha val="11298"/>
                  </a:srgbClr>
                </a:gs>
                <a:gs pos="42857">
                  <a:srgbClr val="434343">
                    <a:alpha val="7562"/>
                  </a:srgbClr>
                </a:gs>
                <a:gs pos="57143">
                  <a:srgbClr val="434343">
                    <a:alpha val="4264"/>
                  </a:srgbClr>
                </a:gs>
                <a:gs pos="71429">
                  <a:srgbClr val="434343">
                    <a:alpha val="2019"/>
                  </a:srgbClr>
                </a:gs>
                <a:gs pos="85714">
                  <a:srgbClr val="434343">
                    <a:alpha val="803"/>
                  </a:srgbClr>
                </a:gs>
                <a:gs pos="100000">
                  <a:srgbClr val="434343">
                    <a:alpha val="2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" name="Splat 206"/>
            <p:cNvSpPr>
              <a:spLocks noGrp="1"/>
            </p:cNvSpPr>
            <p:nvPr/>
          </p:nvSpPr>
          <p:spPr>
            <a:xfrm rot="-8690678">
              <a:off x="972685" y="965598"/>
              <a:ext cx="68461" cy="17866"/>
            </a:xfrm>
            <a:prstGeom prst="ellipse">
              <a:avLst/>
            </a:prstGeom>
            <a:gradFill>
              <a:gsLst>
                <a:gs pos="0">
                  <a:srgbClr val="4E4E4E">
                    <a:alpha val="16301"/>
                  </a:srgbClr>
                </a:gs>
                <a:gs pos="14286">
                  <a:srgbClr val="4E4E4E">
                    <a:alpha val="15088"/>
                  </a:srgbClr>
                </a:gs>
                <a:gs pos="28571">
                  <a:srgbClr val="4E4E4E">
                    <a:alpha val="11926"/>
                  </a:srgbClr>
                </a:gs>
                <a:gs pos="42857">
                  <a:srgbClr val="4E4E4E">
                    <a:alpha val="7992"/>
                  </a:srgbClr>
                </a:gs>
                <a:gs pos="57143">
                  <a:srgbClr val="4E4E4E">
                    <a:alpha val="4511"/>
                  </a:srgbClr>
                </a:gs>
                <a:gs pos="71429">
                  <a:srgbClr val="4E4E4E">
                    <a:alpha val="2137"/>
                  </a:srgbClr>
                </a:gs>
                <a:gs pos="85714">
                  <a:srgbClr val="4E4E4E">
                    <a:alpha val="851"/>
                  </a:srgbClr>
                </a:gs>
                <a:gs pos="100000">
                  <a:srgbClr val="4E4E4E">
                    <a:alpha val="2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" name="Splat 207"/>
            <p:cNvSpPr>
              <a:spLocks noGrp="1"/>
            </p:cNvSpPr>
            <p:nvPr/>
          </p:nvSpPr>
          <p:spPr>
            <a:xfrm rot="-10473206">
              <a:off x="1260429" y="2579032"/>
              <a:ext cx="68461" cy="19024"/>
            </a:xfrm>
            <a:prstGeom prst="ellipse">
              <a:avLst/>
            </a:prstGeom>
            <a:gradFill>
              <a:gsLst>
                <a:gs pos="0">
                  <a:srgbClr val="474747">
                    <a:alpha val="15438"/>
                  </a:srgbClr>
                </a:gs>
                <a:gs pos="14286">
                  <a:srgbClr val="474747">
                    <a:alpha val="14283"/>
                  </a:srgbClr>
                </a:gs>
                <a:gs pos="28571">
                  <a:srgbClr val="474747">
                    <a:alpha val="11279"/>
                  </a:srgbClr>
                </a:gs>
                <a:gs pos="42857">
                  <a:srgbClr val="474747">
                    <a:alpha val="7549"/>
                  </a:srgbClr>
                </a:gs>
                <a:gs pos="57143">
                  <a:srgbClr val="474747">
                    <a:alpha val="4256"/>
                  </a:srgbClr>
                </a:gs>
                <a:gs pos="71429">
                  <a:srgbClr val="474747">
                    <a:alpha val="2015"/>
                  </a:srgbClr>
                </a:gs>
                <a:gs pos="85714">
                  <a:srgbClr val="474747">
                    <a:alpha val="802"/>
                  </a:srgbClr>
                </a:gs>
                <a:gs pos="100000">
                  <a:srgbClr val="474747">
                    <a:alpha val="2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Splat 208"/>
            <p:cNvSpPr>
              <a:spLocks noGrp="1"/>
            </p:cNvSpPr>
            <p:nvPr/>
          </p:nvSpPr>
          <p:spPr>
            <a:xfrm rot="8855096">
              <a:off x="2510110" y="2410189"/>
              <a:ext cx="68461" cy="19027"/>
            </a:xfrm>
            <a:prstGeom prst="ellipse">
              <a:avLst/>
            </a:prstGeom>
            <a:gradFill>
              <a:gsLst>
                <a:gs pos="0">
                  <a:srgbClr val="1F1F1F">
                    <a:alpha val="15435"/>
                  </a:srgbClr>
                </a:gs>
                <a:gs pos="14286">
                  <a:srgbClr val="1F1F1F">
                    <a:alpha val="14281"/>
                  </a:srgbClr>
                </a:gs>
                <a:gs pos="28571">
                  <a:srgbClr val="1F1F1F">
                    <a:alpha val="11277"/>
                  </a:srgbClr>
                </a:gs>
                <a:gs pos="42857">
                  <a:srgbClr val="1F1F1F">
                    <a:alpha val="7548"/>
                  </a:srgbClr>
                </a:gs>
                <a:gs pos="57143">
                  <a:srgbClr val="1F1F1F">
                    <a:alpha val="4255"/>
                  </a:srgbClr>
                </a:gs>
                <a:gs pos="71429">
                  <a:srgbClr val="1F1F1F">
                    <a:alpha val="2015"/>
                  </a:srgbClr>
                </a:gs>
                <a:gs pos="85714">
                  <a:srgbClr val="1F1F1F">
                    <a:alpha val="802"/>
                  </a:srgbClr>
                </a:gs>
                <a:gs pos="100000">
                  <a:srgbClr val="1F1F1F">
                    <a:alpha val="2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" name="Splat 209"/>
            <p:cNvSpPr>
              <a:spLocks noGrp="1"/>
            </p:cNvSpPr>
            <p:nvPr/>
          </p:nvSpPr>
          <p:spPr>
            <a:xfrm rot="5524021">
              <a:off x="1889700" y="973256"/>
              <a:ext cx="68461" cy="18032"/>
            </a:xfrm>
            <a:prstGeom prst="ellipse">
              <a:avLst/>
            </a:prstGeom>
            <a:gradFill>
              <a:gsLst>
                <a:gs pos="0">
                  <a:srgbClr val="4C4C4C">
                    <a:alpha val="16178"/>
                  </a:srgbClr>
                </a:gs>
                <a:gs pos="14286">
                  <a:srgbClr val="4C4C4C">
                    <a:alpha val="14973"/>
                  </a:srgbClr>
                </a:gs>
                <a:gs pos="28571">
                  <a:srgbClr val="4C4C4C">
                    <a:alpha val="11833"/>
                  </a:srgbClr>
                </a:gs>
                <a:gs pos="42857">
                  <a:srgbClr val="4C4C4C">
                    <a:alpha val="7929"/>
                  </a:srgbClr>
                </a:gs>
                <a:gs pos="57143">
                  <a:srgbClr val="4C4C4C">
                    <a:alpha val="4474"/>
                  </a:srgbClr>
                </a:gs>
                <a:gs pos="71429">
                  <a:srgbClr val="4C4C4C">
                    <a:alpha val="2120"/>
                  </a:srgbClr>
                </a:gs>
                <a:gs pos="85714">
                  <a:srgbClr val="4C4C4C">
                    <a:alpha val="844"/>
                  </a:srgbClr>
                </a:gs>
                <a:gs pos="100000">
                  <a:srgbClr val="4C4C4C">
                    <a:alpha val="2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" name="Splat 210"/>
            <p:cNvSpPr>
              <a:spLocks noGrp="1"/>
            </p:cNvSpPr>
            <p:nvPr/>
          </p:nvSpPr>
          <p:spPr>
            <a:xfrm rot="-9202149">
              <a:off x="2391735" y="1696948"/>
              <a:ext cx="144607" cy="38225"/>
            </a:xfrm>
            <a:prstGeom prst="ellipse">
              <a:avLst/>
            </a:prstGeom>
            <a:gradFill>
              <a:gsLst>
                <a:gs pos="0">
                  <a:srgbClr val="767679">
                    <a:alpha val="5699"/>
                  </a:srgbClr>
                </a:gs>
                <a:gs pos="14286">
                  <a:srgbClr val="767679">
                    <a:alpha val="5251"/>
                  </a:srgbClr>
                </a:gs>
                <a:gs pos="28571">
                  <a:srgbClr val="767679">
                    <a:alpha val="4101"/>
                  </a:srgbClr>
                </a:gs>
                <a:gs pos="42857">
                  <a:srgbClr val="767679">
                    <a:alpha val="2709"/>
                  </a:srgbClr>
                </a:gs>
                <a:gs pos="57143">
                  <a:srgbClr val="767679">
                    <a:alpha val="1511"/>
                  </a:srgbClr>
                </a:gs>
                <a:gs pos="71429">
                  <a:srgbClr val="767679">
                    <a:alpha val="710"/>
                  </a:srgbClr>
                </a:gs>
                <a:gs pos="85714">
                  <a:srgbClr val="767679">
                    <a:alpha val="281"/>
                  </a:srgbClr>
                </a:gs>
                <a:gs pos="100000">
                  <a:srgbClr val="767679">
                    <a:alpha val="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" name="Splat 211"/>
            <p:cNvSpPr>
              <a:spLocks noGrp="1"/>
            </p:cNvSpPr>
            <p:nvPr/>
          </p:nvSpPr>
          <p:spPr>
            <a:xfrm rot="-10551523">
              <a:off x="1906382" y="325838"/>
              <a:ext cx="68461" cy="17182"/>
            </a:xfrm>
            <a:prstGeom prst="ellipse">
              <a:avLst/>
            </a:prstGeom>
            <a:gradFill>
              <a:gsLst>
                <a:gs pos="0">
                  <a:srgbClr val="555555">
                    <a:alpha val="16807"/>
                  </a:srgbClr>
                </a:gs>
                <a:gs pos="14286">
                  <a:srgbClr val="555555">
                    <a:alpha val="15559"/>
                  </a:srgbClr>
                </a:gs>
                <a:gs pos="28571">
                  <a:srgbClr val="555555">
                    <a:alpha val="12306"/>
                  </a:srgbClr>
                </a:gs>
                <a:gs pos="42857">
                  <a:srgbClr val="555555">
                    <a:alpha val="8253"/>
                  </a:srgbClr>
                </a:gs>
                <a:gs pos="57143">
                  <a:srgbClr val="555555">
                    <a:alpha val="4660"/>
                  </a:srgbClr>
                </a:gs>
                <a:gs pos="71429">
                  <a:srgbClr val="555555">
                    <a:alpha val="2209"/>
                  </a:srgbClr>
                </a:gs>
                <a:gs pos="85714">
                  <a:srgbClr val="555555">
                    <a:alpha val="880"/>
                  </a:srgbClr>
                </a:gs>
                <a:gs pos="100000">
                  <a:srgbClr val="555555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" name="Splat 212"/>
            <p:cNvSpPr>
              <a:spLocks noGrp="1"/>
            </p:cNvSpPr>
            <p:nvPr/>
          </p:nvSpPr>
          <p:spPr>
            <a:xfrm rot="-9343173">
              <a:off x="2325132" y="1945928"/>
              <a:ext cx="204332" cy="128661"/>
            </a:xfrm>
            <a:prstGeom prst="ellipse">
              <a:avLst/>
            </a:prstGeom>
            <a:gradFill>
              <a:gsLst>
                <a:gs pos="0">
                  <a:srgbClr val="D4D5D4">
                    <a:alpha val="32960"/>
                  </a:srgbClr>
                </a:gs>
                <a:gs pos="14286">
                  <a:srgbClr val="D4D5D4">
                    <a:alpha val="30756"/>
                  </a:srgbClr>
                </a:gs>
                <a:gs pos="28571">
                  <a:srgbClr val="D4D5D4">
                    <a:alpha val="24827"/>
                  </a:srgbClr>
                </a:gs>
                <a:gs pos="42857">
                  <a:srgbClr val="D4D5D4">
                    <a:alpha val="17071"/>
                  </a:srgbClr>
                </a:gs>
                <a:gs pos="57143">
                  <a:srgbClr val="D4D5D4">
                    <a:alpha val="9852"/>
                  </a:srgbClr>
                </a:gs>
                <a:gs pos="71429">
                  <a:srgbClr val="D4D5D4">
                    <a:alpha val="4739"/>
                  </a:srgbClr>
                </a:gs>
                <a:gs pos="85714">
                  <a:srgbClr val="D4D5D4">
                    <a:alpha val="1902"/>
                  </a:srgbClr>
                </a:gs>
                <a:gs pos="100000">
                  <a:srgbClr val="D4D5D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" name="Splat 213"/>
            <p:cNvSpPr>
              <a:spLocks noGrp="1"/>
            </p:cNvSpPr>
            <p:nvPr/>
          </p:nvSpPr>
          <p:spPr>
            <a:xfrm rot="10042787">
              <a:off x="2086656" y="2177523"/>
              <a:ext cx="424971" cy="109403"/>
            </a:xfrm>
            <a:prstGeom prst="ellipse">
              <a:avLst/>
            </a:prstGeom>
            <a:gradFill>
              <a:gsLst>
                <a:gs pos="0">
                  <a:srgbClr val="FFFFFF">
                    <a:alpha val="14164"/>
                  </a:srgbClr>
                </a:gs>
                <a:gs pos="14286">
                  <a:srgbClr val="FFFFFF">
                    <a:alpha val="13097"/>
                  </a:srgbClr>
                </a:gs>
                <a:gs pos="28571">
                  <a:srgbClr val="FFFFFF">
                    <a:alpha val="10327"/>
                  </a:srgbClr>
                </a:gs>
                <a:gs pos="42857">
                  <a:srgbClr val="FFFFFF">
                    <a:alpha val="6900"/>
                  </a:srgbClr>
                </a:gs>
                <a:gs pos="57143">
                  <a:srgbClr val="FFFFFF">
                    <a:alpha val="3884"/>
                  </a:srgbClr>
                </a:gs>
                <a:gs pos="71429">
                  <a:srgbClr val="FFFFFF">
                    <a:alpha val="1837"/>
                  </a:srgbClr>
                </a:gs>
                <a:gs pos="85714">
                  <a:srgbClr val="FFFFFF">
                    <a:alpha val="731"/>
                  </a:srgbClr>
                </a:gs>
                <a:gs pos="100000">
                  <a:srgbClr val="FFFFFF">
                    <a:alpha val="2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" name="Splat 214"/>
            <p:cNvSpPr>
              <a:spLocks noGrp="1"/>
            </p:cNvSpPr>
            <p:nvPr/>
          </p:nvSpPr>
          <p:spPr>
            <a:xfrm rot="9686908">
              <a:off x="2328014" y="2301342"/>
              <a:ext cx="157673" cy="68692"/>
            </a:xfrm>
            <a:prstGeom prst="ellipse">
              <a:avLst/>
            </a:prstGeom>
            <a:gradFill>
              <a:gsLst>
                <a:gs pos="0">
                  <a:srgbClr val="C5C5C5">
                    <a:alpha val="32968"/>
                  </a:srgbClr>
                </a:gs>
                <a:gs pos="14286">
                  <a:srgbClr val="C5C5C5">
                    <a:alpha val="30764"/>
                  </a:srgbClr>
                </a:gs>
                <a:gs pos="28571">
                  <a:srgbClr val="C5C5C5">
                    <a:alpha val="24833"/>
                  </a:srgbClr>
                </a:gs>
                <a:gs pos="42857">
                  <a:srgbClr val="C5C5C5">
                    <a:alpha val="17075"/>
                  </a:srgbClr>
                </a:gs>
                <a:gs pos="57143">
                  <a:srgbClr val="C5C5C5">
                    <a:alpha val="9855"/>
                  </a:srgbClr>
                </a:gs>
                <a:gs pos="71429">
                  <a:srgbClr val="C5C5C5">
                    <a:alpha val="4740"/>
                  </a:srgbClr>
                </a:gs>
                <a:gs pos="85714">
                  <a:srgbClr val="C5C5C5">
                    <a:alpha val="1902"/>
                  </a:srgbClr>
                </a:gs>
                <a:gs pos="100000">
                  <a:srgbClr val="C5C5C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" name="Splat 215"/>
            <p:cNvSpPr>
              <a:spLocks noGrp="1"/>
            </p:cNvSpPr>
            <p:nvPr/>
          </p:nvSpPr>
          <p:spPr>
            <a:xfrm rot="7877101">
              <a:off x="2501368" y="2013487"/>
              <a:ext cx="198306" cy="128894"/>
            </a:xfrm>
            <a:prstGeom prst="ellipse">
              <a:avLst/>
            </a:prstGeom>
            <a:gradFill>
              <a:gsLst>
                <a:gs pos="0">
                  <a:srgbClr val="C2C1C2">
                    <a:alpha val="32944"/>
                  </a:srgbClr>
                </a:gs>
                <a:gs pos="14286">
                  <a:srgbClr val="C2C1C2">
                    <a:alpha val="30741"/>
                  </a:srgbClr>
                </a:gs>
                <a:gs pos="28571">
                  <a:srgbClr val="C2C1C2">
                    <a:alpha val="24814"/>
                  </a:srgbClr>
                </a:gs>
                <a:gs pos="42857">
                  <a:srgbClr val="C2C1C2">
                    <a:alpha val="17062"/>
                  </a:srgbClr>
                </a:gs>
                <a:gs pos="57143">
                  <a:srgbClr val="C2C1C2">
                    <a:alpha val="9847"/>
                  </a:srgbClr>
                </a:gs>
                <a:gs pos="71429">
                  <a:srgbClr val="C2C1C2">
                    <a:alpha val="4736"/>
                  </a:srgbClr>
                </a:gs>
                <a:gs pos="85714">
                  <a:srgbClr val="C2C1C2">
                    <a:alpha val="1900"/>
                  </a:srgbClr>
                </a:gs>
                <a:gs pos="100000">
                  <a:srgbClr val="C2C1C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" name="Splat 216"/>
            <p:cNvSpPr>
              <a:spLocks noGrp="1"/>
            </p:cNvSpPr>
            <p:nvPr/>
          </p:nvSpPr>
          <p:spPr>
            <a:xfrm rot="9416943">
              <a:off x="2442301" y="2468353"/>
              <a:ext cx="68461" cy="19142"/>
            </a:xfrm>
            <a:prstGeom prst="ellipse">
              <a:avLst/>
            </a:prstGeom>
            <a:gradFill>
              <a:gsLst>
                <a:gs pos="0">
                  <a:srgbClr val="0E0E0E">
                    <a:alpha val="15350"/>
                  </a:srgbClr>
                </a:gs>
                <a:gs pos="14286">
                  <a:srgbClr val="0E0E0E">
                    <a:alpha val="14201"/>
                  </a:srgbClr>
                </a:gs>
                <a:gs pos="28571">
                  <a:srgbClr val="0E0E0E">
                    <a:alpha val="11212"/>
                  </a:srgbClr>
                </a:gs>
                <a:gs pos="42857">
                  <a:srgbClr val="0E0E0E">
                    <a:alpha val="7504"/>
                  </a:srgbClr>
                </a:gs>
                <a:gs pos="57143">
                  <a:srgbClr val="0E0E0E">
                    <a:alpha val="4230"/>
                  </a:srgbClr>
                </a:gs>
                <a:gs pos="71429">
                  <a:srgbClr val="0E0E0E">
                    <a:alpha val="2003"/>
                  </a:srgbClr>
                </a:gs>
                <a:gs pos="85714">
                  <a:srgbClr val="0E0E0E">
                    <a:alpha val="797"/>
                  </a:srgbClr>
                </a:gs>
                <a:gs pos="100000">
                  <a:srgbClr val="0E0E0E">
                    <a:alpha val="2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" name="Splat 217"/>
            <p:cNvSpPr>
              <a:spLocks noGrp="1"/>
            </p:cNvSpPr>
            <p:nvPr/>
          </p:nvSpPr>
          <p:spPr>
            <a:xfrm rot="6031437">
              <a:off x="2233191" y="1924344"/>
              <a:ext cx="176167" cy="107788"/>
            </a:xfrm>
            <a:prstGeom prst="ellipse">
              <a:avLst/>
            </a:prstGeom>
            <a:gradFill>
              <a:gsLst>
                <a:gs pos="0">
                  <a:srgbClr val="F1F1F0">
                    <a:alpha val="30985"/>
                  </a:srgbClr>
                </a:gs>
                <a:gs pos="14286">
                  <a:srgbClr val="F1F1F0">
                    <a:alpha val="28883"/>
                  </a:srgbClr>
                </a:gs>
                <a:gs pos="28571">
                  <a:srgbClr val="F1F1F0">
                    <a:alpha val="23252"/>
                  </a:srgbClr>
                </a:gs>
                <a:gs pos="42857">
                  <a:srgbClr val="F1F1F0">
                    <a:alpha val="15936"/>
                  </a:srgbClr>
                </a:gs>
                <a:gs pos="57143">
                  <a:srgbClr val="F1F1F0">
                    <a:alpha val="9171"/>
                  </a:srgbClr>
                </a:gs>
                <a:gs pos="71429">
                  <a:srgbClr val="F1F1F0">
                    <a:alpha val="4403"/>
                  </a:srgbClr>
                </a:gs>
                <a:gs pos="85714">
                  <a:srgbClr val="F1F1F0">
                    <a:alpha val="1765"/>
                  </a:srgbClr>
                </a:gs>
                <a:gs pos="100000">
                  <a:srgbClr val="F1F1F0">
                    <a:alpha val="5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" name="Splat 218"/>
            <p:cNvSpPr>
              <a:spLocks noGrp="1"/>
            </p:cNvSpPr>
            <p:nvPr/>
          </p:nvSpPr>
          <p:spPr>
            <a:xfrm rot="9065405">
              <a:off x="2162378" y="1814347"/>
              <a:ext cx="204385" cy="6668"/>
            </a:xfrm>
            <a:prstGeom prst="ellipse">
              <a:avLst/>
            </a:prstGeom>
            <a:gradFill>
              <a:gsLst>
                <a:gs pos="0">
                  <a:srgbClr val="5A5558">
                    <a:alpha val="18150"/>
                  </a:srgbClr>
                </a:gs>
                <a:gs pos="14286">
                  <a:srgbClr val="5A5558">
                    <a:alpha val="16814"/>
                  </a:srgbClr>
                </a:gs>
                <a:gs pos="28571">
                  <a:srgbClr val="5A5558">
                    <a:alpha val="13319"/>
                  </a:srgbClr>
                </a:gs>
                <a:gs pos="42857">
                  <a:srgbClr val="5A5558">
                    <a:alpha val="8949"/>
                  </a:srgbClr>
                </a:gs>
                <a:gs pos="57143">
                  <a:srgbClr val="5A5558">
                    <a:alpha val="5062"/>
                  </a:srgbClr>
                </a:gs>
                <a:gs pos="71429">
                  <a:srgbClr val="5A5558">
                    <a:alpha val="2402"/>
                  </a:srgbClr>
                </a:gs>
                <a:gs pos="85714">
                  <a:srgbClr val="5A5558">
                    <a:alpha val="957"/>
                  </a:srgbClr>
                </a:gs>
                <a:gs pos="100000">
                  <a:srgbClr val="5A5558">
                    <a:alpha val="3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" name="Splat 219"/>
            <p:cNvSpPr>
              <a:spLocks noGrp="1"/>
            </p:cNvSpPr>
            <p:nvPr/>
          </p:nvSpPr>
          <p:spPr>
            <a:xfrm rot="7188351">
              <a:off x="2101551" y="1810437"/>
              <a:ext cx="215013" cy="82670"/>
            </a:xfrm>
            <a:prstGeom prst="ellipse">
              <a:avLst/>
            </a:prstGeom>
            <a:gradFill>
              <a:gsLst>
                <a:gs pos="0">
                  <a:srgbClr val="C5C5C4">
                    <a:alpha val="24247"/>
                  </a:srgbClr>
                </a:gs>
                <a:gs pos="14286">
                  <a:srgbClr val="C5C5C4">
                    <a:alpha val="22526"/>
                  </a:srgbClr>
                </a:gs>
                <a:gs pos="28571">
                  <a:srgbClr val="C5C5C4">
                    <a:alpha val="17977"/>
                  </a:srgbClr>
                </a:gs>
                <a:gs pos="42857">
                  <a:srgbClr val="C5C5C4">
                    <a:alpha val="12189"/>
                  </a:srgbClr>
                </a:gs>
                <a:gs pos="57143">
                  <a:srgbClr val="C5C5C4">
                    <a:alpha val="6949"/>
                  </a:srgbClr>
                </a:gs>
                <a:gs pos="71429">
                  <a:srgbClr val="C5C5C4">
                    <a:alpha val="3315"/>
                  </a:srgbClr>
                </a:gs>
                <a:gs pos="85714">
                  <a:srgbClr val="C5C5C4">
                    <a:alpha val="1324"/>
                  </a:srgbClr>
                </a:gs>
                <a:gs pos="100000">
                  <a:srgbClr val="C5C5C4">
                    <a:alpha val="4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" name="Splat 220"/>
            <p:cNvSpPr>
              <a:spLocks noGrp="1"/>
            </p:cNvSpPr>
            <p:nvPr/>
          </p:nvSpPr>
          <p:spPr>
            <a:xfrm rot="3142107">
              <a:off x="2467452" y="1832551"/>
              <a:ext cx="111447" cy="103783"/>
            </a:xfrm>
            <a:prstGeom prst="ellipse">
              <a:avLst/>
            </a:prstGeom>
            <a:gradFill>
              <a:gsLst>
                <a:gs pos="0">
                  <a:srgbClr val="FFFEFF">
                    <a:alpha val="23964"/>
                  </a:srgbClr>
                </a:gs>
                <a:gs pos="14286">
                  <a:srgbClr val="FFFEFF">
                    <a:alpha val="22261"/>
                  </a:srgbClr>
                </a:gs>
                <a:gs pos="28571">
                  <a:srgbClr val="FFFEFF">
                    <a:alpha val="17759"/>
                  </a:srgbClr>
                </a:gs>
                <a:gs pos="42857">
                  <a:srgbClr val="FFFEFF">
                    <a:alpha val="12036"/>
                  </a:srgbClr>
                </a:gs>
                <a:gs pos="57143">
                  <a:srgbClr val="FFFEFF">
                    <a:alpha val="6859"/>
                  </a:srgbClr>
                </a:gs>
                <a:gs pos="71429">
                  <a:srgbClr val="FFFEFF">
                    <a:alpha val="3272"/>
                  </a:srgbClr>
                </a:gs>
                <a:gs pos="85714">
                  <a:srgbClr val="FFFEFF">
                    <a:alpha val="1307"/>
                  </a:srgbClr>
                </a:gs>
                <a:gs pos="100000">
                  <a:srgbClr val="FFFEFF">
                    <a:alpha val="4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" name="Splat 221"/>
            <p:cNvSpPr>
              <a:spLocks noGrp="1"/>
            </p:cNvSpPr>
            <p:nvPr/>
          </p:nvSpPr>
          <p:spPr>
            <a:xfrm rot="7669171">
              <a:off x="2795855" y="3432613"/>
              <a:ext cx="233383" cy="118627"/>
            </a:xfrm>
            <a:prstGeom prst="ellipse">
              <a:avLst/>
            </a:prstGeom>
            <a:gradFill>
              <a:gsLst>
                <a:gs pos="0">
                  <a:srgbClr val="A9A8A8">
                    <a:alpha val="6668"/>
                  </a:srgbClr>
                </a:gs>
                <a:gs pos="14286">
                  <a:srgbClr val="A9A8A8">
                    <a:alpha val="6146"/>
                  </a:srgbClr>
                </a:gs>
                <a:gs pos="28571">
                  <a:srgbClr val="A9A8A8">
                    <a:alpha val="4805"/>
                  </a:srgbClr>
                </a:gs>
                <a:gs pos="42857">
                  <a:srgbClr val="A9A8A8">
                    <a:alpha val="3179"/>
                  </a:srgbClr>
                </a:gs>
                <a:gs pos="57143">
                  <a:srgbClr val="A9A8A8">
                    <a:alpha val="1774"/>
                  </a:srgbClr>
                </a:gs>
                <a:gs pos="71429">
                  <a:srgbClr val="A9A8A8">
                    <a:alpha val="834"/>
                  </a:srgbClr>
                </a:gs>
                <a:gs pos="85714">
                  <a:srgbClr val="A9A8A8">
                    <a:alpha val="331"/>
                  </a:srgbClr>
                </a:gs>
                <a:gs pos="100000">
                  <a:srgbClr val="A9A8A8">
                    <a:alpha val="1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" name="Splat 222"/>
            <p:cNvSpPr>
              <a:spLocks noGrp="1"/>
            </p:cNvSpPr>
            <p:nvPr/>
          </p:nvSpPr>
          <p:spPr>
            <a:xfrm rot="5928236">
              <a:off x="1761449" y="673136"/>
              <a:ext cx="154379" cy="98097"/>
            </a:xfrm>
            <a:prstGeom prst="ellipse">
              <a:avLst/>
            </a:prstGeom>
            <a:gradFill>
              <a:gsLst>
                <a:gs pos="0">
                  <a:srgbClr val="000007">
                    <a:alpha val="32968"/>
                  </a:srgbClr>
                </a:gs>
                <a:gs pos="14286">
                  <a:srgbClr val="000007">
                    <a:alpha val="30764"/>
                  </a:srgbClr>
                </a:gs>
                <a:gs pos="28571">
                  <a:srgbClr val="000007">
                    <a:alpha val="24833"/>
                  </a:srgbClr>
                </a:gs>
                <a:gs pos="42857">
                  <a:srgbClr val="000007">
                    <a:alpha val="17075"/>
                  </a:srgbClr>
                </a:gs>
                <a:gs pos="57143">
                  <a:srgbClr val="000007">
                    <a:alpha val="9855"/>
                  </a:srgbClr>
                </a:gs>
                <a:gs pos="71429">
                  <a:srgbClr val="000007">
                    <a:alpha val="4740"/>
                  </a:srgbClr>
                </a:gs>
                <a:gs pos="85714">
                  <a:srgbClr val="000007">
                    <a:alpha val="1902"/>
                  </a:srgbClr>
                </a:gs>
                <a:gs pos="100000">
                  <a:srgbClr val="00000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" name="Splat 223"/>
            <p:cNvSpPr>
              <a:spLocks noGrp="1"/>
            </p:cNvSpPr>
            <p:nvPr/>
          </p:nvSpPr>
          <p:spPr>
            <a:xfrm rot="6705144">
              <a:off x="1906171" y="2006256"/>
              <a:ext cx="154042" cy="83326"/>
            </a:xfrm>
            <a:prstGeom prst="ellipse">
              <a:avLst/>
            </a:prstGeom>
            <a:gradFill>
              <a:gsLst>
                <a:gs pos="0">
                  <a:srgbClr val="888A89">
                    <a:alpha val="17981"/>
                  </a:srgbClr>
                </a:gs>
                <a:gs pos="14286">
                  <a:srgbClr val="888A89">
                    <a:alpha val="16655"/>
                  </a:srgbClr>
                </a:gs>
                <a:gs pos="28571">
                  <a:srgbClr val="888A89">
                    <a:alpha val="13191"/>
                  </a:srgbClr>
                </a:gs>
                <a:gs pos="42857">
                  <a:srgbClr val="888A89">
                    <a:alpha val="8861"/>
                  </a:srgbClr>
                </a:gs>
                <a:gs pos="57143">
                  <a:srgbClr val="888A89">
                    <a:alpha val="5011"/>
                  </a:srgbClr>
                </a:gs>
                <a:gs pos="71429">
                  <a:srgbClr val="888A89">
                    <a:alpha val="2378"/>
                  </a:srgbClr>
                </a:gs>
                <a:gs pos="85714">
                  <a:srgbClr val="888A89">
                    <a:alpha val="947"/>
                  </a:srgbClr>
                </a:gs>
                <a:gs pos="100000">
                  <a:srgbClr val="888A89">
                    <a:alpha val="3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" name="Splat 224"/>
            <p:cNvSpPr>
              <a:spLocks noGrp="1"/>
            </p:cNvSpPr>
            <p:nvPr/>
          </p:nvSpPr>
          <p:spPr>
            <a:xfrm rot="4991746">
              <a:off x="2435313" y="2193827"/>
              <a:ext cx="156426" cy="86965"/>
            </a:xfrm>
            <a:prstGeom prst="ellipse">
              <a:avLst/>
            </a:prstGeom>
            <a:gradFill>
              <a:gsLst>
                <a:gs pos="0">
                  <a:srgbClr val="FFFFFF">
                    <a:alpha val="16326"/>
                  </a:srgbClr>
                </a:gs>
                <a:gs pos="14286">
                  <a:srgbClr val="FFFFFF">
                    <a:alpha val="15111"/>
                  </a:srgbClr>
                </a:gs>
                <a:gs pos="28571">
                  <a:srgbClr val="FFFFFF">
                    <a:alpha val="11944"/>
                  </a:srgbClr>
                </a:gs>
                <a:gs pos="42857">
                  <a:srgbClr val="FFFFFF">
                    <a:alpha val="8005"/>
                  </a:srgbClr>
                </a:gs>
                <a:gs pos="57143">
                  <a:srgbClr val="FFFFFF">
                    <a:alpha val="4518"/>
                  </a:srgbClr>
                </a:gs>
                <a:gs pos="71429">
                  <a:srgbClr val="FFFFFF">
                    <a:alpha val="2141"/>
                  </a:srgbClr>
                </a:gs>
                <a:gs pos="85714">
                  <a:srgbClr val="FFFFFF">
                    <a:alpha val="852"/>
                  </a:srgbClr>
                </a:gs>
                <a:gs pos="100000">
                  <a:srgbClr val="FFFFFF">
                    <a:alpha val="2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" name="Splat 225"/>
            <p:cNvSpPr>
              <a:spLocks noGrp="1"/>
            </p:cNvSpPr>
            <p:nvPr/>
          </p:nvSpPr>
          <p:spPr>
            <a:xfrm rot="8182429">
              <a:off x="2625169" y="2204374"/>
              <a:ext cx="178115" cy="66960"/>
            </a:xfrm>
            <a:prstGeom prst="ellipse">
              <a:avLst/>
            </a:prstGeom>
            <a:gradFill>
              <a:gsLst>
                <a:gs pos="0">
                  <a:srgbClr val="686567">
                    <a:alpha val="27288"/>
                  </a:srgbClr>
                </a:gs>
                <a:gs pos="14286">
                  <a:srgbClr val="686567">
                    <a:alpha val="25389"/>
                  </a:srgbClr>
                </a:gs>
                <a:gs pos="28571">
                  <a:srgbClr val="686567">
                    <a:alpha val="20341"/>
                  </a:srgbClr>
                </a:gs>
                <a:gs pos="42857">
                  <a:srgbClr val="686567">
                    <a:alpha val="13857"/>
                  </a:srgbClr>
                </a:gs>
                <a:gs pos="57143">
                  <a:srgbClr val="686567">
                    <a:alpha val="7933"/>
                  </a:srgbClr>
                </a:gs>
                <a:gs pos="71429">
                  <a:srgbClr val="686567">
                    <a:alpha val="3795"/>
                  </a:srgbClr>
                </a:gs>
                <a:gs pos="85714">
                  <a:srgbClr val="686567">
                    <a:alpha val="1518"/>
                  </a:srgbClr>
                </a:gs>
                <a:gs pos="100000">
                  <a:srgbClr val="686567">
                    <a:alpha val="5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" name="Splat 226"/>
            <p:cNvSpPr>
              <a:spLocks noGrp="1"/>
            </p:cNvSpPr>
            <p:nvPr/>
          </p:nvSpPr>
          <p:spPr>
            <a:xfrm rot="6526201">
              <a:off x="2086935" y="2185680"/>
              <a:ext cx="344222" cy="85253"/>
            </a:xfrm>
            <a:prstGeom prst="ellipse">
              <a:avLst/>
            </a:prstGeom>
            <a:gradFill>
              <a:gsLst>
                <a:gs pos="0">
                  <a:srgbClr val="FFFFFF">
                    <a:alpha val="15862"/>
                  </a:srgbClr>
                </a:gs>
                <a:gs pos="14286">
                  <a:srgbClr val="FFFFFF">
                    <a:alpha val="14678"/>
                  </a:srgbClr>
                </a:gs>
                <a:gs pos="28571">
                  <a:srgbClr val="FFFFFF">
                    <a:alpha val="11596"/>
                  </a:srgbClr>
                </a:gs>
                <a:gs pos="42857">
                  <a:srgbClr val="FFFFFF">
                    <a:alpha val="7766"/>
                  </a:srgbClr>
                </a:gs>
                <a:gs pos="57143">
                  <a:srgbClr val="FFFFFF">
                    <a:alpha val="4381"/>
                  </a:srgbClr>
                </a:gs>
                <a:gs pos="71429">
                  <a:srgbClr val="FFFFFF">
                    <a:alpha val="2075"/>
                  </a:srgbClr>
                </a:gs>
                <a:gs pos="85714">
                  <a:srgbClr val="FFFFFF">
                    <a:alpha val="826"/>
                  </a:srgbClr>
                </a:gs>
                <a:gs pos="100000">
                  <a:srgbClr val="FFFFFF">
                    <a:alpha val="2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" name="Splat 227"/>
            <p:cNvSpPr>
              <a:spLocks noGrp="1"/>
            </p:cNvSpPr>
            <p:nvPr/>
          </p:nvSpPr>
          <p:spPr>
            <a:xfrm rot="7916073">
              <a:off x="1252849" y="173350"/>
              <a:ext cx="158982" cy="123420"/>
            </a:xfrm>
            <a:prstGeom prst="ellipse">
              <a:avLst/>
            </a:prstGeom>
            <a:gradFill>
              <a:gsLst>
                <a:gs pos="0">
                  <a:srgbClr val="A8AAAB">
                    <a:alpha val="4537"/>
                  </a:srgbClr>
                </a:gs>
                <a:gs pos="14286">
                  <a:srgbClr val="A8AAAB">
                    <a:alpha val="4178"/>
                  </a:srgbClr>
                </a:gs>
                <a:gs pos="28571">
                  <a:srgbClr val="A8AAAB">
                    <a:alpha val="3259"/>
                  </a:srgbClr>
                </a:gs>
                <a:gs pos="42857">
                  <a:srgbClr val="A8AAAB">
                    <a:alpha val="2150"/>
                  </a:srgbClr>
                </a:gs>
                <a:gs pos="57143">
                  <a:srgbClr val="A8AAAB">
                    <a:alpha val="1197"/>
                  </a:srgbClr>
                </a:gs>
                <a:gs pos="71429">
                  <a:srgbClr val="A8AAAB">
                    <a:alpha val="562"/>
                  </a:srgbClr>
                </a:gs>
                <a:gs pos="85714">
                  <a:srgbClr val="A8AAAB">
                    <a:alpha val="223"/>
                  </a:srgbClr>
                </a:gs>
                <a:gs pos="100000">
                  <a:srgbClr val="A8AAAB">
                    <a:alpha val="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" name="Splat 228"/>
            <p:cNvSpPr>
              <a:spLocks noGrp="1"/>
            </p:cNvSpPr>
            <p:nvPr/>
          </p:nvSpPr>
          <p:spPr>
            <a:xfrm rot="8992631">
              <a:off x="48700" y="2807702"/>
              <a:ext cx="132063" cy="92700"/>
            </a:xfrm>
            <a:prstGeom prst="ellipse">
              <a:avLst/>
            </a:prstGeom>
            <a:gradFill>
              <a:gsLst>
                <a:gs pos="0">
                  <a:srgbClr val="A3A3A5">
                    <a:alpha val="2272"/>
                  </a:srgbClr>
                </a:gs>
                <a:gs pos="14286">
                  <a:srgbClr val="A3A3A5">
                    <a:alpha val="2090"/>
                  </a:srgbClr>
                </a:gs>
                <a:gs pos="28571">
                  <a:srgbClr val="A3A3A5">
                    <a:alpha val="1627"/>
                  </a:srgbClr>
                </a:gs>
                <a:gs pos="42857">
                  <a:srgbClr val="A3A3A5">
                    <a:alpha val="1070"/>
                  </a:srgbClr>
                </a:gs>
                <a:gs pos="57143">
                  <a:srgbClr val="A3A3A5">
                    <a:alpha val="594"/>
                  </a:srgbClr>
                </a:gs>
                <a:gs pos="71429">
                  <a:srgbClr val="A3A3A5">
                    <a:alpha val="279"/>
                  </a:srgbClr>
                </a:gs>
                <a:gs pos="85714">
                  <a:srgbClr val="A3A3A5">
                    <a:alpha val="110"/>
                  </a:srgbClr>
                </a:gs>
                <a:gs pos="100000">
                  <a:srgbClr val="A3A3A5">
                    <a:alpha val="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" name="Splat 229"/>
            <p:cNvSpPr>
              <a:spLocks noGrp="1"/>
            </p:cNvSpPr>
            <p:nvPr/>
          </p:nvSpPr>
          <p:spPr>
            <a:xfrm rot="4970061">
              <a:off x="2678855" y="309651"/>
              <a:ext cx="427224" cy="117262"/>
            </a:xfrm>
            <a:prstGeom prst="ellipse">
              <a:avLst/>
            </a:prstGeom>
            <a:gradFill>
              <a:gsLst>
                <a:gs pos="0">
                  <a:srgbClr val="838382">
                    <a:alpha val="17298"/>
                  </a:srgbClr>
                </a:gs>
                <a:gs pos="14286">
                  <a:srgbClr val="838382">
                    <a:alpha val="16018"/>
                  </a:srgbClr>
                </a:gs>
                <a:gs pos="28571">
                  <a:srgbClr val="838382">
                    <a:alpha val="12675"/>
                  </a:srgbClr>
                </a:gs>
                <a:gs pos="42857">
                  <a:srgbClr val="838382">
                    <a:alpha val="8506"/>
                  </a:srgbClr>
                </a:gs>
                <a:gs pos="57143">
                  <a:srgbClr val="838382">
                    <a:alpha val="4807"/>
                  </a:srgbClr>
                </a:gs>
                <a:gs pos="71429">
                  <a:srgbClr val="838382">
                    <a:alpha val="2279"/>
                  </a:srgbClr>
                </a:gs>
                <a:gs pos="85714">
                  <a:srgbClr val="838382">
                    <a:alpha val="908"/>
                  </a:srgbClr>
                </a:gs>
                <a:gs pos="100000">
                  <a:srgbClr val="838382">
                    <a:alpha val="3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" name="Splat 230"/>
            <p:cNvSpPr>
              <a:spLocks noGrp="1"/>
            </p:cNvSpPr>
            <p:nvPr/>
          </p:nvSpPr>
          <p:spPr>
            <a:xfrm rot="-10106023">
              <a:off x="1121460" y="3016461"/>
              <a:ext cx="217099" cy="112630"/>
            </a:xfrm>
            <a:prstGeom prst="ellipse">
              <a:avLst/>
            </a:prstGeom>
            <a:gradFill>
              <a:gsLst>
                <a:gs pos="0">
                  <a:srgbClr val="05120C">
                    <a:alpha val="31626"/>
                  </a:srgbClr>
                </a:gs>
                <a:gs pos="14286">
                  <a:srgbClr val="05120C">
                    <a:alpha val="29491"/>
                  </a:srgbClr>
                </a:gs>
                <a:gs pos="28571">
                  <a:srgbClr val="05120C">
                    <a:alpha val="23762"/>
                  </a:srgbClr>
                </a:gs>
                <a:gs pos="42857">
                  <a:srgbClr val="05120C">
                    <a:alpha val="16302"/>
                  </a:srgbClr>
                </a:gs>
                <a:gs pos="57143">
                  <a:srgbClr val="05120C">
                    <a:alpha val="9390"/>
                  </a:srgbClr>
                </a:gs>
                <a:gs pos="71429">
                  <a:srgbClr val="05120C">
                    <a:alpha val="4511"/>
                  </a:srgbClr>
                </a:gs>
                <a:gs pos="85714">
                  <a:srgbClr val="05120C">
                    <a:alpha val="1809"/>
                  </a:srgbClr>
                </a:gs>
                <a:gs pos="100000">
                  <a:srgbClr val="05120C">
                    <a:alpha val="6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" name="Splat 231"/>
            <p:cNvSpPr>
              <a:spLocks noGrp="1"/>
            </p:cNvSpPr>
            <p:nvPr/>
          </p:nvSpPr>
          <p:spPr>
            <a:xfrm rot="-10303025">
              <a:off x="1004614" y="1996310"/>
              <a:ext cx="582289" cy="125928"/>
            </a:xfrm>
            <a:prstGeom prst="ellipse">
              <a:avLst/>
            </a:prstGeom>
            <a:gradFill>
              <a:gsLst>
                <a:gs pos="0">
                  <a:srgbClr val="7A7A79">
                    <a:alpha val="17625"/>
                  </a:srgbClr>
                </a:gs>
                <a:gs pos="14286">
                  <a:srgbClr val="7A7A79">
                    <a:alpha val="16323"/>
                  </a:srgbClr>
                </a:gs>
                <a:gs pos="28571">
                  <a:srgbClr val="7A7A79">
                    <a:alpha val="12922"/>
                  </a:srgbClr>
                </a:gs>
                <a:gs pos="42857">
                  <a:srgbClr val="7A7A79">
                    <a:alpha val="8676"/>
                  </a:srgbClr>
                </a:gs>
                <a:gs pos="57143">
                  <a:srgbClr val="7A7A79">
                    <a:alpha val="4905"/>
                  </a:srgbClr>
                </a:gs>
                <a:gs pos="71429">
                  <a:srgbClr val="7A7A79">
                    <a:alpha val="2327"/>
                  </a:srgbClr>
                </a:gs>
                <a:gs pos="85714">
                  <a:srgbClr val="7A7A79">
                    <a:alpha val="927"/>
                  </a:srgbClr>
                </a:gs>
                <a:gs pos="100000">
                  <a:srgbClr val="7A7A79">
                    <a:alpha val="3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" name="Splat 232"/>
            <p:cNvSpPr>
              <a:spLocks noGrp="1"/>
            </p:cNvSpPr>
            <p:nvPr/>
          </p:nvSpPr>
          <p:spPr>
            <a:xfrm rot="9463255">
              <a:off x="683784" y="726462"/>
              <a:ext cx="280505" cy="202416"/>
            </a:xfrm>
            <a:prstGeom prst="ellipse">
              <a:avLst/>
            </a:prstGeom>
            <a:gradFill>
              <a:gsLst>
                <a:gs pos="0">
                  <a:srgbClr val="B7B9B9">
                    <a:alpha val="2321"/>
                  </a:srgbClr>
                </a:gs>
                <a:gs pos="14286">
                  <a:srgbClr val="B7B9B9">
                    <a:alpha val="2136"/>
                  </a:srgbClr>
                </a:gs>
                <a:gs pos="28571">
                  <a:srgbClr val="B7B9B9">
                    <a:alpha val="1662"/>
                  </a:srgbClr>
                </a:gs>
                <a:gs pos="42857">
                  <a:srgbClr val="B7B9B9">
                    <a:alpha val="1093"/>
                  </a:srgbClr>
                </a:gs>
                <a:gs pos="57143">
                  <a:srgbClr val="B7B9B9">
                    <a:alpha val="607"/>
                  </a:srgbClr>
                </a:gs>
                <a:gs pos="71429">
                  <a:srgbClr val="B7B9B9">
                    <a:alpha val="285"/>
                  </a:srgbClr>
                </a:gs>
                <a:gs pos="85714">
                  <a:srgbClr val="B7B9B9">
                    <a:alpha val="113"/>
                  </a:srgbClr>
                </a:gs>
                <a:gs pos="100000">
                  <a:srgbClr val="B7B9B9">
                    <a:alpha val="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" name="Splat 233"/>
            <p:cNvSpPr>
              <a:spLocks noGrp="1"/>
            </p:cNvSpPr>
            <p:nvPr/>
          </p:nvSpPr>
          <p:spPr>
            <a:xfrm rot="10345880">
              <a:off x="391337" y="611758"/>
              <a:ext cx="423503" cy="126469"/>
            </a:xfrm>
            <a:prstGeom prst="ellipse">
              <a:avLst/>
            </a:prstGeom>
            <a:gradFill>
              <a:gsLst>
                <a:gs pos="0">
                  <a:srgbClr val="767677">
                    <a:alpha val="7869"/>
                  </a:srgbClr>
                </a:gs>
                <a:gs pos="14286">
                  <a:srgbClr val="767677">
                    <a:alpha val="7257"/>
                  </a:srgbClr>
                </a:gs>
                <a:gs pos="28571">
                  <a:srgbClr val="767677">
                    <a:alpha val="5681"/>
                  </a:srgbClr>
                </a:gs>
                <a:gs pos="42857">
                  <a:srgbClr val="767677">
                    <a:alpha val="3764"/>
                  </a:srgbClr>
                </a:gs>
                <a:gs pos="57143">
                  <a:srgbClr val="767677">
                    <a:alpha val="2103"/>
                  </a:srgbClr>
                </a:gs>
                <a:gs pos="71429">
                  <a:srgbClr val="767677">
                    <a:alpha val="990"/>
                  </a:srgbClr>
                </a:gs>
                <a:gs pos="85714">
                  <a:srgbClr val="767677">
                    <a:alpha val="393"/>
                  </a:srgbClr>
                </a:gs>
                <a:gs pos="100000">
                  <a:srgbClr val="767677">
                    <a:alpha val="1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" name="Splat 234"/>
            <p:cNvSpPr>
              <a:spLocks noGrp="1"/>
            </p:cNvSpPr>
            <p:nvPr/>
          </p:nvSpPr>
          <p:spPr>
            <a:xfrm rot="4304513">
              <a:off x="433170" y="98859"/>
              <a:ext cx="316420" cy="171005"/>
            </a:xfrm>
            <a:prstGeom prst="ellipse">
              <a:avLst/>
            </a:prstGeom>
            <a:gradFill>
              <a:gsLst>
                <a:gs pos="0">
                  <a:srgbClr val="838384">
                    <a:alpha val="9741"/>
                  </a:srgbClr>
                </a:gs>
                <a:gs pos="14286">
                  <a:srgbClr val="838384">
                    <a:alpha val="8990"/>
                  </a:srgbClr>
                </a:gs>
                <a:gs pos="28571">
                  <a:srgbClr val="838384">
                    <a:alpha val="7053"/>
                  </a:srgbClr>
                </a:gs>
                <a:gs pos="42857">
                  <a:srgbClr val="838384">
                    <a:alpha val="4684"/>
                  </a:srgbClr>
                </a:gs>
                <a:gs pos="57143">
                  <a:srgbClr val="838384">
                    <a:alpha val="2623"/>
                  </a:srgbClr>
                </a:gs>
                <a:gs pos="71429">
                  <a:srgbClr val="838384">
                    <a:alpha val="1237"/>
                  </a:srgbClr>
                </a:gs>
                <a:gs pos="85714">
                  <a:srgbClr val="838384">
                    <a:alpha val="491"/>
                  </a:srgbClr>
                </a:gs>
                <a:gs pos="100000">
                  <a:srgbClr val="838384">
                    <a:alpha val="1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" name="Splat 235"/>
            <p:cNvSpPr>
              <a:spLocks noGrp="1"/>
            </p:cNvSpPr>
            <p:nvPr/>
          </p:nvSpPr>
          <p:spPr>
            <a:xfrm rot="5208413">
              <a:off x="2361414" y="2229581"/>
              <a:ext cx="168381" cy="94393"/>
            </a:xfrm>
            <a:prstGeom prst="ellipse">
              <a:avLst/>
            </a:prstGeom>
            <a:gradFill>
              <a:gsLst>
                <a:gs pos="0">
                  <a:srgbClr val="FFFFFF">
                    <a:alpha val="31469"/>
                  </a:srgbClr>
                </a:gs>
                <a:gs pos="14286">
                  <a:srgbClr val="FFFFFF">
                    <a:alpha val="29342"/>
                  </a:srgbClr>
                </a:gs>
                <a:gs pos="28571">
                  <a:srgbClr val="FFFFFF">
                    <a:alpha val="23637"/>
                  </a:srgbClr>
                </a:gs>
                <a:gs pos="42857">
                  <a:srgbClr val="FFFFFF">
                    <a:alpha val="16212"/>
                  </a:srgbClr>
                </a:gs>
                <a:gs pos="57143">
                  <a:srgbClr val="FFFFFF">
                    <a:alpha val="9336"/>
                  </a:srgbClr>
                </a:gs>
                <a:gs pos="71429">
                  <a:srgbClr val="FFFFFF">
                    <a:alpha val="4484"/>
                  </a:srgbClr>
                </a:gs>
                <a:gs pos="85714">
                  <a:srgbClr val="FFFFFF">
                    <a:alpha val="1798"/>
                  </a:srgbClr>
                </a:gs>
                <a:gs pos="100000">
                  <a:srgbClr val="FFFFFF">
                    <a:alpha val="6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" name="Splat 236"/>
            <p:cNvSpPr>
              <a:spLocks noGrp="1"/>
            </p:cNvSpPr>
            <p:nvPr/>
          </p:nvSpPr>
          <p:spPr>
            <a:xfrm rot="5847556">
              <a:off x="1637562" y="2249634"/>
              <a:ext cx="261178" cy="104378"/>
            </a:xfrm>
            <a:prstGeom prst="ellipse">
              <a:avLst/>
            </a:prstGeom>
            <a:gradFill>
              <a:gsLst>
                <a:gs pos="0">
                  <a:srgbClr val="858385">
                    <a:alpha val="3568"/>
                  </a:srgbClr>
                </a:gs>
                <a:gs pos="14286">
                  <a:srgbClr val="858385">
                    <a:alpha val="3284"/>
                  </a:srgbClr>
                </a:gs>
                <a:gs pos="28571">
                  <a:srgbClr val="858385">
                    <a:alpha val="2559"/>
                  </a:srgbClr>
                </a:gs>
                <a:gs pos="42857">
                  <a:srgbClr val="858385">
                    <a:alpha val="1686"/>
                  </a:srgbClr>
                </a:gs>
                <a:gs pos="57143">
                  <a:srgbClr val="858385">
                    <a:alpha val="938"/>
                  </a:srgbClr>
                </a:gs>
                <a:gs pos="71429">
                  <a:srgbClr val="858385">
                    <a:alpha val="440"/>
                  </a:srgbClr>
                </a:gs>
                <a:gs pos="85714">
                  <a:srgbClr val="858385">
                    <a:alpha val="174"/>
                  </a:srgbClr>
                </a:gs>
                <a:gs pos="100000">
                  <a:srgbClr val="858385">
                    <a:alpha val="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" name="Splat 237"/>
            <p:cNvSpPr>
              <a:spLocks noGrp="1"/>
            </p:cNvSpPr>
            <p:nvPr/>
          </p:nvSpPr>
          <p:spPr>
            <a:xfrm rot="7859690">
              <a:off x="2722768" y="3166024"/>
              <a:ext cx="154213" cy="151524"/>
            </a:xfrm>
            <a:prstGeom prst="ellipse">
              <a:avLst/>
            </a:prstGeom>
            <a:gradFill>
              <a:gsLst>
                <a:gs pos="0">
                  <a:srgbClr val="8E8E8E">
                    <a:alpha val="8684"/>
                  </a:srgbClr>
                </a:gs>
                <a:gs pos="14286">
                  <a:srgbClr val="8E8E8E">
                    <a:alpha val="8011"/>
                  </a:srgbClr>
                </a:gs>
                <a:gs pos="28571">
                  <a:srgbClr val="8E8E8E">
                    <a:alpha val="6278"/>
                  </a:srgbClr>
                </a:gs>
                <a:gs pos="42857">
                  <a:srgbClr val="8E8E8E">
                    <a:alpha val="4163"/>
                  </a:srgbClr>
                </a:gs>
                <a:gs pos="57143">
                  <a:srgbClr val="8E8E8E">
                    <a:alpha val="2329"/>
                  </a:srgbClr>
                </a:gs>
                <a:gs pos="71429">
                  <a:srgbClr val="8E8E8E">
                    <a:alpha val="1097"/>
                  </a:srgbClr>
                </a:gs>
                <a:gs pos="85714">
                  <a:srgbClr val="8E8E8E">
                    <a:alpha val="435"/>
                  </a:srgbClr>
                </a:gs>
                <a:gs pos="100000">
                  <a:srgbClr val="8E8E8E">
                    <a:alpha val="1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" name="Splat 238"/>
            <p:cNvSpPr>
              <a:spLocks noGrp="1"/>
            </p:cNvSpPr>
            <p:nvPr/>
          </p:nvSpPr>
          <p:spPr>
            <a:xfrm rot="9729206">
              <a:off x="544869" y="2146574"/>
              <a:ext cx="384148" cy="109625"/>
            </a:xfrm>
            <a:prstGeom prst="ellipse">
              <a:avLst/>
            </a:prstGeom>
            <a:gradFill>
              <a:gsLst>
                <a:gs pos="0">
                  <a:srgbClr val="9C9B9C">
                    <a:alpha val="2132"/>
                  </a:srgbClr>
                </a:gs>
                <a:gs pos="14286">
                  <a:srgbClr val="9C9B9C">
                    <a:alpha val="1961"/>
                  </a:srgbClr>
                </a:gs>
                <a:gs pos="28571">
                  <a:srgbClr val="9C9B9C">
                    <a:alpha val="1526"/>
                  </a:srgbClr>
                </a:gs>
                <a:gs pos="42857">
                  <a:srgbClr val="9C9B9C">
                    <a:alpha val="1004"/>
                  </a:srgbClr>
                </a:gs>
                <a:gs pos="57143">
                  <a:srgbClr val="9C9B9C">
                    <a:alpha val="557"/>
                  </a:srgbClr>
                </a:gs>
                <a:gs pos="71429">
                  <a:srgbClr val="9C9B9C">
                    <a:alpha val="261"/>
                  </a:srgbClr>
                </a:gs>
                <a:gs pos="85714">
                  <a:srgbClr val="9C9B9C">
                    <a:alpha val="103"/>
                  </a:srgbClr>
                </a:gs>
                <a:gs pos="100000">
                  <a:srgbClr val="9C9B9C">
                    <a:alpha val="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" name="Splat 239"/>
            <p:cNvSpPr>
              <a:spLocks noGrp="1"/>
            </p:cNvSpPr>
            <p:nvPr/>
          </p:nvSpPr>
          <p:spPr>
            <a:xfrm rot="6777408">
              <a:off x="-115480" y="2462356"/>
              <a:ext cx="367262" cy="222469"/>
            </a:xfrm>
            <a:prstGeom prst="ellipse">
              <a:avLst/>
            </a:prstGeom>
            <a:gradFill>
              <a:gsLst>
                <a:gs pos="0">
                  <a:srgbClr val="000E00">
                    <a:alpha val="19556"/>
                  </a:srgbClr>
                </a:gs>
                <a:gs pos="14286">
                  <a:srgbClr val="000E00">
                    <a:alpha val="18127"/>
                  </a:srgbClr>
                </a:gs>
                <a:gs pos="28571">
                  <a:srgbClr val="000E00">
                    <a:alpha val="14384"/>
                  </a:srgbClr>
                </a:gs>
                <a:gs pos="42857">
                  <a:srgbClr val="000E00">
                    <a:alpha val="9684"/>
                  </a:srgbClr>
                </a:gs>
                <a:gs pos="57143">
                  <a:srgbClr val="000E00">
                    <a:alpha val="5488"/>
                  </a:srgbClr>
                </a:gs>
                <a:gs pos="71429">
                  <a:srgbClr val="000E00">
                    <a:alpha val="2607"/>
                  </a:srgbClr>
                </a:gs>
                <a:gs pos="85714">
                  <a:srgbClr val="000E00">
                    <a:alpha val="1039"/>
                  </a:srgbClr>
                </a:gs>
                <a:gs pos="100000">
                  <a:srgbClr val="000E00">
                    <a:alpha val="3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" name="Splat 240"/>
            <p:cNvSpPr>
              <a:spLocks noGrp="1"/>
            </p:cNvSpPr>
            <p:nvPr/>
          </p:nvSpPr>
          <p:spPr>
            <a:xfrm rot="7279093">
              <a:off x="2825565" y="2660625"/>
              <a:ext cx="338173" cy="194463"/>
            </a:xfrm>
            <a:prstGeom prst="ellipse">
              <a:avLst/>
            </a:prstGeom>
            <a:gradFill>
              <a:gsLst>
                <a:gs pos="0">
                  <a:srgbClr val="989898">
                    <a:alpha val="7694"/>
                  </a:srgbClr>
                </a:gs>
                <a:gs pos="14286">
                  <a:srgbClr val="989898">
                    <a:alpha val="7094"/>
                  </a:srgbClr>
                </a:gs>
                <a:gs pos="28571">
                  <a:srgbClr val="989898">
                    <a:alpha val="5553"/>
                  </a:srgbClr>
                </a:gs>
                <a:gs pos="42857">
                  <a:srgbClr val="989898">
                    <a:alpha val="3678"/>
                  </a:srgbClr>
                </a:gs>
                <a:gs pos="57143">
                  <a:srgbClr val="989898">
                    <a:alpha val="2055"/>
                  </a:srgbClr>
                </a:gs>
                <a:gs pos="71429">
                  <a:srgbClr val="989898">
                    <a:alpha val="967"/>
                  </a:srgbClr>
                </a:gs>
                <a:gs pos="85714">
                  <a:srgbClr val="989898">
                    <a:alpha val="384"/>
                  </a:srgbClr>
                </a:gs>
                <a:gs pos="100000">
                  <a:srgbClr val="989898">
                    <a:alpha val="1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" name="Splat 241"/>
            <p:cNvSpPr>
              <a:spLocks noGrp="1"/>
            </p:cNvSpPr>
            <p:nvPr/>
          </p:nvSpPr>
          <p:spPr>
            <a:xfrm rot="10428538">
              <a:off x="2155063" y="3340739"/>
              <a:ext cx="205158" cy="119433"/>
            </a:xfrm>
            <a:prstGeom prst="ellipse">
              <a:avLst/>
            </a:prstGeom>
            <a:gradFill>
              <a:gsLst>
                <a:gs pos="0">
                  <a:srgbClr val="000001">
                    <a:alpha val="32968"/>
                  </a:srgbClr>
                </a:gs>
                <a:gs pos="14286">
                  <a:srgbClr val="000001">
                    <a:alpha val="30764"/>
                  </a:srgbClr>
                </a:gs>
                <a:gs pos="28571">
                  <a:srgbClr val="000001">
                    <a:alpha val="24833"/>
                  </a:srgbClr>
                </a:gs>
                <a:gs pos="42857">
                  <a:srgbClr val="000001">
                    <a:alpha val="17075"/>
                  </a:srgbClr>
                </a:gs>
                <a:gs pos="57143">
                  <a:srgbClr val="000001">
                    <a:alpha val="9855"/>
                  </a:srgbClr>
                </a:gs>
                <a:gs pos="71429">
                  <a:srgbClr val="000001">
                    <a:alpha val="4740"/>
                  </a:srgbClr>
                </a:gs>
                <a:gs pos="85714">
                  <a:srgbClr val="000001">
                    <a:alpha val="1902"/>
                  </a:srgbClr>
                </a:gs>
                <a:gs pos="100000">
                  <a:srgbClr val="00000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" name="Splat 242"/>
            <p:cNvSpPr>
              <a:spLocks noGrp="1"/>
            </p:cNvSpPr>
            <p:nvPr/>
          </p:nvSpPr>
          <p:spPr>
            <a:xfrm rot="9005148">
              <a:off x="2581900" y="2061729"/>
              <a:ext cx="442142" cy="93130"/>
            </a:xfrm>
            <a:prstGeom prst="ellipse">
              <a:avLst/>
            </a:prstGeom>
            <a:gradFill>
              <a:gsLst>
                <a:gs pos="0">
                  <a:srgbClr val="020707">
                    <a:alpha val="32968"/>
                  </a:srgbClr>
                </a:gs>
                <a:gs pos="14286">
                  <a:srgbClr val="020707">
                    <a:alpha val="30764"/>
                  </a:srgbClr>
                </a:gs>
                <a:gs pos="28571">
                  <a:srgbClr val="020707">
                    <a:alpha val="24833"/>
                  </a:srgbClr>
                </a:gs>
                <a:gs pos="42857">
                  <a:srgbClr val="020707">
                    <a:alpha val="17075"/>
                  </a:srgbClr>
                </a:gs>
                <a:gs pos="57143">
                  <a:srgbClr val="020707">
                    <a:alpha val="9855"/>
                  </a:srgbClr>
                </a:gs>
                <a:gs pos="71429">
                  <a:srgbClr val="020707">
                    <a:alpha val="4740"/>
                  </a:srgbClr>
                </a:gs>
                <a:gs pos="85714">
                  <a:srgbClr val="020707">
                    <a:alpha val="1902"/>
                  </a:srgbClr>
                </a:gs>
                <a:gs pos="100000">
                  <a:srgbClr val="02070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" name="Splat 243"/>
            <p:cNvSpPr>
              <a:spLocks noGrp="1"/>
            </p:cNvSpPr>
            <p:nvPr/>
          </p:nvSpPr>
          <p:spPr>
            <a:xfrm rot="-8244489">
              <a:off x="2684316" y="2275667"/>
              <a:ext cx="137593" cy="103030"/>
            </a:xfrm>
            <a:prstGeom prst="ellipse">
              <a:avLst/>
            </a:prstGeom>
            <a:gradFill>
              <a:gsLst>
                <a:gs pos="0">
                  <a:srgbClr val="0E150E">
                    <a:alpha val="32246"/>
                  </a:srgbClr>
                </a:gs>
                <a:gs pos="14286">
                  <a:srgbClr val="0E150E">
                    <a:alpha val="30079"/>
                  </a:srgbClr>
                </a:gs>
                <a:gs pos="28571">
                  <a:srgbClr val="0E150E">
                    <a:alpha val="24256"/>
                  </a:srgbClr>
                </a:gs>
                <a:gs pos="42857">
                  <a:srgbClr val="0E150E">
                    <a:alpha val="16658"/>
                  </a:srgbClr>
                </a:gs>
                <a:gs pos="57143">
                  <a:srgbClr val="0E150E">
                    <a:alpha val="9604"/>
                  </a:srgbClr>
                </a:gs>
                <a:gs pos="71429">
                  <a:srgbClr val="0E150E">
                    <a:alpha val="4616"/>
                  </a:srgbClr>
                </a:gs>
                <a:gs pos="85714">
                  <a:srgbClr val="0E150E">
                    <a:alpha val="1852"/>
                  </a:srgbClr>
                </a:gs>
                <a:gs pos="100000">
                  <a:srgbClr val="0E150E">
                    <a:alpha val="6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" name="Splat 244"/>
            <p:cNvSpPr>
              <a:spLocks noGrp="1"/>
            </p:cNvSpPr>
            <p:nvPr/>
          </p:nvSpPr>
          <p:spPr>
            <a:xfrm rot="-10551337">
              <a:off x="649167" y="1976052"/>
              <a:ext cx="267436" cy="97426"/>
            </a:xfrm>
            <a:prstGeom prst="ellipse">
              <a:avLst/>
            </a:prstGeom>
            <a:gradFill>
              <a:gsLst>
                <a:gs pos="0">
                  <a:srgbClr val="A6A8A9">
                    <a:alpha val="1884"/>
                  </a:srgbClr>
                </a:gs>
                <a:gs pos="14286">
                  <a:srgbClr val="A6A8A9">
                    <a:alpha val="1733"/>
                  </a:srgbClr>
                </a:gs>
                <a:gs pos="28571">
                  <a:srgbClr val="A6A8A9">
                    <a:alpha val="1348"/>
                  </a:srgbClr>
                </a:gs>
                <a:gs pos="42857">
                  <a:srgbClr val="A6A8A9">
                    <a:alpha val="887"/>
                  </a:srgbClr>
                </a:gs>
                <a:gs pos="57143">
                  <a:srgbClr val="A6A8A9">
                    <a:alpha val="492"/>
                  </a:srgbClr>
                </a:gs>
                <a:gs pos="71429">
                  <a:srgbClr val="A6A8A9">
                    <a:alpha val="231"/>
                  </a:srgbClr>
                </a:gs>
                <a:gs pos="85714">
                  <a:srgbClr val="A6A8A9">
                    <a:alpha val="91"/>
                  </a:srgbClr>
                </a:gs>
                <a:gs pos="100000">
                  <a:srgbClr val="A6A8A9">
                    <a:alpha val="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" name="Splat 245"/>
            <p:cNvSpPr>
              <a:spLocks noGrp="1"/>
            </p:cNvSpPr>
            <p:nvPr/>
          </p:nvSpPr>
          <p:spPr>
            <a:xfrm rot="6752409">
              <a:off x="1983657" y="3204144"/>
              <a:ext cx="312777" cy="111615"/>
            </a:xfrm>
            <a:prstGeom prst="ellipse">
              <a:avLst/>
            </a:prstGeom>
            <a:gradFill>
              <a:gsLst>
                <a:gs pos="0">
                  <a:srgbClr val="12131A">
                    <a:alpha val="21729"/>
                  </a:srgbClr>
                </a:gs>
                <a:gs pos="14286">
                  <a:srgbClr val="12131A">
                    <a:alpha val="20162"/>
                  </a:srgbClr>
                </a:gs>
                <a:gs pos="28571">
                  <a:srgbClr val="12131A">
                    <a:alpha val="16040"/>
                  </a:srgbClr>
                </a:gs>
                <a:gs pos="42857">
                  <a:srgbClr val="12131A">
                    <a:alpha val="10835"/>
                  </a:srgbClr>
                </a:gs>
                <a:gs pos="57143">
                  <a:srgbClr val="12131A">
                    <a:alpha val="6157"/>
                  </a:srgbClr>
                </a:gs>
                <a:gs pos="71429">
                  <a:srgbClr val="12131A">
                    <a:alpha val="2931"/>
                  </a:srgbClr>
                </a:gs>
                <a:gs pos="85714">
                  <a:srgbClr val="12131A">
                    <a:alpha val="1169"/>
                  </a:srgbClr>
                </a:gs>
                <a:gs pos="100000">
                  <a:srgbClr val="12131A">
                    <a:alpha val="3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" name="Splat 246"/>
            <p:cNvSpPr>
              <a:spLocks noGrp="1"/>
            </p:cNvSpPr>
            <p:nvPr/>
          </p:nvSpPr>
          <p:spPr>
            <a:xfrm rot="9456753">
              <a:off x="1901969" y="2269909"/>
              <a:ext cx="173053" cy="90891"/>
            </a:xfrm>
            <a:prstGeom prst="ellipse">
              <a:avLst/>
            </a:prstGeom>
            <a:gradFill>
              <a:gsLst>
                <a:gs pos="0">
                  <a:srgbClr val="848182">
                    <a:alpha val="11771"/>
                  </a:srgbClr>
                </a:gs>
                <a:gs pos="14286">
                  <a:srgbClr val="848182">
                    <a:alpha val="10873"/>
                  </a:srgbClr>
                </a:gs>
                <a:gs pos="28571">
                  <a:srgbClr val="848182">
                    <a:alpha val="8549"/>
                  </a:srgbClr>
                </a:gs>
                <a:gs pos="42857">
                  <a:srgbClr val="848182">
                    <a:alpha val="5693"/>
                  </a:srgbClr>
                </a:gs>
                <a:gs pos="57143">
                  <a:srgbClr val="848182">
                    <a:alpha val="3196"/>
                  </a:srgbClr>
                </a:gs>
                <a:gs pos="71429">
                  <a:srgbClr val="848182">
                    <a:alpha val="1509"/>
                  </a:srgbClr>
                </a:gs>
                <a:gs pos="85714">
                  <a:srgbClr val="848182">
                    <a:alpha val="599"/>
                  </a:srgbClr>
                </a:gs>
                <a:gs pos="100000">
                  <a:srgbClr val="848182">
                    <a:alpha val="2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" name="Splat 247"/>
            <p:cNvSpPr>
              <a:spLocks noGrp="1"/>
            </p:cNvSpPr>
            <p:nvPr/>
          </p:nvSpPr>
          <p:spPr>
            <a:xfrm rot="-10337157">
              <a:off x="2863475" y="251113"/>
              <a:ext cx="268686" cy="86716"/>
            </a:xfrm>
            <a:prstGeom prst="ellipse">
              <a:avLst/>
            </a:prstGeom>
            <a:gradFill>
              <a:gsLst>
                <a:gs pos="0">
                  <a:srgbClr val="030007">
                    <a:alpha val="19836"/>
                  </a:srgbClr>
                </a:gs>
                <a:gs pos="14286">
                  <a:srgbClr val="030007">
                    <a:alpha val="18389"/>
                  </a:srgbClr>
                </a:gs>
                <a:gs pos="28571">
                  <a:srgbClr val="030007">
                    <a:alpha val="14596"/>
                  </a:srgbClr>
                </a:gs>
                <a:gs pos="42857">
                  <a:srgbClr val="030007">
                    <a:alpha val="9832"/>
                  </a:srgbClr>
                </a:gs>
                <a:gs pos="57143">
                  <a:srgbClr val="030007">
                    <a:alpha val="5573"/>
                  </a:srgbClr>
                </a:gs>
                <a:gs pos="71429">
                  <a:srgbClr val="030007">
                    <a:alpha val="2649"/>
                  </a:srgbClr>
                </a:gs>
                <a:gs pos="85714">
                  <a:srgbClr val="030007">
                    <a:alpha val="1056"/>
                  </a:srgbClr>
                </a:gs>
                <a:gs pos="100000">
                  <a:srgbClr val="030007">
                    <a:alpha val="3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" name="Splat 248"/>
            <p:cNvSpPr>
              <a:spLocks noGrp="1"/>
            </p:cNvSpPr>
            <p:nvPr/>
          </p:nvSpPr>
          <p:spPr>
            <a:xfrm rot="6941684">
              <a:off x="2071096" y="2029551"/>
              <a:ext cx="319715" cy="102561"/>
            </a:xfrm>
            <a:prstGeom prst="ellipse">
              <a:avLst/>
            </a:prstGeom>
            <a:gradFill>
              <a:gsLst>
                <a:gs pos="0">
                  <a:srgbClr val="FFFFFF">
                    <a:alpha val="5089"/>
                  </a:srgbClr>
                </a:gs>
                <a:gs pos="14286">
                  <a:srgbClr val="FFFFFF">
                    <a:alpha val="4688"/>
                  </a:srgbClr>
                </a:gs>
                <a:gs pos="28571">
                  <a:srgbClr val="FFFFFF">
                    <a:alpha val="3659"/>
                  </a:srgbClr>
                </a:gs>
                <a:gs pos="42857">
                  <a:srgbClr val="FFFFFF">
                    <a:alpha val="2415"/>
                  </a:srgbClr>
                </a:gs>
                <a:gs pos="57143">
                  <a:srgbClr val="FFFFFF">
                    <a:alpha val="1346"/>
                  </a:srgbClr>
                </a:gs>
                <a:gs pos="71429">
                  <a:srgbClr val="FFFFFF">
                    <a:alpha val="632"/>
                  </a:srgbClr>
                </a:gs>
                <a:gs pos="85714">
                  <a:srgbClr val="FFFFFF">
                    <a:alpha val="250"/>
                  </a:srgbClr>
                </a:gs>
                <a:gs pos="100000">
                  <a:srgbClr val="FFFFFF">
                    <a:alpha val="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" name="Splat 249"/>
            <p:cNvSpPr>
              <a:spLocks noGrp="1"/>
            </p:cNvSpPr>
            <p:nvPr/>
          </p:nvSpPr>
          <p:spPr>
            <a:xfrm rot="9889008">
              <a:off x="2082409" y="1985715"/>
              <a:ext cx="329613" cy="170843"/>
            </a:xfrm>
            <a:prstGeom prst="ellipse">
              <a:avLst/>
            </a:prstGeom>
            <a:gradFill>
              <a:gsLst>
                <a:gs pos="0">
                  <a:srgbClr val="FFFFFF">
                    <a:alpha val="17681"/>
                  </a:srgbClr>
                </a:gs>
                <a:gs pos="14286">
                  <a:srgbClr val="FFFFFF">
                    <a:alpha val="16375"/>
                  </a:srgbClr>
                </a:gs>
                <a:gs pos="28571">
                  <a:srgbClr val="FFFFFF">
                    <a:alpha val="12964"/>
                  </a:srgbClr>
                </a:gs>
                <a:gs pos="42857">
                  <a:srgbClr val="FFFFFF">
                    <a:alpha val="8705"/>
                  </a:srgbClr>
                </a:gs>
                <a:gs pos="57143">
                  <a:srgbClr val="FFFFFF">
                    <a:alpha val="4921"/>
                  </a:srgbClr>
                </a:gs>
                <a:gs pos="71429">
                  <a:srgbClr val="FFFFFF">
                    <a:alpha val="2335"/>
                  </a:srgbClr>
                </a:gs>
                <a:gs pos="85714">
                  <a:srgbClr val="FFFFFF">
                    <a:alpha val="930"/>
                  </a:srgbClr>
                </a:gs>
                <a:gs pos="100000">
                  <a:srgbClr val="FFFFFF">
                    <a:alpha val="3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" name="Splat 250"/>
            <p:cNvSpPr>
              <a:spLocks noGrp="1"/>
            </p:cNvSpPr>
            <p:nvPr/>
          </p:nvSpPr>
          <p:spPr>
            <a:xfrm rot="9169807">
              <a:off x="2111511" y="2018340"/>
              <a:ext cx="331805" cy="144137"/>
            </a:xfrm>
            <a:prstGeom prst="ellipse">
              <a:avLst/>
            </a:prstGeom>
            <a:gradFill>
              <a:gsLst>
                <a:gs pos="0">
                  <a:srgbClr val="FFFFFF">
                    <a:alpha val="20879"/>
                  </a:srgbClr>
                </a:gs>
                <a:gs pos="14286">
                  <a:srgbClr val="FFFFFF">
                    <a:alpha val="19366"/>
                  </a:srgbClr>
                </a:gs>
                <a:gs pos="28571">
                  <a:srgbClr val="FFFFFF">
                    <a:alpha val="15391"/>
                  </a:srgbClr>
                </a:gs>
                <a:gs pos="42857">
                  <a:srgbClr val="FFFFFF">
                    <a:alpha val="10383"/>
                  </a:srgbClr>
                </a:gs>
                <a:gs pos="57143">
                  <a:srgbClr val="FFFFFF">
                    <a:alpha val="5893"/>
                  </a:srgbClr>
                </a:gs>
                <a:gs pos="71429">
                  <a:srgbClr val="FFFFFF">
                    <a:alpha val="2803"/>
                  </a:srgbClr>
                </a:gs>
                <a:gs pos="85714">
                  <a:srgbClr val="FFFFFF">
                    <a:alpha val="1118"/>
                  </a:srgbClr>
                </a:gs>
                <a:gs pos="100000">
                  <a:srgbClr val="FFFFFF">
                    <a:alpha val="3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" name="Splat 251"/>
            <p:cNvSpPr>
              <a:spLocks noGrp="1"/>
            </p:cNvSpPr>
            <p:nvPr/>
          </p:nvSpPr>
          <p:spPr>
            <a:xfrm rot="6542213">
              <a:off x="2069454" y="1966754"/>
              <a:ext cx="330479" cy="325728"/>
            </a:xfrm>
            <a:prstGeom prst="ellipse">
              <a:avLst/>
            </a:prstGeom>
            <a:gradFill>
              <a:gsLst>
                <a:gs pos="0">
                  <a:srgbClr val="FFFFFF">
                    <a:alpha val="7021"/>
                  </a:srgbClr>
                </a:gs>
                <a:gs pos="14286">
                  <a:srgbClr val="FFFFFF">
                    <a:alpha val="6472"/>
                  </a:srgbClr>
                </a:gs>
                <a:gs pos="28571">
                  <a:srgbClr val="FFFFFF">
                    <a:alpha val="5062"/>
                  </a:srgbClr>
                </a:gs>
                <a:gs pos="42857">
                  <a:srgbClr val="FFFFFF">
                    <a:alpha val="3350"/>
                  </a:srgbClr>
                </a:gs>
                <a:gs pos="57143">
                  <a:srgbClr val="FFFFFF">
                    <a:alpha val="1870"/>
                  </a:srgbClr>
                </a:gs>
                <a:gs pos="71429">
                  <a:srgbClr val="FFFFFF">
                    <a:alpha val="880"/>
                  </a:srgbClr>
                </a:gs>
                <a:gs pos="85714">
                  <a:srgbClr val="FFFFFF">
                    <a:alpha val="349"/>
                  </a:srgbClr>
                </a:gs>
                <a:gs pos="100000">
                  <a:srgbClr val="FFFFFF">
                    <a:alpha val="1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" name="Splat 252"/>
            <p:cNvSpPr>
              <a:spLocks noGrp="1"/>
            </p:cNvSpPr>
            <p:nvPr/>
          </p:nvSpPr>
          <p:spPr>
            <a:xfrm rot="10312500">
              <a:off x="2118443" y="2025783"/>
              <a:ext cx="333924" cy="326872"/>
            </a:xfrm>
            <a:prstGeom prst="ellipse">
              <a:avLst/>
            </a:prstGeom>
            <a:gradFill>
              <a:gsLst>
                <a:gs pos="0">
                  <a:srgbClr val="FFFFFF">
                    <a:alpha val="13561"/>
                  </a:srgbClr>
                </a:gs>
                <a:gs pos="14286">
                  <a:srgbClr val="FFFFFF">
                    <a:alpha val="12536"/>
                  </a:srgbClr>
                </a:gs>
                <a:gs pos="28571">
                  <a:srgbClr val="FFFFFF">
                    <a:alpha val="9877"/>
                  </a:srgbClr>
                </a:gs>
                <a:gs pos="42857">
                  <a:srgbClr val="FFFFFF">
                    <a:alpha val="6594"/>
                  </a:srgbClr>
                </a:gs>
                <a:gs pos="57143">
                  <a:srgbClr val="FFFFFF">
                    <a:alpha val="3709"/>
                  </a:srgbClr>
                </a:gs>
                <a:gs pos="71429">
                  <a:srgbClr val="FFFFFF">
                    <a:alpha val="1754"/>
                  </a:srgbClr>
                </a:gs>
                <a:gs pos="85714">
                  <a:srgbClr val="FFFFFF">
                    <a:alpha val="697"/>
                  </a:srgbClr>
                </a:gs>
                <a:gs pos="100000">
                  <a:srgbClr val="FFFFFF">
                    <a:alpha val="2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" name="Splat 253"/>
            <p:cNvSpPr>
              <a:spLocks noGrp="1"/>
            </p:cNvSpPr>
            <p:nvPr/>
          </p:nvSpPr>
          <p:spPr>
            <a:xfrm rot="2885512">
              <a:off x="2156100" y="2164824"/>
              <a:ext cx="294437" cy="52674"/>
            </a:xfrm>
            <a:prstGeom prst="ellipse">
              <a:avLst/>
            </a:prstGeom>
            <a:gradFill>
              <a:gsLst>
                <a:gs pos="0">
                  <a:srgbClr val="E2E2E3">
                    <a:alpha val="2619"/>
                  </a:srgbClr>
                </a:gs>
                <a:gs pos="14286">
                  <a:srgbClr val="E2E2E3">
                    <a:alpha val="2410"/>
                  </a:srgbClr>
                </a:gs>
                <a:gs pos="28571">
                  <a:srgbClr val="E2E2E3">
                    <a:alpha val="1876"/>
                  </a:srgbClr>
                </a:gs>
                <a:gs pos="42857">
                  <a:srgbClr val="E2E2E3">
                    <a:alpha val="1235"/>
                  </a:srgbClr>
                </a:gs>
                <a:gs pos="57143">
                  <a:srgbClr val="E2E2E3">
                    <a:alpha val="686"/>
                  </a:srgbClr>
                </a:gs>
                <a:gs pos="71429">
                  <a:srgbClr val="E2E2E3">
                    <a:alpha val="322"/>
                  </a:srgbClr>
                </a:gs>
                <a:gs pos="85714">
                  <a:srgbClr val="E2E2E3">
                    <a:alpha val="127"/>
                  </a:srgbClr>
                </a:gs>
                <a:gs pos="100000">
                  <a:srgbClr val="E2E2E3">
                    <a:alpha val="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" name="Splat 254"/>
            <p:cNvSpPr>
              <a:spLocks noGrp="1"/>
            </p:cNvSpPr>
            <p:nvPr/>
          </p:nvSpPr>
          <p:spPr>
            <a:xfrm rot="5400000">
              <a:off x="1035023" y="2357910"/>
              <a:ext cx="49976" cy="49976"/>
            </a:xfrm>
            <a:prstGeom prst="ellipse">
              <a:avLst/>
            </a:prstGeom>
            <a:gradFill>
              <a:gsLst>
                <a:gs pos="0">
                  <a:srgbClr val="1B1C1B">
                    <a:alpha val="16490"/>
                  </a:srgbClr>
                </a:gs>
                <a:gs pos="14286">
                  <a:srgbClr val="1B1C1B">
                    <a:alpha val="15264"/>
                  </a:srgbClr>
                </a:gs>
                <a:gs pos="28571">
                  <a:srgbClr val="1B1C1B">
                    <a:alpha val="12067"/>
                  </a:srgbClr>
                </a:gs>
                <a:gs pos="42857">
                  <a:srgbClr val="1B1C1B">
                    <a:alpha val="8089"/>
                  </a:srgbClr>
                </a:gs>
                <a:gs pos="57143">
                  <a:srgbClr val="1B1C1B">
                    <a:alpha val="4566"/>
                  </a:srgbClr>
                </a:gs>
                <a:gs pos="71429">
                  <a:srgbClr val="1B1C1B">
                    <a:alpha val="2164"/>
                  </a:srgbClr>
                </a:gs>
                <a:gs pos="85714">
                  <a:srgbClr val="1B1C1B">
                    <a:alpha val="861"/>
                  </a:srgbClr>
                </a:gs>
                <a:gs pos="100000">
                  <a:srgbClr val="1B1C1B">
                    <a:alpha val="2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" name="Splat 255"/>
            <p:cNvSpPr>
              <a:spLocks noGrp="1"/>
            </p:cNvSpPr>
            <p:nvPr/>
          </p:nvSpPr>
          <p:spPr>
            <a:xfrm rot="5400000">
              <a:off x="2358952" y="2085147"/>
              <a:ext cx="62927" cy="62927"/>
            </a:xfrm>
            <a:prstGeom prst="ellipse">
              <a:avLst/>
            </a:prstGeom>
            <a:gradFill>
              <a:gsLst>
                <a:gs pos="0">
                  <a:srgbClr val="D6D6D6">
                    <a:alpha val="13055"/>
                  </a:srgbClr>
                </a:gs>
                <a:gs pos="14286">
                  <a:srgbClr val="D6D6D6">
                    <a:alpha val="12066"/>
                  </a:srgbClr>
                </a:gs>
                <a:gs pos="28571">
                  <a:srgbClr val="D6D6D6">
                    <a:alpha val="9502"/>
                  </a:srgbClr>
                </a:gs>
                <a:gs pos="42857">
                  <a:srgbClr val="D6D6D6">
                    <a:alpha val="6339"/>
                  </a:srgbClr>
                </a:gs>
                <a:gs pos="57143">
                  <a:srgbClr val="D6D6D6">
                    <a:alpha val="3564"/>
                  </a:srgbClr>
                </a:gs>
                <a:gs pos="71429">
                  <a:srgbClr val="D6D6D6">
                    <a:alpha val="1684"/>
                  </a:srgbClr>
                </a:gs>
                <a:gs pos="85714">
                  <a:srgbClr val="D6D6D6">
                    <a:alpha val="669"/>
                  </a:srgbClr>
                </a:gs>
                <a:gs pos="100000">
                  <a:srgbClr val="D6D6D6">
                    <a:alpha val="2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" name="Splat 256"/>
            <p:cNvSpPr>
              <a:spLocks noGrp="1"/>
            </p:cNvSpPr>
            <p:nvPr/>
          </p:nvSpPr>
          <p:spPr>
            <a:xfrm rot="5400000">
              <a:off x="1059218" y="2363496"/>
              <a:ext cx="53845" cy="53845"/>
            </a:xfrm>
            <a:prstGeom prst="ellipse">
              <a:avLst/>
            </a:prstGeom>
            <a:gradFill>
              <a:gsLst>
                <a:gs pos="0">
                  <a:srgbClr val="252625">
                    <a:alpha val="15478"/>
                  </a:srgbClr>
                </a:gs>
                <a:gs pos="14286">
                  <a:srgbClr val="252625">
                    <a:alpha val="14321"/>
                  </a:srgbClr>
                </a:gs>
                <a:gs pos="28571">
                  <a:srgbClr val="252625">
                    <a:alpha val="11309"/>
                  </a:srgbClr>
                </a:gs>
                <a:gs pos="42857">
                  <a:srgbClr val="252625">
                    <a:alpha val="7570"/>
                  </a:srgbClr>
                </a:gs>
                <a:gs pos="57143">
                  <a:srgbClr val="252625">
                    <a:alpha val="4268"/>
                  </a:srgbClr>
                </a:gs>
                <a:gs pos="71429">
                  <a:srgbClr val="252625">
                    <a:alpha val="2021"/>
                  </a:srgbClr>
                </a:gs>
                <a:gs pos="85714">
                  <a:srgbClr val="252625">
                    <a:alpha val="804"/>
                  </a:srgbClr>
                </a:gs>
                <a:gs pos="100000">
                  <a:srgbClr val="252625">
                    <a:alpha val="2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" name="Splat 257"/>
            <p:cNvSpPr>
              <a:spLocks noGrp="1"/>
            </p:cNvSpPr>
            <p:nvPr/>
          </p:nvSpPr>
          <p:spPr>
            <a:xfrm rot="5400000">
              <a:off x="3009005" y="3105894"/>
              <a:ext cx="53261" cy="53261"/>
            </a:xfrm>
            <a:prstGeom prst="ellipse">
              <a:avLst/>
            </a:prstGeom>
            <a:gradFill>
              <a:gsLst>
                <a:gs pos="0">
                  <a:srgbClr val="353535">
                    <a:alpha val="15632"/>
                  </a:srgbClr>
                </a:gs>
                <a:gs pos="14286">
                  <a:srgbClr val="353535">
                    <a:alpha val="14464"/>
                  </a:srgbClr>
                </a:gs>
                <a:gs pos="28571">
                  <a:srgbClr val="353535">
                    <a:alpha val="11424"/>
                  </a:srgbClr>
                </a:gs>
                <a:gs pos="42857">
                  <a:srgbClr val="353535">
                    <a:alpha val="7648"/>
                  </a:srgbClr>
                </a:gs>
                <a:gs pos="57143">
                  <a:srgbClr val="353535">
                    <a:alpha val="4313"/>
                  </a:srgbClr>
                </a:gs>
                <a:gs pos="71429">
                  <a:srgbClr val="353535">
                    <a:alpha val="2043"/>
                  </a:srgbClr>
                </a:gs>
                <a:gs pos="85714">
                  <a:srgbClr val="353535">
                    <a:alpha val="813"/>
                  </a:srgbClr>
                </a:gs>
                <a:gs pos="100000">
                  <a:srgbClr val="353535">
                    <a:alpha val="2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" name="Splat 258"/>
            <p:cNvSpPr>
              <a:spLocks noGrp="1"/>
            </p:cNvSpPr>
            <p:nvPr/>
          </p:nvSpPr>
          <p:spPr>
            <a:xfrm rot="5400000">
              <a:off x="2521703" y="1894537"/>
              <a:ext cx="63883" cy="63883"/>
            </a:xfrm>
            <a:prstGeom prst="ellipse">
              <a:avLst/>
            </a:prstGeom>
            <a:gradFill>
              <a:gsLst>
                <a:gs pos="0">
                  <a:srgbClr val="BEBEBE">
                    <a:alpha val="12796"/>
                  </a:srgbClr>
                </a:gs>
                <a:gs pos="14286">
                  <a:srgbClr val="BEBEBE">
                    <a:alpha val="11825"/>
                  </a:srgbClr>
                </a:gs>
                <a:gs pos="28571">
                  <a:srgbClr val="BEBEBE">
                    <a:alpha val="9309"/>
                  </a:srgbClr>
                </a:gs>
                <a:gs pos="42857">
                  <a:srgbClr val="BEBEBE">
                    <a:alpha val="6208"/>
                  </a:srgbClr>
                </a:gs>
                <a:gs pos="57143">
                  <a:srgbClr val="BEBEBE">
                    <a:alpha val="3489"/>
                  </a:srgbClr>
                </a:gs>
                <a:gs pos="71429">
                  <a:srgbClr val="BEBEBE">
                    <a:alpha val="1649"/>
                  </a:srgbClr>
                </a:gs>
                <a:gs pos="85714">
                  <a:srgbClr val="BEBEBE">
                    <a:alpha val="655"/>
                  </a:srgbClr>
                </a:gs>
                <a:gs pos="100000">
                  <a:srgbClr val="BEBEBE">
                    <a:alpha val="2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" name="Splat 259"/>
            <p:cNvSpPr>
              <a:spLocks noGrp="1"/>
            </p:cNvSpPr>
            <p:nvPr/>
          </p:nvSpPr>
          <p:spPr>
            <a:xfrm rot="5400000">
              <a:off x="1755820" y="773050"/>
              <a:ext cx="54975" cy="54975"/>
            </a:xfrm>
            <a:prstGeom prst="ellipse">
              <a:avLst/>
            </a:prstGeom>
            <a:gradFill>
              <a:gsLst>
                <a:gs pos="0">
                  <a:srgbClr val="373737">
                    <a:alpha val="15181"/>
                  </a:srgbClr>
                </a:gs>
                <a:gs pos="14286">
                  <a:srgbClr val="373737">
                    <a:alpha val="14043"/>
                  </a:srgbClr>
                </a:gs>
                <a:gs pos="28571">
                  <a:srgbClr val="373737">
                    <a:alpha val="11086"/>
                  </a:srgbClr>
                </a:gs>
                <a:gs pos="42857">
                  <a:srgbClr val="373737">
                    <a:alpha val="7417"/>
                  </a:srgbClr>
                </a:gs>
                <a:gs pos="57143">
                  <a:srgbClr val="373737">
                    <a:alpha val="4181"/>
                  </a:srgbClr>
                </a:gs>
                <a:gs pos="71429">
                  <a:srgbClr val="373737">
                    <a:alpha val="1979"/>
                  </a:srgbClr>
                </a:gs>
                <a:gs pos="85714">
                  <a:srgbClr val="373737">
                    <a:alpha val="787"/>
                  </a:srgbClr>
                </a:gs>
                <a:gs pos="100000">
                  <a:srgbClr val="373737">
                    <a:alpha val="2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" name="Splat 260"/>
            <p:cNvSpPr>
              <a:spLocks noGrp="1"/>
            </p:cNvSpPr>
            <p:nvPr/>
          </p:nvSpPr>
          <p:spPr>
            <a:xfrm rot="5400000">
              <a:off x="2321585" y="2208069"/>
              <a:ext cx="64374" cy="64374"/>
            </a:xfrm>
            <a:prstGeom prst="ellipse">
              <a:avLst/>
            </a:prstGeom>
            <a:gradFill>
              <a:gsLst>
                <a:gs pos="0">
                  <a:srgbClr val="D7D7D7">
                    <a:alpha val="12663"/>
                  </a:srgbClr>
                </a:gs>
                <a:gs pos="14286">
                  <a:srgbClr val="D7D7D7">
                    <a:alpha val="11701"/>
                  </a:srgbClr>
                </a:gs>
                <a:gs pos="28571">
                  <a:srgbClr val="D7D7D7">
                    <a:alpha val="9210"/>
                  </a:srgbClr>
                </a:gs>
                <a:gs pos="42857">
                  <a:srgbClr val="D7D7D7">
                    <a:alpha val="6141"/>
                  </a:srgbClr>
                </a:gs>
                <a:gs pos="57143">
                  <a:srgbClr val="D7D7D7">
                    <a:alpha val="3451"/>
                  </a:srgbClr>
                </a:gs>
                <a:gs pos="71429">
                  <a:srgbClr val="D7D7D7">
                    <a:alpha val="1630"/>
                  </a:srgbClr>
                </a:gs>
                <a:gs pos="85714">
                  <a:srgbClr val="D7D7D7">
                    <a:alpha val="648"/>
                  </a:srgbClr>
                </a:gs>
                <a:gs pos="100000">
                  <a:srgbClr val="D7D7D7">
                    <a:alpha val="2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" name="Splat 261"/>
            <p:cNvSpPr>
              <a:spLocks noGrp="1"/>
            </p:cNvSpPr>
            <p:nvPr/>
          </p:nvSpPr>
          <p:spPr>
            <a:xfrm rot="5400000">
              <a:off x="130477" y="784176"/>
              <a:ext cx="57151" cy="57151"/>
            </a:xfrm>
            <a:prstGeom prst="ellipse">
              <a:avLst/>
            </a:prstGeom>
            <a:gradFill>
              <a:gsLst>
                <a:gs pos="0">
                  <a:srgbClr val="525252">
                    <a:alpha val="14604"/>
                  </a:srgbClr>
                </a:gs>
                <a:gs pos="14286">
                  <a:srgbClr val="525252">
                    <a:alpha val="13507"/>
                  </a:srgbClr>
                </a:gs>
                <a:gs pos="28571">
                  <a:srgbClr val="525252">
                    <a:alpha val="10655"/>
                  </a:srgbClr>
                </a:gs>
                <a:gs pos="42857">
                  <a:srgbClr val="525252">
                    <a:alpha val="7123"/>
                  </a:srgbClr>
                </a:gs>
                <a:gs pos="57143">
                  <a:srgbClr val="525252">
                    <a:alpha val="4012"/>
                  </a:srgbClr>
                </a:gs>
                <a:gs pos="71429">
                  <a:srgbClr val="525252">
                    <a:alpha val="1898"/>
                  </a:srgbClr>
                </a:gs>
                <a:gs pos="85714">
                  <a:srgbClr val="525252">
                    <a:alpha val="755"/>
                  </a:srgbClr>
                </a:gs>
                <a:gs pos="100000">
                  <a:srgbClr val="525252">
                    <a:alpha val="2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" name="Splat 262"/>
            <p:cNvSpPr>
              <a:spLocks noGrp="1"/>
            </p:cNvSpPr>
            <p:nvPr/>
          </p:nvSpPr>
          <p:spPr>
            <a:xfrm rot="5400000">
              <a:off x="-19847" y="925322"/>
              <a:ext cx="57146" cy="57146"/>
            </a:xfrm>
            <a:prstGeom prst="ellipse">
              <a:avLst/>
            </a:prstGeom>
            <a:gradFill>
              <a:gsLst>
                <a:gs pos="0">
                  <a:srgbClr val="4D4D4D">
                    <a:alpha val="14605"/>
                  </a:srgbClr>
                </a:gs>
                <a:gs pos="14286">
                  <a:srgbClr val="4D4D4D">
                    <a:alpha val="13508"/>
                  </a:srgbClr>
                </a:gs>
                <a:gs pos="28571">
                  <a:srgbClr val="4D4D4D">
                    <a:alpha val="10656"/>
                  </a:srgbClr>
                </a:gs>
                <a:gs pos="42857">
                  <a:srgbClr val="4D4D4D">
                    <a:alpha val="7124"/>
                  </a:srgbClr>
                </a:gs>
                <a:gs pos="57143">
                  <a:srgbClr val="4D4D4D">
                    <a:alpha val="4012"/>
                  </a:srgbClr>
                </a:gs>
                <a:gs pos="71429">
                  <a:srgbClr val="4D4D4D">
                    <a:alpha val="1899"/>
                  </a:srgbClr>
                </a:gs>
                <a:gs pos="85714">
                  <a:srgbClr val="4D4D4D">
                    <a:alpha val="755"/>
                  </a:srgbClr>
                </a:gs>
                <a:gs pos="100000">
                  <a:srgbClr val="4D4D4D">
                    <a:alpha val="2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" name="Splat 263"/>
            <p:cNvSpPr>
              <a:spLocks noGrp="1"/>
            </p:cNvSpPr>
            <p:nvPr/>
          </p:nvSpPr>
          <p:spPr>
            <a:xfrm rot="5400000">
              <a:off x="1133036" y="2302912"/>
              <a:ext cx="57346" cy="57346"/>
            </a:xfrm>
            <a:prstGeom prst="ellipse">
              <a:avLst/>
            </a:prstGeom>
            <a:gradFill>
              <a:gsLst>
                <a:gs pos="0">
                  <a:srgbClr val="373837">
                    <a:alpha val="14552"/>
                  </a:srgbClr>
                </a:gs>
                <a:gs pos="14286">
                  <a:srgbClr val="373837">
                    <a:alpha val="13458"/>
                  </a:srgbClr>
                </a:gs>
                <a:gs pos="28571">
                  <a:srgbClr val="373837">
                    <a:alpha val="10616"/>
                  </a:srgbClr>
                </a:gs>
                <a:gs pos="42857">
                  <a:srgbClr val="373837">
                    <a:alpha val="7097"/>
                  </a:srgbClr>
                </a:gs>
                <a:gs pos="57143">
                  <a:srgbClr val="373837">
                    <a:alpha val="3997"/>
                  </a:srgbClr>
                </a:gs>
                <a:gs pos="71429">
                  <a:srgbClr val="373837">
                    <a:alpha val="1891"/>
                  </a:srgbClr>
                </a:gs>
                <a:gs pos="85714">
                  <a:srgbClr val="373837">
                    <a:alpha val="752"/>
                  </a:srgbClr>
                </a:gs>
                <a:gs pos="100000">
                  <a:srgbClr val="373837">
                    <a:alpha val="2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" name="Splat 264"/>
            <p:cNvSpPr>
              <a:spLocks noGrp="1"/>
            </p:cNvSpPr>
            <p:nvPr/>
          </p:nvSpPr>
          <p:spPr>
            <a:xfrm rot="5400000">
              <a:off x="2584879" y="1918891"/>
              <a:ext cx="64574" cy="64574"/>
            </a:xfrm>
            <a:prstGeom prst="ellipse">
              <a:avLst/>
            </a:prstGeom>
            <a:gradFill>
              <a:gsLst>
                <a:gs pos="0">
                  <a:srgbClr val="BEBEBD">
                    <a:alpha val="12609"/>
                  </a:srgbClr>
                </a:gs>
                <a:gs pos="14286">
                  <a:srgbClr val="BEBEBD">
                    <a:alpha val="11651"/>
                  </a:srgbClr>
                </a:gs>
                <a:gs pos="28571">
                  <a:srgbClr val="BEBEBD">
                    <a:alpha val="9170"/>
                  </a:srgbClr>
                </a:gs>
                <a:gs pos="42857">
                  <a:srgbClr val="BEBEBD">
                    <a:alpha val="6114"/>
                  </a:srgbClr>
                </a:gs>
                <a:gs pos="57143">
                  <a:srgbClr val="BEBEBD">
                    <a:alpha val="3435"/>
                  </a:srgbClr>
                </a:gs>
                <a:gs pos="71429">
                  <a:srgbClr val="BEBEBD">
                    <a:alpha val="1623"/>
                  </a:srgbClr>
                </a:gs>
                <a:gs pos="85714">
                  <a:srgbClr val="BEBEBD">
                    <a:alpha val="645"/>
                  </a:srgbClr>
                </a:gs>
                <a:gs pos="100000">
                  <a:srgbClr val="BEBEBD">
                    <a:alpha val="2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5" name="Splat 265"/>
            <p:cNvSpPr>
              <a:spLocks noGrp="1"/>
            </p:cNvSpPr>
            <p:nvPr/>
          </p:nvSpPr>
          <p:spPr>
            <a:xfrm rot="5400000">
              <a:off x="1064134" y="2939137"/>
              <a:ext cx="58872" cy="58872"/>
            </a:xfrm>
            <a:prstGeom prst="ellipse">
              <a:avLst/>
            </a:prstGeom>
            <a:gradFill>
              <a:gsLst>
                <a:gs pos="0">
                  <a:srgbClr val="4F504F">
                    <a:alpha val="14146"/>
                  </a:srgbClr>
                </a:gs>
                <a:gs pos="14286">
                  <a:srgbClr val="4F504F">
                    <a:alpha val="13080"/>
                  </a:srgbClr>
                </a:gs>
                <a:gs pos="28571">
                  <a:srgbClr val="4F504F">
                    <a:alpha val="10313"/>
                  </a:srgbClr>
                </a:gs>
                <a:gs pos="42857">
                  <a:srgbClr val="4F504F">
                    <a:alpha val="6890"/>
                  </a:srgbClr>
                </a:gs>
                <a:gs pos="57143">
                  <a:srgbClr val="4F504F">
                    <a:alpha val="3879"/>
                  </a:srgbClr>
                </a:gs>
                <a:gs pos="71429">
                  <a:srgbClr val="4F504F">
                    <a:alpha val="1835"/>
                  </a:srgbClr>
                </a:gs>
                <a:gs pos="85714">
                  <a:srgbClr val="4F504F">
                    <a:alpha val="730"/>
                  </a:srgbClr>
                </a:gs>
                <a:gs pos="100000">
                  <a:srgbClr val="4F504F">
                    <a:alpha val="2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6" name="Splat 266"/>
            <p:cNvSpPr>
              <a:spLocks noGrp="1"/>
            </p:cNvSpPr>
            <p:nvPr/>
          </p:nvSpPr>
          <p:spPr>
            <a:xfrm rot="5400000">
              <a:off x="246601" y="754829"/>
              <a:ext cx="59022" cy="59022"/>
            </a:xfrm>
            <a:prstGeom prst="ellipse">
              <a:avLst/>
            </a:prstGeom>
            <a:gradFill>
              <a:gsLst>
                <a:gs pos="0">
                  <a:srgbClr val="505050">
                    <a:alpha val="14106"/>
                  </a:srgbClr>
                </a:gs>
                <a:gs pos="14286">
                  <a:srgbClr val="505050">
                    <a:alpha val="13043"/>
                  </a:srgbClr>
                </a:gs>
                <a:gs pos="28571">
                  <a:srgbClr val="505050">
                    <a:alpha val="10283"/>
                  </a:srgbClr>
                </a:gs>
                <a:gs pos="42857">
                  <a:srgbClr val="505050">
                    <a:alpha val="6870"/>
                  </a:srgbClr>
                </a:gs>
                <a:gs pos="57143">
                  <a:srgbClr val="505050">
                    <a:alpha val="3867"/>
                  </a:srgbClr>
                </a:gs>
                <a:gs pos="71429">
                  <a:srgbClr val="505050">
                    <a:alpha val="1829"/>
                  </a:srgbClr>
                </a:gs>
                <a:gs pos="85714">
                  <a:srgbClr val="505050">
                    <a:alpha val="727"/>
                  </a:srgbClr>
                </a:gs>
                <a:gs pos="100000">
                  <a:srgbClr val="505050">
                    <a:alpha val="2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7" name="Splat 267"/>
            <p:cNvSpPr>
              <a:spLocks noGrp="1"/>
            </p:cNvSpPr>
            <p:nvPr/>
          </p:nvSpPr>
          <p:spPr>
            <a:xfrm rot="5400000">
              <a:off x="900874" y="1925572"/>
              <a:ext cx="59264" cy="59264"/>
            </a:xfrm>
            <a:prstGeom prst="ellipse">
              <a:avLst/>
            </a:prstGeom>
            <a:gradFill>
              <a:gsLst>
                <a:gs pos="0">
                  <a:srgbClr val="4D4D4D">
                    <a:alpha val="14041"/>
                  </a:srgbClr>
                </a:gs>
                <a:gs pos="14286">
                  <a:srgbClr val="4D4D4D">
                    <a:alpha val="12983"/>
                  </a:srgbClr>
                </a:gs>
                <a:gs pos="28571">
                  <a:srgbClr val="4D4D4D">
                    <a:alpha val="10235"/>
                  </a:srgbClr>
                </a:gs>
                <a:gs pos="42857">
                  <a:srgbClr val="4D4D4D">
                    <a:alpha val="6837"/>
                  </a:srgbClr>
                </a:gs>
                <a:gs pos="57143">
                  <a:srgbClr val="4D4D4D">
                    <a:alpha val="3848"/>
                  </a:srgbClr>
                </a:gs>
                <a:gs pos="71429">
                  <a:srgbClr val="4D4D4D">
                    <a:alpha val="1820"/>
                  </a:srgbClr>
                </a:gs>
                <a:gs pos="85714">
                  <a:srgbClr val="4D4D4D">
                    <a:alpha val="724"/>
                  </a:srgbClr>
                </a:gs>
                <a:gs pos="100000">
                  <a:srgbClr val="4D4D4D">
                    <a:alpha val="2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8" name="Splat 268"/>
            <p:cNvSpPr>
              <a:spLocks noGrp="1"/>
            </p:cNvSpPr>
            <p:nvPr/>
          </p:nvSpPr>
          <p:spPr>
            <a:xfrm rot="5400000">
              <a:off x="210045" y="703085"/>
              <a:ext cx="58996" cy="58996"/>
            </a:xfrm>
            <a:prstGeom prst="ellipse">
              <a:avLst/>
            </a:prstGeom>
            <a:gradFill>
              <a:gsLst>
                <a:gs pos="0">
                  <a:srgbClr val="3D3E3D">
                    <a:alpha val="14113"/>
                  </a:srgbClr>
                </a:gs>
                <a:gs pos="14286">
                  <a:srgbClr val="3D3E3D">
                    <a:alpha val="13049"/>
                  </a:srgbClr>
                </a:gs>
                <a:gs pos="28571">
                  <a:srgbClr val="3D3E3D">
                    <a:alpha val="10288"/>
                  </a:srgbClr>
                </a:gs>
                <a:gs pos="42857">
                  <a:srgbClr val="3D3E3D">
                    <a:alpha val="6874"/>
                  </a:srgbClr>
                </a:gs>
                <a:gs pos="57143">
                  <a:srgbClr val="3D3E3D">
                    <a:alpha val="3869"/>
                  </a:srgbClr>
                </a:gs>
                <a:gs pos="71429">
                  <a:srgbClr val="3D3E3D">
                    <a:alpha val="1830"/>
                  </a:srgbClr>
                </a:gs>
                <a:gs pos="85714">
                  <a:srgbClr val="3D3E3D">
                    <a:alpha val="728"/>
                  </a:srgbClr>
                </a:gs>
                <a:gs pos="100000">
                  <a:srgbClr val="3D3E3D">
                    <a:alpha val="2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9" name="Splat 269"/>
            <p:cNvSpPr>
              <a:spLocks noGrp="1"/>
            </p:cNvSpPr>
            <p:nvPr/>
          </p:nvSpPr>
          <p:spPr>
            <a:xfrm rot="5400000">
              <a:off x="2406605" y="2083431"/>
              <a:ext cx="64721" cy="64721"/>
            </a:xfrm>
            <a:prstGeom prst="ellipse">
              <a:avLst/>
            </a:prstGeom>
            <a:gradFill>
              <a:gsLst>
                <a:gs pos="0">
                  <a:srgbClr val="D6D6D6">
                    <a:alpha val="12569"/>
                  </a:srgbClr>
                </a:gs>
                <a:gs pos="14286">
                  <a:srgbClr val="D6D6D6">
                    <a:alpha val="11614"/>
                  </a:srgbClr>
                </a:gs>
                <a:gs pos="28571">
                  <a:srgbClr val="D6D6D6">
                    <a:alpha val="9140"/>
                  </a:srgbClr>
                </a:gs>
                <a:gs pos="42857">
                  <a:srgbClr val="D6D6D6">
                    <a:alpha val="6094"/>
                  </a:srgbClr>
                </a:gs>
                <a:gs pos="57143">
                  <a:srgbClr val="D6D6D6">
                    <a:alpha val="3424"/>
                  </a:srgbClr>
                </a:gs>
                <a:gs pos="71429">
                  <a:srgbClr val="D6D6D6">
                    <a:alpha val="1618"/>
                  </a:srgbClr>
                </a:gs>
                <a:gs pos="85714">
                  <a:srgbClr val="D6D6D6">
                    <a:alpha val="643"/>
                  </a:srgbClr>
                </a:gs>
                <a:gs pos="100000">
                  <a:srgbClr val="D6D6D6">
                    <a:alpha val="2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0" name="Splat 270"/>
            <p:cNvSpPr>
              <a:spLocks noGrp="1"/>
            </p:cNvSpPr>
            <p:nvPr/>
          </p:nvSpPr>
          <p:spPr>
            <a:xfrm rot="5400000">
              <a:off x="1930483" y="700338"/>
              <a:ext cx="59777" cy="59777"/>
            </a:xfrm>
            <a:prstGeom prst="ellipse">
              <a:avLst/>
            </a:prstGeom>
            <a:gradFill>
              <a:gsLst>
                <a:gs pos="0">
                  <a:srgbClr val="4E4E4E">
                    <a:alpha val="13903"/>
                  </a:srgbClr>
                </a:gs>
                <a:gs pos="14286">
                  <a:srgbClr val="4E4E4E">
                    <a:alpha val="12855"/>
                  </a:srgbClr>
                </a:gs>
                <a:gs pos="28571">
                  <a:srgbClr val="4E4E4E">
                    <a:alpha val="10132"/>
                  </a:srgbClr>
                </a:gs>
                <a:gs pos="42857">
                  <a:srgbClr val="4E4E4E">
                    <a:alpha val="6768"/>
                  </a:srgbClr>
                </a:gs>
                <a:gs pos="57143">
                  <a:srgbClr val="4E4E4E">
                    <a:alpha val="3808"/>
                  </a:srgbClr>
                </a:gs>
                <a:gs pos="71429">
                  <a:srgbClr val="4E4E4E">
                    <a:alpha val="1801"/>
                  </a:srgbClr>
                </a:gs>
                <a:gs pos="85714">
                  <a:srgbClr val="4E4E4E">
                    <a:alpha val="716"/>
                  </a:srgbClr>
                </a:gs>
                <a:gs pos="100000">
                  <a:srgbClr val="4E4E4E">
                    <a:alpha val="2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1" name="Splat 271"/>
            <p:cNvSpPr>
              <a:spLocks noGrp="1"/>
            </p:cNvSpPr>
            <p:nvPr/>
          </p:nvSpPr>
          <p:spPr>
            <a:xfrm rot="5400000">
              <a:off x="2977520" y="1179541"/>
              <a:ext cx="60105" cy="60105"/>
            </a:xfrm>
            <a:prstGeom prst="ellipse">
              <a:avLst/>
            </a:prstGeom>
            <a:gradFill>
              <a:gsLst>
                <a:gs pos="0">
                  <a:srgbClr val="4B4B4B">
                    <a:alpha val="13816"/>
                  </a:srgbClr>
                </a:gs>
                <a:gs pos="14286">
                  <a:srgbClr val="4B4B4B">
                    <a:alpha val="12773"/>
                  </a:srgbClr>
                </a:gs>
                <a:gs pos="28571">
                  <a:srgbClr val="4B4B4B">
                    <a:alpha val="10067"/>
                  </a:srgbClr>
                </a:gs>
                <a:gs pos="42857">
                  <a:srgbClr val="4B4B4B">
                    <a:alpha val="6723"/>
                  </a:srgbClr>
                </a:gs>
                <a:gs pos="57143">
                  <a:srgbClr val="4B4B4B">
                    <a:alpha val="3783"/>
                  </a:srgbClr>
                </a:gs>
                <a:gs pos="71429">
                  <a:srgbClr val="4B4B4B">
                    <a:alpha val="1789"/>
                  </a:srgbClr>
                </a:gs>
                <a:gs pos="85714">
                  <a:srgbClr val="4B4B4B">
                    <a:alpha val="711"/>
                  </a:srgbClr>
                </a:gs>
                <a:gs pos="100000">
                  <a:srgbClr val="4B4B4B">
                    <a:alpha val="2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2" name="Splat 272"/>
            <p:cNvSpPr>
              <a:spLocks noGrp="1"/>
            </p:cNvSpPr>
            <p:nvPr/>
          </p:nvSpPr>
          <p:spPr>
            <a:xfrm rot="5400000">
              <a:off x="2576700" y="99896"/>
              <a:ext cx="60398" cy="60398"/>
            </a:xfrm>
            <a:prstGeom prst="ellipse">
              <a:avLst/>
            </a:prstGeom>
            <a:gradFill>
              <a:gsLst>
                <a:gs pos="0">
                  <a:srgbClr val="363736">
                    <a:alpha val="13737"/>
                  </a:srgbClr>
                </a:gs>
                <a:gs pos="14286">
                  <a:srgbClr val="363736">
                    <a:alpha val="12700"/>
                  </a:srgbClr>
                </a:gs>
                <a:gs pos="28571">
                  <a:srgbClr val="363736">
                    <a:alpha val="10008"/>
                  </a:srgbClr>
                </a:gs>
                <a:gs pos="42857">
                  <a:srgbClr val="363736">
                    <a:alpha val="6683"/>
                  </a:srgbClr>
                </a:gs>
                <a:gs pos="57143">
                  <a:srgbClr val="363736">
                    <a:alpha val="3760"/>
                  </a:srgbClr>
                </a:gs>
                <a:gs pos="71429">
                  <a:srgbClr val="363736">
                    <a:alpha val="1778"/>
                  </a:srgbClr>
                </a:gs>
                <a:gs pos="85714">
                  <a:srgbClr val="363736">
                    <a:alpha val="707"/>
                  </a:srgbClr>
                </a:gs>
                <a:gs pos="100000">
                  <a:srgbClr val="363736">
                    <a:alpha val="2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3" name="Splat 273"/>
            <p:cNvSpPr>
              <a:spLocks noGrp="1"/>
            </p:cNvSpPr>
            <p:nvPr/>
          </p:nvSpPr>
          <p:spPr>
            <a:xfrm rot="5400000">
              <a:off x="2929483" y="2906070"/>
              <a:ext cx="60473" cy="60473"/>
            </a:xfrm>
            <a:prstGeom prst="ellipse">
              <a:avLst/>
            </a:prstGeom>
            <a:gradFill>
              <a:gsLst>
                <a:gs pos="0">
                  <a:srgbClr val="525252">
                    <a:alpha val="13717"/>
                  </a:srgbClr>
                </a:gs>
                <a:gs pos="14286">
                  <a:srgbClr val="525252">
                    <a:alpha val="12681"/>
                  </a:srgbClr>
                </a:gs>
                <a:gs pos="28571">
                  <a:srgbClr val="525252">
                    <a:alpha val="9993"/>
                  </a:srgbClr>
                </a:gs>
                <a:gs pos="42857">
                  <a:srgbClr val="525252">
                    <a:alpha val="6673"/>
                  </a:srgbClr>
                </a:gs>
                <a:gs pos="57143">
                  <a:srgbClr val="525252">
                    <a:alpha val="3754"/>
                  </a:srgbClr>
                </a:gs>
                <a:gs pos="71429">
                  <a:srgbClr val="525252">
                    <a:alpha val="1775"/>
                  </a:srgbClr>
                </a:gs>
                <a:gs pos="85714">
                  <a:srgbClr val="525252">
                    <a:alpha val="706"/>
                  </a:srgbClr>
                </a:gs>
                <a:gs pos="100000">
                  <a:srgbClr val="525252">
                    <a:alpha val="2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4" name="Splat 274"/>
            <p:cNvSpPr>
              <a:spLocks noGrp="1"/>
            </p:cNvSpPr>
            <p:nvPr/>
          </p:nvSpPr>
          <p:spPr>
            <a:xfrm rot="5400000">
              <a:off x="1234156" y="3301546"/>
              <a:ext cx="60374" cy="60374"/>
            </a:xfrm>
            <a:prstGeom prst="ellipse">
              <a:avLst/>
            </a:prstGeom>
            <a:gradFill>
              <a:gsLst>
                <a:gs pos="0">
                  <a:srgbClr val="505051">
                    <a:alpha val="13743"/>
                  </a:srgbClr>
                </a:gs>
                <a:gs pos="14286">
                  <a:srgbClr val="505051">
                    <a:alpha val="12706"/>
                  </a:srgbClr>
                </a:gs>
                <a:gs pos="28571">
                  <a:srgbClr val="505051">
                    <a:alpha val="10013"/>
                  </a:srgbClr>
                </a:gs>
                <a:gs pos="42857">
                  <a:srgbClr val="505051">
                    <a:alpha val="6686"/>
                  </a:srgbClr>
                </a:gs>
                <a:gs pos="57143">
                  <a:srgbClr val="505051">
                    <a:alpha val="3762"/>
                  </a:srgbClr>
                </a:gs>
                <a:gs pos="71429">
                  <a:srgbClr val="505051">
                    <a:alpha val="1779"/>
                  </a:srgbClr>
                </a:gs>
                <a:gs pos="85714">
                  <a:srgbClr val="505051">
                    <a:alpha val="707"/>
                  </a:srgbClr>
                </a:gs>
                <a:gs pos="100000">
                  <a:srgbClr val="505051">
                    <a:alpha val="2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5" name="Splat 275"/>
            <p:cNvSpPr>
              <a:spLocks noGrp="1"/>
            </p:cNvSpPr>
            <p:nvPr/>
          </p:nvSpPr>
          <p:spPr>
            <a:xfrm rot="5400000">
              <a:off x="1948118" y="406639"/>
              <a:ext cx="60527" cy="60527"/>
            </a:xfrm>
            <a:prstGeom prst="ellipse">
              <a:avLst/>
            </a:prstGeom>
            <a:gradFill>
              <a:gsLst>
                <a:gs pos="0">
                  <a:srgbClr val="525252">
                    <a:alpha val="13702"/>
                  </a:srgbClr>
                </a:gs>
                <a:gs pos="14286">
                  <a:srgbClr val="525252">
                    <a:alpha val="12668"/>
                  </a:srgbClr>
                </a:gs>
                <a:gs pos="28571">
                  <a:srgbClr val="525252">
                    <a:alpha val="9983"/>
                  </a:srgbClr>
                </a:gs>
                <a:gs pos="42857">
                  <a:srgbClr val="525252">
                    <a:alpha val="6666"/>
                  </a:srgbClr>
                </a:gs>
                <a:gs pos="57143">
                  <a:srgbClr val="525252">
                    <a:alpha val="3750"/>
                  </a:srgbClr>
                </a:gs>
                <a:gs pos="71429">
                  <a:srgbClr val="525252">
                    <a:alpha val="1773"/>
                  </a:srgbClr>
                </a:gs>
                <a:gs pos="85714">
                  <a:srgbClr val="525252">
                    <a:alpha val="705"/>
                  </a:srgbClr>
                </a:gs>
                <a:gs pos="100000">
                  <a:srgbClr val="525252">
                    <a:alpha val="2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6" name="Splat 276"/>
            <p:cNvSpPr>
              <a:spLocks noGrp="1"/>
            </p:cNvSpPr>
            <p:nvPr/>
          </p:nvSpPr>
          <p:spPr>
            <a:xfrm rot="5400000">
              <a:off x="169553" y="485315"/>
              <a:ext cx="60373" cy="60373"/>
            </a:xfrm>
            <a:prstGeom prst="ellipse">
              <a:avLst/>
            </a:prstGeom>
            <a:gradFill>
              <a:gsLst>
                <a:gs pos="0">
                  <a:srgbClr val="3F3F3E">
                    <a:alpha val="13744"/>
                  </a:srgbClr>
                </a:gs>
                <a:gs pos="14286">
                  <a:srgbClr val="3F3F3E">
                    <a:alpha val="12706"/>
                  </a:srgbClr>
                </a:gs>
                <a:gs pos="28571">
                  <a:srgbClr val="3F3F3E">
                    <a:alpha val="10014"/>
                  </a:srgbClr>
                </a:gs>
                <a:gs pos="42857">
                  <a:srgbClr val="3F3F3E">
                    <a:alpha val="6687"/>
                  </a:srgbClr>
                </a:gs>
                <a:gs pos="57143">
                  <a:srgbClr val="3F3F3E">
                    <a:alpha val="3762"/>
                  </a:srgbClr>
                </a:gs>
                <a:gs pos="71429">
                  <a:srgbClr val="3F3F3E">
                    <a:alpha val="1779"/>
                  </a:srgbClr>
                </a:gs>
                <a:gs pos="85714">
                  <a:srgbClr val="3F3F3E">
                    <a:alpha val="707"/>
                  </a:srgbClr>
                </a:gs>
                <a:gs pos="100000">
                  <a:srgbClr val="3F3F3E">
                    <a:alpha val="2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7" name="Splat 277"/>
            <p:cNvSpPr>
              <a:spLocks noGrp="1"/>
            </p:cNvSpPr>
            <p:nvPr/>
          </p:nvSpPr>
          <p:spPr>
            <a:xfrm rot="5400000">
              <a:off x="2425816" y="2113135"/>
              <a:ext cx="64868" cy="64868"/>
            </a:xfrm>
            <a:prstGeom prst="ellipse">
              <a:avLst/>
            </a:prstGeom>
            <a:gradFill>
              <a:gsLst>
                <a:gs pos="0">
                  <a:srgbClr val="D0D0D0">
                    <a:alpha val="12529"/>
                  </a:srgbClr>
                </a:gs>
                <a:gs pos="14286">
                  <a:srgbClr val="D0D0D0">
                    <a:alpha val="11576"/>
                  </a:srgbClr>
                </a:gs>
                <a:gs pos="28571">
                  <a:srgbClr val="D0D0D0">
                    <a:alpha val="9111"/>
                  </a:srgbClr>
                </a:gs>
                <a:gs pos="42857">
                  <a:srgbClr val="D0D0D0">
                    <a:alpha val="6074"/>
                  </a:srgbClr>
                </a:gs>
                <a:gs pos="57143">
                  <a:srgbClr val="D0D0D0">
                    <a:alpha val="3412"/>
                  </a:srgbClr>
                </a:gs>
                <a:gs pos="71429">
                  <a:srgbClr val="D0D0D0">
                    <a:alpha val="1612"/>
                  </a:srgbClr>
                </a:gs>
                <a:gs pos="85714">
                  <a:srgbClr val="D0D0D0">
                    <a:alpha val="641"/>
                  </a:srgbClr>
                </a:gs>
                <a:gs pos="100000">
                  <a:srgbClr val="D0D0D0">
                    <a:alpha val="2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8" name="Splat 278"/>
            <p:cNvSpPr>
              <a:spLocks noGrp="1"/>
            </p:cNvSpPr>
            <p:nvPr/>
          </p:nvSpPr>
          <p:spPr>
            <a:xfrm rot="5400000">
              <a:off x="1740082" y="1349768"/>
              <a:ext cx="61073" cy="61073"/>
            </a:xfrm>
            <a:prstGeom prst="ellipse">
              <a:avLst/>
            </a:prstGeom>
            <a:gradFill>
              <a:gsLst>
                <a:gs pos="0">
                  <a:srgbClr val="4E4E4E">
                    <a:alpha val="13556"/>
                  </a:srgbClr>
                </a:gs>
                <a:gs pos="14286">
                  <a:srgbClr val="4E4E4E">
                    <a:alpha val="12531"/>
                  </a:srgbClr>
                </a:gs>
                <a:gs pos="28571">
                  <a:srgbClr val="4E4E4E">
                    <a:alpha val="9874"/>
                  </a:srgbClr>
                </a:gs>
                <a:gs pos="42857">
                  <a:srgbClr val="4E4E4E">
                    <a:alpha val="6591"/>
                  </a:srgbClr>
                </a:gs>
                <a:gs pos="57143">
                  <a:srgbClr val="4E4E4E">
                    <a:alpha val="3708"/>
                  </a:srgbClr>
                </a:gs>
                <a:gs pos="71429">
                  <a:srgbClr val="4E4E4E">
                    <a:alpha val="1753"/>
                  </a:srgbClr>
                </a:gs>
                <a:gs pos="85714">
                  <a:srgbClr val="4E4E4E">
                    <a:alpha val="697"/>
                  </a:srgbClr>
                </a:gs>
                <a:gs pos="100000">
                  <a:srgbClr val="4E4E4E">
                    <a:alpha val="2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9" name="Splat 279"/>
            <p:cNvSpPr>
              <a:spLocks noGrp="1"/>
            </p:cNvSpPr>
            <p:nvPr/>
          </p:nvSpPr>
          <p:spPr>
            <a:xfrm rot="5400000">
              <a:off x="1067203" y="700735"/>
              <a:ext cx="61255" cy="61255"/>
            </a:xfrm>
            <a:prstGeom prst="ellipse">
              <a:avLst/>
            </a:prstGeom>
            <a:gradFill>
              <a:gsLst>
                <a:gs pos="0">
                  <a:srgbClr val="4C4C4C">
                    <a:alpha val="13507"/>
                  </a:srgbClr>
                </a:gs>
                <a:gs pos="14286">
                  <a:srgbClr val="4C4C4C">
                    <a:alpha val="12486"/>
                  </a:srgbClr>
                </a:gs>
                <a:gs pos="28571">
                  <a:srgbClr val="4C4C4C">
                    <a:alpha val="9837"/>
                  </a:srgbClr>
                </a:gs>
                <a:gs pos="42857">
                  <a:srgbClr val="4C4C4C">
                    <a:alpha val="6567"/>
                  </a:srgbClr>
                </a:gs>
                <a:gs pos="57143">
                  <a:srgbClr val="4C4C4C">
                    <a:alpha val="3694"/>
                  </a:srgbClr>
                </a:gs>
                <a:gs pos="71429">
                  <a:srgbClr val="4C4C4C">
                    <a:alpha val="1746"/>
                  </a:srgbClr>
                </a:gs>
                <a:gs pos="85714">
                  <a:srgbClr val="4C4C4C">
                    <a:alpha val="694"/>
                  </a:srgbClr>
                </a:gs>
                <a:gs pos="100000">
                  <a:srgbClr val="4C4C4C">
                    <a:alpha val="2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0" name="Splat 280"/>
            <p:cNvSpPr>
              <a:spLocks noGrp="1"/>
            </p:cNvSpPr>
            <p:nvPr/>
          </p:nvSpPr>
          <p:spPr>
            <a:xfrm rot="5400000">
              <a:off x="921161" y="2646336"/>
              <a:ext cx="61359" cy="61359"/>
            </a:xfrm>
            <a:prstGeom prst="ellipse">
              <a:avLst/>
            </a:prstGeom>
            <a:gradFill>
              <a:gsLst>
                <a:gs pos="0">
                  <a:srgbClr val="3F3F3F">
                    <a:alpha val="13479"/>
                  </a:srgbClr>
                </a:gs>
                <a:gs pos="14286">
                  <a:srgbClr val="3F3F3F">
                    <a:alpha val="12459"/>
                  </a:srgbClr>
                </a:gs>
                <a:gs pos="28571">
                  <a:srgbClr val="3F3F3F">
                    <a:alpha val="9816"/>
                  </a:srgbClr>
                </a:gs>
                <a:gs pos="42857">
                  <a:srgbClr val="3F3F3F">
                    <a:alpha val="6552"/>
                  </a:srgbClr>
                </a:gs>
                <a:gs pos="57143">
                  <a:srgbClr val="3F3F3F">
                    <a:alpha val="3686"/>
                  </a:srgbClr>
                </a:gs>
                <a:gs pos="71429">
                  <a:srgbClr val="3F3F3F">
                    <a:alpha val="1742"/>
                  </a:srgbClr>
                </a:gs>
                <a:gs pos="85714">
                  <a:srgbClr val="3F3F3F">
                    <a:alpha val="693"/>
                  </a:srgbClr>
                </a:gs>
                <a:gs pos="100000">
                  <a:srgbClr val="3F3F3F">
                    <a:alpha val="2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1" name="Splat 281"/>
            <p:cNvSpPr>
              <a:spLocks noGrp="1"/>
            </p:cNvSpPr>
            <p:nvPr/>
          </p:nvSpPr>
          <p:spPr>
            <a:xfrm rot="5400000">
              <a:off x="1711000" y="1394973"/>
              <a:ext cx="61541" cy="61541"/>
            </a:xfrm>
            <a:prstGeom prst="ellipse">
              <a:avLst/>
            </a:prstGeom>
            <a:gradFill>
              <a:gsLst>
                <a:gs pos="0">
                  <a:srgbClr val="404141">
                    <a:alpha val="13430"/>
                  </a:srgbClr>
                </a:gs>
                <a:gs pos="14286">
                  <a:srgbClr val="404141">
                    <a:alpha val="12414"/>
                  </a:srgbClr>
                </a:gs>
                <a:gs pos="28571">
                  <a:srgbClr val="404141">
                    <a:alpha val="9780"/>
                  </a:srgbClr>
                </a:gs>
                <a:gs pos="42857">
                  <a:srgbClr val="404141">
                    <a:alpha val="6528"/>
                  </a:srgbClr>
                </a:gs>
                <a:gs pos="57143">
                  <a:srgbClr val="404141">
                    <a:alpha val="3671"/>
                  </a:srgbClr>
                </a:gs>
                <a:gs pos="71429">
                  <a:srgbClr val="404141">
                    <a:alpha val="1736"/>
                  </a:srgbClr>
                </a:gs>
                <a:gs pos="85714">
                  <a:srgbClr val="404141">
                    <a:alpha val="690"/>
                  </a:srgbClr>
                </a:gs>
                <a:gs pos="100000">
                  <a:srgbClr val="404141">
                    <a:alpha val="2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2" name="Splat 282"/>
            <p:cNvSpPr>
              <a:spLocks noGrp="1"/>
            </p:cNvSpPr>
            <p:nvPr/>
          </p:nvSpPr>
          <p:spPr>
            <a:xfrm rot="5400000">
              <a:off x="1067091" y="2495500"/>
              <a:ext cx="61534" cy="61534"/>
            </a:xfrm>
            <a:prstGeom prst="ellipse">
              <a:avLst/>
            </a:prstGeom>
            <a:gradFill>
              <a:gsLst>
                <a:gs pos="0">
                  <a:srgbClr val="3C3C3C">
                    <a:alpha val="13432"/>
                  </a:srgbClr>
                </a:gs>
                <a:gs pos="14286">
                  <a:srgbClr val="3C3C3C">
                    <a:alpha val="12416"/>
                  </a:srgbClr>
                </a:gs>
                <a:gs pos="28571">
                  <a:srgbClr val="3C3C3C">
                    <a:alpha val="9781"/>
                  </a:srgbClr>
                </a:gs>
                <a:gs pos="42857">
                  <a:srgbClr val="3C3C3C">
                    <a:alpha val="6529"/>
                  </a:srgbClr>
                </a:gs>
                <a:gs pos="57143">
                  <a:srgbClr val="3C3C3C">
                    <a:alpha val="3672"/>
                  </a:srgbClr>
                </a:gs>
                <a:gs pos="71429">
                  <a:srgbClr val="3C3C3C">
                    <a:alpha val="1736"/>
                  </a:srgbClr>
                </a:gs>
                <a:gs pos="85714">
                  <a:srgbClr val="3C3C3C">
                    <a:alpha val="690"/>
                  </a:srgbClr>
                </a:gs>
                <a:gs pos="100000">
                  <a:srgbClr val="3C3C3C">
                    <a:alpha val="2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3" name="Splat 283"/>
            <p:cNvSpPr>
              <a:spLocks noGrp="1"/>
            </p:cNvSpPr>
            <p:nvPr/>
          </p:nvSpPr>
          <p:spPr>
            <a:xfrm rot="5400000">
              <a:off x="2271428" y="2102506"/>
              <a:ext cx="65114" cy="65114"/>
            </a:xfrm>
            <a:prstGeom prst="ellipse">
              <a:avLst/>
            </a:prstGeom>
            <a:gradFill>
              <a:gsLst>
                <a:gs pos="0">
                  <a:srgbClr val="CFCECE">
                    <a:alpha val="12462"/>
                  </a:srgbClr>
                </a:gs>
                <a:gs pos="14286">
                  <a:srgbClr val="CFCECE">
                    <a:alpha val="11514"/>
                  </a:srgbClr>
                </a:gs>
                <a:gs pos="28571">
                  <a:srgbClr val="CFCECE">
                    <a:alpha val="9061"/>
                  </a:srgbClr>
                </a:gs>
                <a:gs pos="42857">
                  <a:srgbClr val="CFCECE">
                    <a:alpha val="6040"/>
                  </a:srgbClr>
                </a:gs>
                <a:gs pos="57143">
                  <a:srgbClr val="CFCECE">
                    <a:alpha val="3393"/>
                  </a:srgbClr>
                </a:gs>
                <a:gs pos="71429">
                  <a:srgbClr val="CFCECE">
                    <a:alpha val="1603"/>
                  </a:srgbClr>
                </a:gs>
                <a:gs pos="85714">
                  <a:srgbClr val="CFCECE">
                    <a:alpha val="637"/>
                  </a:srgbClr>
                </a:gs>
                <a:gs pos="100000">
                  <a:srgbClr val="CFCECE">
                    <a:alpha val="2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4" name="Splat 284"/>
            <p:cNvSpPr>
              <a:spLocks noGrp="1"/>
            </p:cNvSpPr>
            <p:nvPr/>
          </p:nvSpPr>
          <p:spPr>
            <a:xfrm rot="5400000">
              <a:off x="1047831" y="1960928"/>
              <a:ext cx="61916" cy="61916"/>
            </a:xfrm>
            <a:prstGeom prst="ellipse">
              <a:avLst/>
            </a:prstGeom>
            <a:gradFill>
              <a:gsLst>
                <a:gs pos="0">
                  <a:srgbClr val="494949">
                    <a:alpha val="13329"/>
                  </a:srgbClr>
                </a:gs>
                <a:gs pos="14286">
                  <a:srgbClr val="494949">
                    <a:alpha val="12320"/>
                  </a:srgbClr>
                </a:gs>
                <a:gs pos="28571">
                  <a:srgbClr val="494949">
                    <a:alpha val="9705"/>
                  </a:srgbClr>
                </a:gs>
                <a:gs pos="42857">
                  <a:srgbClr val="494949">
                    <a:alpha val="6477"/>
                  </a:srgbClr>
                </a:gs>
                <a:gs pos="57143">
                  <a:srgbClr val="494949">
                    <a:alpha val="3642"/>
                  </a:srgbClr>
                </a:gs>
                <a:gs pos="71429">
                  <a:srgbClr val="494949">
                    <a:alpha val="1722"/>
                  </a:srgbClr>
                </a:gs>
                <a:gs pos="85714">
                  <a:srgbClr val="494949">
                    <a:alpha val="684"/>
                  </a:srgbClr>
                </a:gs>
                <a:gs pos="100000">
                  <a:srgbClr val="494949">
                    <a:alpha val="2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5" name="Splat 285"/>
            <p:cNvSpPr>
              <a:spLocks noGrp="1"/>
            </p:cNvSpPr>
            <p:nvPr/>
          </p:nvSpPr>
          <p:spPr>
            <a:xfrm rot="5400000">
              <a:off x="1713688" y="675971"/>
              <a:ext cx="62278" cy="62278"/>
            </a:xfrm>
            <a:prstGeom prst="ellipse">
              <a:avLst/>
            </a:prstGeom>
            <a:gradFill>
              <a:gsLst>
                <a:gs pos="0">
                  <a:srgbClr val="383838">
                    <a:alpha val="13231"/>
                  </a:srgbClr>
                </a:gs>
                <a:gs pos="14286">
                  <a:srgbClr val="383838">
                    <a:alpha val="12229"/>
                  </a:srgbClr>
                </a:gs>
                <a:gs pos="28571">
                  <a:srgbClr val="383838">
                    <a:alpha val="9632"/>
                  </a:srgbClr>
                </a:gs>
                <a:gs pos="42857">
                  <a:srgbClr val="383838">
                    <a:alpha val="6427"/>
                  </a:srgbClr>
                </a:gs>
                <a:gs pos="57143">
                  <a:srgbClr val="383838">
                    <a:alpha val="3614"/>
                  </a:srgbClr>
                </a:gs>
                <a:gs pos="71429">
                  <a:srgbClr val="383838">
                    <a:alpha val="1708"/>
                  </a:srgbClr>
                </a:gs>
                <a:gs pos="85714">
                  <a:srgbClr val="383838">
                    <a:alpha val="679"/>
                  </a:srgbClr>
                </a:gs>
                <a:gs pos="100000">
                  <a:srgbClr val="383838">
                    <a:alpha val="2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6" name="Splat 286"/>
            <p:cNvSpPr>
              <a:spLocks noGrp="1"/>
            </p:cNvSpPr>
            <p:nvPr/>
          </p:nvSpPr>
          <p:spPr>
            <a:xfrm rot="5400000">
              <a:off x="1111481" y="2960696"/>
              <a:ext cx="62140" cy="62140"/>
            </a:xfrm>
            <a:prstGeom prst="ellipse">
              <a:avLst/>
            </a:prstGeom>
            <a:gradFill>
              <a:gsLst>
                <a:gs pos="0">
                  <a:srgbClr val="3C3C3C">
                    <a:alpha val="13268"/>
                  </a:srgbClr>
                </a:gs>
                <a:gs pos="14286">
                  <a:srgbClr val="3C3C3C">
                    <a:alpha val="12264"/>
                  </a:srgbClr>
                </a:gs>
                <a:gs pos="28571">
                  <a:srgbClr val="3C3C3C">
                    <a:alpha val="9660"/>
                  </a:srgbClr>
                </a:gs>
                <a:gs pos="42857">
                  <a:srgbClr val="3C3C3C">
                    <a:alpha val="6446"/>
                  </a:srgbClr>
                </a:gs>
                <a:gs pos="57143">
                  <a:srgbClr val="3C3C3C">
                    <a:alpha val="3625"/>
                  </a:srgbClr>
                </a:gs>
                <a:gs pos="71429">
                  <a:srgbClr val="3C3C3C">
                    <a:alpha val="1713"/>
                  </a:srgbClr>
                </a:gs>
                <a:gs pos="85714">
                  <a:srgbClr val="3C3C3C">
                    <a:alpha val="681"/>
                  </a:srgbClr>
                </a:gs>
                <a:gs pos="100000">
                  <a:srgbClr val="3C3C3C">
                    <a:alpha val="2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7" name="Splat 287"/>
            <p:cNvSpPr>
              <a:spLocks noGrp="1"/>
            </p:cNvSpPr>
            <p:nvPr/>
          </p:nvSpPr>
          <p:spPr>
            <a:xfrm rot="5400000">
              <a:off x="1721632" y="1396560"/>
              <a:ext cx="62150" cy="62150"/>
            </a:xfrm>
            <a:prstGeom prst="ellipse">
              <a:avLst/>
            </a:prstGeom>
            <a:gradFill>
              <a:gsLst>
                <a:gs pos="0">
                  <a:srgbClr val="414141">
                    <a:alpha val="13266"/>
                  </a:srgbClr>
                </a:gs>
                <a:gs pos="14286">
                  <a:srgbClr val="414141">
                    <a:alpha val="12261"/>
                  </a:srgbClr>
                </a:gs>
                <a:gs pos="28571">
                  <a:srgbClr val="414141">
                    <a:alpha val="9658"/>
                  </a:srgbClr>
                </a:gs>
                <a:gs pos="42857">
                  <a:srgbClr val="414141">
                    <a:alpha val="6445"/>
                  </a:srgbClr>
                </a:gs>
                <a:gs pos="57143">
                  <a:srgbClr val="414141">
                    <a:alpha val="3624"/>
                  </a:srgbClr>
                </a:gs>
                <a:gs pos="71429">
                  <a:srgbClr val="414141">
                    <a:alpha val="1713"/>
                  </a:srgbClr>
                </a:gs>
                <a:gs pos="85714">
                  <a:srgbClr val="414141">
                    <a:alpha val="681"/>
                  </a:srgbClr>
                </a:gs>
                <a:gs pos="100000">
                  <a:srgbClr val="414141">
                    <a:alpha val="2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8" name="Splat 288"/>
            <p:cNvSpPr>
              <a:spLocks noGrp="1"/>
            </p:cNvSpPr>
            <p:nvPr/>
          </p:nvSpPr>
          <p:spPr>
            <a:xfrm rot="5400000">
              <a:off x="102125" y="2915157"/>
              <a:ext cx="62228" cy="62228"/>
            </a:xfrm>
            <a:prstGeom prst="ellipse">
              <a:avLst/>
            </a:prstGeom>
            <a:gradFill>
              <a:gsLst>
                <a:gs pos="0">
                  <a:srgbClr val="4D4D4D">
                    <a:alpha val="13244"/>
                  </a:srgbClr>
                </a:gs>
                <a:gs pos="14286">
                  <a:srgbClr val="4D4D4D">
                    <a:alpha val="12242"/>
                  </a:srgbClr>
                </a:gs>
                <a:gs pos="28571">
                  <a:srgbClr val="4D4D4D">
                    <a:alpha val="9642"/>
                  </a:srgbClr>
                </a:gs>
                <a:gs pos="42857">
                  <a:srgbClr val="4D4D4D">
                    <a:alpha val="6434"/>
                  </a:srgbClr>
                </a:gs>
                <a:gs pos="57143">
                  <a:srgbClr val="4D4D4D">
                    <a:alpha val="3618"/>
                  </a:srgbClr>
                </a:gs>
                <a:gs pos="71429">
                  <a:srgbClr val="4D4D4D">
                    <a:alpha val="1710"/>
                  </a:srgbClr>
                </a:gs>
                <a:gs pos="85714">
                  <a:srgbClr val="4D4D4D">
                    <a:alpha val="680"/>
                  </a:srgbClr>
                </a:gs>
                <a:gs pos="100000">
                  <a:srgbClr val="4D4D4D">
                    <a:alpha val="2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9" name="Splat 289"/>
            <p:cNvSpPr>
              <a:spLocks noGrp="1"/>
            </p:cNvSpPr>
            <p:nvPr/>
          </p:nvSpPr>
          <p:spPr>
            <a:xfrm rot="5400000">
              <a:off x="416475" y="1359131"/>
              <a:ext cx="62273" cy="62273"/>
            </a:xfrm>
            <a:prstGeom prst="ellipse">
              <a:avLst/>
            </a:prstGeom>
            <a:gradFill>
              <a:gsLst>
                <a:gs pos="0">
                  <a:srgbClr val="4A4A4B">
                    <a:alpha val="13232"/>
                  </a:srgbClr>
                </a:gs>
                <a:gs pos="14286">
                  <a:srgbClr val="4A4A4B">
                    <a:alpha val="12230"/>
                  </a:srgbClr>
                </a:gs>
                <a:gs pos="28571">
                  <a:srgbClr val="4A4A4B">
                    <a:alpha val="9633"/>
                  </a:srgbClr>
                </a:gs>
                <a:gs pos="42857">
                  <a:srgbClr val="4A4A4B">
                    <a:alpha val="6428"/>
                  </a:srgbClr>
                </a:gs>
                <a:gs pos="57143">
                  <a:srgbClr val="4A4A4B">
                    <a:alpha val="3614"/>
                  </a:srgbClr>
                </a:gs>
                <a:gs pos="71429">
                  <a:srgbClr val="4A4A4B">
                    <a:alpha val="1708"/>
                  </a:srgbClr>
                </a:gs>
                <a:gs pos="85714">
                  <a:srgbClr val="4A4A4B">
                    <a:alpha val="679"/>
                  </a:srgbClr>
                </a:gs>
                <a:gs pos="100000">
                  <a:srgbClr val="4A4A4B">
                    <a:alpha val="2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0" name="Splat 290"/>
            <p:cNvSpPr>
              <a:spLocks noGrp="1"/>
            </p:cNvSpPr>
            <p:nvPr/>
          </p:nvSpPr>
          <p:spPr>
            <a:xfrm rot="5400000">
              <a:off x="2663994" y="3453889"/>
              <a:ext cx="62393" cy="62393"/>
            </a:xfrm>
            <a:prstGeom prst="ellipse">
              <a:avLst/>
            </a:prstGeom>
            <a:gradFill>
              <a:gsLst>
                <a:gs pos="0">
                  <a:srgbClr val="3E3D3E">
                    <a:alpha val="13200"/>
                  </a:srgbClr>
                </a:gs>
                <a:gs pos="14286">
                  <a:srgbClr val="3E3D3E">
                    <a:alpha val="12200"/>
                  </a:srgbClr>
                </a:gs>
                <a:gs pos="28571">
                  <a:srgbClr val="3E3D3E">
                    <a:alpha val="9609"/>
                  </a:srgbClr>
                </a:gs>
                <a:gs pos="42857">
                  <a:srgbClr val="3E3D3E">
                    <a:alpha val="6412"/>
                  </a:srgbClr>
                </a:gs>
                <a:gs pos="57143">
                  <a:srgbClr val="3E3D3E">
                    <a:alpha val="3605"/>
                  </a:srgbClr>
                </a:gs>
                <a:gs pos="71429">
                  <a:srgbClr val="3E3D3E">
                    <a:alpha val="1704"/>
                  </a:srgbClr>
                </a:gs>
                <a:gs pos="85714">
                  <a:srgbClr val="3E3D3E">
                    <a:alpha val="677"/>
                  </a:srgbClr>
                </a:gs>
                <a:gs pos="100000">
                  <a:srgbClr val="3E3D3E">
                    <a:alpha val="2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1" name="Splat 291"/>
            <p:cNvSpPr>
              <a:spLocks noGrp="1"/>
            </p:cNvSpPr>
            <p:nvPr/>
          </p:nvSpPr>
          <p:spPr>
            <a:xfrm rot="5400000">
              <a:off x="262735" y="398607"/>
              <a:ext cx="62530" cy="62530"/>
            </a:xfrm>
            <a:prstGeom prst="ellipse">
              <a:avLst/>
            </a:prstGeom>
            <a:gradFill>
              <a:gsLst>
                <a:gs pos="0">
                  <a:srgbClr val="4F4F4E">
                    <a:alpha val="13163"/>
                  </a:srgbClr>
                </a:gs>
                <a:gs pos="14286">
                  <a:srgbClr val="4F4F4E">
                    <a:alpha val="12166"/>
                  </a:srgbClr>
                </a:gs>
                <a:gs pos="28571">
                  <a:srgbClr val="4F4F4E">
                    <a:alpha val="9581"/>
                  </a:srgbClr>
                </a:gs>
                <a:gs pos="42857">
                  <a:srgbClr val="4F4F4E">
                    <a:alpha val="6393"/>
                  </a:srgbClr>
                </a:gs>
                <a:gs pos="57143">
                  <a:srgbClr val="4F4F4E">
                    <a:alpha val="3594"/>
                  </a:srgbClr>
                </a:gs>
                <a:gs pos="71429">
                  <a:srgbClr val="4F4F4E">
                    <a:alpha val="1699"/>
                  </a:srgbClr>
                </a:gs>
                <a:gs pos="85714">
                  <a:srgbClr val="4F4F4E">
                    <a:alpha val="675"/>
                  </a:srgbClr>
                </a:gs>
                <a:gs pos="100000">
                  <a:srgbClr val="4F4F4E">
                    <a:alpha val="2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2" name="Splat 292"/>
            <p:cNvSpPr>
              <a:spLocks noGrp="1"/>
            </p:cNvSpPr>
            <p:nvPr/>
          </p:nvSpPr>
          <p:spPr>
            <a:xfrm rot="5400000">
              <a:off x="1461443" y="2104122"/>
              <a:ext cx="62456" cy="62456"/>
            </a:xfrm>
            <a:prstGeom prst="ellipse">
              <a:avLst/>
            </a:prstGeom>
            <a:gradFill>
              <a:gsLst>
                <a:gs pos="0">
                  <a:srgbClr val="3A3A3A">
                    <a:alpha val="13183"/>
                  </a:srgbClr>
                </a:gs>
                <a:gs pos="14286">
                  <a:srgbClr val="3A3A3A">
                    <a:alpha val="12184"/>
                  </a:srgbClr>
                </a:gs>
                <a:gs pos="28571">
                  <a:srgbClr val="3A3A3A">
                    <a:alpha val="9596"/>
                  </a:srgbClr>
                </a:gs>
                <a:gs pos="42857">
                  <a:srgbClr val="3A3A3A">
                    <a:alpha val="6403"/>
                  </a:srgbClr>
                </a:gs>
                <a:gs pos="57143">
                  <a:srgbClr val="3A3A3A">
                    <a:alpha val="3600"/>
                  </a:srgbClr>
                </a:gs>
                <a:gs pos="71429">
                  <a:srgbClr val="3A3A3A">
                    <a:alpha val="1702"/>
                  </a:srgbClr>
                </a:gs>
                <a:gs pos="85714">
                  <a:srgbClr val="3A3A3A">
                    <a:alpha val="676"/>
                  </a:srgbClr>
                </a:gs>
                <a:gs pos="100000">
                  <a:srgbClr val="3A3A3A">
                    <a:alpha val="2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3" name="Splat 293"/>
            <p:cNvSpPr>
              <a:spLocks noGrp="1"/>
            </p:cNvSpPr>
            <p:nvPr/>
          </p:nvSpPr>
          <p:spPr>
            <a:xfrm rot="5400000">
              <a:off x="720372" y="368246"/>
              <a:ext cx="62481" cy="62481"/>
            </a:xfrm>
            <a:prstGeom prst="ellipse">
              <a:avLst/>
            </a:prstGeom>
            <a:gradFill>
              <a:gsLst>
                <a:gs pos="0">
                  <a:srgbClr val="4A4A4A">
                    <a:alpha val="13176"/>
                  </a:srgbClr>
                </a:gs>
                <a:gs pos="14286">
                  <a:srgbClr val="4A4A4A">
                    <a:alpha val="12178"/>
                  </a:srgbClr>
                </a:gs>
                <a:gs pos="28571">
                  <a:srgbClr val="4A4A4A">
                    <a:alpha val="9591"/>
                  </a:srgbClr>
                </a:gs>
                <a:gs pos="42857">
                  <a:srgbClr val="4A4A4A">
                    <a:alpha val="6400"/>
                  </a:srgbClr>
                </a:gs>
                <a:gs pos="57143">
                  <a:srgbClr val="4A4A4A">
                    <a:alpha val="3598"/>
                  </a:srgbClr>
                </a:gs>
                <a:gs pos="71429">
                  <a:srgbClr val="4A4A4A">
                    <a:alpha val="1701"/>
                  </a:srgbClr>
                </a:gs>
                <a:gs pos="85714">
                  <a:srgbClr val="4A4A4A">
                    <a:alpha val="676"/>
                  </a:srgbClr>
                </a:gs>
                <a:gs pos="100000">
                  <a:srgbClr val="4A4A4A">
                    <a:alpha val="2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4" name="Splat 294"/>
            <p:cNvSpPr>
              <a:spLocks noGrp="1"/>
            </p:cNvSpPr>
            <p:nvPr/>
          </p:nvSpPr>
          <p:spPr>
            <a:xfrm rot="5400000">
              <a:off x="2091312" y="454454"/>
              <a:ext cx="62614" cy="62614"/>
            </a:xfrm>
            <a:prstGeom prst="ellipse">
              <a:avLst/>
            </a:prstGeom>
            <a:gradFill>
              <a:gsLst>
                <a:gs pos="0">
                  <a:srgbClr val="4F4F4F">
                    <a:alpha val="13140"/>
                  </a:srgbClr>
                </a:gs>
                <a:gs pos="14286">
                  <a:srgbClr val="4F4F4F">
                    <a:alpha val="12145"/>
                  </a:srgbClr>
                </a:gs>
                <a:gs pos="28571">
                  <a:srgbClr val="4F4F4F">
                    <a:alpha val="9565"/>
                  </a:srgbClr>
                </a:gs>
                <a:gs pos="42857">
                  <a:srgbClr val="4F4F4F">
                    <a:alpha val="6382"/>
                  </a:srgbClr>
                </a:gs>
                <a:gs pos="57143">
                  <a:srgbClr val="4F4F4F">
                    <a:alpha val="3588"/>
                  </a:srgbClr>
                </a:gs>
                <a:gs pos="71429">
                  <a:srgbClr val="4F4F4F">
                    <a:alpha val="1696"/>
                  </a:srgbClr>
                </a:gs>
                <a:gs pos="85714">
                  <a:srgbClr val="4F4F4F">
                    <a:alpha val="674"/>
                  </a:srgbClr>
                </a:gs>
                <a:gs pos="100000">
                  <a:srgbClr val="4F4F4F">
                    <a:alpha val="2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5" name="Splat 295"/>
            <p:cNvSpPr>
              <a:spLocks noGrp="1"/>
            </p:cNvSpPr>
            <p:nvPr/>
          </p:nvSpPr>
          <p:spPr>
            <a:xfrm rot="5400000">
              <a:off x="2390028" y="1043923"/>
              <a:ext cx="62778" cy="62778"/>
            </a:xfrm>
            <a:prstGeom prst="ellipse">
              <a:avLst/>
            </a:prstGeom>
            <a:gradFill>
              <a:gsLst>
                <a:gs pos="0">
                  <a:srgbClr val="4C4C4C">
                    <a:alpha val="13096"/>
                  </a:srgbClr>
                </a:gs>
                <a:gs pos="14286">
                  <a:srgbClr val="4C4C4C">
                    <a:alpha val="12103"/>
                  </a:srgbClr>
                </a:gs>
                <a:gs pos="28571">
                  <a:srgbClr val="4C4C4C">
                    <a:alpha val="9532"/>
                  </a:srgbClr>
                </a:gs>
                <a:gs pos="42857">
                  <a:srgbClr val="4C4C4C">
                    <a:alpha val="6359"/>
                  </a:srgbClr>
                </a:gs>
                <a:gs pos="57143">
                  <a:srgbClr val="4C4C4C">
                    <a:alpha val="3575"/>
                  </a:srgbClr>
                </a:gs>
                <a:gs pos="71429">
                  <a:srgbClr val="4C4C4C">
                    <a:alpha val="1690"/>
                  </a:srgbClr>
                </a:gs>
                <a:gs pos="85714">
                  <a:srgbClr val="4C4C4C">
                    <a:alpha val="672"/>
                  </a:srgbClr>
                </a:gs>
                <a:gs pos="100000">
                  <a:srgbClr val="4C4C4C">
                    <a:alpha val="2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6" name="Splat 296"/>
            <p:cNvSpPr>
              <a:spLocks noGrp="1"/>
            </p:cNvSpPr>
            <p:nvPr/>
          </p:nvSpPr>
          <p:spPr>
            <a:xfrm rot="5400000">
              <a:off x="1492651" y="2169695"/>
              <a:ext cx="62807" cy="62807"/>
            </a:xfrm>
            <a:prstGeom prst="ellipse">
              <a:avLst/>
            </a:prstGeom>
            <a:gradFill>
              <a:gsLst>
                <a:gs pos="0">
                  <a:srgbClr val="4B4B4B">
                    <a:alpha val="13088"/>
                  </a:srgbClr>
                </a:gs>
                <a:gs pos="14286">
                  <a:srgbClr val="4B4B4B">
                    <a:alpha val="12096"/>
                  </a:srgbClr>
                </a:gs>
                <a:gs pos="28571">
                  <a:srgbClr val="4B4B4B">
                    <a:alpha val="9526"/>
                  </a:srgbClr>
                </a:gs>
                <a:gs pos="42857">
                  <a:srgbClr val="4B4B4B">
                    <a:alpha val="6355"/>
                  </a:srgbClr>
                </a:gs>
                <a:gs pos="57143">
                  <a:srgbClr val="4B4B4B">
                    <a:alpha val="3573"/>
                  </a:srgbClr>
                </a:gs>
                <a:gs pos="71429">
                  <a:srgbClr val="4B4B4B">
                    <a:alpha val="1689"/>
                  </a:srgbClr>
                </a:gs>
                <a:gs pos="85714">
                  <a:srgbClr val="4B4B4B">
                    <a:alpha val="671"/>
                  </a:srgbClr>
                </a:gs>
                <a:gs pos="100000">
                  <a:srgbClr val="4B4B4B">
                    <a:alpha val="2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7" name="Splat 297"/>
            <p:cNvSpPr>
              <a:spLocks noGrp="1"/>
            </p:cNvSpPr>
            <p:nvPr/>
          </p:nvSpPr>
          <p:spPr>
            <a:xfrm rot="5400000">
              <a:off x="862574" y="81366"/>
              <a:ext cx="62782" cy="62782"/>
            </a:xfrm>
            <a:prstGeom prst="ellipse">
              <a:avLst/>
            </a:prstGeom>
            <a:gradFill>
              <a:gsLst>
                <a:gs pos="0">
                  <a:srgbClr val="3B3B3B">
                    <a:alpha val="13095"/>
                  </a:srgbClr>
                </a:gs>
                <a:gs pos="14286">
                  <a:srgbClr val="3B3B3B">
                    <a:alpha val="12102"/>
                  </a:srgbClr>
                </a:gs>
                <a:gs pos="28571">
                  <a:srgbClr val="3B3B3B">
                    <a:alpha val="9531"/>
                  </a:srgbClr>
                </a:gs>
                <a:gs pos="42857">
                  <a:srgbClr val="3B3B3B">
                    <a:alpha val="6359"/>
                  </a:srgbClr>
                </a:gs>
                <a:gs pos="57143">
                  <a:srgbClr val="3B3B3B">
                    <a:alpha val="3575"/>
                  </a:srgbClr>
                </a:gs>
                <a:gs pos="71429">
                  <a:srgbClr val="3B3B3B">
                    <a:alpha val="1690"/>
                  </a:srgbClr>
                </a:gs>
                <a:gs pos="85714">
                  <a:srgbClr val="3B3B3B">
                    <a:alpha val="672"/>
                  </a:srgbClr>
                </a:gs>
                <a:gs pos="100000">
                  <a:srgbClr val="3B3B3B">
                    <a:alpha val="2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8" name="Splat 298"/>
            <p:cNvSpPr>
              <a:spLocks noGrp="1"/>
            </p:cNvSpPr>
            <p:nvPr/>
          </p:nvSpPr>
          <p:spPr>
            <a:xfrm rot="5400000">
              <a:off x="2975813" y="2940671"/>
              <a:ext cx="62719" cy="62719"/>
            </a:xfrm>
            <a:prstGeom prst="ellipse">
              <a:avLst/>
            </a:prstGeom>
            <a:gradFill>
              <a:gsLst>
                <a:gs pos="0">
                  <a:srgbClr val="3F3F40">
                    <a:alpha val="13112"/>
                  </a:srgbClr>
                </a:gs>
                <a:gs pos="14286">
                  <a:srgbClr val="3F3F40">
                    <a:alpha val="12118"/>
                  </a:srgbClr>
                </a:gs>
                <a:gs pos="28571">
                  <a:srgbClr val="3F3F40">
                    <a:alpha val="9543"/>
                  </a:srgbClr>
                </a:gs>
                <a:gs pos="42857">
                  <a:srgbClr val="3F3F40">
                    <a:alpha val="6367"/>
                  </a:srgbClr>
                </a:gs>
                <a:gs pos="57143">
                  <a:srgbClr val="3F3F40">
                    <a:alpha val="3580"/>
                  </a:srgbClr>
                </a:gs>
                <a:gs pos="71429">
                  <a:srgbClr val="3F3F40">
                    <a:alpha val="1692"/>
                  </a:srgbClr>
                </a:gs>
                <a:gs pos="85714">
                  <a:srgbClr val="3F3F40">
                    <a:alpha val="672"/>
                  </a:srgbClr>
                </a:gs>
                <a:gs pos="100000">
                  <a:srgbClr val="3F3F40">
                    <a:alpha val="2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9" name="Splat 299"/>
            <p:cNvSpPr>
              <a:spLocks noGrp="1"/>
            </p:cNvSpPr>
            <p:nvPr/>
          </p:nvSpPr>
          <p:spPr>
            <a:xfrm rot="5400000">
              <a:off x="2934138" y="1256556"/>
              <a:ext cx="62761" cy="62761"/>
            </a:xfrm>
            <a:prstGeom prst="ellipse">
              <a:avLst/>
            </a:prstGeom>
            <a:gradFill>
              <a:gsLst>
                <a:gs pos="0">
                  <a:srgbClr val="464646">
                    <a:alpha val="13100"/>
                  </a:srgbClr>
                </a:gs>
                <a:gs pos="14286">
                  <a:srgbClr val="464646">
                    <a:alpha val="12108"/>
                  </a:srgbClr>
                </a:gs>
                <a:gs pos="28571">
                  <a:srgbClr val="464646">
                    <a:alpha val="9535"/>
                  </a:srgbClr>
                </a:gs>
                <a:gs pos="42857">
                  <a:srgbClr val="464646">
                    <a:alpha val="6361"/>
                  </a:srgbClr>
                </a:gs>
                <a:gs pos="57143">
                  <a:srgbClr val="464646">
                    <a:alpha val="3577"/>
                  </a:srgbClr>
                </a:gs>
                <a:gs pos="71429">
                  <a:srgbClr val="464646">
                    <a:alpha val="1690"/>
                  </a:srgbClr>
                </a:gs>
                <a:gs pos="85714">
                  <a:srgbClr val="464646">
                    <a:alpha val="672"/>
                  </a:srgbClr>
                </a:gs>
                <a:gs pos="100000">
                  <a:srgbClr val="464646">
                    <a:alpha val="2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0" name="Splat 300"/>
            <p:cNvSpPr>
              <a:spLocks noGrp="1"/>
            </p:cNvSpPr>
            <p:nvPr/>
          </p:nvSpPr>
          <p:spPr>
            <a:xfrm rot="5400000">
              <a:off x="987712" y="2328534"/>
              <a:ext cx="62784" cy="62784"/>
            </a:xfrm>
            <a:prstGeom prst="ellipse">
              <a:avLst/>
            </a:prstGeom>
            <a:gradFill>
              <a:gsLst>
                <a:gs pos="0">
                  <a:srgbClr val="434443">
                    <a:alpha val="13094"/>
                  </a:srgbClr>
                </a:gs>
                <a:gs pos="14286">
                  <a:srgbClr val="434443">
                    <a:alpha val="12102"/>
                  </a:srgbClr>
                </a:gs>
                <a:gs pos="28571">
                  <a:srgbClr val="434443">
                    <a:alpha val="9530"/>
                  </a:srgbClr>
                </a:gs>
                <a:gs pos="42857">
                  <a:srgbClr val="434443">
                    <a:alpha val="6358"/>
                  </a:srgbClr>
                </a:gs>
                <a:gs pos="57143">
                  <a:srgbClr val="434443">
                    <a:alpha val="3575"/>
                  </a:srgbClr>
                </a:gs>
                <a:gs pos="71429">
                  <a:srgbClr val="434443">
                    <a:alpha val="1689"/>
                  </a:srgbClr>
                </a:gs>
                <a:gs pos="85714">
                  <a:srgbClr val="434443">
                    <a:alpha val="672"/>
                  </a:srgbClr>
                </a:gs>
                <a:gs pos="100000">
                  <a:srgbClr val="434443">
                    <a:alpha val="2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1" name="Splat 301"/>
            <p:cNvSpPr>
              <a:spLocks noGrp="1"/>
            </p:cNvSpPr>
            <p:nvPr/>
          </p:nvSpPr>
          <p:spPr>
            <a:xfrm rot="5400000">
              <a:off x="1873279" y="2894915"/>
              <a:ext cx="62891" cy="62891"/>
            </a:xfrm>
            <a:prstGeom prst="ellipse">
              <a:avLst/>
            </a:prstGeom>
            <a:gradFill>
              <a:gsLst>
                <a:gs pos="0">
                  <a:srgbClr val="4C4C4C">
                    <a:alpha val="13065"/>
                  </a:srgbClr>
                </a:gs>
                <a:gs pos="14286">
                  <a:srgbClr val="4C4C4C">
                    <a:alpha val="12075"/>
                  </a:srgbClr>
                </a:gs>
                <a:gs pos="28571">
                  <a:srgbClr val="4C4C4C">
                    <a:alpha val="9509"/>
                  </a:srgbClr>
                </a:gs>
                <a:gs pos="42857">
                  <a:srgbClr val="4C4C4C">
                    <a:alpha val="6344"/>
                  </a:srgbClr>
                </a:gs>
                <a:gs pos="57143">
                  <a:srgbClr val="4C4C4C">
                    <a:alpha val="3566"/>
                  </a:srgbClr>
                </a:gs>
                <a:gs pos="71429">
                  <a:srgbClr val="4C4C4C">
                    <a:alpha val="1686"/>
                  </a:srgbClr>
                </a:gs>
                <a:gs pos="85714">
                  <a:srgbClr val="4C4C4C">
                    <a:alpha val="670"/>
                  </a:srgbClr>
                </a:gs>
                <a:gs pos="100000">
                  <a:srgbClr val="4C4C4C">
                    <a:alpha val="2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2" name="Splat 302"/>
            <p:cNvSpPr>
              <a:spLocks noGrp="1"/>
            </p:cNvSpPr>
            <p:nvPr/>
          </p:nvSpPr>
          <p:spPr>
            <a:xfrm rot="5400000">
              <a:off x="357690" y="1768618"/>
              <a:ext cx="62864" cy="62864"/>
            </a:xfrm>
            <a:prstGeom prst="ellipse">
              <a:avLst/>
            </a:prstGeom>
            <a:gradFill>
              <a:gsLst>
                <a:gs pos="0">
                  <a:srgbClr val="3C3C3C">
                    <a:alpha val="13072"/>
                  </a:srgbClr>
                </a:gs>
                <a:gs pos="14286">
                  <a:srgbClr val="3C3C3C">
                    <a:alpha val="12082"/>
                  </a:srgbClr>
                </a:gs>
                <a:gs pos="28571">
                  <a:srgbClr val="3C3C3C">
                    <a:alpha val="9514"/>
                  </a:srgbClr>
                </a:gs>
                <a:gs pos="42857">
                  <a:srgbClr val="3C3C3C">
                    <a:alpha val="6347"/>
                  </a:srgbClr>
                </a:gs>
                <a:gs pos="57143">
                  <a:srgbClr val="3C3C3C">
                    <a:alpha val="3568"/>
                  </a:srgbClr>
                </a:gs>
                <a:gs pos="71429">
                  <a:srgbClr val="3C3C3C">
                    <a:alpha val="1687"/>
                  </a:srgbClr>
                </a:gs>
                <a:gs pos="85714">
                  <a:srgbClr val="3C3C3C">
                    <a:alpha val="670"/>
                  </a:srgbClr>
                </a:gs>
                <a:gs pos="100000">
                  <a:srgbClr val="3C3C3C">
                    <a:alpha val="2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Splat 303"/>
            <p:cNvSpPr>
              <a:spLocks noGrp="1"/>
            </p:cNvSpPr>
            <p:nvPr/>
          </p:nvSpPr>
          <p:spPr>
            <a:xfrm rot="5400000">
              <a:off x="1756872" y="750151"/>
              <a:ext cx="62743" cy="62743"/>
            </a:xfrm>
            <a:prstGeom prst="ellipse">
              <a:avLst/>
            </a:prstGeom>
            <a:gradFill>
              <a:gsLst>
                <a:gs pos="0">
                  <a:srgbClr val="404141">
                    <a:alpha val="13105"/>
                  </a:srgbClr>
                </a:gs>
                <a:gs pos="14286">
                  <a:srgbClr val="404141">
                    <a:alpha val="12112"/>
                  </a:srgbClr>
                </a:gs>
                <a:gs pos="28571">
                  <a:srgbClr val="404141">
                    <a:alpha val="9539"/>
                  </a:srgbClr>
                </a:gs>
                <a:gs pos="42857">
                  <a:srgbClr val="404141">
                    <a:alpha val="6364"/>
                  </a:srgbClr>
                </a:gs>
                <a:gs pos="57143">
                  <a:srgbClr val="404141">
                    <a:alpha val="3578"/>
                  </a:srgbClr>
                </a:gs>
                <a:gs pos="71429">
                  <a:srgbClr val="404141">
                    <a:alpha val="1691"/>
                  </a:srgbClr>
                </a:gs>
                <a:gs pos="85714">
                  <a:srgbClr val="404141">
                    <a:alpha val="672"/>
                  </a:srgbClr>
                </a:gs>
                <a:gs pos="100000">
                  <a:srgbClr val="404141">
                    <a:alpha val="2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4" name="Splat 304"/>
            <p:cNvSpPr>
              <a:spLocks noGrp="1"/>
            </p:cNvSpPr>
            <p:nvPr/>
          </p:nvSpPr>
          <p:spPr>
            <a:xfrm rot="5400000">
              <a:off x="409165" y="1370068"/>
              <a:ext cx="62838" cy="62838"/>
            </a:xfrm>
            <a:prstGeom prst="ellipse">
              <a:avLst/>
            </a:prstGeom>
            <a:gradFill>
              <a:gsLst>
                <a:gs pos="0">
                  <a:srgbClr val="4A494A">
                    <a:alpha val="13079"/>
                  </a:srgbClr>
                </a:gs>
                <a:gs pos="14286">
                  <a:srgbClr val="4A494A">
                    <a:alpha val="12088"/>
                  </a:srgbClr>
                </a:gs>
                <a:gs pos="28571">
                  <a:srgbClr val="4A494A">
                    <a:alpha val="9519"/>
                  </a:srgbClr>
                </a:gs>
                <a:gs pos="42857">
                  <a:srgbClr val="4A494A">
                    <a:alpha val="6351"/>
                  </a:srgbClr>
                </a:gs>
                <a:gs pos="57143">
                  <a:srgbClr val="4A494A">
                    <a:alpha val="3570"/>
                  </a:srgbClr>
                </a:gs>
                <a:gs pos="71429">
                  <a:srgbClr val="4A494A">
                    <a:alpha val="1687"/>
                  </a:srgbClr>
                </a:gs>
                <a:gs pos="85714">
                  <a:srgbClr val="4A494A">
                    <a:alpha val="671"/>
                  </a:srgbClr>
                </a:gs>
                <a:gs pos="100000">
                  <a:srgbClr val="4A494A">
                    <a:alpha val="2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5" name="Splat 305"/>
            <p:cNvSpPr>
              <a:spLocks noGrp="1"/>
            </p:cNvSpPr>
            <p:nvPr/>
          </p:nvSpPr>
          <p:spPr>
            <a:xfrm rot="5400000">
              <a:off x="1015425" y="380999"/>
              <a:ext cx="62780" cy="62780"/>
            </a:xfrm>
            <a:prstGeom prst="ellipse">
              <a:avLst/>
            </a:prstGeom>
            <a:gradFill>
              <a:gsLst>
                <a:gs pos="0">
                  <a:srgbClr val="404040">
                    <a:alpha val="13095"/>
                  </a:srgbClr>
                </a:gs>
                <a:gs pos="14286">
                  <a:srgbClr val="404040">
                    <a:alpha val="12103"/>
                  </a:srgbClr>
                </a:gs>
                <a:gs pos="28571">
                  <a:srgbClr val="404040">
                    <a:alpha val="9531"/>
                  </a:srgbClr>
                </a:gs>
                <a:gs pos="42857">
                  <a:srgbClr val="404040">
                    <a:alpha val="6359"/>
                  </a:srgbClr>
                </a:gs>
                <a:gs pos="57143">
                  <a:srgbClr val="404040">
                    <a:alpha val="3575"/>
                  </a:srgbClr>
                </a:gs>
                <a:gs pos="71429">
                  <a:srgbClr val="404040">
                    <a:alpha val="1690"/>
                  </a:srgbClr>
                </a:gs>
                <a:gs pos="85714">
                  <a:srgbClr val="404040">
                    <a:alpha val="672"/>
                  </a:srgbClr>
                </a:gs>
                <a:gs pos="100000">
                  <a:srgbClr val="404040">
                    <a:alpha val="2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6" name="Splat 306"/>
            <p:cNvSpPr>
              <a:spLocks noGrp="1"/>
            </p:cNvSpPr>
            <p:nvPr/>
          </p:nvSpPr>
          <p:spPr>
            <a:xfrm rot="5400000">
              <a:off x="41904" y="2598635"/>
              <a:ext cx="63171" cy="63171"/>
            </a:xfrm>
            <a:prstGeom prst="ellipse">
              <a:avLst/>
            </a:prstGeom>
            <a:gradFill>
              <a:gsLst>
                <a:gs pos="0">
                  <a:srgbClr val="353435">
                    <a:alpha val="12989"/>
                  </a:srgbClr>
                </a:gs>
                <a:gs pos="14286">
                  <a:srgbClr val="353435">
                    <a:alpha val="12005"/>
                  </a:srgbClr>
                </a:gs>
                <a:gs pos="28571">
                  <a:srgbClr val="353435">
                    <a:alpha val="9453"/>
                  </a:srgbClr>
                </a:gs>
                <a:gs pos="42857">
                  <a:srgbClr val="353435">
                    <a:alpha val="6305"/>
                  </a:srgbClr>
                </a:gs>
                <a:gs pos="57143">
                  <a:srgbClr val="353435">
                    <a:alpha val="3545"/>
                  </a:srgbClr>
                </a:gs>
                <a:gs pos="71429">
                  <a:srgbClr val="353435">
                    <a:alpha val="1675"/>
                  </a:srgbClr>
                </a:gs>
                <a:gs pos="85714">
                  <a:srgbClr val="353435">
                    <a:alpha val="666"/>
                  </a:srgbClr>
                </a:gs>
                <a:gs pos="100000">
                  <a:srgbClr val="353435">
                    <a:alpha val="2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7" name="Splat 307"/>
            <p:cNvSpPr>
              <a:spLocks noGrp="1"/>
            </p:cNvSpPr>
            <p:nvPr/>
          </p:nvSpPr>
          <p:spPr>
            <a:xfrm rot="5400000">
              <a:off x="2133842" y="156671"/>
              <a:ext cx="62983" cy="62983"/>
            </a:xfrm>
            <a:prstGeom prst="ellipse">
              <a:avLst/>
            </a:prstGeom>
            <a:gradFill>
              <a:gsLst>
                <a:gs pos="0">
                  <a:srgbClr val="3B3B3B">
                    <a:alpha val="13040"/>
                  </a:srgbClr>
                </a:gs>
                <a:gs pos="14286">
                  <a:srgbClr val="3B3B3B">
                    <a:alpha val="12052"/>
                  </a:srgbClr>
                </a:gs>
                <a:gs pos="28571">
                  <a:srgbClr val="3B3B3B">
                    <a:alpha val="9490"/>
                  </a:srgbClr>
                </a:gs>
                <a:gs pos="42857">
                  <a:srgbClr val="3B3B3B">
                    <a:alpha val="6331"/>
                  </a:srgbClr>
                </a:gs>
                <a:gs pos="57143">
                  <a:srgbClr val="3B3B3B">
                    <a:alpha val="3559"/>
                  </a:srgbClr>
                </a:gs>
                <a:gs pos="71429">
                  <a:srgbClr val="3B3B3B">
                    <a:alpha val="1682"/>
                  </a:srgbClr>
                </a:gs>
                <a:gs pos="85714">
                  <a:srgbClr val="3B3B3B">
                    <a:alpha val="669"/>
                  </a:srgbClr>
                </a:gs>
                <a:gs pos="100000">
                  <a:srgbClr val="3B3B3B">
                    <a:alpha val="2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8" name="Splat 308"/>
            <p:cNvSpPr>
              <a:spLocks noGrp="1"/>
            </p:cNvSpPr>
            <p:nvPr/>
          </p:nvSpPr>
          <p:spPr>
            <a:xfrm rot="5400000">
              <a:off x="1889813" y="6093"/>
              <a:ext cx="62955" cy="62955"/>
            </a:xfrm>
            <a:prstGeom prst="ellipse">
              <a:avLst/>
            </a:prstGeom>
            <a:gradFill>
              <a:gsLst>
                <a:gs pos="0">
                  <a:srgbClr val="3F3F3F">
                    <a:alpha val="13048"/>
                  </a:srgbClr>
                </a:gs>
                <a:gs pos="14286">
                  <a:srgbClr val="3F3F3F">
                    <a:alpha val="12059"/>
                  </a:srgbClr>
                </a:gs>
                <a:gs pos="28571">
                  <a:srgbClr val="3F3F3F">
                    <a:alpha val="9496"/>
                  </a:srgbClr>
                </a:gs>
                <a:gs pos="42857">
                  <a:srgbClr val="3F3F3F">
                    <a:alpha val="6335"/>
                  </a:srgbClr>
                </a:gs>
                <a:gs pos="57143">
                  <a:srgbClr val="3F3F3F">
                    <a:alpha val="3561"/>
                  </a:srgbClr>
                </a:gs>
                <a:gs pos="71429">
                  <a:srgbClr val="3F3F3F">
                    <a:alpha val="1683"/>
                  </a:srgbClr>
                </a:gs>
                <a:gs pos="85714">
                  <a:srgbClr val="3F3F3F">
                    <a:alpha val="669"/>
                  </a:srgbClr>
                </a:gs>
                <a:gs pos="100000">
                  <a:srgbClr val="3F3F3F">
                    <a:alpha val="2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9" name="Splat 309"/>
            <p:cNvSpPr>
              <a:spLocks noGrp="1"/>
            </p:cNvSpPr>
            <p:nvPr/>
          </p:nvSpPr>
          <p:spPr>
            <a:xfrm rot="5400000">
              <a:off x="528982" y="43946"/>
              <a:ext cx="63170" cy="63170"/>
            </a:xfrm>
            <a:prstGeom prst="ellipse">
              <a:avLst/>
            </a:prstGeom>
            <a:gradFill>
              <a:gsLst>
                <a:gs pos="0">
                  <a:srgbClr val="3C3B3C">
                    <a:alpha val="12990"/>
                  </a:srgbClr>
                </a:gs>
                <a:gs pos="14286">
                  <a:srgbClr val="3C3B3C">
                    <a:alpha val="12005"/>
                  </a:srgbClr>
                </a:gs>
                <a:gs pos="28571">
                  <a:srgbClr val="3C3B3C">
                    <a:alpha val="9453"/>
                  </a:srgbClr>
                </a:gs>
                <a:gs pos="42857">
                  <a:srgbClr val="3C3B3C">
                    <a:alpha val="6306"/>
                  </a:srgbClr>
                </a:gs>
                <a:gs pos="57143">
                  <a:srgbClr val="3C3B3C">
                    <a:alpha val="3545"/>
                  </a:srgbClr>
                </a:gs>
                <a:gs pos="71429">
                  <a:srgbClr val="3C3B3C">
                    <a:alpha val="1675"/>
                  </a:srgbClr>
                </a:gs>
                <a:gs pos="85714">
                  <a:srgbClr val="3C3B3C">
                    <a:alpha val="666"/>
                  </a:srgbClr>
                </a:gs>
                <a:gs pos="100000">
                  <a:srgbClr val="3C3B3C">
                    <a:alpha val="2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0" name="Splat 310"/>
            <p:cNvSpPr>
              <a:spLocks noGrp="1"/>
            </p:cNvSpPr>
            <p:nvPr/>
          </p:nvSpPr>
          <p:spPr>
            <a:xfrm rot="5400000">
              <a:off x="1233147" y="266209"/>
              <a:ext cx="62982" cy="62982"/>
            </a:xfrm>
            <a:prstGeom prst="ellipse">
              <a:avLst/>
            </a:prstGeom>
            <a:gradFill>
              <a:gsLst>
                <a:gs pos="0">
                  <a:srgbClr val="484848">
                    <a:alpha val="13041"/>
                  </a:srgbClr>
                </a:gs>
                <a:gs pos="14286">
                  <a:srgbClr val="484848">
                    <a:alpha val="12052"/>
                  </a:srgbClr>
                </a:gs>
                <a:gs pos="28571">
                  <a:srgbClr val="484848">
                    <a:alpha val="9491"/>
                  </a:srgbClr>
                </a:gs>
                <a:gs pos="42857">
                  <a:srgbClr val="484848">
                    <a:alpha val="6331"/>
                  </a:srgbClr>
                </a:gs>
                <a:gs pos="57143">
                  <a:srgbClr val="484848">
                    <a:alpha val="3559"/>
                  </a:srgbClr>
                </a:gs>
                <a:gs pos="71429">
                  <a:srgbClr val="484848">
                    <a:alpha val="1682"/>
                  </a:srgbClr>
                </a:gs>
                <a:gs pos="85714">
                  <a:srgbClr val="484848">
                    <a:alpha val="669"/>
                  </a:srgbClr>
                </a:gs>
                <a:gs pos="100000">
                  <a:srgbClr val="484848">
                    <a:alpha val="2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1" name="Splat 311"/>
            <p:cNvSpPr>
              <a:spLocks noGrp="1"/>
            </p:cNvSpPr>
            <p:nvPr/>
          </p:nvSpPr>
          <p:spPr>
            <a:xfrm rot="5400000">
              <a:off x="216117" y="2319598"/>
              <a:ext cx="62996" cy="62996"/>
            </a:xfrm>
            <a:prstGeom prst="ellipse">
              <a:avLst/>
            </a:prstGeom>
            <a:gradFill>
              <a:gsLst>
                <a:gs pos="0">
                  <a:srgbClr val="414141">
                    <a:alpha val="13037"/>
                  </a:srgbClr>
                </a:gs>
                <a:gs pos="14286">
                  <a:srgbClr val="414141">
                    <a:alpha val="12049"/>
                  </a:srgbClr>
                </a:gs>
                <a:gs pos="28571">
                  <a:srgbClr val="414141">
                    <a:alpha val="9488"/>
                  </a:srgbClr>
                </a:gs>
                <a:gs pos="42857">
                  <a:srgbClr val="414141">
                    <a:alpha val="6329"/>
                  </a:srgbClr>
                </a:gs>
                <a:gs pos="57143">
                  <a:srgbClr val="414141">
                    <a:alpha val="3558"/>
                  </a:srgbClr>
                </a:gs>
                <a:gs pos="71429">
                  <a:srgbClr val="414141">
                    <a:alpha val="1682"/>
                  </a:srgbClr>
                </a:gs>
                <a:gs pos="85714">
                  <a:srgbClr val="414141">
                    <a:alpha val="668"/>
                  </a:srgbClr>
                </a:gs>
                <a:gs pos="100000">
                  <a:srgbClr val="414141">
                    <a:alpha val="2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2" name="Splat 312"/>
            <p:cNvSpPr>
              <a:spLocks noGrp="1"/>
            </p:cNvSpPr>
            <p:nvPr/>
          </p:nvSpPr>
          <p:spPr>
            <a:xfrm rot="5400000">
              <a:off x="1994205" y="3252200"/>
              <a:ext cx="63088" cy="63088"/>
            </a:xfrm>
            <a:prstGeom prst="ellipse">
              <a:avLst/>
            </a:prstGeom>
            <a:gradFill>
              <a:gsLst>
                <a:gs pos="0">
                  <a:srgbClr val="404040">
                    <a:alpha val="13012"/>
                  </a:srgbClr>
                </a:gs>
                <a:gs pos="14286">
                  <a:srgbClr val="404040">
                    <a:alpha val="12026"/>
                  </a:srgbClr>
                </a:gs>
                <a:gs pos="28571">
                  <a:srgbClr val="404040">
                    <a:alpha val="9469"/>
                  </a:srgbClr>
                </a:gs>
                <a:gs pos="42857">
                  <a:srgbClr val="404040">
                    <a:alpha val="6317"/>
                  </a:srgbClr>
                </a:gs>
                <a:gs pos="57143">
                  <a:srgbClr val="404040">
                    <a:alpha val="3551"/>
                  </a:srgbClr>
                </a:gs>
                <a:gs pos="71429">
                  <a:srgbClr val="404040">
                    <a:alpha val="1678"/>
                  </a:srgbClr>
                </a:gs>
                <a:gs pos="85714">
                  <a:srgbClr val="404040">
                    <a:alpha val="667"/>
                  </a:srgbClr>
                </a:gs>
                <a:gs pos="100000">
                  <a:srgbClr val="404040">
                    <a:alpha val="2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3" name="Splat 313"/>
            <p:cNvSpPr>
              <a:spLocks noGrp="1"/>
            </p:cNvSpPr>
            <p:nvPr/>
          </p:nvSpPr>
          <p:spPr>
            <a:xfrm rot="5400000">
              <a:off x="2913525" y="2637229"/>
              <a:ext cx="63184" cy="63184"/>
            </a:xfrm>
            <a:prstGeom prst="ellipse">
              <a:avLst/>
            </a:prstGeom>
            <a:gradFill>
              <a:gsLst>
                <a:gs pos="0">
                  <a:srgbClr val="464646">
                    <a:alpha val="12986"/>
                  </a:srgbClr>
                </a:gs>
                <a:gs pos="14286">
                  <a:srgbClr val="464646">
                    <a:alpha val="12001"/>
                  </a:srgbClr>
                </a:gs>
                <a:gs pos="28571">
                  <a:srgbClr val="464646">
                    <a:alpha val="9450"/>
                  </a:srgbClr>
                </a:gs>
                <a:gs pos="42857">
                  <a:srgbClr val="464646">
                    <a:alpha val="6304"/>
                  </a:srgbClr>
                </a:gs>
                <a:gs pos="57143">
                  <a:srgbClr val="464646">
                    <a:alpha val="3544"/>
                  </a:srgbClr>
                </a:gs>
                <a:gs pos="71429">
                  <a:srgbClr val="464646">
                    <a:alpha val="1675"/>
                  </a:srgbClr>
                </a:gs>
                <a:gs pos="85714">
                  <a:srgbClr val="464646">
                    <a:alpha val="666"/>
                  </a:srgbClr>
                </a:gs>
                <a:gs pos="100000">
                  <a:srgbClr val="464646">
                    <a:alpha val="2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4" name="Splat 314"/>
            <p:cNvSpPr>
              <a:spLocks noGrp="1"/>
            </p:cNvSpPr>
            <p:nvPr/>
          </p:nvSpPr>
          <p:spPr>
            <a:xfrm rot="5400000">
              <a:off x="2884081" y="730048"/>
              <a:ext cx="63276" cy="63276"/>
            </a:xfrm>
            <a:prstGeom prst="ellipse">
              <a:avLst/>
            </a:prstGeom>
            <a:gradFill>
              <a:gsLst>
                <a:gs pos="0">
                  <a:srgbClr val="3A3A3A">
                    <a:alpha val="12961"/>
                  </a:srgbClr>
                </a:gs>
                <a:gs pos="14286">
                  <a:srgbClr val="3A3A3A">
                    <a:alpha val="11978"/>
                  </a:srgbClr>
                </a:gs>
                <a:gs pos="28571">
                  <a:srgbClr val="3A3A3A">
                    <a:alpha val="9431"/>
                  </a:srgbClr>
                </a:gs>
                <a:gs pos="42857">
                  <a:srgbClr val="3A3A3A">
                    <a:alpha val="6291"/>
                  </a:srgbClr>
                </a:gs>
                <a:gs pos="57143">
                  <a:srgbClr val="3A3A3A">
                    <a:alpha val="3536"/>
                  </a:srgbClr>
                </a:gs>
                <a:gs pos="71429">
                  <a:srgbClr val="3A3A3A">
                    <a:alpha val="1671"/>
                  </a:srgbClr>
                </a:gs>
                <a:gs pos="85714">
                  <a:srgbClr val="3A3A3A">
                    <a:alpha val="664"/>
                  </a:srgbClr>
                </a:gs>
                <a:gs pos="100000">
                  <a:srgbClr val="3A3A3A">
                    <a:alpha val="2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5" name="Splat 315"/>
            <p:cNvSpPr>
              <a:spLocks noGrp="1"/>
            </p:cNvSpPr>
            <p:nvPr/>
          </p:nvSpPr>
          <p:spPr>
            <a:xfrm rot="5400000">
              <a:off x="2053347" y="2885356"/>
              <a:ext cx="63319" cy="63319"/>
            </a:xfrm>
            <a:prstGeom prst="ellipse">
              <a:avLst/>
            </a:prstGeom>
            <a:gradFill>
              <a:gsLst>
                <a:gs pos="0">
                  <a:srgbClr val="4B4B4B">
                    <a:alpha val="12949"/>
                  </a:srgbClr>
                </a:gs>
                <a:gs pos="14286">
                  <a:srgbClr val="4B4B4B">
                    <a:alpha val="11967"/>
                  </a:srgbClr>
                </a:gs>
                <a:gs pos="28571">
                  <a:srgbClr val="4B4B4B">
                    <a:alpha val="9423"/>
                  </a:srgbClr>
                </a:gs>
                <a:gs pos="42857">
                  <a:srgbClr val="4B4B4B">
                    <a:alpha val="6285"/>
                  </a:srgbClr>
                </a:gs>
                <a:gs pos="57143">
                  <a:srgbClr val="4B4B4B">
                    <a:alpha val="3533"/>
                  </a:srgbClr>
                </a:gs>
                <a:gs pos="71429">
                  <a:srgbClr val="4B4B4B">
                    <a:alpha val="1670"/>
                  </a:srgbClr>
                </a:gs>
                <a:gs pos="85714">
                  <a:srgbClr val="4B4B4B">
                    <a:alpha val="664"/>
                  </a:srgbClr>
                </a:gs>
                <a:gs pos="100000">
                  <a:srgbClr val="4B4B4B">
                    <a:alpha val="2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6" name="Splat 316"/>
            <p:cNvSpPr>
              <a:spLocks noGrp="1"/>
            </p:cNvSpPr>
            <p:nvPr/>
          </p:nvSpPr>
          <p:spPr>
            <a:xfrm rot="5400000">
              <a:off x="2560259" y="-15355"/>
              <a:ext cx="63268" cy="63268"/>
            </a:xfrm>
            <a:prstGeom prst="ellipse">
              <a:avLst/>
            </a:prstGeom>
            <a:gradFill>
              <a:gsLst>
                <a:gs pos="0">
                  <a:srgbClr val="414141">
                    <a:alpha val="12963"/>
                  </a:srgbClr>
                </a:gs>
                <a:gs pos="14286">
                  <a:srgbClr val="414141">
                    <a:alpha val="11980"/>
                  </a:srgbClr>
                </a:gs>
                <a:gs pos="28571">
                  <a:srgbClr val="414141">
                    <a:alpha val="9433"/>
                  </a:srgbClr>
                </a:gs>
                <a:gs pos="42857">
                  <a:srgbClr val="414141">
                    <a:alpha val="6292"/>
                  </a:srgbClr>
                </a:gs>
                <a:gs pos="57143">
                  <a:srgbClr val="414141">
                    <a:alpha val="3537"/>
                  </a:srgbClr>
                </a:gs>
                <a:gs pos="71429">
                  <a:srgbClr val="414141">
                    <a:alpha val="1672"/>
                  </a:srgbClr>
                </a:gs>
                <a:gs pos="85714">
                  <a:srgbClr val="414141">
                    <a:alpha val="664"/>
                  </a:srgbClr>
                </a:gs>
                <a:gs pos="100000">
                  <a:srgbClr val="414141">
                    <a:alpha val="2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7" name="Splat 317"/>
            <p:cNvSpPr>
              <a:spLocks noGrp="1"/>
            </p:cNvSpPr>
            <p:nvPr/>
          </p:nvSpPr>
          <p:spPr>
            <a:xfrm rot="5400000">
              <a:off x="1377392" y="1454512"/>
              <a:ext cx="63290" cy="63290"/>
            </a:xfrm>
            <a:prstGeom prst="ellipse">
              <a:avLst/>
            </a:prstGeom>
            <a:gradFill>
              <a:gsLst>
                <a:gs pos="0">
                  <a:srgbClr val="474746">
                    <a:alpha val="12957"/>
                  </a:srgbClr>
                </a:gs>
                <a:gs pos="14286">
                  <a:srgbClr val="474746">
                    <a:alpha val="11975"/>
                  </a:srgbClr>
                </a:gs>
                <a:gs pos="28571">
                  <a:srgbClr val="474746">
                    <a:alpha val="9429"/>
                  </a:srgbClr>
                </a:gs>
                <a:gs pos="42857">
                  <a:srgbClr val="474746">
                    <a:alpha val="6289"/>
                  </a:srgbClr>
                </a:gs>
                <a:gs pos="57143">
                  <a:srgbClr val="474746">
                    <a:alpha val="3535"/>
                  </a:srgbClr>
                </a:gs>
                <a:gs pos="71429">
                  <a:srgbClr val="474746">
                    <a:alpha val="1671"/>
                  </a:srgbClr>
                </a:gs>
                <a:gs pos="85714">
                  <a:srgbClr val="474746">
                    <a:alpha val="664"/>
                  </a:srgbClr>
                </a:gs>
                <a:gs pos="100000">
                  <a:srgbClr val="474746">
                    <a:alpha val="2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8" name="Splat 318"/>
            <p:cNvSpPr>
              <a:spLocks noGrp="1"/>
            </p:cNvSpPr>
            <p:nvPr/>
          </p:nvSpPr>
          <p:spPr>
            <a:xfrm rot="5400000">
              <a:off x="2766000" y="3321389"/>
              <a:ext cx="63512" cy="63512"/>
            </a:xfrm>
            <a:prstGeom prst="ellipse">
              <a:avLst/>
            </a:prstGeom>
            <a:gradFill>
              <a:gsLst>
                <a:gs pos="0">
                  <a:srgbClr val="4E4D4E">
                    <a:alpha val="12897"/>
                  </a:srgbClr>
                </a:gs>
                <a:gs pos="14286">
                  <a:srgbClr val="4E4D4E">
                    <a:alpha val="11919"/>
                  </a:srgbClr>
                </a:gs>
                <a:gs pos="28571">
                  <a:srgbClr val="4E4D4E">
                    <a:alpha val="9384"/>
                  </a:srgbClr>
                </a:gs>
                <a:gs pos="42857">
                  <a:srgbClr val="4E4D4E">
                    <a:alpha val="6259"/>
                  </a:srgbClr>
                </a:gs>
                <a:gs pos="57143">
                  <a:srgbClr val="4E4D4E">
                    <a:alpha val="3518"/>
                  </a:srgbClr>
                </a:gs>
                <a:gs pos="71429">
                  <a:srgbClr val="4E4D4E">
                    <a:alpha val="1662"/>
                  </a:srgbClr>
                </a:gs>
                <a:gs pos="85714">
                  <a:srgbClr val="4E4D4E">
                    <a:alpha val="661"/>
                  </a:srgbClr>
                </a:gs>
                <a:gs pos="100000">
                  <a:srgbClr val="4E4D4E">
                    <a:alpha val="2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9" name="Splat 319"/>
            <p:cNvSpPr>
              <a:spLocks noGrp="1"/>
            </p:cNvSpPr>
            <p:nvPr/>
          </p:nvSpPr>
          <p:spPr>
            <a:xfrm rot="5400000">
              <a:off x="2356603" y="1882827"/>
              <a:ext cx="65360" cy="65360"/>
            </a:xfrm>
            <a:prstGeom prst="ellipse">
              <a:avLst/>
            </a:prstGeom>
            <a:gradFill>
              <a:gsLst>
                <a:gs pos="0">
                  <a:srgbClr val="C9C9C9">
                    <a:alpha val="12395"/>
                  </a:srgbClr>
                </a:gs>
                <a:gs pos="14286">
                  <a:srgbClr val="C9C9C9">
                    <a:alpha val="11452"/>
                  </a:srgbClr>
                </a:gs>
                <a:gs pos="28571">
                  <a:srgbClr val="C9C9C9">
                    <a:alpha val="9011"/>
                  </a:srgbClr>
                </a:gs>
                <a:gs pos="42857">
                  <a:srgbClr val="C9C9C9">
                    <a:alpha val="6006"/>
                  </a:srgbClr>
                </a:gs>
                <a:gs pos="57143">
                  <a:srgbClr val="C9C9C9">
                    <a:alpha val="3374"/>
                  </a:srgbClr>
                </a:gs>
                <a:gs pos="71429">
                  <a:srgbClr val="C9C9C9">
                    <a:alpha val="1594"/>
                  </a:srgbClr>
                </a:gs>
                <a:gs pos="85714">
                  <a:srgbClr val="C9C9C9">
                    <a:alpha val="633"/>
                  </a:srgbClr>
                </a:gs>
                <a:gs pos="100000">
                  <a:srgbClr val="C9C9C9">
                    <a:alpha val="2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0" name="Splat 320"/>
            <p:cNvSpPr>
              <a:spLocks noGrp="1"/>
            </p:cNvSpPr>
            <p:nvPr/>
          </p:nvSpPr>
          <p:spPr>
            <a:xfrm rot="5400000">
              <a:off x="1024418" y="3415806"/>
              <a:ext cx="63526" cy="63526"/>
            </a:xfrm>
            <a:prstGeom prst="ellipse">
              <a:avLst/>
            </a:prstGeom>
            <a:gradFill>
              <a:gsLst>
                <a:gs pos="0">
                  <a:srgbClr val="3C3B3C">
                    <a:alpha val="12893"/>
                  </a:srgbClr>
                </a:gs>
                <a:gs pos="14286">
                  <a:srgbClr val="3C3B3C">
                    <a:alpha val="11915"/>
                  </a:srgbClr>
                </a:gs>
                <a:gs pos="28571">
                  <a:srgbClr val="3C3B3C">
                    <a:alpha val="9381"/>
                  </a:srgbClr>
                </a:gs>
                <a:gs pos="42857">
                  <a:srgbClr val="3C3B3C">
                    <a:alpha val="6257"/>
                  </a:srgbClr>
                </a:gs>
                <a:gs pos="57143">
                  <a:srgbClr val="3C3B3C">
                    <a:alpha val="3517"/>
                  </a:srgbClr>
                </a:gs>
                <a:gs pos="71429">
                  <a:srgbClr val="3C3B3C">
                    <a:alpha val="1662"/>
                  </a:srgbClr>
                </a:gs>
                <a:gs pos="85714">
                  <a:srgbClr val="3C3B3C">
                    <a:alpha val="661"/>
                  </a:srgbClr>
                </a:gs>
                <a:gs pos="100000">
                  <a:srgbClr val="3C3B3C">
                    <a:alpha val="2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1" name="Splat 321"/>
            <p:cNvSpPr>
              <a:spLocks noGrp="1"/>
            </p:cNvSpPr>
            <p:nvPr/>
          </p:nvSpPr>
          <p:spPr>
            <a:xfrm rot="5400000">
              <a:off x="1974776" y="-19414"/>
              <a:ext cx="63511" cy="63511"/>
            </a:xfrm>
            <a:prstGeom prst="ellipse">
              <a:avLst/>
            </a:prstGeom>
            <a:gradFill>
              <a:gsLst>
                <a:gs pos="0">
                  <a:srgbClr val="3D3D3D">
                    <a:alpha val="12897"/>
                  </a:srgbClr>
                </a:gs>
                <a:gs pos="14286">
                  <a:srgbClr val="3D3D3D">
                    <a:alpha val="11919"/>
                  </a:srgbClr>
                </a:gs>
                <a:gs pos="28571">
                  <a:srgbClr val="3D3D3D">
                    <a:alpha val="9384"/>
                  </a:srgbClr>
                </a:gs>
                <a:gs pos="42857">
                  <a:srgbClr val="3D3D3D">
                    <a:alpha val="6259"/>
                  </a:srgbClr>
                </a:gs>
                <a:gs pos="57143">
                  <a:srgbClr val="3D3D3D">
                    <a:alpha val="3518"/>
                  </a:srgbClr>
                </a:gs>
                <a:gs pos="71429">
                  <a:srgbClr val="3D3D3D">
                    <a:alpha val="1662"/>
                  </a:srgbClr>
                </a:gs>
                <a:gs pos="85714">
                  <a:srgbClr val="3D3D3D">
                    <a:alpha val="661"/>
                  </a:srgbClr>
                </a:gs>
                <a:gs pos="100000">
                  <a:srgbClr val="3D3D3D">
                    <a:alpha val="2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2" name="Splat 322"/>
            <p:cNvSpPr>
              <a:spLocks noGrp="1"/>
            </p:cNvSpPr>
            <p:nvPr/>
          </p:nvSpPr>
          <p:spPr>
            <a:xfrm rot="5400000">
              <a:off x="1855530" y="37232"/>
              <a:ext cx="63546" cy="63546"/>
            </a:xfrm>
            <a:prstGeom prst="ellipse">
              <a:avLst/>
            </a:prstGeom>
            <a:gradFill>
              <a:gsLst>
                <a:gs pos="0">
                  <a:srgbClr val="434444">
                    <a:alpha val="12888"/>
                  </a:srgbClr>
                </a:gs>
                <a:gs pos="14286">
                  <a:srgbClr val="434444">
                    <a:alpha val="11910"/>
                  </a:srgbClr>
                </a:gs>
                <a:gs pos="28571">
                  <a:srgbClr val="434444">
                    <a:alpha val="9377"/>
                  </a:srgbClr>
                </a:gs>
                <a:gs pos="42857">
                  <a:srgbClr val="434444">
                    <a:alpha val="6254"/>
                  </a:srgbClr>
                </a:gs>
                <a:gs pos="57143">
                  <a:srgbClr val="434444">
                    <a:alpha val="3515"/>
                  </a:srgbClr>
                </a:gs>
                <a:gs pos="71429">
                  <a:srgbClr val="434444">
                    <a:alpha val="1661"/>
                  </a:srgbClr>
                </a:gs>
                <a:gs pos="85714">
                  <a:srgbClr val="434444">
                    <a:alpha val="660"/>
                  </a:srgbClr>
                </a:gs>
                <a:gs pos="100000">
                  <a:srgbClr val="434444">
                    <a:alpha val="2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3" name="Splat 323"/>
            <p:cNvSpPr>
              <a:spLocks noGrp="1"/>
            </p:cNvSpPr>
            <p:nvPr/>
          </p:nvSpPr>
          <p:spPr>
            <a:xfrm rot="5400000">
              <a:off x="721427" y="2787502"/>
              <a:ext cx="63720" cy="63720"/>
            </a:xfrm>
            <a:prstGeom prst="ellipse">
              <a:avLst/>
            </a:prstGeom>
            <a:gradFill>
              <a:gsLst>
                <a:gs pos="0">
                  <a:srgbClr val="3E3E3E">
                    <a:alpha val="12841"/>
                  </a:srgbClr>
                </a:gs>
                <a:gs pos="14286">
                  <a:srgbClr val="3E3E3E">
                    <a:alpha val="11866"/>
                  </a:srgbClr>
                </a:gs>
                <a:gs pos="28571">
                  <a:srgbClr val="3E3E3E">
                    <a:alpha val="9342"/>
                  </a:srgbClr>
                </a:gs>
                <a:gs pos="42857">
                  <a:srgbClr val="3E3E3E">
                    <a:alpha val="6231"/>
                  </a:srgbClr>
                </a:gs>
                <a:gs pos="57143">
                  <a:srgbClr val="3E3E3E">
                    <a:alpha val="3502"/>
                  </a:srgbClr>
                </a:gs>
                <a:gs pos="71429">
                  <a:srgbClr val="3E3E3E">
                    <a:alpha val="1655"/>
                  </a:srgbClr>
                </a:gs>
                <a:gs pos="85714">
                  <a:srgbClr val="3E3E3E">
                    <a:alpha val="658"/>
                  </a:srgbClr>
                </a:gs>
                <a:gs pos="100000">
                  <a:srgbClr val="3E3E3E">
                    <a:alpha val="2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4" name="Splat 324"/>
            <p:cNvSpPr>
              <a:spLocks noGrp="1"/>
            </p:cNvSpPr>
            <p:nvPr/>
          </p:nvSpPr>
          <p:spPr>
            <a:xfrm rot="5400000">
              <a:off x="1435319" y="3511689"/>
              <a:ext cx="63780" cy="63780"/>
            </a:xfrm>
            <a:prstGeom prst="ellipse">
              <a:avLst/>
            </a:prstGeom>
            <a:gradFill>
              <a:gsLst>
                <a:gs pos="0">
                  <a:srgbClr val="4B4B4B">
                    <a:alpha val="12824"/>
                  </a:srgbClr>
                </a:gs>
                <a:gs pos="14286">
                  <a:srgbClr val="4B4B4B">
                    <a:alpha val="11851"/>
                  </a:srgbClr>
                </a:gs>
                <a:gs pos="28571">
                  <a:srgbClr val="4B4B4B">
                    <a:alpha val="9330"/>
                  </a:srgbClr>
                </a:gs>
                <a:gs pos="42857">
                  <a:srgbClr val="4B4B4B">
                    <a:alpha val="6222"/>
                  </a:srgbClr>
                </a:gs>
                <a:gs pos="57143">
                  <a:srgbClr val="4B4B4B">
                    <a:alpha val="3497"/>
                  </a:srgbClr>
                </a:gs>
                <a:gs pos="71429">
                  <a:srgbClr val="4B4B4B">
                    <a:alpha val="1652"/>
                  </a:srgbClr>
                </a:gs>
                <a:gs pos="85714">
                  <a:srgbClr val="4B4B4B">
                    <a:alpha val="657"/>
                  </a:srgbClr>
                </a:gs>
                <a:gs pos="100000">
                  <a:srgbClr val="4B4B4B">
                    <a:alpha val="2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5" name="Splat 325"/>
            <p:cNvSpPr>
              <a:spLocks noGrp="1"/>
            </p:cNvSpPr>
            <p:nvPr/>
          </p:nvSpPr>
          <p:spPr>
            <a:xfrm rot="5400000">
              <a:off x="1843951" y="2874533"/>
              <a:ext cx="63803" cy="63803"/>
            </a:xfrm>
            <a:prstGeom prst="ellipse">
              <a:avLst/>
            </a:prstGeom>
            <a:gradFill>
              <a:gsLst>
                <a:gs pos="0">
                  <a:srgbClr val="4A4A4A">
                    <a:alpha val="12818"/>
                  </a:srgbClr>
                </a:gs>
                <a:gs pos="14286">
                  <a:srgbClr val="4A4A4A">
                    <a:alpha val="11845"/>
                  </a:srgbClr>
                </a:gs>
                <a:gs pos="28571">
                  <a:srgbClr val="4A4A4A">
                    <a:alpha val="9325"/>
                  </a:srgbClr>
                </a:gs>
                <a:gs pos="42857">
                  <a:srgbClr val="4A4A4A">
                    <a:alpha val="6219"/>
                  </a:srgbClr>
                </a:gs>
                <a:gs pos="57143">
                  <a:srgbClr val="4A4A4A">
                    <a:alpha val="3495"/>
                  </a:srgbClr>
                </a:gs>
                <a:gs pos="71429">
                  <a:srgbClr val="4A4A4A">
                    <a:alpha val="1652"/>
                  </a:srgbClr>
                </a:gs>
                <a:gs pos="85714">
                  <a:srgbClr val="4A4A4A">
                    <a:alpha val="656"/>
                  </a:srgbClr>
                </a:gs>
                <a:gs pos="100000">
                  <a:srgbClr val="4A4A4A">
                    <a:alpha val="2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6" name="Splat 326"/>
            <p:cNvSpPr>
              <a:spLocks noGrp="1"/>
            </p:cNvSpPr>
            <p:nvPr/>
          </p:nvSpPr>
          <p:spPr>
            <a:xfrm rot="5400000">
              <a:off x="1577052" y="2244208"/>
              <a:ext cx="63909" cy="63909"/>
            </a:xfrm>
            <a:prstGeom prst="ellipse">
              <a:avLst/>
            </a:prstGeom>
            <a:gradFill>
              <a:gsLst>
                <a:gs pos="0">
                  <a:srgbClr val="393939">
                    <a:alpha val="12789"/>
                  </a:srgbClr>
                </a:gs>
                <a:gs pos="14286">
                  <a:srgbClr val="393939">
                    <a:alpha val="11819"/>
                  </a:srgbClr>
                </a:gs>
                <a:gs pos="28571">
                  <a:srgbClr val="393939">
                    <a:alpha val="9304"/>
                  </a:srgbClr>
                </a:gs>
                <a:gs pos="42857">
                  <a:srgbClr val="393939">
                    <a:alpha val="6205"/>
                  </a:srgbClr>
                </a:gs>
                <a:gs pos="57143">
                  <a:srgbClr val="393939">
                    <a:alpha val="3487"/>
                  </a:srgbClr>
                </a:gs>
                <a:gs pos="71429">
                  <a:srgbClr val="393939">
                    <a:alpha val="1648"/>
                  </a:srgbClr>
                </a:gs>
                <a:gs pos="85714">
                  <a:srgbClr val="393939">
                    <a:alpha val="655"/>
                  </a:srgbClr>
                </a:gs>
                <a:gs pos="100000">
                  <a:srgbClr val="393939">
                    <a:alpha val="2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7" name="Splat 327"/>
            <p:cNvSpPr>
              <a:spLocks noGrp="1"/>
            </p:cNvSpPr>
            <p:nvPr/>
          </p:nvSpPr>
          <p:spPr>
            <a:xfrm rot="5400000">
              <a:off x="508515" y="3339493"/>
              <a:ext cx="64008" cy="64008"/>
            </a:xfrm>
            <a:prstGeom prst="ellipse">
              <a:avLst/>
            </a:prstGeom>
            <a:gradFill>
              <a:gsLst>
                <a:gs pos="0">
                  <a:srgbClr val="4D4D4D">
                    <a:alpha val="12763"/>
                  </a:srgbClr>
                </a:gs>
                <a:gs pos="14286">
                  <a:srgbClr val="4D4D4D">
                    <a:alpha val="11794"/>
                  </a:srgbClr>
                </a:gs>
                <a:gs pos="28571">
                  <a:srgbClr val="4D4D4D">
                    <a:alpha val="9284"/>
                  </a:srgbClr>
                </a:gs>
                <a:gs pos="42857">
                  <a:srgbClr val="4D4D4D">
                    <a:alpha val="6191"/>
                  </a:srgbClr>
                </a:gs>
                <a:gs pos="57143">
                  <a:srgbClr val="4D4D4D">
                    <a:alpha val="3479"/>
                  </a:srgbClr>
                </a:gs>
                <a:gs pos="71429">
                  <a:srgbClr val="4D4D4D">
                    <a:alpha val="1644"/>
                  </a:srgbClr>
                </a:gs>
                <a:gs pos="85714">
                  <a:srgbClr val="4D4D4D">
                    <a:alpha val="653"/>
                  </a:srgbClr>
                </a:gs>
                <a:gs pos="100000">
                  <a:srgbClr val="4D4D4D">
                    <a:alpha val="2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8" name="Splat 328"/>
            <p:cNvSpPr>
              <a:spLocks noGrp="1"/>
            </p:cNvSpPr>
            <p:nvPr/>
          </p:nvSpPr>
          <p:spPr>
            <a:xfrm rot="5400000">
              <a:off x="902612" y="2018797"/>
              <a:ext cx="64015" cy="64015"/>
            </a:xfrm>
            <a:prstGeom prst="ellipse">
              <a:avLst/>
            </a:prstGeom>
            <a:gradFill>
              <a:gsLst>
                <a:gs pos="0">
                  <a:srgbClr val="4A4A4A">
                    <a:alpha val="12761"/>
                  </a:srgbClr>
                </a:gs>
                <a:gs pos="14286">
                  <a:srgbClr val="4A4A4A">
                    <a:alpha val="11792"/>
                  </a:srgbClr>
                </a:gs>
                <a:gs pos="28571">
                  <a:srgbClr val="4A4A4A">
                    <a:alpha val="9283"/>
                  </a:srgbClr>
                </a:gs>
                <a:gs pos="42857">
                  <a:srgbClr val="4A4A4A">
                    <a:alpha val="6190"/>
                  </a:srgbClr>
                </a:gs>
                <a:gs pos="57143">
                  <a:srgbClr val="4A4A4A">
                    <a:alpha val="3479"/>
                  </a:srgbClr>
                </a:gs>
                <a:gs pos="71429">
                  <a:srgbClr val="4A4A4A">
                    <a:alpha val="1644"/>
                  </a:srgbClr>
                </a:gs>
                <a:gs pos="85714">
                  <a:srgbClr val="4A4A4A">
                    <a:alpha val="653"/>
                  </a:srgbClr>
                </a:gs>
                <a:gs pos="100000">
                  <a:srgbClr val="4A4A4A">
                    <a:alpha val="2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9" name="Splat 329"/>
            <p:cNvSpPr>
              <a:spLocks noGrp="1"/>
            </p:cNvSpPr>
            <p:nvPr/>
          </p:nvSpPr>
          <p:spPr>
            <a:xfrm rot="5400000">
              <a:off x="828034" y="2270989"/>
              <a:ext cx="63969" cy="63969"/>
            </a:xfrm>
            <a:prstGeom prst="ellipse">
              <a:avLst/>
            </a:prstGeom>
            <a:gradFill>
              <a:gsLst>
                <a:gs pos="0">
                  <a:srgbClr val="414141">
                    <a:alpha val="12773"/>
                  </a:srgbClr>
                </a:gs>
                <a:gs pos="14286">
                  <a:srgbClr val="414141">
                    <a:alpha val="11804"/>
                  </a:srgbClr>
                </a:gs>
                <a:gs pos="28571">
                  <a:srgbClr val="414141">
                    <a:alpha val="9292"/>
                  </a:srgbClr>
                </a:gs>
                <a:gs pos="42857">
                  <a:srgbClr val="414141">
                    <a:alpha val="6197"/>
                  </a:srgbClr>
                </a:gs>
                <a:gs pos="57143">
                  <a:srgbClr val="414141">
                    <a:alpha val="3482"/>
                  </a:srgbClr>
                </a:gs>
                <a:gs pos="71429">
                  <a:srgbClr val="414141">
                    <a:alpha val="1645"/>
                  </a:srgbClr>
                </a:gs>
                <a:gs pos="85714">
                  <a:srgbClr val="414141">
                    <a:alpha val="654"/>
                  </a:srgbClr>
                </a:gs>
                <a:gs pos="100000">
                  <a:srgbClr val="414141">
                    <a:alpha val="2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0" name="Splat 330"/>
            <p:cNvSpPr>
              <a:spLocks noGrp="1"/>
            </p:cNvSpPr>
            <p:nvPr/>
          </p:nvSpPr>
          <p:spPr>
            <a:xfrm rot="5400000">
              <a:off x="2204363" y="3473795"/>
              <a:ext cx="64128" cy="64128"/>
            </a:xfrm>
            <a:prstGeom prst="ellipse">
              <a:avLst/>
            </a:prstGeom>
            <a:gradFill>
              <a:gsLst>
                <a:gs pos="0">
                  <a:srgbClr val="3C3D3C">
                    <a:alpha val="12730"/>
                  </a:srgbClr>
                </a:gs>
                <a:gs pos="14286">
                  <a:srgbClr val="3C3D3C">
                    <a:alpha val="11763"/>
                  </a:srgbClr>
                </a:gs>
                <a:gs pos="28571">
                  <a:srgbClr val="3C3D3C">
                    <a:alpha val="9260"/>
                  </a:srgbClr>
                </a:gs>
                <a:gs pos="42857">
                  <a:srgbClr val="3C3D3C">
                    <a:alpha val="6175"/>
                  </a:srgbClr>
                </a:gs>
                <a:gs pos="57143">
                  <a:srgbClr val="3C3D3C">
                    <a:alpha val="3470"/>
                  </a:srgbClr>
                </a:gs>
                <a:gs pos="71429">
                  <a:srgbClr val="3C3D3C">
                    <a:alpha val="1640"/>
                  </a:srgbClr>
                </a:gs>
                <a:gs pos="85714">
                  <a:srgbClr val="3C3D3C">
                    <a:alpha val="652"/>
                  </a:srgbClr>
                </a:gs>
                <a:gs pos="100000">
                  <a:srgbClr val="3C3D3C">
                    <a:alpha val="2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1" name="Splat 331"/>
            <p:cNvSpPr>
              <a:spLocks noGrp="1"/>
            </p:cNvSpPr>
            <p:nvPr/>
          </p:nvSpPr>
          <p:spPr>
            <a:xfrm rot="5400000">
              <a:off x="2261151" y="834001"/>
              <a:ext cx="64098" cy="64098"/>
            </a:xfrm>
            <a:prstGeom prst="ellipse">
              <a:avLst/>
            </a:prstGeom>
            <a:gradFill>
              <a:gsLst>
                <a:gs pos="0">
                  <a:srgbClr val="3D3D3D">
                    <a:alpha val="12738"/>
                  </a:srgbClr>
                </a:gs>
                <a:gs pos="14286">
                  <a:srgbClr val="3D3D3D">
                    <a:alpha val="11771"/>
                  </a:srgbClr>
                </a:gs>
                <a:gs pos="28571">
                  <a:srgbClr val="3D3D3D">
                    <a:alpha val="9266"/>
                  </a:srgbClr>
                </a:gs>
                <a:gs pos="42857">
                  <a:srgbClr val="3D3D3D">
                    <a:alpha val="6179"/>
                  </a:srgbClr>
                </a:gs>
                <a:gs pos="57143">
                  <a:srgbClr val="3D3D3D">
                    <a:alpha val="3472"/>
                  </a:srgbClr>
                </a:gs>
                <a:gs pos="71429">
                  <a:srgbClr val="3D3D3D">
                    <a:alpha val="1641"/>
                  </a:srgbClr>
                </a:gs>
                <a:gs pos="85714">
                  <a:srgbClr val="3D3D3D">
                    <a:alpha val="652"/>
                  </a:srgbClr>
                </a:gs>
                <a:gs pos="100000">
                  <a:srgbClr val="3D3D3D">
                    <a:alpha val="2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2" name="Splat 332"/>
            <p:cNvSpPr>
              <a:spLocks noGrp="1"/>
            </p:cNvSpPr>
            <p:nvPr/>
          </p:nvSpPr>
          <p:spPr>
            <a:xfrm rot="5400000">
              <a:off x="1195802" y="1050572"/>
              <a:ext cx="64117" cy="64117"/>
            </a:xfrm>
            <a:prstGeom prst="ellipse">
              <a:avLst/>
            </a:prstGeom>
            <a:gradFill>
              <a:gsLst>
                <a:gs pos="0">
                  <a:srgbClr val="3C3C3C">
                    <a:alpha val="12733"/>
                  </a:srgbClr>
                </a:gs>
                <a:gs pos="14286">
                  <a:srgbClr val="3C3C3C">
                    <a:alpha val="11766"/>
                  </a:srgbClr>
                </a:gs>
                <a:gs pos="28571">
                  <a:srgbClr val="3C3C3C">
                    <a:alpha val="9262"/>
                  </a:srgbClr>
                </a:gs>
                <a:gs pos="42857">
                  <a:srgbClr val="3C3C3C">
                    <a:alpha val="6176"/>
                  </a:srgbClr>
                </a:gs>
                <a:gs pos="57143">
                  <a:srgbClr val="3C3C3C">
                    <a:alpha val="3471"/>
                  </a:srgbClr>
                </a:gs>
                <a:gs pos="71429">
                  <a:srgbClr val="3C3C3C">
                    <a:alpha val="1640"/>
                  </a:srgbClr>
                </a:gs>
                <a:gs pos="85714">
                  <a:srgbClr val="3C3C3C">
                    <a:alpha val="652"/>
                  </a:srgbClr>
                </a:gs>
                <a:gs pos="100000">
                  <a:srgbClr val="3C3C3C">
                    <a:alpha val="2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3" name="Splat 333"/>
            <p:cNvSpPr>
              <a:spLocks noGrp="1"/>
            </p:cNvSpPr>
            <p:nvPr/>
          </p:nvSpPr>
          <p:spPr>
            <a:xfrm rot="5400000">
              <a:off x="636288" y="1404056"/>
              <a:ext cx="64160" cy="64160"/>
            </a:xfrm>
            <a:prstGeom prst="ellipse">
              <a:avLst/>
            </a:prstGeom>
            <a:gradFill>
              <a:gsLst>
                <a:gs pos="0">
                  <a:srgbClr val="4B4A4A">
                    <a:alpha val="12721"/>
                  </a:srgbClr>
                </a:gs>
                <a:gs pos="14286">
                  <a:srgbClr val="4B4A4A">
                    <a:alpha val="11755"/>
                  </a:srgbClr>
                </a:gs>
                <a:gs pos="28571">
                  <a:srgbClr val="4B4A4A">
                    <a:alpha val="9253"/>
                  </a:srgbClr>
                </a:gs>
                <a:gs pos="42857">
                  <a:srgbClr val="4B4A4A">
                    <a:alpha val="6170"/>
                  </a:srgbClr>
                </a:gs>
                <a:gs pos="57143">
                  <a:srgbClr val="4B4A4A">
                    <a:alpha val="3468"/>
                  </a:srgbClr>
                </a:gs>
                <a:gs pos="71429">
                  <a:srgbClr val="4B4A4A">
                    <a:alpha val="1638"/>
                  </a:srgbClr>
                </a:gs>
                <a:gs pos="85714">
                  <a:srgbClr val="4B4A4A">
                    <a:alpha val="651"/>
                  </a:srgbClr>
                </a:gs>
                <a:gs pos="100000">
                  <a:srgbClr val="4B4A4A">
                    <a:alpha val="2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4" name="Splat 334"/>
            <p:cNvSpPr>
              <a:spLocks noGrp="1"/>
            </p:cNvSpPr>
            <p:nvPr/>
          </p:nvSpPr>
          <p:spPr>
            <a:xfrm rot="5400000">
              <a:off x="66056" y="2766442"/>
              <a:ext cx="64146" cy="64146"/>
            </a:xfrm>
            <a:prstGeom prst="ellipse">
              <a:avLst/>
            </a:prstGeom>
            <a:gradFill>
              <a:gsLst>
                <a:gs pos="0">
                  <a:srgbClr val="3F3F3F">
                    <a:alpha val="12725"/>
                  </a:srgbClr>
                </a:gs>
                <a:gs pos="14286">
                  <a:srgbClr val="3F3F3F">
                    <a:alpha val="11759"/>
                  </a:srgbClr>
                </a:gs>
                <a:gs pos="28571">
                  <a:srgbClr val="3F3F3F">
                    <a:alpha val="9256"/>
                  </a:srgbClr>
                </a:gs>
                <a:gs pos="42857">
                  <a:srgbClr val="3F3F3F">
                    <a:alpha val="6172"/>
                  </a:srgbClr>
                </a:gs>
                <a:gs pos="57143">
                  <a:srgbClr val="3F3F3F">
                    <a:alpha val="3469"/>
                  </a:srgbClr>
                </a:gs>
                <a:gs pos="71429">
                  <a:srgbClr val="3F3F3F">
                    <a:alpha val="1639"/>
                  </a:srgbClr>
                </a:gs>
                <a:gs pos="85714">
                  <a:srgbClr val="3F3F3F">
                    <a:alpha val="651"/>
                  </a:srgbClr>
                </a:gs>
                <a:gs pos="100000">
                  <a:srgbClr val="3F3F3F">
                    <a:alpha val="2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5" name="Splat 335"/>
            <p:cNvSpPr>
              <a:spLocks noGrp="1"/>
            </p:cNvSpPr>
            <p:nvPr/>
          </p:nvSpPr>
          <p:spPr>
            <a:xfrm rot="8588070">
              <a:off x="2460071" y="2184174"/>
              <a:ext cx="318785" cy="112789"/>
            </a:xfrm>
            <a:prstGeom prst="ellipse">
              <a:avLst/>
            </a:prstGeom>
            <a:gradFill>
              <a:gsLst>
                <a:gs pos="0">
                  <a:srgbClr val="F7F6F7">
                    <a:alpha val="30264"/>
                  </a:srgbClr>
                </a:gs>
                <a:gs pos="14286">
                  <a:srgbClr val="F7F6F7">
                    <a:alpha val="28201"/>
                  </a:srgbClr>
                </a:gs>
                <a:gs pos="28571">
                  <a:srgbClr val="F7F6F7">
                    <a:alpha val="22681"/>
                  </a:srgbClr>
                </a:gs>
                <a:gs pos="42857">
                  <a:srgbClr val="F7F6F7">
                    <a:alpha val="15526"/>
                  </a:srgbClr>
                </a:gs>
                <a:gs pos="57143">
                  <a:srgbClr val="F7F6F7">
                    <a:alpha val="8925"/>
                  </a:srgbClr>
                </a:gs>
                <a:gs pos="71429">
                  <a:srgbClr val="F7F6F7">
                    <a:alpha val="4282"/>
                  </a:srgbClr>
                </a:gs>
                <a:gs pos="85714">
                  <a:srgbClr val="F7F6F7">
                    <a:alpha val="1716"/>
                  </a:srgbClr>
                </a:gs>
                <a:gs pos="100000">
                  <a:srgbClr val="F7F6F7">
                    <a:alpha val="5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6" name="Splat 336"/>
            <p:cNvSpPr>
              <a:spLocks noGrp="1"/>
            </p:cNvSpPr>
            <p:nvPr/>
          </p:nvSpPr>
          <p:spPr>
            <a:xfrm rot="-10257712">
              <a:off x="2332036" y="1765029"/>
              <a:ext cx="385083" cy="113413"/>
            </a:xfrm>
            <a:prstGeom prst="ellipse">
              <a:avLst/>
            </a:prstGeom>
            <a:gradFill>
              <a:gsLst>
                <a:gs pos="0">
                  <a:srgbClr val="FFFFFF">
                    <a:alpha val="12462"/>
                  </a:srgbClr>
                </a:gs>
                <a:gs pos="14286">
                  <a:srgbClr val="FFFFFF">
                    <a:alpha val="11514"/>
                  </a:srgbClr>
                </a:gs>
                <a:gs pos="28571">
                  <a:srgbClr val="FFFFFF">
                    <a:alpha val="9061"/>
                  </a:srgbClr>
                </a:gs>
                <a:gs pos="42857">
                  <a:srgbClr val="FFFFFF">
                    <a:alpha val="6040"/>
                  </a:srgbClr>
                </a:gs>
                <a:gs pos="57143">
                  <a:srgbClr val="FFFFFF">
                    <a:alpha val="3393"/>
                  </a:srgbClr>
                </a:gs>
                <a:gs pos="71429">
                  <a:srgbClr val="FFFFFF">
                    <a:alpha val="1603"/>
                  </a:srgbClr>
                </a:gs>
                <a:gs pos="85714">
                  <a:srgbClr val="FFFFFF">
                    <a:alpha val="637"/>
                  </a:srgbClr>
                </a:gs>
                <a:gs pos="100000">
                  <a:srgbClr val="FFFFFF">
                    <a:alpha val="2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7" name="Splat 337"/>
            <p:cNvSpPr>
              <a:spLocks noGrp="1"/>
            </p:cNvSpPr>
            <p:nvPr/>
          </p:nvSpPr>
          <p:spPr>
            <a:xfrm rot="10469361">
              <a:off x="2400660" y="2237306"/>
              <a:ext cx="333142" cy="103534"/>
            </a:xfrm>
            <a:prstGeom prst="ellipse">
              <a:avLst/>
            </a:prstGeom>
            <a:gradFill>
              <a:gsLst>
                <a:gs pos="0">
                  <a:srgbClr val="FFFFFF">
                    <a:alpha val="29927"/>
                  </a:srgbClr>
                </a:gs>
                <a:gs pos="14286">
                  <a:srgbClr val="FFFFFF">
                    <a:alpha val="27882"/>
                  </a:srgbClr>
                </a:gs>
                <a:gs pos="28571">
                  <a:srgbClr val="FFFFFF">
                    <a:alpha val="22415"/>
                  </a:srgbClr>
                </a:gs>
                <a:gs pos="42857">
                  <a:srgbClr val="FFFFFF">
                    <a:alpha val="15335"/>
                  </a:srgbClr>
                </a:gs>
                <a:gs pos="57143">
                  <a:srgbClr val="FFFFFF">
                    <a:alpha val="8812"/>
                  </a:srgbClr>
                </a:gs>
                <a:gs pos="71429">
                  <a:srgbClr val="FFFFFF">
                    <a:alpha val="4226"/>
                  </a:srgbClr>
                </a:gs>
                <a:gs pos="85714">
                  <a:srgbClr val="FFFFFF">
                    <a:alpha val="1693"/>
                  </a:srgbClr>
                </a:gs>
                <a:gs pos="100000">
                  <a:srgbClr val="FFFFFF">
                    <a:alpha val="5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8" name="Splat 338"/>
            <p:cNvSpPr>
              <a:spLocks noGrp="1"/>
            </p:cNvSpPr>
            <p:nvPr/>
          </p:nvSpPr>
          <p:spPr>
            <a:xfrm rot="-10529372">
              <a:off x="2469906" y="2204561"/>
              <a:ext cx="229664" cy="100947"/>
            </a:xfrm>
            <a:prstGeom prst="ellipse">
              <a:avLst/>
            </a:prstGeom>
            <a:gradFill>
              <a:gsLst>
                <a:gs pos="0">
                  <a:srgbClr val="DBD9DB">
                    <a:alpha val="7542"/>
                  </a:srgbClr>
                </a:gs>
                <a:gs pos="14286">
                  <a:srgbClr val="DBD9DB">
                    <a:alpha val="6953"/>
                  </a:srgbClr>
                </a:gs>
                <a:gs pos="28571">
                  <a:srgbClr val="DBD9DB">
                    <a:alpha val="5442"/>
                  </a:srgbClr>
                </a:gs>
                <a:gs pos="42857">
                  <a:srgbClr val="DBD9DB">
                    <a:alpha val="3604"/>
                  </a:srgbClr>
                </a:gs>
                <a:gs pos="57143">
                  <a:srgbClr val="DBD9DB">
                    <a:alpha val="2013"/>
                  </a:srgbClr>
                </a:gs>
                <a:gs pos="71429">
                  <a:srgbClr val="DBD9DB">
                    <a:alpha val="948"/>
                  </a:srgbClr>
                </a:gs>
                <a:gs pos="85714">
                  <a:srgbClr val="DBD9DB">
                    <a:alpha val="376"/>
                  </a:srgbClr>
                </a:gs>
                <a:gs pos="100000">
                  <a:srgbClr val="DBD9DB">
                    <a:alpha val="1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9" name="Splat 339"/>
            <p:cNvSpPr>
              <a:spLocks noGrp="1"/>
            </p:cNvSpPr>
            <p:nvPr/>
          </p:nvSpPr>
          <p:spPr>
            <a:xfrm rot="5426950">
              <a:off x="1887609" y="2007963"/>
              <a:ext cx="356500" cy="118979"/>
            </a:xfrm>
            <a:prstGeom prst="ellipse">
              <a:avLst/>
            </a:prstGeom>
            <a:gradFill>
              <a:gsLst>
                <a:gs pos="0">
                  <a:srgbClr val="FEFEFE">
                    <a:alpha val="20078"/>
                  </a:srgbClr>
                </a:gs>
                <a:gs pos="14286">
                  <a:srgbClr val="FEFEFE">
                    <a:alpha val="18616"/>
                  </a:srgbClr>
                </a:gs>
                <a:gs pos="28571">
                  <a:srgbClr val="FEFEFE">
                    <a:alpha val="14780"/>
                  </a:srgbClr>
                </a:gs>
                <a:gs pos="42857">
                  <a:srgbClr val="FEFEFE">
                    <a:alpha val="9959"/>
                  </a:srgbClr>
                </a:gs>
                <a:gs pos="57143">
                  <a:srgbClr val="FEFEFE">
                    <a:alpha val="5647"/>
                  </a:srgbClr>
                </a:gs>
                <a:gs pos="71429">
                  <a:srgbClr val="FEFEFE">
                    <a:alpha val="2684"/>
                  </a:srgbClr>
                </a:gs>
                <a:gs pos="85714">
                  <a:srgbClr val="FEFEFE">
                    <a:alpha val="1070"/>
                  </a:srgbClr>
                </a:gs>
                <a:gs pos="100000">
                  <a:srgbClr val="FEFEFE">
                    <a:alpha val="3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0" name="Splat 340"/>
            <p:cNvSpPr>
              <a:spLocks noGrp="1"/>
            </p:cNvSpPr>
            <p:nvPr/>
          </p:nvSpPr>
          <p:spPr>
            <a:xfrm rot="9084519">
              <a:off x="2336088" y="2285405"/>
              <a:ext cx="353071" cy="106680"/>
            </a:xfrm>
            <a:prstGeom prst="ellipse">
              <a:avLst/>
            </a:prstGeom>
            <a:gradFill>
              <a:gsLst>
                <a:gs pos="0">
                  <a:srgbClr val="FFFFFF">
                    <a:alpha val="32866"/>
                  </a:srgbClr>
                </a:gs>
                <a:gs pos="14286">
                  <a:srgbClr val="FFFFFF">
                    <a:alpha val="30667"/>
                  </a:srgbClr>
                </a:gs>
                <a:gs pos="28571">
                  <a:srgbClr val="FFFFFF">
                    <a:alpha val="24751"/>
                  </a:srgbClr>
                </a:gs>
                <a:gs pos="42857">
                  <a:srgbClr val="FFFFFF">
                    <a:alpha val="17016"/>
                  </a:srgbClr>
                </a:gs>
                <a:gs pos="57143">
                  <a:srgbClr val="FFFFFF">
                    <a:alpha val="9819"/>
                  </a:srgbClr>
                </a:gs>
                <a:gs pos="71429">
                  <a:srgbClr val="FFFFFF">
                    <a:alpha val="4723"/>
                  </a:srgbClr>
                </a:gs>
                <a:gs pos="85714">
                  <a:srgbClr val="FFFFFF">
                    <a:alpha val="1895"/>
                  </a:srgbClr>
                </a:gs>
                <a:gs pos="100000">
                  <a:srgbClr val="FFFFFF">
                    <a:alpha val="6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1" name="Splat 341"/>
            <p:cNvSpPr>
              <a:spLocks noGrp="1"/>
            </p:cNvSpPr>
            <p:nvPr/>
          </p:nvSpPr>
          <p:spPr>
            <a:xfrm rot="8686539">
              <a:off x="2140312" y="2079447"/>
              <a:ext cx="334863" cy="89530"/>
            </a:xfrm>
            <a:prstGeom prst="ellipse">
              <a:avLst/>
            </a:prstGeom>
            <a:gradFill>
              <a:gsLst>
                <a:gs pos="0">
                  <a:srgbClr val="C4C4C4">
                    <a:alpha val="12077"/>
                  </a:srgbClr>
                </a:gs>
                <a:gs pos="14286">
                  <a:srgbClr val="C4C4C4">
                    <a:alpha val="11157"/>
                  </a:srgbClr>
                </a:gs>
                <a:gs pos="28571">
                  <a:srgbClr val="C4C4C4">
                    <a:alpha val="8776"/>
                  </a:srgbClr>
                </a:gs>
                <a:gs pos="42857">
                  <a:srgbClr val="C4C4C4">
                    <a:alpha val="5847"/>
                  </a:srgbClr>
                </a:gs>
                <a:gs pos="57143">
                  <a:srgbClr val="C4C4C4">
                    <a:alpha val="3283"/>
                  </a:srgbClr>
                </a:gs>
                <a:gs pos="71429">
                  <a:srgbClr val="C4C4C4">
                    <a:alpha val="1550"/>
                  </a:srgbClr>
                </a:gs>
                <a:gs pos="85714">
                  <a:srgbClr val="C4C4C4">
                    <a:alpha val="616"/>
                  </a:srgbClr>
                </a:gs>
                <a:gs pos="100000">
                  <a:srgbClr val="C4C4C4">
                    <a:alpha val="2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2" name="Splat 342"/>
            <p:cNvSpPr>
              <a:spLocks noGrp="1"/>
            </p:cNvSpPr>
            <p:nvPr/>
          </p:nvSpPr>
          <p:spPr>
            <a:xfrm rot="3874674">
              <a:off x="2139196" y="2209425"/>
              <a:ext cx="217427" cy="45401"/>
            </a:xfrm>
            <a:prstGeom prst="ellipse">
              <a:avLst/>
            </a:prstGeom>
            <a:gradFill>
              <a:gsLst>
                <a:gs pos="0">
                  <a:srgbClr val="CECDCE">
                    <a:alpha val="3167"/>
                  </a:srgbClr>
                </a:gs>
                <a:gs pos="14286">
                  <a:srgbClr val="CECDCE">
                    <a:alpha val="2914"/>
                  </a:srgbClr>
                </a:gs>
                <a:gs pos="28571">
                  <a:srgbClr val="CECDCE">
                    <a:alpha val="2270"/>
                  </a:srgbClr>
                </a:gs>
                <a:gs pos="42857">
                  <a:srgbClr val="CECDCE">
                    <a:alpha val="1495"/>
                  </a:srgbClr>
                </a:gs>
                <a:gs pos="57143">
                  <a:srgbClr val="CECDCE">
                    <a:alpha val="831"/>
                  </a:srgbClr>
                </a:gs>
                <a:gs pos="71429">
                  <a:srgbClr val="CECDCE">
                    <a:alpha val="390"/>
                  </a:srgbClr>
                </a:gs>
                <a:gs pos="85714">
                  <a:srgbClr val="CECDCE">
                    <a:alpha val="154"/>
                  </a:srgbClr>
                </a:gs>
                <a:gs pos="100000">
                  <a:srgbClr val="CECDCE">
                    <a:alpha val="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3" name="Splat 343"/>
            <p:cNvSpPr>
              <a:spLocks noGrp="1"/>
            </p:cNvSpPr>
            <p:nvPr/>
          </p:nvSpPr>
          <p:spPr>
            <a:xfrm rot="8521080">
              <a:off x="2457423" y="2187683"/>
              <a:ext cx="347423" cy="100689"/>
            </a:xfrm>
            <a:prstGeom prst="ellipse">
              <a:avLst/>
            </a:prstGeom>
            <a:gradFill>
              <a:gsLst>
                <a:gs pos="0">
                  <a:srgbClr val="FCFBFC">
                    <a:alpha val="17023"/>
                  </a:srgbClr>
                </a:gs>
                <a:gs pos="14286">
                  <a:srgbClr val="FCFBFC">
                    <a:alpha val="15761"/>
                  </a:srgbClr>
                </a:gs>
                <a:gs pos="28571">
                  <a:srgbClr val="FCFBFC">
                    <a:alpha val="12469"/>
                  </a:srgbClr>
                </a:gs>
                <a:gs pos="42857">
                  <a:srgbClr val="FCFBFC">
                    <a:alpha val="8364"/>
                  </a:srgbClr>
                </a:gs>
                <a:gs pos="57143">
                  <a:srgbClr val="FCFBFC">
                    <a:alpha val="4725"/>
                  </a:srgbClr>
                </a:gs>
                <a:gs pos="71429">
                  <a:srgbClr val="FCFBFC">
                    <a:alpha val="2240"/>
                  </a:srgbClr>
                </a:gs>
                <a:gs pos="85714">
                  <a:srgbClr val="FCFBFC">
                    <a:alpha val="892"/>
                  </a:srgbClr>
                </a:gs>
                <a:gs pos="100000">
                  <a:srgbClr val="FCFBFC">
                    <a:alpha val="2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4" name="Splat 344"/>
            <p:cNvSpPr>
              <a:spLocks noGrp="1"/>
            </p:cNvSpPr>
            <p:nvPr/>
          </p:nvSpPr>
          <p:spPr>
            <a:xfrm rot="-9081943">
              <a:off x="2305023" y="2305399"/>
              <a:ext cx="317609" cy="127826"/>
            </a:xfrm>
            <a:prstGeom prst="ellipse">
              <a:avLst/>
            </a:prstGeom>
            <a:gradFill>
              <a:gsLst>
                <a:gs pos="0">
                  <a:srgbClr val="DFDFDF">
                    <a:alpha val="7523"/>
                  </a:srgbClr>
                </a:gs>
                <a:gs pos="14286">
                  <a:srgbClr val="DFDFDF">
                    <a:alpha val="6936"/>
                  </a:srgbClr>
                </a:gs>
                <a:gs pos="28571">
                  <a:srgbClr val="DFDFDF">
                    <a:alpha val="5428"/>
                  </a:srgbClr>
                </a:gs>
                <a:gs pos="42857">
                  <a:srgbClr val="DFDFDF">
                    <a:alpha val="3595"/>
                  </a:srgbClr>
                </a:gs>
                <a:gs pos="57143">
                  <a:srgbClr val="DFDFDF">
                    <a:alpha val="2008"/>
                  </a:srgbClr>
                </a:gs>
                <a:gs pos="71429">
                  <a:srgbClr val="DFDFDF">
                    <a:alpha val="945"/>
                  </a:srgbClr>
                </a:gs>
                <a:gs pos="85714">
                  <a:srgbClr val="DFDFDF">
                    <a:alpha val="375"/>
                  </a:srgbClr>
                </a:gs>
                <a:gs pos="100000">
                  <a:srgbClr val="DFDFDF">
                    <a:alpha val="1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5" name="Splat 345"/>
            <p:cNvSpPr>
              <a:spLocks noGrp="1"/>
            </p:cNvSpPr>
            <p:nvPr/>
          </p:nvSpPr>
          <p:spPr>
            <a:xfrm rot="10620023">
              <a:off x="2285061" y="2314610"/>
              <a:ext cx="356854" cy="60879"/>
            </a:xfrm>
            <a:prstGeom prst="ellipse">
              <a:avLst/>
            </a:prstGeom>
            <a:gradFill>
              <a:gsLst>
                <a:gs pos="0">
                  <a:srgbClr val="AEB0B0">
                    <a:alpha val="25590"/>
                  </a:srgbClr>
                </a:gs>
                <a:gs pos="14286">
                  <a:srgbClr val="AEB0B0">
                    <a:alpha val="23790"/>
                  </a:srgbClr>
                </a:gs>
                <a:gs pos="28571">
                  <a:srgbClr val="AEB0B0">
                    <a:alpha val="19018"/>
                  </a:srgbClr>
                </a:gs>
                <a:gs pos="42857">
                  <a:srgbClr val="AEB0B0">
                    <a:alpha val="12922"/>
                  </a:srgbClr>
                </a:gs>
                <a:gs pos="57143">
                  <a:srgbClr val="AEB0B0">
                    <a:alpha val="7380"/>
                  </a:srgbClr>
                </a:gs>
                <a:gs pos="71429">
                  <a:srgbClr val="AEB0B0">
                    <a:alpha val="3525"/>
                  </a:srgbClr>
                </a:gs>
                <a:gs pos="85714">
                  <a:srgbClr val="AEB0B0">
                    <a:alpha val="1409"/>
                  </a:srgbClr>
                </a:gs>
                <a:gs pos="100000">
                  <a:srgbClr val="AEB0B0">
                    <a:alpha val="4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6" name="Splat 346"/>
            <p:cNvSpPr>
              <a:spLocks noGrp="1"/>
            </p:cNvSpPr>
            <p:nvPr/>
          </p:nvSpPr>
          <p:spPr>
            <a:xfrm rot="6267992">
              <a:off x="2176374" y="2175333"/>
              <a:ext cx="159294" cy="42739"/>
            </a:xfrm>
            <a:prstGeom prst="ellipse">
              <a:avLst/>
            </a:prstGeom>
            <a:gradFill>
              <a:gsLst>
                <a:gs pos="0">
                  <a:srgbClr val="E6E6E6">
                    <a:alpha val="5671"/>
                  </a:srgbClr>
                </a:gs>
                <a:gs pos="14286">
                  <a:srgbClr val="E6E6E6">
                    <a:alpha val="5224"/>
                  </a:srgbClr>
                </a:gs>
                <a:gs pos="28571">
                  <a:srgbClr val="E6E6E6">
                    <a:alpha val="4080"/>
                  </a:srgbClr>
                </a:gs>
                <a:gs pos="42857">
                  <a:srgbClr val="E6E6E6">
                    <a:alpha val="2696"/>
                  </a:srgbClr>
                </a:gs>
                <a:gs pos="57143">
                  <a:srgbClr val="E6E6E6">
                    <a:alpha val="1503"/>
                  </a:srgbClr>
                </a:gs>
                <a:gs pos="71429">
                  <a:srgbClr val="E6E6E6">
                    <a:alpha val="706"/>
                  </a:srgbClr>
                </a:gs>
                <a:gs pos="85714">
                  <a:srgbClr val="E6E6E6">
                    <a:alpha val="280"/>
                  </a:srgbClr>
                </a:gs>
                <a:gs pos="100000">
                  <a:srgbClr val="E6E6E6">
                    <a:alpha val="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7" name="Splat 347"/>
            <p:cNvSpPr>
              <a:spLocks noGrp="1"/>
            </p:cNvSpPr>
            <p:nvPr/>
          </p:nvSpPr>
          <p:spPr>
            <a:xfrm rot="5268385">
              <a:off x="2060622" y="1956984"/>
              <a:ext cx="343902" cy="95420"/>
            </a:xfrm>
            <a:prstGeom prst="ellipse">
              <a:avLst/>
            </a:prstGeom>
            <a:gradFill>
              <a:gsLst>
                <a:gs pos="0">
                  <a:srgbClr val="FFFFFE">
                    <a:alpha val="16753"/>
                  </a:srgbClr>
                </a:gs>
                <a:gs pos="14286">
                  <a:srgbClr val="FFFFFE">
                    <a:alpha val="15509"/>
                  </a:srgbClr>
                </a:gs>
                <a:gs pos="28571">
                  <a:srgbClr val="FFFFFE">
                    <a:alpha val="12265"/>
                  </a:srgbClr>
                </a:gs>
                <a:gs pos="42857">
                  <a:srgbClr val="FFFFFE">
                    <a:alpha val="8225"/>
                  </a:srgbClr>
                </a:gs>
                <a:gs pos="57143">
                  <a:srgbClr val="FFFFFE">
                    <a:alpha val="4644"/>
                  </a:srgbClr>
                </a:gs>
                <a:gs pos="71429">
                  <a:srgbClr val="FFFFFE">
                    <a:alpha val="2202"/>
                  </a:srgbClr>
                </a:gs>
                <a:gs pos="85714">
                  <a:srgbClr val="FFFFFE">
                    <a:alpha val="876"/>
                  </a:srgbClr>
                </a:gs>
                <a:gs pos="100000">
                  <a:srgbClr val="FFFFFE">
                    <a:alpha val="2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8" name="Splat 348"/>
            <p:cNvSpPr>
              <a:spLocks noGrp="1"/>
            </p:cNvSpPr>
            <p:nvPr/>
          </p:nvSpPr>
          <p:spPr>
            <a:xfrm rot="7222319">
              <a:off x="2336632" y="2247864"/>
              <a:ext cx="369812" cy="104839"/>
            </a:xfrm>
            <a:prstGeom prst="ellipse">
              <a:avLst/>
            </a:prstGeom>
            <a:gradFill>
              <a:gsLst>
                <a:gs pos="0">
                  <a:srgbClr val="F0F0EF">
                    <a:alpha val="21840"/>
                  </a:srgbClr>
                </a:gs>
                <a:gs pos="14286">
                  <a:srgbClr val="F0F0EF">
                    <a:alpha val="20266"/>
                  </a:srgbClr>
                </a:gs>
                <a:gs pos="28571">
                  <a:srgbClr val="F0F0EF">
                    <a:alpha val="16125"/>
                  </a:srgbClr>
                </a:gs>
                <a:gs pos="42857">
                  <a:srgbClr val="F0F0EF">
                    <a:alpha val="10894"/>
                  </a:srgbClr>
                </a:gs>
                <a:gs pos="57143">
                  <a:srgbClr val="F0F0EF">
                    <a:alpha val="6191"/>
                  </a:srgbClr>
                </a:gs>
                <a:gs pos="71429">
                  <a:srgbClr val="F0F0EF">
                    <a:alpha val="2947"/>
                  </a:srgbClr>
                </a:gs>
                <a:gs pos="85714">
                  <a:srgbClr val="F0F0EF">
                    <a:alpha val="1176"/>
                  </a:srgbClr>
                </a:gs>
                <a:gs pos="100000">
                  <a:srgbClr val="F0F0EF">
                    <a:alpha val="3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9" name="Splat 349"/>
            <p:cNvSpPr>
              <a:spLocks noGrp="1"/>
            </p:cNvSpPr>
            <p:nvPr/>
          </p:nvSpPr>
          <p:spPr>
            <a:xfrm rot="6962255">
              <a:off x="2022030" y="2038821"/>
              <a:ext cx="359459" cy="64493"/>
            </a:xfrm>
            <a:prstGeom prst="ellipse">
              <a:avLst/>
            </a:prstGeom>
            <a:gradFill>
              <a:gsLst>
                <a:gs pos="0">
                  <a:srgbClr val="D0CFCF">
                    <a:alpha val="19586"/>
                  </a:srgbClr>
                </a:gs>
                <a:gs pos="14286">
                  <a:srgbClr val="D0CFCF">
                    <a:alpha val="18156"/>
                  </a:srgbClr>
                </a:gs>
                <a:gs pos="28571">
                  <a:srgbClr val="D0CFCF">
                    <a:alpha val="14407"/>
                  </a:srgbClr>
                </a:gs>
                <a:gs pos="42857">
                  <a:srgbClr val="D0CFCF">
                    <a:alpha val="9700"/>
                  </a:srgbClr>
                </a:gs>
                <a:gs pos="57143">
                  <a:srgbClr val="D0CFCF">
                    <a:alpha val="5497"/>
                  </a:srgbClr>
                </a:gs>
                <a:gs pos="71429">
                  <a:srgbClr val="D0CFCF">
                    <a:alpha val="2612"/>
                  </a:srgbClr>
                </a:gs>
                <a:gs pos="85714">
                  <a:srgbClr val="D0CFCF">
                    <a:alpha val="1041"/>
                  </a:srgbClr>
                </a:gs>
                <a:gs pos="100000">
                  <a:srgbClr val="D0CFCF">
                    <a:alpha val="3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0" name="Splat 350"/>
            <p:cNvSpPr>
              <a:spLocks noGrp="1"/>
            </p:cNvSpPr>
            <p:nvPr/>
          </p:nvSpPr>
          <p:spPr>
            <a:xfrm rot="-9330245">
              <a:off x="2456657" y="1789071"/>
              <a:ext cx="207025" cy="27638"/>
            </a:xfrm>
            <a:prstGeom prst="ellipse">
              <a:avLst/>
            </a:prstGeom>
            <a:gradFill>
              <a:gsLst>
                <a:gs pos="0">
                  <a:srgbClr val="9A999A">
                    <a:alpha val="5161"/>
                  </a:srgbClr>
                </a:gs>
                <a:gs pos="14286">
                  <a:srgbClr val="9A999A">
                    <a:alpha val="4754"/>
                  </a:srgbClr>
                </a:gs>
                <a:gs pos="28571">
                  <a:srgbClr val="9A999A">
                    <a:alpha val="3711"/>
                  </a:srgbClr>
                </a:gs>
                <a:gs pos="42857">
                  <a:srgbClr val="9A999A">
                    <a:alpha val="2450"/>
                  </a:srgbClr>
                </a:gs>
                <a:gs pos="57143">
                  <a:srgbClr val="9A999A">
                    <a:alpha val="1365"/>
                  </a:srgbClr>
                </a:gs>
                <a:gs pos="71429">
                  <a:srgbClr val="9A999A">
                    <a:alpha val="641"/>
                  </a:srgbClr>
                </a:gs>
                <a:gs pos="85714">
                  <a:srgbClr val="9A999A">
                    <a:alpha val="254"/>
                  </a:srgbClr>
                </a:gs>
                <a:gs pos="100000">
                  <a:srgbClr val="9A999A">
                    <a:alpha val="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1" name="Splat 351"/>
            <p:cNvSpPr>
              <a:spLocks noGrp="1"/>
            </p:cNvSpPr>
            <p:nvPr/>
          </p:nvSpPr>
          <p:spPr>
            <a:xfrm rot="-8718603">
              <a:off x="2158077" y="2139209"/>
              <a:ext cx="314133" cy="79649"/>
            </a:xfrm>
            <a:prstGeom prst="ellipse">
              <a:avLst/>
            </a:prstGeom>
            <a:gradFill>
              <a:gsLst>
                <a:gs pos="0">
                  <a:srgbClr val="C4C5C5">
                    <a:alpha val="4526"/>
                  </a:srgbClr>
                </a:gs>
                <a:gs pos="14286">
                  <a:srgbClr val="C4C5C5">
                    <a:alpha val="4168"/>
                  </a:srgbClr>
                </a:gs>
                <a:gs pos="28571">
                  <a:srgbClr val="C4C5C5">
                    <a:alpha val="3252"/>
                  </a:srgbClr>
                </a:gs>
                <a:gs pos="42857">
                  <a:srgbClr val="C4C5C5">
                    <a:alpha val="2145"/>
                  </a:srgbClr>
                </a:gs>
                <a:gs pos="57143">
                  <a:srgbClr val="C4C5C5">
                    <a:alpha val="1194"/>
                  </a:srgbClr>
                </a:gs>
                <a:gs pos="71429">
                  <a:srgbClr val="C4C5C5">
                    <a:alpha val="561"/>
                  </a:srgbClr>
                </a:gs>
                <a:gs pos="85714">
                  <a:srgbClr val="C4C5C5">
                    <a:alpha val="222"/>
                  </a:srgbClr>
                </a:gs>
                <a:gs pos="100000">
                  <a:srgbClr val="C4C5C5">
                    <a:alpha val="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2" name="Splat 352"/>
            <p:cNvSpPr>
              <a:spLocks noGrp="1"/>
            </p:cNvSpPr>
            <p:nvPr/>
          </p:nvSpPr>
          <p:spPr>
            <a:xfrm rot="-9409830">
              <a:off x="2284057" y="1720215"/>
              <a:ext cx="332802" cy="100698"/>
            </a:xfrm>
            <a:prstGeom prst="ellipse">
              <a:avLst/>
            </a:prstGeom>
            <a:gradFill>
              <a:gsLst>
                <a:gs pos="0">
                  <a:srgbClr val="FFFEFF">
                    <a:alpha val="27637"/>
                  </a:srgbClr>
                </a:gs>
                <a:gs pos="14286">
                  <a:srgbClr val="FFFEFF">
                    <a:alpha val="25719"/>
                  </a:srgbClr>
                </a:gs>
                <a:gs pos="28571">
                  <a:srgbClr val="FFFEFF">
                    <a:alpha val="20614"/>
                  </a:srgbClr>
                </a:gs>
                <a:gs pos="42857">
                  <a:srgbClr val="FFFEFF">
                    <a:alpha val="14051"/>
                  </a:srgbClr>
                </a:gs>
                <a:gs pos="57143">
                  <a:srgbClr val="FFFEFF">
                    <a:alpha val="8048"/>
                  </a:srgbClr>
                </a:gs>
                <a:gs pos="71429">
                  <a:srgbClr val="FFFEFF">
                    <a:alpha val="3851"/>
                  </a:srgbClr>
                </a:gs>
                <a:gs pos="85714">
                  <a:srgbClr val="FFFEFF">
                    <a:alpha val="1541"/>
                  </a:srgbClr>
                </a:gs>
                <a:gs pos="100000">
                  <a:srgbClr val="FFFEFF">
                    <a:alpha val="5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3" name="Splat 353"/>
            <p:cNvSpPr>
              <a:spLocks noGrp="1"/>
            </p:cNvSpPr>
            <p:nvPr/>
          </p:nvSpPr>
          <p:spPr>
            <a:xfrm rot="4960917">
              <a:off x="2495951" y="2050396"/>
              <a:ext cx="364638" cy="107944"/>
            </a:xfrm>
            <a:prstGeom prst="ellipse">
              <a:avLst/>
            </a:prstGeom>
            <a:gradFill>
              <a:gsLst>
                <a:gs pos="0">
                  <a:srgbClr val="FFFFFF">
                    <a:alpha val="20998"/>
                  </a:srgbClr>
                </a:gs>
                <a:gs pos="14286">
                  <a:srgbClr val="FFFFFF">
                    <a:alpha val="19477"/>
                  </a:srgbClr>
                </a:gs>
                <a:gs pos="28571">
                  <a:srgbClr val="FFFFFF">
                    <a:alpha val="15482"/>
                  </a:srgbClr>
                </a:gs>
                <a:gs pos="42857">
                  <a:srgbClr val="FFFFFF">
                    <a:alpha val="10446"/>
                  </a:srgbClr>
                </a:gs>
                <a:gs pos="57143">
                  <a:srgbClr val="FFFFFF">
                    <a:alpha val="5930"/>
                  </a:srgbClr>
                </a:gs>
                <a:gs pos="71429">
                  <a:srgbClr val="FFFFFF">
                    <a:alpha val="2821"/>
                  </a:srgbClr>
                </a:gs>
                <a:gs pos="85714">
                  <a:srgbClr val="FFFFFF">
                    <a:alpha val="1125"/>
                  </a:srgbClr>
                </a:gs>
                <a:gs pos="100000">
                  <a:srgbClr val="FFFFFF">
                    <a:alpha val="3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4" name="Splat 354"/>
            <p:cNvSpPr>
              <a:spLocks noGrp="1"/>
            </p:cNvSpPr>
            <p:nvPr/>
          </p:nvSpPr>
          <p:spPr>
            <a:xfrm rot="-9266610">
              <a:off x="2455086" y="1812960"/>
              <a:ext cx="272387" cy="98069"/>
            </a:xfrm>
            <a:prstGeom prst="ellipse">
              <a:avLst/>
            </a:prstGeom>
            <a:gradFill>
              <a:gsLst>
                <a:gs pos="0">
                  <a:srgbClr val="FEFEFE">
                    <a:alpha val="26331"/>
                  </a:srgbClr>
                </a:gs>
                <a:gs pos="14286">
                  <a:srgbClr val="FEFEFE">
                    <a:alpha val="24487"/>
                  </a:srgbClr>
                </a:gs>
                <a:gs pos="28571">
                  <a:srgbClr val="FEFEFE">
                    <a:alpha val="19594"/>
                  </a:srgbClr>
                </a:gs>
                <a:gs pos="42857">
                  <a:srgbClr val="FEFEFE">
                    <a:alpha val="13328"/>
                  </a:srgbClr>
                </a:gs>
                <a:gs pos="57143">
                  <a:srgbClr val="FEFEFE">
                    <a:alpha val="7620"/>
                  </a:srgbClr>
                </a:gs>
                <a:gs pos="71429">
                  <a:srgbClr val="FEFEFE">
                    <a:alpha val="3642"/>
                  </a:srgbClr>
                </a:gs>
                <a:gs pos="85714">
                  <a:srgbClr val="FEFEFE">
                    <a:alpha val="1456"/>
                  </a:srgbClr>
                </a:gs>
                <a:gs pos="100000">
                  <a:srgbClr val="FEFEFE">
                    <a:alpha val="4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5" name="Splat 355"/>
            <p:cNvSpPr>
              <a:spLocks noGrp="1"/>
            </p:cNvSpPr>
            <p:nvPr/>
          </p:nvSpPr>
          <p:spPr>
            <a:xfrm rot="2801718">
              <a:off x="2457237" y="1805893"/>
              <a:ext cx="279576" cy="94581"/>
            </a:xfrm>
            <a:prstGeom prst="ellipse">
              <a:avLst/>
            </a:prstGeom>
            <a:gradFill>
              <a:gsLst>
                <a:gs pos="0">
                  <a:srgbClr val="FCFCFD">
                    <a:alpha val="20049"/>
                  </a:srgbClr>
                </a:gs>
                <a:gs pos="14286">
                  <a:srgbClr val="FCFCFD">
                    <a:alpha val="18589"/>
                  </a:srgbClr>
                </a:gs>
                <a:gs pos="28571">
                  <a:srgbClr val="FCFCFD">
                    <a:alpha val="14759"/>
                  </a:srgbClr>
                </a:gs>
                <a:gs pos="42857">
                  <a:srgbClr val="FCFCFD">
                    <a:alpha val="9944"/>
                  </a:srgbClr>
                </a:gs>
                <a:gs pos="57143">
                  <a:srgbClr val="FCFCFD">
                    <a:alpha val="5638"/>
                  </a:srgbClr>
                </a:gs>
                <a:gs pos="71429">
                  <a:srgbClr val="FCFCFD">
                    <a:alpha val="2680"/>
                  </a:srgbClr>
                </a:gs>
                <a:gs pos="85714">
                  <a:srgbClr val="FCFCFD">
                    <a:alpha val="1068"/>
                  </a:srgbClr>
                </a:gs>
                <a:gs pos="100000">
                  <a:srgbClr val="FCFCFD">
                    <a:alpha val="3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6" name="Splat 356"/>
            <p:cNvSpPr>
              <a:spLocks noGrp="1"/>
            </p:cNvSpPr>
            <p:nvPr/>
          </p:nvSpPr>
          <p:spPr>
            <a:xfrm rot="10185201">
              <a:off x="2222230" y="1796006"/>
              <a:ext cx="344090" cy="90559"/>
            </a:xfrm>
            <a:prstGeom prst="ellipse">
              <a:avLst/>
            </a:prstGeom>
            <a:gradFill>
              <a:gsLst>
                <a:gs pos="0">
                  <a:srgbClr val="FEFDFE">
                    <a:alpha val="12179"/>
                  </a:srgbClr>
                </a:gs>
                <a:gs pos="14286">
                  <a:srgbClr val="FEFDFE">
                    <a:alpha val="11252"/>
                  </a:srgbClr>
                </a:gs>
                <a:gs pos="28571">
                  <a:srgbClr val="FEFDFE">
                    <a:alpha val="8851"/>
                  </a:srgbClr>
                </a:gs>
                <a:gs pos="42857">
                  <a:srgbClr val="FEFDFE">
                    <a:alpha val="5898"/>
                  </a:srgbClr>
                </a:gs>
                <a:gs pos="57143">
                  <a:srgbClr val="FEFDFE">
                    <a:alpha val="3312"/>
                  </a:srgbClr>
                </a:gs>
                <a:gs pos="71429">
                  <a:srgbClr val="FEFDFE">
                    <a:alpha val="1564"/>
                  </a:srgbClr>
                </a:gs>
                <a:gs pos="85714">
                  <a:srgbClr val="FEFDFE">
                    <a:alpha val="622"/>
                  </a:srgbClr>
                </a:gs>
                <a:gs pos="100000">
                  <a:srgbClr val="FEFDFE">
                    <a:alpha val="2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7" name="Splat 357"/>
            <p:cNvSpPr>
              <a:spLocks noGrp="1"/>
            </p:cNvSpPr>
            <p:nvPr/>
          </p:nvSpPr>
          <p:spPr>
            <a:xfrm rot="3387899">
              <a:off x="2491418" y="1849516"/>
              <a:ext cx="289378" cy="75239"/>
            </a:xfrm>
            <a:prstGeom prst="ellipse">
              <a:avLst/>
            </a:prstGeom>
            <a:gradFill>
              <a:gsLst>
                <a:gs pos="0">
                  <a:srgbClr val="FCFCFC">
                    <a:alpha val="23247"/>
                  </a:srgbClr>
                </a:gs>
                <a:gs pos="14286">
                  <a:srgbClr val="FCFCFC">
                    <a:alpha val="21586"/>
                  </a:srgbClr>
                </a:gs>
                <a:gs pos="28571">
                  <a:srgbClr val="FCFCFC">
                    <a:alpha val="17206"/>
                  </a:srgbClr>
                </a:gs>
                <a:gs pos="42857">
                  <a:srgbClr val="FCFCFC">
                    <a:alpha val="11648"/>
                  </a:srgbClr>
                </a:gs>
                <a:gs pos="57143">
                  <a:srgbClr val="FCFCFC">
                    <a:alpha val="6632"/>
                  </a:srgbClr>
                </a:gs>
                <a:gs pos="71429">
                  <a:srgbClr val="FCFCFC">
                    <a:alpha val="3161"/>
                  </a:srgbClr>
                </a:gs>
                <a:gs pos="85714">
                  <a:srgbClr val="FCFCFC">
                    <a:alpha val="1262"/>
                  </a:srgbClr>
                </a:gs>
                <a:gs pos="100000">
                  <a:srgbClr val="FCFCFC">
                    <a:alpha val="4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8" name="Splat 358"/>
            <p:cNvSpPr>
              <a:spLocks noGrp="1"/>
            </p:cNvSpPr>
            <p:nvPr/>
          </p:nvSpPr>
          <p:spPr>
            <a:xfrm rot="-10452379">
              <a:off x="2554127" y="2021758"/>
              <a:ext cx="233054" cy="226175"/>
            </a:xfrm>
            <a:prstGeom prst="ellipse">
              <a:avLst/>
            </a:prstGeom>
            <a:gradFill>
              <a:gsLst>
                <a:gs pos="0">
                  <a:srgbClr val="ACABAC">
                    <a:alpha val="4673"/>
                  </a:srgbClr>
                </a:gs>
                <a:gs pos="14286">
                  <a:srgbClr val="ACABAC">
                    <a:alpha val="4303"/>
                  </a:srgbClr>
                </a:gs>
                <a:gs pos="28571">
                  <a:srgbClr val="ACABAC">
                    <a:alpha val="3357"/>
                  </a:srgbClr>
                </a:gs>
                <a:gs pos="42857">
                  <a:srgbClr val="ACABAC">
                    <a:alpha val="2215"/>
                  </a:srgbClr>
                </a:gs>
                <a:gs pos="57143">
                  <a:srgbClr val="ACABAC">
                    <a:alpha val="1234"/>
                  </a:srgbClr>
                </a:gs>
                <a:gs pos="71429">
                  <a:srgbClr val="ACABAC">
                    <a:alpha val="579"/>
                  </a:srgbClr>
                </a:gs>
                <a:gs pos="85714">
                  <a:srgbClr val="ACABAC">
                    <a:alpha val="229"/>
                  </a:srgbClr>
                </a:gs>
                <a:gs pos="100000">
                  <a:srgbClr val="ACABAC">
                    <a:alpha val="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9" name="Splat 359"/>
            <p:cNvSpPr>
              <a:spLocks noGrp="1"/>
            </p:cNvSpPr>
            <p:nvPr/>
          </p:nvSpPr>
          <p:spPr>
            <a:xfrm rot="5182353">
              <a:off x="2510224" y="2080795"/>
              <a:ext cx="302136" cy="125408"/>
            </a:xfrm>
            <a:prstGeom prst="ellipse">
              <a:avLst/>
            </a:prstGeom>
            <a:gradFill>
              <a:gsLst>
                <a:gs pos="0">
                  <a:srgbClr val="F2F2F2">
                    <a:alpha val="23134"/>
                  </a:srgbClr>
                </a:gs>
                <a:gs pos="14286">
                  <a:srgbClr val="F2F2F2">
                    <a:alpha val="21481"/>
                  </a:srgbClr>
                </a:gs>
                <a:gs pos="28571">
                  <a:srgbClr val="F2F2F2">
                    <a:alpha val="17119"/>
                  </a:srgbClr>
                </a:gs>
                <a:gs pos="42857">
                  <a:srgbClr val="F2F2F2">
                    <a:alpha val="11588"/>
                  </a:srgbClr>
                </a:gs>
                <a:gs pos="57143">
                  <a:srgbClr val="F2F2F2">
                    <a:alpha val="6597"/>
                  </a:srgbClr>
                </a:gs>
                <a:gs pos="71429">
                  <a:srgbClr val="F2F2F2">
                    <a:alpha val="3144"/>
                  </a:srgbClr>
                </a:gs>
                <a:gs pos="85714">
                  <a:srgbClr val="F2F2F2">
                    <a:alpha val="1255"/>
                  </a:srgbClr>
                </a:gs>
                <a:gs pos="100000">
                  <a:srgbClr val="F2F2F2">
                    <a:alpha val="4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0" name="Splat 360"/>
            <p:cNvSpPr>
              <a:spLocks noGrp="1"/>
            </p:cNvSpPr>
            <p:nvPr/>
          </p:nvSpPr>
          <p:spPr>
            <a:xfrm rot="4350131">
              <a:off x="2070652" y="2084997"/>
              <a:ext cx="267533" cy="64035"/>
            </a:xfrm>
            <a:prstGeom prst="ellipse">
              <a:avLst/>
            </a:prstGeom>
            <a:gradFill>
              <a:gsLst>
                <a:gs pos="0">
                  <a:srgbClr val="B9B9B9">
                    <a:alpha val="6870"/>
                  </a:srgbClr>
                </a:gs>
                <a:gs pos="14286">
                  <a:srgbClr val="B9B9B9">
                    <a:alpha val="6332"/>
                  </a:srgbClr>
                </a:gs>
                <a:gs pos="28571">
                  <a:srgbClr val="B9B9B9">
                    <a:alpha val="4952"/>
                  </a:srgbClr>
                </a:gs>
                <a:gs pos="42857">
                  <a:srgbClr val="B9B9B9">
                    <a:alpha val="3277"/>
                  </a:srgbClr>
                </a:gs>
                <a:gs pos="57143">
                  <a:srgbClr val="B9B9B9">
                    <a:alpha val="1829"/>
                  </a:srgbClr>
                </a:gs>
                <a:gs pos="71429">
                  <a:srgbClr val="B9B9B9">
                    <a:alpha val="860"/>
                  </a:srgbClr>
                </a:gs>
                <a:gs pos="85714">
                  <a:srgbClr val="B9B9B9">
                    <a:alpha val="341"/>
                  </a:srgbClr>
                </a:gs>
                <a:gs pos="100000">
                  <a:srgbClr val="B9B9B9">
                    <a:alpha val="1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1" name="Splat 361"/>
            <p:cNvSpPr>
              <a:spLocks noGrp="1"/>
            </p:cNvSpPr>
            <p:nvPr/>
          </p:nvSpPr>
          <p:spPr>
            <a:xfrm rot="-8414991">
              <a:off x="2428993" y="1867464"/>
              <a:ext cx="381514" cy="100182"/>
            </a:xfrm>
            <a:prstGeom prst="ellipse">
              <a:avLst/>
            </a:prstGeom>
            <a:gradFill>
              <a:gsLst>
                <a:gs pos="0">
                  <a:srgbClr val="EEEEEE">
                    <a:alpha val="22096"/>
                  </a:srgbClr>
                </a:gs>
                <a:gs pos="14286">
                  <a:srgbClr val="EEEEEE">
                    <a:alpha val="20507"/>
                  </a:srgbClr>
                </a:gs>
                <a:gs pos="28571">
                  <a:srgbClr val="EEEEEE">
                    <a:alpha val="16322"/>
                  </a:srgbClr>
                </a:gs>
                <a:gs pos="42857">
                  <a:srgbClr val="EEEEEE">
                    <a:alpha val="11031"/>
                  </a:srgbClr>
                </a:gs>
                <a:gs pos="57143">
                  <a:srgbClr val="EEEEEE">
                    <a:alpha val="6271"/>
                  </a:srgbClr>
                </a:gs>
                <a:gs pos="71429">
                  <a:srgbClr val="EEEEEE">
                    <a:alpha val="2986"/>
                  </a:srgbClr>
                </a:gs>
                <a:gs pos="85714">
                  <a:srgbClr val="EEEEEE">
                    <a:alpha val="1192"/>
                  </a:srgbClr>
                </a:gs>
                <a:gs pos="100000">
                  <a:srgbClr val="EEEEEE">
                    <a:alpha val="4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2" name="Splat 362"/>
            <p:cNvSpPr>
              <a:spLocks noGrp="1"/>
            </p:cNvSpPr>
            <p:nvPr/>
          </p:nvSpPr>
          <p:spPr>
            <a:xfrm rot="6322730">
              <a:off x="2219389" y="1790657"/>
              <a:ext cx="341030" cy="153126"/>
            </a:xfrm>
            <a:prstGeom prst="ellipse">
              <a:avLst/>
            </a:prstGeom>
            <a:gradFill>
              <a:gsLst>
                <a:gs pos="0">
                  <a:srgbClr val="F5F0F7">
                    <a:alpha val="2340"/>
                  </a:srgbClr>
                </a:gs>
                <a:gs pos="14286">
                  <a:srgbClr val="F5F0F7">
                    <a:alpha val="2152"/>
                  </a:srgbClr>
                </a:gs>
                <a:gs pos="28571">
                  <a:srgbClr val="F5F0F7">
                    <a:alpha val="1675"/>
                  </a:srgbClr>
                </a:gs>
                <a:gs pos="42857">
                  <a:srgbClr val="F5F0F7">
                    <a:alpha val="1102"/>
                  </a:srgbClr>
                </a:gs>
                <a:gs pos="57143">
                  <a:srgbClr val="F5F0F7">
                    <a:alpha val="612"/>
                  </a:srgbClr>
                </a:gs>
                <a:gs pos="71429">
                  <a:srgbClr val="F5F0F7">
                    <a:alpha val="287"/>
                  </a:srgbClr>
                </a:gs>
                <a:gs pos="85714">
                  <a:srgbClr val="F5F0F7">
                    <a:alpha val="114"/>
                  </a:srgbClr>
                </a:gs>
                <a:gs pos="100000">
                  <a:srgbClr val="F5F0F7">
                    <a:alpha val="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3" name="Splat 363"/>
            <p:cNvSpPr>
              <a:spLocks noGrp="1"/>
            </p:cNvSpPr>
            <p:nvPr/>
          </p:nvSpPr>
          <p:spPr>
            <a:xfrm rot="-8375392">
              <a:off x="2283668" y="1739236"/>
              <a:ext cx="366002" cy="96139"/>
            </a:xfrm>
            <a:prstGeom prst="ellipse">
              <a:avLst/>
            </a:prstGeom>
            <a:gradFill>
              <a:gsLst>
                <a:gs pos="0">
                  <a:srgbClr val="FFFEFF">
                    <a:alpha val="26060"/>
                  </a:srgbClr>
                </a:gs>
                <a:gs pos="14286">
                  <a:srgbClr val="FFFEFF">
                    <a:alpha val="24232"/>
                  </a:srgbClr>
                </a:gs>
                <a:gs pos="28571">
                  <a:srgbClr val="FFFEFF">
                    <a:alpha val="19383"/>
                  </a:srgbClr>
                </a:gs>
                <a:gs pos="42857">
                  <a:srgbClr val="FFFEFF">
                    <a:alpha val="13179"/>
                  </a:srgbClr>
                </a:gs>
                <a:gs pos="57143">
                  <a:srgbClr val="FFFEFF">
                    <a:alpha val="7532"/>
                  </a:srgbClr>
                </a:gs>
                <a:gs pos="71429">
                  <a:srgbClr val="FFFEFF">
                    <a:alpha val="3599"/>
                  </a:srgbClr>
                </a:gs>
                <a:gs pos="85714">
                  <a:srgbClr val="FFFEFF">
                    <a:alpha val="1439"/>
                  </a:srgbClr>
                </a:gs>
                <a:gs pos="100000">
                  <a:srgbClr val="FFFEFF">
                    <a:alpha val="4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4" name="Splat 364"/>
            <p:cNvSpPr>
              <a:spLocks noGrp="1"/>
            </p:cNvSpPr>
            <p:nvPr/>
          </p:nvSpPr>
          <p:spPr>
            <a:xfrm rot="8174955">
              <a:off x="1974607" y="1796220"/>
              <a:ext cx="352646" cy="94592"/>
            </a:xfrm>
            <a:prstGeom prst="ellipse">
              <a:avLst/>
            </a:prstGeom>
            <a:gradFill>
              <a:gsLst>
                <a:gs pos="0">
                  <a:srgbClr val="FFFFFF">
                    <a:alpha val="32136"/>
                  </a:srgbClr>
                </a:gs>
                <a:gs pos="14286">
                  <a:srgbClr val="FFFFFF">
                    <a:alpha val="29975"/>
                  </a:srgbClr>
                </a:gs>
                <a:gs pos="28571">
                  <a:srgbClr val="FFFFFF">
                    <a:alpha val="24169"/>
                  </a:srgbClr>
                </a:gs>
                <a:gs pos="42857">
                  <a:srgbClr val="FFFFFF">
                    <a:alpha val="16595"/>
                  </a:srgbClr>
                </a:gs>
                <a:gs pos="57143">
                  <a:srgbClr val="FFFFFF">
                    <a:alpha val="9566"/>
                  </a:srgbClr>
                </a:gs>
                <a:gs pos="71429">
                  <a:srgbClr val="FFFFFF">
                    <a:alpha val="4598"/>
                  </a:srgbClr>
                </a:gs>
                <a:gs pos="85714">
                  <a:srgbClr val="FFFFFF">
                    <a:alpha val="1844"/>
                  </a:srgbClr>
                </a:gs>
                <a:gs pos="100000">
                  <a:srgbClr val="FFFFFF">
                    <a:alpha val="6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5" name="Splat 365"/>
            <p:cNvSpPr>
              <a:spLocks noGrp="1"/>
            </p:cNvSpPr>
            <p:nvPr/>
          </p:nvSpPr>
          <p:spPr>
            <a:xfrm rot="5662309">
              <a:off x="2035967" y="1945662"/>
              <a:ext cx="327309" cy="77254"/>
            </a:xfrm>
            <a:prstGeom prst="ellipse">
              <a:avLst/>
            </a:prstGeom>
            <a:gradFill>
              <a:gsLst>
                <a:gs pos="0">
                  <a:srgbClr val="CCCDCD">
                    <a:alpha val="18970"/>
                  </a:srgbClr>
                </a:gs>
                <a:gs pos="14286">
                  <a:srgbClr val="CCCDCD">
                    <a:alpha val="17579"/>
                  </a:srgbClr>
                </a:gs>
                <a:gs pos="28571">
                  <a:srgbClr val="CCCDCD">
                    <a:alpha val="13939"/>
                  </a:srgbClr>
                </a:gs>
                <a:gs pos="42857">
                  <a:srgbClr val="CCCDCD">
                    <a:alpha val="9377"/>
                  </a:srgbClr>
                </a:gs>
                <a:gs pos="57143">
                  <a:srgbClr val="CCCDCD">
                    <a:alpha val="5310"/>
                  </a:srgbClr>
                </a:gs>
                <a:gs pos="71429">
                  <a:srgbClr val="CCCDCD">
                    <a:alpha val="2521"/>
                  </a:srgbClr>
                </a:gs>
                <a:gs pos="85714">
                  <a:srgbClr val="CCCDCD">
                    <a:alpha val="1005"/>
                  </a:srgbClr>
                </a:gs>
                <a:gs pos="100000">
                  <a:srgbClr val="CCCDCD">
                    <a:alpha val="3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6" name="Splat 366"/>
            <p:cNvSpPr>
              <a:spLocks noGrp="1"/>
            </p:cNvSpPr>
            <p:nvPr/>
          </p:nvSpPr>
          <p:spPr>
            <a:xfrm rot="10090314">
              <a:off x="2040296" y="1869037"/>
              <a:ext cx="342970" cy="212599"/>
            </a:xfrm>
            <a:prstGeom prst="ellipse">
              <a:avLst/>
            </a:prstGeom>
            <a:gradFill>
              <a:gsLst>
                <a:gs pos="0">
                  <a:srgbClr val="E9E9E9">
                    <a:alpha val="22213"/>
                  </a:srgbClr>
                </a:gs>
                <a:gs pos="14286">
                  <a:srgbClr val="E9E9E9">
                    <a:alpha val="20617"/>
                  </a:srgbClr>
                </a:gs>
                <a:gs pos="28571">
                  <a:srgbClr val="E9E9E9">
                    <a:alpha val="16412"/>
                  </a:srgbClr>
                </a:gs>
                <a:gs pos="42857">
                  <a:srgbClr val="E9E9E9">
                    <a:alpha val="11094"/>
                  </a:srgbClr>
                </a:gs>
                <a:gs pos="57143">
                  <a:srgbClr val="E9E9E9">
                    <a:alpha val="6308"/>
                  </a:srgbClr>
                </a:gs>
                <a:gs pos="71429">
                  <a:srgbClr val="E9E9E9">
                    <a:alpha val="3004"/>
                  </a:srgbClr>
                </a:gs>
                <a:gs pos="85714">
                  <a:srgbClr val="E9E9E9">
                    <a:alpha val="1199"/>
                  </a:srgbClr>
                </a:gs>
                <a:gs pos="100000">
                  <a:srgbClr val="E9E9E9">
                    <a:alpha val="4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7" name="Splat 367"/>
            <p:cNvSpPr>
              <a:spLocks noGrp="1"/>
            </p:cNvSpPr>
            <p:nvPr/>
          </p:nvSpPr>
          <p:spPr>
            <a:xfrm rot="5749493">
              <a:off x="2496199" y="1923912"/>
              <a:ext cx="316528" cy="138863"/>
            </a:xfrm>
            <a:prstGeom prst="ellipse">
              <a:avLst/>
            </a:prstGeom>
            <a:gradFill>
              <a:gsLst>
                <a:gs pos="0">
                  <a:srgbClr val="F2F2F2">
                    <a:alpha val="32045"/>
                  </a:srgbClr>
                </a:gs>
                <a:gs pos="14286">
                  <a:srgbClr val="F2F2F2">
                    <a:alpha val="29888"/>
                  </a:srgbClr>
                </a:gs>
                <a:gs pos="28571">
                  <a:srgbClr val="F2F2F2">
                    <a:alpha val="24096"/>
                  </a:srgbClr>
                </a:gs>
                <a:gs pos="42857">
                  <a:srgbClr val="F2F2F2">
                    <a:alpha val="16543"/>
                  </a:srgbClr>
                </a:gs>
                <a:gs pos="57143">
                  <a:srgbClr val="F2F2F2">
                    <a:alpha val="9535"/>
                  </a:srgbClr>
                </a:gs>
                <a:gs pos="71429">
                  <a:srgbClr val="F2F2F2">
                    <a:alpha val="4582"/>
                  </a:srgbClr>
                </a:gs>
                <a:gs pos="85714">
                  <a:srgbClr val="F2F2F2">
                    <a:alpha val="1838"/>
                  </a:srgbClr>
                </a:gs>
                <a:gs pos="100000">
                  <a:srgbClr val="F2F2F2">
                    <a:alpha val="6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8" name="Splat 368"/>
            <p:cNvSpPr>
              <a:spLocks noGrp="1"/>
            </p:cNvSpPr>
            <p:nvPr/>
          </p:nvSpPr>
          <p:spPr>
            <a:xfrm rot="9671436">
              <a:off x="2445871" y="1918489"/>
              <a:ext cx="325184" cy="103061"/>
            </a:xfrm>
            <a:prstGeom prst="ellipse">
              <a:avLst/>
            </a:prstGeom>
            <a:gradFill>
              <a:gsLst>
                <a:gs pos="0">
                  <a:srgbClr val="CBCCCC">
                    <a:alpha val="23233"/>
                  </a:srgbClr>
                </a:gs>
                <a:gs pos="14286">
                  <a:srgbClr val="CBCCCC">
                    <a:alpha val="21574"/>
                  </a:srgbClr>
                </a:gs>
                <a:gs pos="28571">
                  <a:srgbClr val="CBCCCC">
                    <a:alpha val="17195"/>
                  </a:srgbClr>
                </a:gs>
                <a:gs pos="42857">
                  <a:srgbClr val="CBCCCC">
                    <a:alpha val="11641"/>
                  </a:srgbClr>
                </a:gs>
                <a:gs pos="57143">
                  <a:srgbClr val="CBCCCC">
                    <a:alpha val="6628"/>
                  </a:srgbClr>
                </a:gs>
                <a:gs pos="71429">
                  <a:srgbClr val="CBCCCC">
                    <a:alpha val="3159"/>
                  </a:srgbClr>
                </a:gs>
                <a:gs pos="85714">
                  <a:srgbClr val="CBCCCC">
                    <a:alpha val="1261"/>
                  </a:srgbClr>
                </a:gs>
                <a:gs pos="100000">
                  <a:srgbClr val="CBCCCC">
                    <a:alpha val="4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9" name="Splat 369"/>
            <p:cNvSpPr>
              <a:spLocks noGrp="1"/>
            </p:cNvSpPr>
            <p:nvPr/>
          </p:nvSpPr>
          <p:spPr>
            <a:xfrm rot="3888536">
              <a:off x="2356799" y="1800568"/>
              <a:ext cx="368004" cy="107788"/>
            </a:xfrm>
            <a:prstGeom prst="ellipse">
              <a:avLst/>
            </a:prstGeom>
            <a:gradFill>
              <a:gsLst>
                <a:gs pos="0">
                  <a:srgbClr val="FFFFFF">
                    <a:alpha val="27767"/>
                  </a:srgbClr>
                </a:gs>
                <a:gs pos="14286">
                  <a:srgbClr val="FFFFFF">
                    <a:alpha val="25842"/>
                  </a:srgbClr>
                </a:gs>
                <a:gs pos="28571">
                  <a:srgbClr val="FFFFFF">
                    <a:alpha val="20716"/>
                  </a:srgbClr>
                </a:gs>
                <a:gs pos="42857">
                  <a:srgbClr val="FFFFFF">
                    <a:alpha val="14123"/>
                  </a:srgbClr>
                </a:gs>
                <a:gs pos="57143">
                  <a:srgbClr val="FFFFFF">
                    <a:alpha val="8091"/>
                  </a:srgbClr>
                </a:gs>
                <a:gs pos="71429">
                  <a:srgbClr val="FFFFFF">
                    <a:alpha val="3872"/>
                  </a:srgbClr>
                </a:gs>
                <a:gs pos="85714">
                  <a:srgbClr val="FFFFFF">
                    <a:alpha val="1550"/>
                  </a:srgbClr>
                </a:gs>
                <a:gs pos="100000">
                  <a:srgbClr val="FFFFFF">
                    <a:alpha val="5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0" name="Splat 370"/>
            <p:cNvSpPr>
              <a:spLocks noGrp="1"/>
            </p:cNvSpPr>
            <p:nvPr/>
          </p:nvSpPr>
          <p:spPr>
            <a:xfrm rot="-8780997">
              <a:off x="2368391" y="1753065"/>
              <a:ext cx="321310" cy="60067"/>
            </a:xfrm>
            <a:prstGeom prst="ellipse">
              <a:avLst/>
            </a:prstGeom>
            <a:gradFill>
              <a:gsLst>
                <a:gs pos="0">
                  <a:srgbClr val="FFFFFF">
                    <a:alpha val="10223"/>
                  </a:srgbClr>
                </a:gs>
                <a:gs pos="14286">
                  <a:srgbClr val="FFFFFF">
                    <a:alpha val="9436"/>
                  </a:srgbClr>
                </a:gs>
                <a:gs pos="28571">
                  <a:srgbClr val="FFFFFF">
                    <a:alpha val="7407"/>
                  </a:srgbClr>
                </a:gs>
                <a:gs pos="42857">
                  <a:srgbClr val="FFFFFF">
                    <a:alpha val="4923"/>
                  </a:srgbClr>
                </a:gs>
                <a:gs pos="57143">
                  <a:srgbClr val="FFFFFF">
                    <a:alpha val="2758"/>
                  </a:srgbClr>
                </a:gs>
                <a:gs pos="71429">
                  <a:srgbClr val="FFFFFF">
                    <a:alpha val="1301"/>
                  </a:srgbClr>
                </a:gs>
                <a:gs pos="85714">
                  <a:srgbClr val="FFFFFF">
                    <a:alpha val="516"/>
                  </a:srgbClr>
                </a:gs>
                <a:gs pos="100000">
                  <a:srgbClr val="FFFFFF">
                    <a:alpha val="1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1" name="Splat 371"/>
            <p:cNvSpPr>
              <a:spLocks noGrp="1"/>
            </p:cNvSpPr>
            <p:nvPr/>
          </p:nvSpPr>
          <p:spPr>
            <a:xfrm rot="3995057">
              <a:off x="1987491" y="2224007"/>
              <a:ext cx="342315" cy="115120"/>
            </a:xfrm>
            <a:prstGeom prst="ellipse">
              <a:avLst/>
            </a:prstGeom>
            <a:gradFill>
              <a:gsLst>
                <a:gs pos="0">
                  <a:srgbClr val="E9E8E9">
                    <a:alpha val="27157"/>
                  </a:srgbClr>
                </a:gs>
                <a:gs pos="14286">
                  <a:srgbClr val="E9E8E9">
                    <a:alpha val="25266"/>
                  </a:srgbClr>
                </a:gs>
                <a:gs pos="28571">
                  <a:srgbClr val="E9E8E9">
                    <a:alpha val="20238"/>
                  </a:srgbClr>
                </a:gs>
                <a:gs pos="42857">
                  <a:srgbClr val="E9E8E9">
                    <a:alpha val="13784"/>
                  </a:srgbClr>
                </a:gs>
                <a:gs pos="57143">
                  <a:srgbClr val="E9E8E9">
                    <a:alpha val="7890"/>
                  </a:srgbClr>
                </a:gs>
                <a:gs pos="71429">
                  <a:srgbClr val="E9E8E9">
                    <a:alpha val="3774"/>
                  </a:srgbClr>
                </a:gs>
                <a:gs pos="85714">
                  <a:srgbClr val="E9E8E9">
                    <a:alpha val="1510"/>
                  </a:srgbClr>
                </a:gs>
                <a:gs pos="100000">
                  <a:srgbClr val="E9E8E9">
                    <a:alpha val="5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2" name="Splat 372"/>
            <p:cNvSpPr>
              <a:spLocks noGrp="1"/>
            </p:cNvSpPr>
            <p:nvPr/>
          </p:nvSpPr>
          <p:spPr>
            <a:xfrm rot="8773231">
              <a:off x="2420435" y="2288492"/>
              <a:ext cx="304323" cy="66841"/>
            </a:xfrm>
            <a:prstGeom prst="ellipse">
              <a:avLst/>
            </a:prstGeom>
            <a:gradFill>
              <a:gsLst>
                <a:gs pos="0">
                  <a:srgbClr val="FFFFFE">
                    <a:alpha val="32907"/>
                  </a:srgbClr>
                </a:gs>
                <a:gs pos="14286">
                  <a:srgbClr val="FFFFFE">
                    <a:alpha val="30706"/>
                  </a:srgbClr>
                </a:gs>
                <a:gs pos="28571">
                  <a:srgbClr val="FFFFFE">
                    <a:alpha val="24784"/>
                  </a:srgbClr>
                </a:gs>
                <a:gs pos="42857">
                  <a:srgbClr val="FFFFFE">
                    <a:alpha val="17040"/>
                  </a:srgbClr>
                </a:gs>
                <a:gs pos="57143">
                  <a:srgbClr val="FFFFFE">
                    <a:alpha val="9834"/>
                  </a:srgbClr>
                </a:gs>
                <a:gs pos="71429">
                  <a:srgbClr val="FFFFFE">
                    <a:alpha val="4730"/>
                  </a:srgbClr>
                </a:gs>
                <a:gs pos="85714">
                  <a:srgbClr val="FFFFFE">
                    <a:alpha val="1898"/>
                  </a:srgbClr>
                </a:gs>
                <a:gs pos="100000">
                  <a:srgbClr val="FFFFFE">
                    <a:alpha val="6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3" name="Splat 373"/>
            <p:cNvSpPr>
              <a:spLocks noGrp="1"/>
            </p:cNvSpPr>
            <p:nvPr/>
          </p:nvSpPr>
          <p:spPr>
            <a:xfrm rot="7461193">
              <a:off x="2241646" y="1839654"/>
              <a:ext cx="327133" cy="82810"/>
            </a:xfrm>
            <a:prstGeom prst="ellipse">
              <a:avLst/>
            </a:prstGeom>
            <a:gradFill>
              <a:gsLst>
                <a:gs pos="0">
                  <a:srgbClr val="FEFEFD">
                    <a:alpha val="15747"/>
                  </a:srgbClr>
                </a:gs>
                <a:gs pos="14286">
                  <a:srgbClr val="FEFEFD">
                    <a:alpha val="14571"/>
                  </a:srgbClr>
                </a:gs>
                <a:gs pos="28571">
                  <a:srgbClr val="FEFEFD">
                    <a:alpha val="11510"/>
                  </a:srgbClr>
                </a:gs>
                <a:gs pos="42857">
                  <a:srgbClr val="FEFEFD">
                    <a:alpha val="7707"/>
                  </a:srgbClr>
                </a:gs>
                <a:gs pos="57143">
                  <a:srgbClr val="FEFEFD">
                    <a:alpha val="4347"/>
                  </a:srgbClr>
                </a:gs>
                <a:gs pos="71429">
                  <a:srgbClr val="FEFEFD">
                    <a:alpha val="2059"/>
                  </a:srgbClr>
                </a:gs>
                <a:gs pos="85714">
                  <a:srgbClr val="FEFEFD">
                    <a:alpha val="819"/>
                  </a:srgbClr>
                </a:gs>
                <a:gs pos="100000">
                  <a:srgbClr val="FEFEFD">
                    <a:alpha val="2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4" name="Splat 374"/>
            <p:cNvSpPr>
              <a:spLocks noGrp="1"/>
            </p:cNvSpPr>
            <p:nvPr/>
          </p:nvSpPr>
          <p:spPr>
            <a:xfrm rot="3734865">
              <a:off x="1881554" y="2103806"/>
              <a:ext cx="337074" cy="75607"/>
            </a:xfrm>
            <a:prstGeom prst="ellipse">
              <a:avLst/>
            </a:prstGeom>
            <a:gradFill>
              <a:gsLst>
                <a:gs pos="0">
                  <a:srgbClr val="DDDDDE">
                    <a:alpha val="8007"/>
                  </a:srgbClr>
                </a:gs>
                <a:gs pos="14286">
                  <a:srgbClr val="DDDDDE">
                    <a:alpha val="7384"/>
                  </a:srgbClr>
                </a:gs>
                <a:gs pos="28571">
                  <a:srgbClr val="DDDDDE">
                    <a:alpha val="5782"/>
                  </a:srgbClr>
                </a:gs>
                <a:gs pos="42857">
                  <a:srgbClr val="DDDDDE">
                    <a:alpha val="3831"/>
                  </a:srgbClr>
                </a:gs>
                <a:gs pos="57143">
                  <a:srgbClr val="DDDDDE">
                    <a:alpha val="2142"/>
                  </a:srgbClr>
                </a:gs>
                <a:gs pos="71429">
                  <a:srgbClr val="DDDDDE">
                    <a:alpha val="1008"/>
                  </a:srgbClr>
                </a:gs>
                <a:gs pos="85714">
                  <a:srgbClr val="DDDDDE">
                    <a:alpha val="400"/>
                  </a:srgbClr>
                </a:gs>
                <a:gs pos="100000">
                  <a:srgbClr val="DDDDDE">
                    <a:alpha val="1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5" name="Splat 375"/>
            <p:cNvSpPr>
              <a:spLocks noGrp="1"/>
            </p:cNvSpPr>
            <p:nvPr/>
          </p:nvSpPr>
          <p:spPr>
            <a:xfrm rot="9218451">
              <a:off x="2363148" y="2268977"/>
              <a:ext cx="344040" cy="84946"/>
            </a:xfrm>
            <a:prstGeom prst="ellipse">
              <a:avLst/>
            </a:prstGeom>
            <a:gradFill>
              <a:gsLst>
                <a:gs pos="0">
                  <a:srgbClr val="FFFFFF">
                    <a:alpha val="32308"/>
                  </a:srgbClr>
                </a:gs>
                <a:gs pos="14286">
                  <a:srgbClr val="FFFFFF">
                    <a:alpha val="30138"/>
                  </a:srgbClr>
                </a:gs>
                <a:gs pos="28571">
                  <a:srgbClr val="FFFFFF">
                    <a:alpha val="24306"/>
                  </a:srgbClr>
                </a:gs>
                <a:gs pos="42857">
                  <a:srgbClr val="FFFFFF">
                    <a:alpha val="16694"/>
                  </a:srgbClr>
                </a:gs>
                <a:gs pos="57143">
                  <a:srgbClr val="FFFFFF">
                    <a:alpha val="9625"/>
                  </a:srgbClr>
                </a:gs>
                <a:gs pos="71429">
                  <a:srgbClr val="FFFFFF">
                    <a:alpha val="4627"/>
                  </a:srgbClr>
                </a:gs>
                <a:gs pos="85714">
                  <a:srgbClr val="FFFFFF">
                    <a:alpha val="1856"/>
                  </a:srgbClr>
                </a:gs>
                <a:gs pos="100000">
                  <a:srgbClr val="FFFFFF">
                    <a:alpha val="6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6" name="Splat 376"/>
            <p:cNvSpPr>
              <a:spLocks noGrp="1"/>
            </p:cNvSpPr>
            <p:nvPr/>
          </p:nvSpPr>
          <p:spPr>
            <a:xfrm rot="4592048">
              <a:off x="1886467" y="2089594"/>
              <a:ext cx="342271" cy="85471"/>
            </a:xfrm>
            <a:prstGeom prst="ellipse">
              <a:avLst/>
            </a:prstGeom>
            <a:gradFill>
              <a:gsLst>
                <a:gs pos="0">
                  <a:srgbClr val="EDEDEE">
                    <a:alpha val="10251"/>
                  </a:srgbClr>
                </a:gs>
                <a:gs pos="14286">
                  <a:srgbClr val="EDEDEE">
                    <a:alpha val="9462"/>
                  </a:srgbClr>
                </a:gs>
                <a:gs pos="28571">
                  <a:srgbClr val="EDEDEE">
                    <a:alpha val="7428"/>
                  </a:srgbClr>
                </a:gs>
                <a:gs pos="42857">
                  <a:srgbClr val="EDEDEE">
                    <a:alpha val="4936"/>
                  </a:srgbClr>
                </a:gs>
                <a:gs pos="57143">
                  <a:srgbClr val="EDEDEE">
                    <a:alpha val="2766"/>
                  </a:srgbClr>
                </a:gs>
                <a:gs pos="71429">
                  <a:srgbClr val="EDEDEE">
                    <a:alpha val="1304"/>
                  </a:srgbClr>
                </a:gs>
                <a:gs pos="85714">
                  <a:srgbClr val="EDEDEE">
                    <a:alpha val="518"/>
                  </a:srgbClr>
                </a:gs>
                <a:gs pos="100000">
                  <a:srgbClr val="EDEDEE">
                    <a:alpha val="1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7" name="Splat 377"/>
            <p:cNvSpPr>
              <a:spLocks noGrp="1"/>
            </p:cNvSpPr>
            <p:nvPr/>
          </p:nvSpPr>
          <p:spPr>
            <a:xfrm rot="6657790">
              <a:off x="1936819" y="1854216"/>
              <a:ext cx="321514" cy="125799"/>
            </a:xfrm>
            <a:prstGeom prst="ellipse">
              <a:avLst/>
            </a:prstGeom>
            <a:gradFill>
              <a:gsLst>
                <a:gs pos="0">
                  <a:srgbClr val="FDFDFE">
                    <a:alpha val="24204"/>
                  </a:srgbClr>
                </a:gs>
                <a:gs pos="14286">
                  <a:srgbClr val="FDFDFE">
                    <a:alpha val="22486"/>
                  </a:srgbClr>
                </a:gs>
                <a:gs pos="28571">
                  <a:srgbClr val="FDFDFE">
                    <a:alpha val="17944"/>
                  </a:srgbClr>
                </a:gs>
                <a:gs pos="42857">
                  <a:srgbClr val="FDFDFE">
                    <a:alpha val="12166"/>
                  </a:srgbClr>
                </a:gs>
                <a:gs pos="57143">
                  <a:srgbClr val="FDFDFE">
                    <a:alpha val="6936"/>
                  </a:srgbClr>
                </a:gs>
                <a:gs pos="71429">
                  <a:srgbClr val="FDFDFE">
                    <a:alpha val="3309"/>
                  </a:srgbClr>
                </a:gs>
                <a:gs pos="85714">
                  <a:srgbClr val="FDFDFE">
                    <a:alpha val="1322"/>
                  </a:srgbClr>
                </a:gs>
                <a:gs pos="100000">
                  <a:srgbClr val="FDFDFE">
                    <a:alpha val="4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8" name="Splat 378"/>
            <p:cNvSpPr>
              <a:spLocks noGrp="1"/>
            </p:cNvSpPr>
            <p:nvPr/>
          </p:nvSpPr>
          <p:spPr>
            <a:xfrm rot="-9502177">
              <a:off x="2299212" y="2267157"/>
              <a:ext cx="296838" cy="101511"/>
            </a:xfrm>
            <a:prstGeom prst="ellipse">
              <a:avLst/>
            </a:prstGeom>
            <a:gradFill>
              <a:gsLst>
                <a:gs pos="0">
                  <a:srgbClr val="ECECEC">
                    <a:alpha val="17356"/>
                  </a:srgbClr>
                </a:gs>
                <a:gs pos="14286">
                  <a:srgbClr val="ECECEC">
                    <a:alpha val="16072"/>
                  </a:srgbClr>
                </a:gs>
                <a:gs pos="28571">
                  <a:srgbClr val="ECECEC">
                    <a:alpha val="12719"/>
                  </a:srgbClr>
                </a:gs>
                <a:gs pos="42857">
                  <a:srgbClr val="ECECEC">
                    <a:alpha val="8537"/>
                  </a:srgbClr>
                </a:gs>
                <a:gs pos="57143">
                  <a:srgbClr val="ECECEC">
                    <a:alpha val="4824"/>
                  </a:srgbClr>
                </a:gs>
                <a:gs pos="71429">
                  <a:srgbClr val="ECECEC">
                    <a:alpha val="2288"/>
                  </a:srgbClr>
                </a:gs>
                <a:gs pos="85714">
                  <a:srgbClr val="ECECEC">
                    <a:alpha val="911"/>
                  </a:srgbClr>
                </a:gs>
                <a:gs pos="100000">
                  <a:srgbClr val="ECECEC">
                    <a:alpha val="3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9" name="Splat 379"/>
            <p:cNvSpPr>
              <a:spLocks noGrp="1"/>
            </p:cNvSpPr>
            <p:nvPr/>
          </p:nvSpPr>
          <p:spPr>
            <a:xfrm rot="-10355221">
              <a:off x="1946770" y="1912684"/>
              <a:ext cx="218705" cy="210363"/>
            </a:xfrm>
            <a:prstGeom prst="ellipse">
              <a:avLst/>
            </a:prstGeom>
            <a:gradFill>
              <a:gsLst>
                <a:gs pos="0">
                  <a:srgbClr val="979A9C">
                    <a:alpha val="5386"/>
                  </a:srgbClr>
                </a:gs>
                <a:gs pos="14286">
                  <a:srgbClr val="979A9C">
                    <a:alpha val="4961"/>
                  </a:srgbClr>
                </a:gs>
                <a:gs pos="28571">
                  <a:srgbClr val="979A9C">
                    <a:alpha val="3874"/>
                  </a:srgbClr>
                </a:gs>
                <a:gs pos="42857">
                  <a:srgbClr val="979A9C">
                    <a:alpha val="2558"/>
                  </a:srgbClr>
                </a:gs>
                <a:gs pos="57143">
                  <a:srgbClr val="979A9C">
                    <a:alpha val="1426"/>
                  </a:srgbClr>
                </a:gs>
                <a:gs pos="71429">
                  <a:srgbClr val="979A9C">
                    <a:alpha val="670"/>
                  </a:srgbClr>
                </a:gs>
                <a:gs pos="85714">
                  <a:srgbClr val="979A9C">
                    <a:alpha val="265"/>
                  </a:srgbClr>
                </a:gs>
                <a:gs pos="100000">
                  <a:srgbClr val="979A9C">
                    <a:alpha val="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0" name="Splat 380"/>
            <p:cNvSpPr>
              <a:spLocks noGrp="1"/>
            </p:cNvSpPr>
            <p:nvPr/>
          </p:nvSpPr>
          <p:spPr>
            <a:xfrm rot="-9291852">
              <a:off x="2403385" y="1915152"/>
              <a:ext cx="369339" cy="101548"/>
            </a:xfrm>
            <a:prstGeom prst="ellipse">
              <a:avLst/>
            </a:prstGeom>
            <a:gradFill>
              <a:gsLst>
                <a:gs pos="0">
                  <a:srgbClr val="D2D2D3">
                    <a:alpha val="24200"/>
                  </a:srgbClr>
                </a:gs>
                <a:gs pos="14286">
                  <a:srgbClr val="D2D2D3">
                    <a:alpha val="22482"/>
                  </a:srgbClr>
                </a:gs>
                <a:gs pos="28571">
                  <a:srgbClr val="D2D2D3">
                    <a:alpha val="17941"/>
                  </a:srgbClr>
                </a:gs>
                <a:gs pos="42857">
                  <a:srgbClr val="D2D2D3">
                    <a:alpha val="12163"/>
                  </a:srgbClr>
                </a:gs>
                <a:gs pos="57143">
                  <a:srgbClr val="D2D2D3">
                    <a:alpha val="6934"/>
                  </a:srgbClr>
                </a:gs>
                <a:gs pos="71429">
                  <a:srgbClr val="D2D2D3">
                    <a:alpha val="3308"/>
                  </a:srgbClr>
                </a:gs>
                <a:gs pos="85714">
                  <a:srgbClr val="D2D2D3">
                    <a:alpha val="1321"/>
                  </a:srgbClr>
                </a:gs>
                <a:gs pos="100000">
                  <a:srgbClr val="D2D2D3">
                    <a:alpha val="4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1" name="Splat 381"/>
            <p:cNvSpPr>
              <a:spLocks noGrp="1"/>
            </p:cNvSpPr>
            <p:nvPr/>
          </p:nvSpPr>
          <p:spPr>
            <a:xfrm rot="-10374487">
              <a:off x="2354201" y="2089655"/>
              <a:ext cx="408856" cy="73167"/>
            </a:xfrm>
            <a:prstGeom prst="ellipse">
              <a:avLst/>
            </a:prstGeom>
            <a:gradFill>
              <a:gsLst>
                <a:gs pos="0">
                  <a:srgbClr val="F9FAF9">
                    <a:alpha val="6958"/>
                  </a:srgbClr>
                </a:gs>
                <a:gs pos="14286">
                  <a:srgbClr val="F9FAF9">
                    <a:alpha val="6414"/>
                  </a:srgbClr>
                </a:gs>
                <a:gs pos="28571">
                  <a:srgbClr val="F9FAF9">
                    <a:alpha val="5017"/>
                  </a:srgbClr>
                </a:gs>
                <a:gs pos="42857">
                  <a:srgbClr val="F9FAF9">
                    <a:alpha val="3320"/>
                  </a:srgbClr>
                </a:gs>
                <a:gs pos="57143">
                  <a:srgbClr val="F9FAF9">
                    <a:alpha val="1853"/>
                  </a:srgbClr>
                </a:gs>
                <a:gs pos="71429">
                  <a:srgbClr val="F9FAF9">
                    <a:alpha val="872"/>
                  </a:srgbClr>
                </a:gs>
                <a:gs pos="85714">
                  <a:srgbClr val="F9FAF9">
                    <a:alpha val="346"/>
                  </a:srgbClr>
                </a:gs>
                <a:gs pos="100000">
                  <a:srgbClr val="F9FAF9">
                    <a:alpha val="1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2" name="Splat 382"/>
            <p:cNvSpPr>
              <a:spLocks noGrp="1"/>
            </p:cNvSpPr>
            <p:nvPr/>
          </p:nvSpPr>
          <p:spPr>
            <a:xfrm rot="8500350">
              <a:off x="2017516" y="1760787"/>
              <a:ext cx="380333" cy="101224"/>
            </a:xfrm>
            <a:prstGeom prst="ellipse">
              <a:avLst/>
            </a:prstGeom>
            <a:gradFill>
              <a:gsLst>
                <a:gs pos="0">
                  <a:srgbClr val="FFFFFF">
                    <a:alpha val="30361"/>
                  </a:srgbClr>
                </a:gs>
                <a:gs pos="14286">
                  <a:srgbClr val="FFFFFF">
                    <a:alpha val="28293"/>
                  </a:srgbClr>
                </a:gs>
                <a:gs pos="28571">
                  <a:srgbClr val="FFFFFF">
                    <a:alpha val="22758"/>
                  </a:srgbClr>
                </a:gs>
                <a:gs pos="42857">
                  <a:srgbClr val="FFFFFF">
                    <a:alpha val="15581"/>
                  </a:srgbClr>
                </a:gs>
                <a:gs pos="57143">
                  <a:srgbClr val="FFFFFF">
                    <a:alpha val="8958"/>
                  </a:srgbClr>
                </a:gs>
                <a:gs pos="71429">
                  <a:srgbClr val="FFFFFF">
                    <a:alpha val="4298"/>
                  </a:srgbClr>
                </a:gs>
                <a:gs pos="85714">
                  <a:srgbClr val="FFFFFF">
                    <a:alpha val="1722"/>
                  </a:srgbClr>
                </a:gs>
                <a:gs pos="100000">
                  <a:srgbClr val="FFFFFF">
                    <a:alpha val="5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3" name="Splat 383"/>
            <p:cNvSpPr>
              <a:spLocks noGrp="1"/>
            </p:cNvSpPr>
            <p:nvPr/>
          </p:nvSpPr>
          <p:spPr>
            <a:xfrm rot="-10392112">
              <a:off x="2415624" y="2276770"/>
              <a:ext cx="241010" cy="88488"/>
            </a:xfrm>
            <a:prstGeom prst="ellipse">
              <a:avLst/>
            </a:prstGeom>
            <a:gradFill>
              <a:gsLst>
                <a:gs pos="0">
                  <a:srgbClr val="A6A6A6">
                    <a:alpha val="30112"/>
                  </a:srgbClr>
                </a:gs>
                <a:gs pos="14286">
                  <a:srgbClr val="A6A6A6">
                    <a:alpha val="28057"/>
                  </a:srgbClr>
                </a:gs>
                <a:gs pos="28571">
                  <a:srgbClr val="A6A6A6">
                    <a:alpha val="22561"/>
                  </a:srgbClr>
                </a:gs>
                <a:gs pos="42857">
                  <a:srgbClr val="A6A6A6">
                    <a:alpha val="15440"/>
                  </a:srgbClr>
                </a:gs>
                <a:gs pos="57143">
                  <a:srgbClr val="A6A6A6">
                    <a:alpha val="8874"/>
                  </a:srgbClr>
                </a:gs>
                <a:gs pos="71429">
                  <a:srgbClr val="A6A6A6">
                    <a:alpha val="4257"/>
                  </a:srgbClr>
                </a:gs>
                <a:gs pos="85714">
                  <a:srgbClr val="A6A6A6">
                    <a:alpha val="1705"/>
                  </a:srgbClr>
                </a:gs>
                <a:gs pos="100000">
                  <a:srgbClr val="A6A6A6">
                    <a:alpha val="5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4" name="Splat 384"/>
            <p:cNvSpPr>
              <a:spLocks noGrp="1"/>
            </p:cNvSpPr>
            <p:nvPr/>
          </p:nvSpPr>
          <p:spPr>
            <a:xfrm rot="10000571">
              <a:off x="2123611" y="2113382"/>
              <a:ext cx="337483" cy="85074"/>
            </a:xfrm>
            <a:prstGeom prst="ellipse">
              <a:avLst/>
            </a:prstGeom>
            <a:gradFill>
              <a:gsLst>
                <a:gs pos="0">
                  <a:srgbClr val="B9B9B9">
                    <a:alpha val="20611"/>
                  </a:srgbClr>
                </a:gs>
                <a:gs pos="14286">
                  <a:srgbClr val="B9B9B9">
                    <a:alpha val="19115"/>
                  </a:srgbClr>
                </a:gs>
                <a:gs pos="28571">
                  <a:srgbClr val="B9B9B9">
                    <a:alpha val="15186"/>
                  </a:srgbClr>
                </a:gs>
                <a:gs pos="42857">
                  <a:srgbClr val="B9B9B9">
                    <a:alpha val="10241"/>
                  </a:srgbClr>
                </a:gs>
                <a:gs pos="57143">
                  <a:srgbClr val="B9B9B9">
                    <a:alpha val="5811"/>
                  </a:srgbClr>
                </a:gs>
                <a:gs pos="71429">
                  <a:srgbClr val="B9B9B9">
                    <a:alpha val="2763"/>
                  </a:srgbClr>
                </a:gs>
                <a:gs pos="85714">
                  <a:srgbClr val="B9B9B9">
                    <a:alpha val="1102"/>
                  </a:srgbClr>
                </a:gs>
                <a:gs pos="100000">
                  <a:srgbClr val="B9B9B9">
                    <a:alpha val="3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5" name="Splat 385"/>
            <p:cNvSpPr>
              <a:spLocks noGrp="1"/>
            </p:cNvSpPr>
            <p:nvPr/>
          </p:nvSpPr>
          <p:spPr>
            <a:xfrm rot="5337799">
              <a:off x="2025316" y="2086307"/>
              <a:ext cx="347487" cy="50439"/>
            </a:xfrm>
            <a:prstGeom prst="ellipse">
              <a:avLst/>
            </a:prstGeom>
            <a:gradFill>
              <a:gsLst>
                <a:gs pos="0">
                  <a:srgbClr val="DBDBDB">
                    <a:alpha val="3121"/>
                  </a:srgbClr>
                </a:gs>
                <a:gs pos="14286">
                  <a:srgbClr val="DBDBDB">
                    <a:alpha val="2872"/>
                  </a:srgbClr>
                </a:gs>
                <a:gs pos="28571">
                  <a:srgbClr val="DBDBDB">
                    <a:alpha val="2237"/>
                  </a:srgbClr>
                </a:gs>
                <a:gs pos="42857">
                  <a:srgbClr val="DBDBDB">
                    <a:alpha val="1473"/>
                  </a:srgbClr>
                </a:gs>
                <a:gs pos="57143">
                  <a:srgbClr val="DBDBDB">
                    <a:alpha val="819"/>
                  </a:srgbClr>
                </a:gs>
                <a:gs pos="71429">
                  <a:srgbClr val="DBDBDB">
                    <a:alpha val="384"/>
                  </a:srgbClr>
                </a:gs>
                <a:gs pos="85714">
                  <a:srgbClr val="DBDBDB">
                    <a:alpha val="152"/>
                  </a:srgbClr>
                </a:gs>
                <a:gs pos="100000">
                  <a:srgbClr val="DBDBDB">
                    <a:alpha val="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6" name="Splat 386"/>
            <p:cNvSpPr>
              <a:spLocks noGrp="1"/>
            </p:cNvSpPr>
            <p:nvPr/>
          </p:nvSpPr>
          <p:spPr>
            <a:xfrm rot="-8306384">
              <a:off x="2476047" y="1839475"/>
              <a:ext cx="321122" cy="85779"/>
            </a:xfrm>
            <a:prstGeom prst="ellipse">
              <a:avLst/>
            </a:prstGeom>
            <a:gradFill>
              <a:gsLst>
                <a:gs pos="0">
                  <a:srgbClr val="DCDDDE">
                    <a:alpha val="9021"/>
                  </a:srgbClr>
                </a:gs>
                <a:gs pos="14286">
                  <a:srgbClr val="DCDDDE">
                    <a:alpha val="8323"/>
                  </a:srgbClr>
                </a:gs>
                <a:gs pos="28571">
                  <a:srgbClr val="DCDDDE">
                    <a:alpha val="6525"/>
                  </a:srgbClr>
                </a:gs>
                <a:gs pos="42857">
                  <a:srgbClr val="DCDDDE">
                    <a:alpha val="4329"/>
                  </a:srgbClr>
                </a:gs>
                <a:gs pos="57143">
                  <a:srgbClr val="DCDDDE">
                    <a:alpha val="2422"/>
                  </a:srgbClr>
                </a:gs>
                <a:gs pos="71429">
                  <a:srgbClr val="DCDDDE">
                    <a:alpha val="1141"/>
                  </a:srgbClr>
                </a:gs>
                <a:gs pos="85714">
                  <a:srgbClr val="DCDDDE">
                    <a:alpha val="453"/>
                  </a:srgbClr>
                </a:gs>
                <a:gs pos="100000">
                  <a:srgbClr val="DCDDDE">
                    <a:alpha val="1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7" name="Splat 387"/>
            <p:cNvSpPr>
              <a:spLocks noGrp="1"/>
            </p:cNvSpPr>
            <p:nvPr/>
          </p:nvSpPr>
          <p:spPr>
            <a:xfrm rot="-10449731">
              <a:off x="2134813" y="2285769"/>
              <a:ext cx="314093" cy="84415"/>
            </a:xfrm>
            <a:prstGeom prst="ellipse">
              <a:avLst/>
            </a:prstGeom>
            <a:gradFill>
              <a:gsLst>
                <a:gs pos="0">
                  <a:srgbClr val="A2A2A3">
                    <a:alpha val="3071"/>
                  </a:srgbClr>
                </a:gs>
                <a:gs pos="14286">
                  <a:srgbClr val="A2A2A3">
                    <a:alpha val="2826"/>
                  </a:srgbClr>
                </a:gs>
                <a:gs pos="28571">
                  <a:srgbClr val="A2A2A3">
                    <a:alpha val="2201"/>
                  </a:srgbClr>
                </a:gs>
                <a:gs pos="42857">
                  <a:srgbClr val="A2A2A3">
                    <a:alpha val="1449"/>
                  </a:srgbClr>
                </a:gs>
                <a:gs pos="57143">
                  <a:srgbClr val="A2A2A3">
                    <a:alpha val="806"/>
                  </a:srgbClr>
                </a:gs>
                <a:gs pos="71429">
                  <a:srgbClr val="A2A2A3">
                    <a:alpha val="378"/>
                  </a:srgbClr>
                </a:gs>
                <a:gs pos="85714">
                  <a:srgbClr val="A2A2A3">
                    <a:alpha val="150"/>
                  </a:srgbClr>
                </a:gs>
                <a:gs pos="100000">
                  <a:srgbClr val="A2A2A3">
                    <a:alpha val="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8" name="Splat 388"/>
            <p:cNvSpPr>
              <a:spLocks noGrp="1"/>
            </p:cNvSpPr>
            <p:nvPr/>
          </p:nvSpPr>
          <p:spPr>
            <a:xfrm rot="-10036141">
              <a:off x="1976937" y="1827909"/>
              <a:ext cx="220325" cy="206190"/>
            </a:xfrm>
            <a:prstGeom prst="ellipse">
              <a:avLst/>
            </a:prstGeom>
            <a:gradFill>
              <a:gsLst>
                <a:gs pos="0">
                  <a:srgbClr val="A0A09E">
                    <a:alpha val="5434"/>
                  </a:srgbClr>
                </a:gs>
                <a:gs pos="14286">
                  <a:srgbClr val="A0A09E">
                    <a:alpha val="5006"/>
                  </a:srgbClr>
                </a:gs>
                <a:gs pos="28571">
                  <a:srgbClr val="A0A09E">
                    <a:alpha val="3909"/>
                  </a:srgbClr>
                </a:gs>
                <a:gs pos="42857">
                  <a:srgbClr val="A0A09E">
                    <a:alpha val="2581"/>
                  </a:srgbClr>
                </a:gs>
                <a:gs pos="57143">
                  <a:srgbClr val="A0A09E">
                    <a:alpha val="1439"/>
                  </a:srgbClr>
                </a:gs>
                <a:gs pos="71429">
                  <a:srgbClr val="A0A09E">
                    <a:alpha val="676"/>
                  </a:srgbClr>
                </a:gs>
                <a:gs pos="85714">
                  <a:srgbClr val="A0A09E">
                    <a:alpha val="268"/>
                  </a:srgbClr>
                </a:gs>
                <a:gs pos="100000">
                  <a:srgbClr val="A0A09E">
                    <a:alpha val="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9" name="Splat 389"/>
            <p:cNvSpPr>
              <a:spLocks noGrp="1"/>
            </p:cNvSpPr>
            <p:nvPr/>
          </p:nvSpPr>
          <p:spPr>
            <a:xfrm rot="-10378849">
              <a:off x="2361070" y="2060056"/>
              <a:ext cx="346023" cy="84100"/>
            </a:xfrm>
            <a:prstGeom prst="ellipse">
              <a:avLst/>
            </a:prstGeom>
            <a:gradFill>
              <a:gsLst>
                <a:gs pos="0">
                  <a:srgbClr val="BEBDBD">
                    <a:alpha val="7800"/>
                  </a:srgbClr>
                </a:gs>
                <a:gs pos="14286">
                  <a:srgbClr val="BEBDBD">
                    <a:alpha val="7193"/>
                  </a:srgbClr>
                </a:gs>
                <a:gs pos="28571">
                  <a:srgbClr val="BEBDBD">
                    <a:alpha val="5631"/>
                  </a:srgbClr>
                </a:gs>
                <a:gs pos="42857">
                  <a:srgbClr val="BEBDBD">
                    <a:alpha val="3730"/>
                  </a:srgbClr>
                </a:gs>
                <a:gs pos="57143">
                  <a:srgbClr val="BEBDBD">
                    <a:alpha val="2084"/>
                  </a:srgbClr>
                </a:gs>
                <a:gs pos="71429">
                  <a:srgbClr val="BEBDBD">
                    <a:alpha val="981"/>
                  </a:srgbClr>
                </a:gs>
                <a:gs pos="85714">
                  <a:srgbClr val="BEBDBD">
                    <a:alpha val="389"/>
                  </a:srgbClr>
                </a:gs>
                <a:gs pos="100000">
                  <a:srgbClr val="BEBDBD">
                    <a:alpha val="1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0" name="Splat 390"/>
            <p:cNvSpPr>
              <a:spLocks noGrp="1"/>
            </p:cNvSpPr>
            <p:nvPr/>
          </p:nvSpPr>
          <p:spPr>
            <a:xfrm rot="10082298">
              <a:off x="2142211" y="1735532"/>
              <a:ext cx="330447" cy="85864"/>
            </a:xfrm>
            <a:prstGeom prst="ellipse">
              <a:avLst/>
            </a:prstGeom>
            <a:gradFill>
              <a:gsLst>
                <a:gs pos="0">
                  <a:srgbClr val="F0F0F0">
                    <a:alpha val="25252"/>
                  </a:srgbClr>
                </a:gs>
                <a:gs pos="14286">
                  <a:srgbClr val="F0F0F0">
                    <a:alpha val="23471"/>
                  </a:srgbClr>
                </a:gs>
                <a:gs pos="28571">
                  <a:srgbClr val="F0F0F0">
                    <a:alpha val="18755"/>
                  </a:srgbClr>
                </a:gs>
                <a:gs pos="42857">
                  <a:srgbClr val="F0F0F0">
                    <a:alpha val="12736"/>
                  </a:srgbClr>
                </a:gs>
                <a:gs pos="57143">
                  <a:srgbClr val="F0F0F0">
                    <a:alpha val="7271"/>
                  </a:srgbClr>
                </a:gs>
                <a:gs pos="71429">
                  <a:srgbClr val="F0F0F0">
                    <a:alpha val="3472"/>
                  </a:srgbClr>
                </a:gs>
                <a:gs pos="85714">
                  <a:srgbClr val="F0F0F0">
                    <a:alpha val="1388"/>
                  </a:srgbClr>
                </a:gs>
                <a:gs pos="100000">
                  <a:srgbClr val="F0F0F0">
                    <a:alpha val="4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1" name="Splat 391"/>
            <p:cNvSpPr>
              <a:spLocks noGrp="1"/>
            </p:cNvSpPr>
            <p:nvPr/>
          </p:nvSpPr>
          <p:spPr>
            <a:xfrm rot="3876613">
              <a:off x="1897751" y="2150676"/>
              <a:ext cx="337721" cy="83195"/>
            </a:xfrm>
            <a:prstGeom prst="ellipse">
              <a:avLst/>
            </a:prstGeom>
            <a:gradFill>
              <a:gsLst>
                <a:gs pos="0">
                  <a:srgbClr val="F8F8F8">
                    <a:alpha val="20421"/>
                  </a:srgbClr>
                </a:gs>
                <a:gs pos="14286">
                  <a:srgbClr val="F8F8F8">
                    <a:alpha val="18937"/>
                  </a:srgbClr>
                </a:gs>
                <a:gs pos="28571">
                  <a:srgbClr val="F8F8F8">
                    <a:alpha val="15042"/>
                  </a:srgbClr>
                </a:gs>
                <a:gs pos="42857">
                  <a:srgbClr val="F8F8F8">
                    <a:alpha val="10140"/>
                  </a:srgbClr>
                </a:gs>
                <a:gs pos="57143">
                  <a:srgbClr val="F8F8F8">
                    <a:alpha val="5752"/>
                  </a:srgbClr>
                </a:gs>
                <a:gs pos="71429">
                  <a:srgbClr val="F8F8F8">
                    <a:alpha val="2735"/>
                  </a:srgbClr>
                </a:gs>
                <a:gs pos="85714">
                  <a:srgbClr val="F8F8F8">
                    <a:alpha val="1091"/>
                  </a:srgbClr>
                </a:gs>
                <a:gs pos="100000">
                  <a:srgbClr val="F8F8F8">
                    <a:alpha val="3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2" name="Splat 392"/>
            <p:cNvSpPr>
              <a:spLocks noGrp="1"/>
            </p:cNvSpPr>
            <p:nvPr/>
          </p:nvSpPr>
          <p:spPr>
            <a:xfrm rot="6703418">
              <a:off x="2531048" y="2159400"/>
              <a:ext cx="304473" cy="53754"/>
            </a:xfrm>
            <a:prstGeom prst="ellipse">
              <a:avLst/>
            </a:prstGeom>
            <a:gradFill>
              <a:gsLst>
                <a:gs pos="0">
                  <a:srgbClr val="E2E2E3">
                    <a:alpha val="14915"/>
                  </a:srgbClr>
                </a:gs>
                <a:gs pos="14286">
                  <a:srgbClr val="E2E2E3">
                    <a:alpha val="13796"/>
                  </a:srgbClr>
                </a:gs>
                <a:gs pos="28571">
                  <a:srgbClr val="E2E2E3">
                    <a:alpha val="10887"/>
                  </a:srgbClr>
                </a:gs>
                <a:gs pos="42857">
                  <a:srgbClr val="E2E2E3">
                    <a:alpha val="7282"/>
                  </a:srgbClr>
                </a:gs>
                <a:gs pos="57143">
                  <a:srgbClr val="E2E2E3">
                    <a:alpha val="4103"/>
                  </a:srgbClr>
                </a:gs>
                <a:gs pos="71429">
                  <a:srgbClr val="E2E2E3">
                    <a:alpha val="1942"/>
                  </a:srgbClr>
                </a:gs>
                <a:gs pos="85714">
                  <a:srgbClr val="E2E2E3">
                    <a:alpha val="772"/>
                  </a:srgbClr>
                </a:gs>
                <a:gs pos="100000">
                  <a:srgbClr val="E2E2E3">
                    <a:alpha val="2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3" name="Splat 393"/>
            <p:cNvSpPr>
              <a:spLocks noGrp="1"/>
            </p:cNvSpPr>
            <p:nvPr/>
          </p:nvSpPr>
          <p:spPr>
            <a:xfrm rot="-9623886">
              <a:off x="2346202" y="2044823"/>
              <a:ext cx="342590" cy="88320"/>
            </a:xfrm>
            <a:prstGeom prst="ellipse">
              <a:avLst/>
            </a:prstGeom>
            <a:gradFill>
              <a:gsLst>
                <a:gs pos="0">
                  <a:srgbClr val="B3B3B1">
                    <a:alpha val="3896"/>
                  </a:srgbClr>
                </a:gs>
                <a:gs pos="14286">
                  <a:srgbClr val="B3B3B1">
                    <a:alpha val="3587"/>
                  </a:srgbClr>
                </a:gs>
                <a:gs pos="28571">
                  <a:srgbClr val="B3B3B1">
                    <a:alpha val="2796"/>
                  </a:srgbClr>
                </a:gs>
                <a:gs pos="42857">
                  <a:srgbClr val="B3B3B1">
                    <a:alpha val="1843"/>
                  </a:srgbClr>
                </a:gs>
                <a:gs pos="57143">
                  <a:srgbClr val="B3B3B1">
                    <a:alpha val="1025"/>
                  </a:srgbClr>
                </a:gs>
                <a:gs pos="71429">
                  <a:srgbClr val="B3B3B1">
                    <a:alpha val="481"/>
                  </a:srgbClr>
                </a:gs>
                <a:gs pos="85714">
                  <a:srgbClr val="B3B3B1">
                    <a:alpha val="191"/>
                  </a:srgbClr>
                </a:gs>
                <a:gs pos="100000">
                  <a:srgbClr val="B3B3B1">
                    <a:alpha val="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4" name="Splat 394"/>
            <p:cNvSpPr>
              <a:spLocks noGrp="1"/>
            </p:cNvSpPr>
            <p:nvPr/>
          </p:nvSpPr>
          <p:spPr>
            <a:xfrm rot="10784165">
              <a:off x="2104217" y="2020958"/>
              <a:ext cx="350718" cy="54060"/>
            </a:xfrm>
            <a:prstGeom prst="ellipse">
              <a:avLst/>
            </a:prstGeom>
            <a:gradFill>
              <a:gsLst>
                <a:gs pos="0">
                  <a:srgbClr val="E1E1DF">
                    <a:alpha val="7703"/>
                  </a:srgbClr>
                </a:gs>
                <a:gs pos="14286">
                  <a:srgbClr val="E1E1DF">
                    <a:alpha val="7102"/>
                  </a:srgbClr>
                </a:gs>
                <a:gs pos="28571">
                  <a:srgbClr val="E1E1DF">
                    <a:alpha val="5560"/>
                  </a:srgbClr>
                </a:gs>
                <a:gs pos="42857">
                  <a:srgbClr val="E1E1DF">
                    <a:alpha val="3683"/>
                  </a:srgbClr>
                </a:gs>
                <a:gs pos="57143">
                  <a:srgbClr val="E1E1DF">
                    <a:alpha val="2058"/>
                  </a:srgbClr>
                </a:gs>
                <a:gs pos="71429">
                  <a:srgbClr val="E1E1DF">
                    <a:alpha val="968"/>
                  </a:srgbClr>
                </a:gs>
                <a:gs pos="85714">
                  <a:srgbClr val="E1E1DF">
                    <a:alpha val="384"/>
                  </a:srgbClr>
                </a:gs>
                <a:gs pos="100000">
                  <a:srgbClr val="E1E1DF">
                    <a:alpha val="1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5" name="Splat 395"/>
            <p:cNvSpPr>
              <a:spLocks noGrp="1"/>
            </p:cNvSpPr>
            <p:nvPr/>
          </p:nvSpPr>
          <p:spPr>
            <a:xfrm rot="4200991">
              <a:off x="1941756" y="2145471"/>
              <a:ext cx="315896" cy="118394"/>
            </a:xfrm>
            <a:prstGeom prst="ellipse">
              <a:avLst/>
            </a:prstGeom>
            <a:gradFill>
              <a:gsLst>
                <a:gs pos="0">
                  <a:srgbClr val="EAE9EA">
                    <a:alpha val="27303"/>
                  </a:srgbClr>
                </a:gs>
                <a:gs pos="14286">
                  <a:srgbClr val="EAE9EA">
                    <a:alpha val="25404"/>
                  </a:srgbClr>
                </a:gs>
                <a:gs pos="28571">
                  <a:srgbClr val="EAE9EA">
                    <a:alpha val="20353"/>
                  </a:srgbClr>
                </a:gs>
                <a:gs pos="42857">
                  <a:srgbClr val="EAE9EA">
                    <a:alpha val="13866"/>
                  </a:srgbClr>
                </a:gs>
                <a:gs pos="57143">
                  <a:srgbClr val="EAE9EA">
                    <a:alpha val="7938"/>
                  </a:srgbClr>
                </a:gs>
                <a:gs pos="71429">
                  <a:srgbClr val="EAE9EA">
                    <a:alpha val="3797"/>
                  </a:srgbClr>
                </a:gs>
                <a:gs pos="85714">
                  <a:srgbClr val="EAE9EA">
                    <a:alpha val="1519"/>
                  </a:srgbClr>
                </a:gs>
                <a:gs pos="100000">
                  <a:srgbClr val="EAE9EA">
                    <a:alpha val="5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6" name="Splat 396"/>
            <p:cNvSpPr>
              <a:spLocks noGrp="1"/>
            </p:cNvSpPr>
            <p:nvPr/>
          </p:nvSpPr>
          <p:spPr>
            <a:xfrm rot="10241262">
              <a:off x="2299129" y="1800322"/>
              <a:ext cx="195247" cy="61737"/>
            </a:xfrm>
            <a:prstGeom prst="ellipse">
              <a:avLst/>
            </a:prstGeom>
            <a:gradFill>
              <a:gsLst>
                <a:gs pos="0">
                  <a:srgbClr val="B6B3B0">
                    <a:alpha val="2192"/>
                  </a:srgbClr>
                </a:gs>
                <a:gs pos="14286">
                  <a:srgbClr val="B6B3B0">
                    <a:alpha val="2017"/>
                  </a:srgbClr>
                </a:gs>
                <a:gs pos="28571">
                  <a:srgbClr val="B6B3B0">
                    <a:alpha val="1569"/>
                  </a:srgbClr>
                </a:gs>
                <a:gs pos="42857">
                  <a:srgbClr val="B6B3B0">
                    <a:alpha val="1032"/>
                  </a:srgbClr>
                </a:gs>
                <a:gs pos="57143">
                  <a:srgbClr val="B6B3B0">
                    <a:alpha val="573"/>
                  </a:srgbClr>
                </a:gs>
                <a:gs pos="71429">
                  <a:srgbClr val="B6B3B0">
                    <a:alpha val="269"/>
                  </a:srgbClr>
                </a:gs>
                <a:gs pos="85714">
                  <a:srgbClr val="B6B3B0">
                    <a:alpha val="106"/>
                  </a:srgbClr>
                </a:gs>
                <a:gs pos="100000">
                  <a:srgbClr val="B6B3B0">
                    <a:alpha val="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7" name="Splat 397"/>
            <p:cNvSpPr>
              <a:spLocks noGrp="1"/>
            </p:cNvSpPr>
            <p:nvPr/>
          </p:nvSpPr>
          <p:spPr>
            <a:xfrm rot="6645661">
              <a:off x="2136300" y="2171212"/>
              <a:ext cx="212214" cy="52654"/>
            </a:xfrm>
            <a:prstGeom prst="ellipse">
              <a:avLst/>
            </a:prstGeom>
            <a:gradFill>
              <a:gsLst>
                <a:gs pos="0">
                  <a:srgbClr val="CBCACA">
                    <a:alpha val="5838"/>
                  </a:srgbClr>
                </a:gs>
                <a:gs pos="14286">
                  <a:srgbClr val="CBCACA">
                    <a:alpha val="5379"/>
                  </a:srgbClr>
                </a:gs>
                <a:gs pos="28571">
                  <a:srgbClr val="CBCACA">
                    <a:alpha val="4202"/>
                  </a:srgbClr>
                </a:gs>
                <a:gs pos="42857">
                  <a:srgbClr val="CBCACA">
                    <a:alpha val="2776"/>
                  </a:srgbClr>
                </a:gs>
                <a:gs pos="57143">
                  <a:srgbClr val="CBCACA">
                    <a:alpha val="1548"/>
                  </a:srgbClr>
                </a:gs>
                <a:gs pos="71429">
                  <a:srgbClr val="CBCACA">
                    <a:alpha val="728"/>
                  </a:srgbClr>
                </a:gs>
                <a:gs pos="85714">
                  <a:srgbClr val="CBCACA">
                    <a:alpha val="288"/>
                  </a:srgbClr>
                </a:gs>
                <a:gs pos="100000">
                  <a:srgbClr val="CBCACA">
                    <a:alpha val="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8" name="Splat 398"/>
            <p:cNvSpPr>
              <a:spLocks noGrp="1"/>
            </p:cNvSpPr>
            <p:nvPr/>
          </p:nvSpPr>
          <p:spPr>
            <a:xfrm rot="-9896926">
              <a:off x="2168947" y="2019256"/>
              <a:ext cx="343436" cy="94152"/>
            </a:xfrm>
            <a:prstGeom prst="ellipse">
              <a:avLst/>
            </a:prstGeom>
            <a:gradFill>
              <a:gsLst>
                <a:gs pos="0">
                  <a:srgbClr val="EAEBEB">
                    <a:alpha val="22531"/>
                  </a:srgbClr>
                </a:gs>
                <a:gs pos="14286">
                  <a:srgbClr val="EAEBEB">
                    <a:alpha val="20915"/>
                  </a:srgbClr>
                </a:gs>
                <a:gs pos="28571">
                  <a:srgbClr val="EAEBEB">
                    <a:alpha val="16656"/>
                  </a:srgbClr>
                </a:gs>
                <a:gs pos="42857">
                  <a:srgbClr val="EAEBEB">
                    <a:alpha val="11264"/>
                  </a:srgbClr>
                </a:gs>
                <a:gs pos="57143">
                  <a:srgbClr val="EAEBEB">
                    <a:alpha val="6407"/>
                  </a:srgbClr>
                </a:gs>
                <a:gs pos="71429">
                  <a:srgbClr val="EAEBEB">
                    <a:alpha val="3052"/>
                  </a:srgbClr>
                </a:gs>
                <a:gs pos="85714">
                  <a:srgbClr val="EAEBEB">
                    <a:alpha val="1218"/>
                  </a:srgbClr>
                </a:gs>
                <a:gs pos="100000">
                  <a:srgbClr val="EAEBEB">
                    <a:alpha val="4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9" name="Splat 399"/>
            <p:cNvSpPr>
              <a:spLocks noGrp="1"/>
            </p:cNvSpPr>
            <p:nvPr/>
          </p:nvSpPr>
          <p:spPr>
            <a:xfrm rot="9372257">
              <a:off x="2225908" y="1778556"/>
              <a:ext cx="343149" cy="101618"/>
            </a:xfrm>
            <a:prstGeom prst="ellipse">
              <a:avLst/>
            </a:prstGeom>
            <a:gradFill>
              <a:gsLst>
                <a:gs pos="0">
                  <a:srgbClr val="F4F5F5">
                    <a:alpha val="18238"/>
                  </a:srgbClr>
                </a:gs>
                <a:gs pos="14286">
                  <a:srgbClr val="F4F5F5">
                    <a:alpha val="16896"/>
                  </a:srgbClr>
                </a:gs>
                <a:gs pos="28571">
                  <a:srgbClr val="F4F5F5">
                    <a:alpha val="13385"/>
                  </a:srgbClr>
                </a:gs>
                <a:gs pos="42857">
                  <a:srgbClr val="F4F5F5">
                    <a:alpha val="8995"/>
                  </a:srgbClr>
                </a:gs>
                <a:gs pos="57143">
                  <a:srgbClr val="F4F5F5">
                    <a:alpha val="5089"/>
                  </a:srgbClr>
                </a:gs>
                <a:gs pos="71429">
                  <a:srgbClr val="F4F5F5">
                    <a:alpha val="2415"/>
                  </a:srgbClr>
                </a:gs>
                <a:gs pos="85714">
                  <a:srgbClr val="F4F5F5">
                    <a:alpha val="962"/>
                  </a:srgbClr>
                </a:gs>
                <a:gs pos="100000">
                  <a:srgbClr val="F4F5F5">
                    <a:alpha val="3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0" name="Splat 400"/>
            <p:cNvSpPr>
              <a:spLocks noGrp="1"/>
            </p:cNvSpPr>
            <p:nvPr/>
          </p:nvSpPr>
          <p:spPr>
            <a:xfrm rot="5252262">
              <a:off x="2550653" y="2061548"/>
              <a:ext cx="298173" cy="102246"/>
            </a:xfrm>
            <a:prstGeom prst="ellipse">
              <a:avLst/>
            </a:prstGeom>
            <a:gradFill>
              <a:gsLst>
                <a:gs pos="0">
                  <a:srgbClr val="FEFEFE">
                    <a:alpha val="10911"/>
                  </a:srgbClr>
                </a:gs>
                <a:gs pos="14286">
                  <a:srgbClr val="FEFEFE">
                    <a:alpha val="10074"/>
                  </a:srgbClr>
                </a:gs>
                <a:gs pos="28571">
                  <a:srgbClr val="FEFEFE">
                    <a:alpha val="7914"/>
                  </a:srgbClr>
                </a:gs>
                <a:gs pos="42857">
                  <a:srgbClr val="FEFEFE">
                    <a:alpha val="5264"/>
                  </a:srgbClr>
                </a:gs>
                <a:gs pos="57143">
                  <a:srgbClr val="FEFEFE">
                    <a:alpha val="2952"/>
                  </a:srgbClr>
                </a:gs>
                <a:gs pos="71429">
                  <a:srgbClr val="FEFEFE">
                    <a:alpha val="1393"/>
                  </a:srgbClr>
                </a:gs>
                <a:gs pos="85714">
                  <a:srgbClr val="FEFEFE">
                    <a:alpha val="553"/>
                  </a:srgbClr>
                </a:gs>
                <a:gs pos="100000">
                  <a:srgbClr val="FEFEFE">
                    <a:alpha val="1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1" name="Splat 401"/>
            <p:cNvSpPr>
              <a:spLocks noGrp="1"/>
            </p:cNvSpPr>
            <p:nvPr/>
          </p:nvSpPr>
          <p:spPr>
            <a:xfrm rot="10177333">
              <a:off x="2027444" y="1933648"/>
              <a:ext cx="358271" cy="71955"/>
            </a:xfrm>
            <a:prstGeom prst="ellipse">
              <a:avLst/>
            </a:prstGeom>
            <a:gradFill>
              <a:gsLst>
                <a:gs pos="0">
                  <a:srgbClr val="E6E7E7">
                    <a:alpha val="19833"/>
                  </a:srgbClr>
                </a:gs>
                <a:gs pos="14286">
                  <a:srgbClr val="E6E7E7">
                    <a:alpha val="18387"/>
                  </a:srgbClr>
                </a:gs>
                <a:gs pos="28571">
                  <a:srgbClr val="E6E7E7">
                    <a:alpha val="14595"/>
                  </a:srgbClr>
                </a:gs>
                <a:gs pos="42857">
                  <a:srgbClr val="E6E7E7">
                    <a:alpha val="9830"/>
                  </a:srgbClr>
                </a:gs>
                <a:gs pos="57143">
                  <a:srgbClr val="E6E7E7">
                    <a:alpha val="5573"/>
                  </a:srgbClr>
                </a:gs>
                <a:gs pos="71429">
                  <a:srgbClr val="E6E7E7">
                    <a:alpha val="2648"/>
                  </a:srgbClr>
                </a:gs>
                <a:gs pos="85714">
                  <a:srgbClr val="E6E7E7">
                    <a:alpha val="1056"/>
                  </a:srgbClr>
                </a:gs>
                <a:gs pos="100000">
                  <a:srgbClr val="E6E7E7">
                    <a:alpha val="3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2" name="Splat 402"/>
            <p:cNvSpPr>
              <a:spLocks noGrp="1"/>
            </p:cNvSpPr>
            <p:nvPr/>
          </p:nvSpPr>
          <p:spPr>
            <a:xfrm rot="6959868">
              <a:off x="2067845" y="1839364"/>
              <a:ext cx="329719" cy="177783"/>
            </a:xfrm>
            <a:prstGeom prst="ellipse">
              <a:avLst/>
            </a:prstGeom>
            <a:gradFill>
              <a:gsLst>
                <a:gs pos="0">
                  <a:srgbClr val="E2E1E2">
                    <a:alpha val="26198"/>
                  </a:srgbClr>
                </a:gs>
                <a:gs pos="14286">
                  <a:srgbClr val="E2E1E2">
                    <a:alpha val="24362"/>
                  </a:srgbClr>
                </a:gs>
                <a:gs pos="28571">
                  <a:srgbClr val="E2E1E2">
                    <a:alpha val="19490"/>
                  </a:srgbClr>
                </a:gs>
                <a:gs pos="42857">
                  <a:srgbClr val="E2E1E2">
                    <a:alpha val="13255"/>
                  </a:srgbClr>
                </a:gs>
                <a:gs pos="57143">
                  <a:srgbClr val="E2E1E2">
                    <a:alpha val="7577"/>
                  </a:srgbClr>
                </a:gs>
                <a:gs pos="71429">
                  <a:srgbClr val="E2E1E2">
                    <a:alpha val="3621"/>
                  </a:srgbClr>
                </a:gs>
                <a:gs pos="85714">
                  <a:srgbClr val="E2E1E2">
                    <a:alpha val="1448"/>
                  </a:srgbClr>
                </a:gs>
                <a:gs pos="100000">
                  <a:srgbClr val="E2E1E2">
                    <a:alpha val="4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3" name="Splat 403"/>
            <p:cNvSpPr>
              <a:spLocks noGrp="1"/>
            </p:cNvSpPr>
            <p:nvPr/>
          </p:nvSpPr>
          <p:spPr>
            <a:xfrm rot="-9135120">
              <a:off x="2401146" y="1888562"/>
              <a:ext cx="351464" cy="103122"/>
            </a:xfrm>
            <a:prstGeom prst="ellipse">
              <a:avLst/>
            </a:prstGeom>
            <a:gradFill>
              <a:gsLst>
                <a:gs pos="0">
                  <a:srgbClr val="FDFDFD">
                    <a:alpha val="20670"/>
                  </a:srgbClr>
                </a:gs>
                <a:gs pos="14286">
                  <a:srgbClr val="FDFDFD">
                    <a:alpha val="19170"/>
                  </a:srgbClr>
                </a:gs>
                <a:gs pos="28571">
                  <a:srgbClr val="FDFDFD">
                    <a:alpha val="15232"/>
                  </a:srgbClr>
                </a:gs>
                <a:gs pos="42857">
                  <a:srgbClr val="FDFDFD">
                    <a:alpha val="10272"/>
                  </a:srgbClr>
                </a:gs>
                <a:gs pos="57143">
                  <a:srgbClr val="FDFDFD">
                    <a:alpha val="5829"/>
                  </a:srgbClr>
                </a:gs>
                <a:gs pos="71429">
                  <a:srgbClr val="FDFDFD">
                    <a:alpha val="2772"/>
                  </a:srgbClr>
                </a:gs>
                <a:gs pos="85714">
                  <a:srgbClr val="FDFDFD">
                    <a:alpha val="1106"/>
                  </a:srgbClr>
                </a:gs>
                <a:gs pos="100000">
                  <a:srgbClr val="FDFDFD">
                    <a:alpha val="3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4" name="Splat 404"/>
            <p:cNvSpPr>
              <a:spLocks noGrp="1"/>
            </p:cNvSpPr>
            <p:nvPr/>
          </p:nvSpPr>
          <p:spPr>
            <a:xfrm rot="-10621608">
              <a:off x="2206148" y="2324482"/>
              <a:ext cx="358708" cy="105348"/>
            </a:xfrm>
            <a:prstGeom prst="ellipse">
              <a:avLst/>
            </a:prstGeom>
            <a:gradFill>
              <a:gsLst>
                <a:gs pos="0">
                  <a:srgbClr val="F5F5F5">
                    <a:alpha val="27162"/>
                  </a:srgbClr>
                </a:gs>
                <a:gs pos="14286">
                  <a:srgbClr val="F5F5F5">
                    <a:alpha val="25271"/>
                  </a:srgbClr>
                </a:gs>
                <a:gs pos="28571">
                  <a:srgbClr val="F5F5F5">
                    <a:alpha val="20243"/>
                  </a:srgbClr>
                </a:gs>
                <a:gs pos="42857">
                  <a:srgbClr val="F5F5F5">
                    <a:alpha val="13788"/>
                  </a:srgbClr>
                </a:gs>
                <a:gs pos="57143">
                  <a:srgbClr val="F5F5F5">
                    <a:alpha val="7892"/>
                  </a:srgbClr>
                </a:gs>
                <a:gs pos="71429">
                  <a:srgbClr val="F5F5F5">
                    <a:alpha val="3775"/>
                  </a:srgbClr>
                </a:gs>
                <a:gs pos="85714">
                  <a:srgbClr val="F5F5F5">
                    <a:alpha val="1510"/>
                  </a:srgbClr>
                </a:gs>
                <a:gs pos="100000">
                  <a:srgbClr val="F5F5F5">
                    <a:alpha val="5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5" name="Splat 405"/>
            <p:cNvSpPr>
              <a:spLocks noGrp="1"/>
            </p:cNvSpPr>
            <p:nvPr/>
          </p:nvSpPr>
          <p:spPr>
            <a:xfrm rot="3765218">
              <a:off x="1996191" y="2211684"/>
              <a:ext cx="219114" cy="78047"/>
            </a:xfrm>
            <a:prstGeom prst="ellipse">
              <a:avLst/>
            </a:prstGeom>
            <a:gradFill>
              <a:gsLst>
                <a:gs pos="0">
                  <a:srgbClr val="D5D4D5">
                    <a:alpha val="8760"/>
                  </a:srgbClr>
                </a:gs>
                <a:gs pos="14286">
                  <a:srgbClr val="D5D4D5">
                    <a:alpha val="8081"/>
                  </a:srgbClr>
                </a:gs>
                <a:gs pos="28571">
                  <a:srgbClr val="D5D4D5">
                    <a:alpha val="6333"/>
                  </a:srgbClr>
                </a:gs>
                <a:gs pos="42857">
                  <a:srgbClr val="D5D4D5">
                    <a:alpha val="4201"/>
                  </a:srgbClr>
                </a:gs>
                <a:gs pos="57143">
                  <a:srgbClr val="D5D4D5">
                    <a:alpha val="2350"/>
                  </a:srgbClr>
                </a:gs>
                <a:gs pos="71429">
                  <a:srgbClr val="D5D4D5">
                    <a:alpha val="1107"/>
                  </a:srgbClr>
                </a:gs>
                <a:gs pos="85714">
                  <a:srgbClr val="D5D4D5">
                    <a:alpha val="439"/>
                  </a:srgbClr>
                </a:gs>
                <a:gs pos="100000">
                  <a:srgbClr val="D5D4D5">
                    <a:alpha val="1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6" name="Splat 406"/>
            <p:cNvSpPr>
              <a:spLocks noGrp="1"/>
            </p:cNvSpPr>
            <p:nvPr/>
          </p:nvSpPr>
          <p:spPr>
            <a:xfrm rot="5296751">
              <a:off x="1998658" y="2054282"/>
              <a:ext cx="341266" cy="89818"/>
            </a:xfrm>
            <a:prstGeom prst="ellipse">
              <a:avLst/>
            </a:prstGeom>
            <a:gradFill>
              <a:gsLst>
                <a:gs pos="0">
                  <a:srgbClr val="B7B7B6">
                    <a:alpha val="22796"/>
                  </a:srgbClr>
                </a:gs>
                <a:gs pos="14286">
                  <a:srgbClr val="B7B7B6">
                    <a:alpha val="21163"/>
                  </a:srgbClr>
                </a:gs>
                <a:gs pos="28571">
                  <a:srgbClr val="B7B7B6">
                    <a:alpha val="16859"/>
                  </a:srgbClr>
                </a:gs>
                <a:gs pos="42857">
                  <a:srgbClr val="B7B7B6">
                    <a:alpha val="11406"/>
                  </a:srgbClr>
                </a:gs>
                <a:gs pos="57143">
                  <a:srgbClr val="B7B7B6">
                    <a:alpha val="6490"/>
                  </a:srgbClr>
                </a:gs>
                <a:gs pos="71429">
                  <a:srgbClr val="B7B7B6">
                    <a:alpha val="3092"/>
                  </a:srgbClr>
                </a:gs>
                <a:gs pos="85714">
                  <a:srgbClr val="B7B7B6">
                    <a:alpha val="1234"/>
                  </a:srgbClr>
                </a:gs>
                <a:gs pos="100000">
                  <a:srgbClr val="B7B7B6">
                    <a:alpha val="4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7" name="Splat 407"/>
            <p:cNvSpPr>
              <a:spLocks noGrp="1"/>
            </p:cNvSpPr>
            <p:nvPr/>
          </p:nvSpPr>
          <p:spPr>
            <a:xfrm rot="-10189528">
              <a:off x="2140541" y="2021900"/>
              <a:ext cx="328619" cy="39643"/>
            </a:xfrm>
            <a:prstGeom prst="ellipse">
              <a:avLst/>
            </a:prstGeom>
            <a:gradFill>
              <a:gsLst>
                <a:gs pos="0">
                  <a:srgbClr val="C6C7C5">
                    <a:alpha val="6299"/>
                  </a:srgbClr>
                </a:gs>
                <a:gs pos="14286">
                  <a:srgbClr val="C6C7C5">
                    <a:alpha val="5804"/>
                  </a:srgbClr>
                </a:gs>
                <a:gs pos="28571">
                  <a:srgbClr val="C6C7C5">
                    <a:alpha val="4537"/>
                  </a:srgbClr>
                </a:gs>
                <a:gs pos="42857">
                  <a:srgbClr val="C6C7C5">
                    <a:alpha val="2999"/>
                  </a:srgbClr>
                </a:gs>
                <a:gs pos="57143">
                  <a:srgbClr val="C6C7C5">
                    <a:alpha val="1673"/>
                  </a:srgbClr>
                </a:gs>
                <a:gs pos="71429">
                  <a:srgbClr val="C6C7C5">
                    <a:alpha val="787"/>
                  </a:srgbClr>
                </a:gs>
                <a:gs pos="85714">
                  <a:srgbClr val="C6C7C5">
                    <a:alpha val="312"/>
                  </a:srgbClr>
                </a:gs>
                <a:gs pos="100000">
                  <a:srgbClr val="C6C7C5">
                    <a:alpha val="1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8" name="Splat 408"/>
            <p:cNvSpPr>
              <a:spLocks noGrp="1"/>
            </p:cNvSpPr>
            <p:nvPr/>
          </p:nvSpPr>
          <p:spPr>
            <a:xfrm rot="-10206907">
              <a:off x="2167370" y="1701589"/>
              <a:ext cx="305902" cy="93267"/>
            </a:xfrm>
            <a:prstGeom prst="ellipse">
              <a:avLst/>
            </a:prstGeom>
            <a:gradFill>
              <a:gsLst>
                <a:gs pos="0">
                  <a:srgbClr val="F3F4F4">
                    <a:alpha val="24151"/>
                  </a:srgbClr>
                </a:gs>
                <a:gs pos="14286">
                  <a:srgbClr val="F3F4F4">
                    <a:alpha val="22436"/>
                  </a:srgbClr>
                </a:gs>
                <a:gs pos="28571">
                  <a:srgbClr val="F3F4F4">
                    <a:alpha val="17903"/>
                  </a:srgbClr>
                </a:gs>
                <a:gs pos="42857">
                  <a:srgbClr val="F3F4F4">
                    <a:alpha val="12137"/>
                  </a:srgbClr>
                </a:gs>
                <a:gs pos="57143">
                  <a:srgbClr val="F3F4F4">
                    <a:alpha val="6919"/>
                  </a:srgbClr>
                </a:gs>
                <a:gs pos="71429">
                  <a:srgbClr val="F3F4F4">
                    <a:alpha val="3300"/>
                  </a:srgbClr>
                </a:gs>
                <a:gs pos="85714">
                  <a:srgbClr val="F3F4F4">
                    <a:alpha val="1318"/>
                  </a:srgbClr>
                </a:gs>
                <a:gs pos="100000">
                  <a:srgbClr val="F3F4F4">
                    <a:alpha val="4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9" name="Splat 409"/>
            <p:cNvSpPr>
              <a:spLocks noGrp="1"/>
            </p:cNvSpPr>
            <p:nvPr/>
          </p:nvSpPr>
          <p:spPr>
            <a:xfrm rot="-10738192">
              <a:off x="2447593" y="1772979"/>
              <a:ext cx="239326" cy="237046"/>
            </a:xfrm>
            <a:prstGeom prst="ellipse">
              <a:avLst/>
            </a:prstGeom>
            <a:gradFill>
              <a:gsLst>
                <a:gs pos="0">
                  <a:srgbClr val="C0C0BF">
                    <a:alpha val="3833"/>
                  </a:srgbClr>
                </a:gs>
                <a:gs pos="14286">
                  <a:srgbClr val="C0C0BF">
                    <a:alpha val="3529"/>
                  </a:srgbClr>
                </a:gs>
                <a:gs pos="28571">
                  <a:srgbClr val="C0C0BF">
                    <a:alpha val="2751"/>
                  </a:srgbClr>
                </a:gs>
                <a:gs pos="42857">
                  <a:srgbClr val="C0C0BF">
                    <a:alpha val="1813"/>
                  </a:srgbClr>
                </a:gs>
                <a:gs pos="57143">
                  <a:srgbClr val="C0C0BF">
                    <a:alpha val="1009"/>
                  </a:srgbClr>
                </a:gs>
                <a:gs pos="71429">
                  <a:srgbClr val="C0C0BF">
                    <a:alpha val="473"/>
                  </a:srgbClr>
                </a:gs>
                <a:gs pos="85714">
                  <a:srgbClr val="C0C0BF">
                    <a:alpha val="187"/>
                  </a:srgbClr>
                </a:gs>
                <a:gs pos="100000">
                  <a:srgbClr val="C0C0BF">
                    <a:alpha val="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0" name="Splat 410"/>
            <p:cNvSpPr>
              <a:spLocks noGrp="1"/>
            </p:cNvSpPr>
            <p:nvPr/>
          </p:nvSpPr>
          <p:spPr>
            <a:xfrm rot="-10233370">
              <a:off x="2124731" y="2230885"/>
              <a:ext cx="339797" cy="87182"/>
            </a:xfrm>
            <a:prstGeom prst="ellipse">
              <a:avLst/>
            </a:prstGeom>
            <a:gradFill>
              <a:gsLst>
                <a:gs pos="0">
                  <a:srgbClr val="C2C2C2">
                    <a:alpha val="17570"/>
                  </a:srgbClr>
                </a:gs>
                <a:gs pos="14286">
                  <a:srgbClr val="C2C2C2">
                    <a:alpha val="16272"/>
                  </a:srgbClr>
                </a:gs>
                <a:gs pos="28571">
                  <a:srgbClr val="C2C2C2">
                    <a:alpha val="12881"/>
                  </a:srgbClr>
                </a:gs>
                <a:gs pos="42857">
                  <a:srgbClr val="C2C2C2">
                    <a:alpha val="8648"/>
                  </a:srgbClr>
                </a:gs>
                <a:gs pos="57143">
                  <a:srgbClr val="C2C2C2">
                    <a:alpha val="4888"/>
                  </a:srgbClr>
                </a:gs>
                <a:gs pos="71429">
                  <a:srgbClr val="C2C2C2">
                    <a:alpha val="2319"/>
                  </a:srgbClr>
                </a:gs>
                <a:gs pos="85714">
                  <a:srgbClr val="C2C2C2">
                    <a:alpha val="923"/>
                  </a:srgbClr>
                </a:gs>
                <a:gs pos="100000">
                  <a:srgbClr val="C2C2C2">
                    <a:alpha val="3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1" name="Splat 411"/>
            <p:cNvSpPr>
              <a:spLocks noGrp="1"/>
            </p:cNvSpPr>
            <p:nvPr/>
          </p:nvSpPr>
          <p:spPr>
            <a:xfrm rot="6652651">
              <a:off x="2459980" y="2055821"/>
              <a:ext cx="336361" cy="139372"/>
            </a:xfrm>
            <a:prstGeom prst="ellipse">
              <a:avLst/>
            </a:prstGeom>
            <a:gradFill>
              <a:gsLst>
                <a:gs pos="0">
                  <a:srgbClr val="FBFAFB">
                    <a:alpha val="20806"/>
                  </a:srgbClr>
                </a:gs>
                <a:gs pos="14286">
                  <a:srgbClr val="FBFAFB">
                    <a:alpha val="19297"/>
                  </a:srgbClr>
                </a:gs>
                <a:gs pos="28571">
                  <a:srgbClr val="FBFAFB">
                    <a:alpha val="15335"/>
                  </a:srgbClr>
                </a:gs>
                <a:gs pos="42857">
                  <a:srgbClr val="FBFAFB">
                    <a:alpha val="10344"/>
                  </a:srgbClr>
                </a:gs>
                <a:gs pos="57143">
                  <a:srgbClr val="FBFAFB">
                    <a:alpha val="5871"/>
                  </a:srgbClr>
                </a:gs>
                <a:gs pos="71429">
                  <a:srgbClr val="FBFAFB">
                    <a:alpha val="2792"/>
                  </a:srgbClr>
                </a:gs>
                <a:gs pos="85714">
                  <a:srgbClr val="FBFAFB">
                    <a:alpha val="1114"/>
                  </a:srgbClr>
                </a:gs>
                <a:gs pos="100000">
                  <a:srgbClr val="FBFAFB">
                    <a:alpha val="3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2" name="Splat 412"/>
            <p:cNvSpPr>
              <a:spLocks noGrp="1"/>
            </p:cNvSpPr>
            <p:nvPr/>
          </p:nvSpPr>
          <p:spPr>
            <a:xfrm rot="-9779161">
              <a:off x="2128470" y="2247341"/>
              <a:ext cx="347381" cy="90292"/>
            </a:xfrm>
            <a:prstGeom prst="ellipse">
              <a:avLst/>
            </a:prstGeom>
            <a:gradFill>
              <a:gsLst>
                <a:gs pos="0">
                  <a:srgbClr val="B5B4B5">
                    <a:alpha val="18256"/>
                  </a:srgbClr>
                </a:gs>
                <a:gs pos="14286">
                  <a:srgbClr val="B5B4B5">
                    <a:alpha val="16912"/>
                  </a:srgbClr>
                </a:gs>
                <a:gs pos="28571">
                  <a:srgbClr val="B5B4B5">
                    <a:alpha val="13398"/>
                  </a:srgbClr>
                </a:gs>
                <a:gs pos="42857">
                  <a:srgbClr val="B5B4B5">
                    <a:alpha val="9004"/>
                  </a:srgbClr>
                </a:gs>
                <a:gs pos="57143">
                  <a:srgbClr val="B5B4B5">
                    <a:alpha val="5094"/>
                  </a:srgbClr>
                </a:gs>
                <a:gs pos="71429">
                  <a:srgbClr val="B5B4B5">
                    <a:alpha val="2418"/>
                  </a:srgbClr>
                </a:gs>
                <a:gs pos="85714">
                  <a:srgbClr val="B5B4B5">
                    <a:alpha val="963"/>
                  </a:srgbClr>
                </a:gs>
                <a:gs pos="100000">
                  <a:srgbClr val="B5B4B5">
                    <a:alpha val="3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3" name="Splat 413"/>
            <p:cNvSpPr>
              <a:spLocks noGrp="1"/>
            </p:cNvSpPr>
            <p:nvPr/>
          </p:nvSpPr>
          <p:spPr>
            <a:xfrm rot="5824552">
              <a:off x="2052666" y="1981667"/>
              <a:ext cx="305970" cy="79203"/>
            </a:xfrm>
            <a:prstGeom prst="ellipse">
              <a:avLst/>
            </a:prstGeom>
            <a:gradFill>
              <a:gsLst>
                <a:gs pos="0">
                  <a:srgbClr val="E3E4E3">
                    <a:alpha val="5858"/>
                  </a:srgbClr>
                </a:gs>
                <a:gs pos="14286">
                  <a:srgbClr val="E3E4E3">
                    <a:alpha val="5397"/>
                  </a:srgbClr>
                </a:gs>
                <a:gs pos="28571">
                  <a:srgbClr val="E3E4E3">
                    <a:alpha val="4217"/>
                  </a:srgbClr>
                </a:gs>
                <a:gs pos="42857">
                  <a:srgbClr val="E3E4E3">
                    <a:alpha val="2786"/>
                  </a:srgbClr>
                </a:gs>
                <a:gs pos="57143">
                  <a:srgbClr val="E3E4E3">
                    <a:alpha val="1554"/>
                  </a:srgbClr>
                </a:gs>
                <a:gs pos="71429">
                  <a:srgbClr val="E3E4E3">
                    <a:alpha val="730"/>
                  </a:srgbClr>
                </a:gs>
                <a:gs pos="85714">
                  <a:srgbClr val="E3E4E3">
                    <a:alpha val="289"/>
                  </a:srgbClr>
                </a:gs>
                <a:gs pos="100000">
                  <a:srgbClr val="E3E4E3">
                    <a:alpha val="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4" name="Splat 414"/>
            <p:cNvSpPr>
              <a:spLocks noGrp="1"/>
            </p:cNvSpPr>
            <p:nvPr/>
          </p:nvSpPr>
          <p:spPr>
            <a:xfrm rot="6805755">
              <a:off x="1991653" y="2030629"/>
              <a:ext cx="352963" cy="98876"/>
            </a:xfrm>
            <a:prstGeom prst="ellipse">
              <a:avLst/>
            </a:prstGeom>
            <a:gradFill>
              <a:gsLst>
                <a:gs pos="0">
                  <a:srgbClr val="E4E5E4">
                    <a:alpha val="7236"/>
                  </a:srgbClr>
                </a:gs>
                <a:gs pos="14286">
                  <a:srgbClr val="E4E5E4">
                    <a:alpha val="6670"/>
                  </a:srgbClr>
                </a:gs>
                <a:gs pos="28571">
                  <a:srgbClr val="E4E5E4">
                    <a:alpha val="5219"/>
                  </a:srgbClr>
                </a:gs>
                <a:gs pos="42857">
                  <a:srgbClr val="E4E5E4">
                    <a:alpha val="3455"/>
                  </a:srgbClr>
                </a:gs>
                <a:gs pos="57143">
                  <a:srgbClr val="E4E5E4">
                    <a:alpha val="1929"/>
                  </a:srgbClr>
                </a:gs>
                <a:gs pos="71429">
                  <a:srgbClr val="E4E5E4">
                    <a:alpha val="908"/>
                  </a:srgbClr>
                </a:gs>
                <a:gs pos="85714">
                  <a:srgbClr val="E4E5E4">
                    <a:alpha val="360"/>
                  </a:srgbClr>
                </a:gs>
                <a:gs pos="100000">
                  <a:srgbClr val="E4E5E4">
                    <a:alpha val="1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5" name="Splat 415"/>
            <p:cNvSpPr>
              <a:spLocks noGrp="1"/>
            </p:cNvSpPr>
            <p:nvPr/>
          </p:nvSpPr>
          <p:spPr>
            <a:xfrm rot="10751546">
              <a:off x="2072594" y="1718354"/>
              <a:ext cx="430847" cy="84548"/>
            </a:xfrm>
            <a:prstGeom prst="ellipse">
              <a:avLst/>
            </a:prstGeom>
            <a:gradFill>
              <a:gsLst>
                <a:gs pos="0">
                  <a:srgbClr val="F8F8F8">
                    <a:alpha val="26804"/>
                  </a:srgbClr>
                </a:gs>
                <a:gs pos="14286">
                  <a:srgbClr val="F8F8F8">
                    <a:alpha val="24933"/>
                  </a:srgbClr>
                </a:gs>
                <a:gs pos="28571">
                  <a:srgbClr val="F8F8F8">
                    <a:alpha val="19962"/>
                  </a:srgbClr>
                </a:gs>
                <a:gs pos="42857">
                  <a:srgbClr val="F8F8F8">
                    <a:alpha val="13589"/>
                  </a:srgbClr>
                </a:gs>
                <a:gs pos="57143">
                  <a:srgbClr val="F8F8F8">
                    <a:alpha val="7774"/>
                  </a:srgbClr>
                </a:gs>
                <a:gs pos="71429">
                  <a:srgbClr val="F8F8F8">
                    <a:alpha val="3717"/>
                  </a:srgbClr>
                </a:gs>
                <a:gs pos="85714">
                  <a:srgbClr val="F8F8F8">
                    <a:alpha val="1487"/>
                  </a:srgbClr>
                </a:gs>
                <a:gs pos="100000">
                  <a:srgbClr val="F8F8F8">
                    <a:alpha val="4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6" name="Splat 416"/>
            <p:cNvSpPr>
              <a:spLocks noGrp="1"/>
            </p:cNvSpPr>
            <p:nvPr/>
          </p:nvSpPr>
          <p:spPr>
            <a:xfrm rot="-9140023">
              <a:off x="2146724" y="1990692"/>
              <a:ext cx="352085" cy="94243"/>
            </a:xfrm>
            <a:prstGeom prst="ellipse">
              <a:avLst/>
            </a:prstGeom>
            <a:gradFill>
              <a:gsLst>
                <a:gs pos="0">
                  <a:srgbClr val="E9EAEA">
                    <a:alpha val="19538"/>
                  </a:srgbClr>
                </a:gs>
                <a:gs pos="14286">
                  <a:srgbClr val="E9EAEA">
                    <a:alpha val="18110"/>
                  </a:srgbClr>
                </a:gs>
                <a:gs pos="28571">
                  <a:srgbClr val="E9EAEA">
                    <a:alpha val="14370"/>
                  </a:srgbClr>
                </a:gs>
                <a:gs pos="42857">
                  <a:srgbClr val="E9EAEA">
                    <a:alpha val="9675"/>
                  </a:srgbClr>
                </a:gs>
                <a:gs pos="57143">
                  <a:srgbClr val="E9EAEA">
                    <a:alpha val="5482"/>
                  </a:srgbClr>
                </a:gs>
                <a:gs pos="71429">
                  <a:srgbClr val="E9EAEA">
                    <a:alpha val="2605"/>
                  </a:srgbClr>
                </a:gs>
                <a:gs pos="85714">
                  <a:srgbClr val="E9EAEA">
                    <a:alpha val="1038"/>
                  </a:srgbClr>
                </a:gs>
                <a:gs pos="100000">
                  <a:srgbClr val="E9EAEA">
                    <a:alpha val="3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7" name="Splat 417"/>
            <p:cNvSpPr>
              <a:spLocks noGrp="1"/>
            </p:cNvSpPr>
            <p:nvPr/>
          </p:nvSpPr>
          <p:spPr>
            <a:xfrm rot="3883588">
              <a:off x="2302080" y="1760318"/>
              <a:ext cx="335054" cy="122865"/>
            </a:xfrm>
            <a:prstGeom prst="ellipse">
              <a:avLst/>
            </a:prstGeom>
            <a:gradFill>
              <a:gsLst>
                <a:gs pos="0">
                  <a:srgbClr val="F0F1F1">
                    <a:alpha val="16337"/>
                  </a:srgbClr>
                </a:gs>
                <a:gs pos="14286">
                  <a:srgbClr val="F0F1F1">
                    <a:alpha val="15121"/>
                  </a:srgbClr>
                </a:gs>
                <a:gs pos="28571">
                  <a:srgbClr val="F0F1F1">
                    <a:alpha val="11953"/>
                  </a:srgbClr>
                </a:gs>
                <a:gs pos="42857">
                  <a:srgbClr val="F0F1F1">
                    <a:alpha val="8010"/>
                  </a:srgbClr>
                </a:gs>
                <a:gs pos="57143">
                  <a:srgbClr val="F0F1F1">
                    <a:alpha val="4521"/>
                  </a:srgbClr>
                </a:gs>
                <a:gs pos="71429">
                  <a:srgbClr val="F0F1F1">
                    <a:alpha val="2142"/>
                  </a:srgbClr>
                </a:gs>
                <a:gs pos="85714">
                  <a:srgbClr val="F0F1F1">
                    <a:alpha val="853"/>
                  </a:srgbClr>
                </a:gs>
                <a:gs pos="100000">
                  <a:srgbClr val="F0F1F1">
                    <a:alpha val="2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8" name="Splat 418"/>
            <p:cNvSpPr>
              <a:spLocks noGrp="1"/>
            </p:cNvSpPr>
            <p:nvPr/>
          </p:nvSpPr>
          <p:spPr>
            <a:xfrm rot="10083658">
              <a:off x="2209310" y="1727537"/>
              <a:ext cx="396888" cy="110937"/>
            </a:xfrm>
            <a:prstGeom prst="ellipse">
              <a:avLst/>
            </a:prstGeom>
            <a:gradFill>
              <a:gsLst>
                <a:gs pos="0">
                  <a:srgbClr val="FEFDFD">
                    <a:alpha val="24066"/>
                  </a:srgbClr>
                </a:gs>
                <a:gs pos="14286">
                  <a:srgbClr val="FEFDFD">
                    <a:alpha val="22356"/>
                  </a:srgbClr>
                </a:gs>
                <a:gs pos="28571">
                  <a:srgbClr val="FEFDFD">
                    <a:alpha val="17837"/>
                  </a:srgbClr>
                </a:gs>
                <a:gs pos="42857">
                  <a:srgbClr val="FEFDFD">
                    <a:alpha val="12091"/>
                  </a:srgbClr>
                </a:gs>
                <a:gs pos="57143">
                  <a:srgbClr val="FEFDFD">
                    <a:alpha val="6892"/>
                  </a:srgbClr>
                </a:gs>
                <a:gs pos="71429">
                  <a:srgbClr val="FEFDFD">
                    <a:alpha val="3287"/>
                  </a:srgbClr>
                </a:gs>
                <a:gs pos="85714">
                  <a:srgbClr val="FEFDFD">
                    <a:alpha val="1313"/>
                  </a:srgbClr>
                </a:gs>
                <a:gs pos="100000">
                  <a:srgbClr val="FEFDFD">
                    <a:alpha val="4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9" name="Splat 419"/>
            <p:cNvSpPr>
              <a:spLocks noGrp="1"/>
            </p:cNvSpPr>
            <p:nvPr/>
          </p:nvSpPr>
          <p:spPr>
            <a:xfrm rot="4949638">
              <a:off x="2450396" y="2166348"/>
              <a:ext cx="271160" cy="74557"/>
            </a:xfrm>
            <a:prstGeom prst="ellipse">
              <a:avLst/>
            </a:prstGeom>
            <a:gradFill>
              <a:gsLst>
                <a:gs pos="0">
                  <a:srgbClr val="BBBBBC">
                    <a:alpha val="7636"/>
                  </a:srgbClr>
                </a:gs>
                <a:gs pos="14286">
                  <a:srgbClr val="BBBBBC">
                    <a:alpha val="7041"/>
                  </a:srgbClr>
                </a:gs>
                <a:gs pos="28571">
                  <a:srgbClr val="BBBBBC">
                    <a:alpha val="5511"/>
                  </a:srgbClr>
                </a:gs>
                <a:gs pos="42857">
                  <a:srgbClr val="BBBBBC">
                    <a:alpha val="3650"/>
                  </a:srgbClr>
                </a:gs>
                <a:gs pos="57143">
                  <a:srgbClr val="BBBBBC">
                    <a:alpha val="2039"/>
                  </a:srgbClr>
                </a:gs>
                <a:gs pos="71429">
                  <a:srgbClr val="BBBBBC">
                    <a:alpha val="960"/>
                  </a:srgbClr>
                </a:gs>
                <a:gs pos="85714">
                  <a:srgbClr val="BBBBBC">
                    <a:alpha val="381"/>
                  </a:srgbClr>
                </a:gs>
                <a:gs pos="100000">
                  <a:srgbClr val="BBBBBC">
                    <a:alpha val="1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0" name="Splat 420"/>
            <p:cNvSpPr>
              <a:spLocks noGrp="1"/>
            </p:cNvSpPr>
            <p:nvPr/>
          </p:nvSpPr>
          <p:spPr>
            <a:xfrm rot="5432108">
              <a:off x="1970666" y="2054589"/>
              <a:ext cx="245267" cy="240492"/>
            </a:xfrm>
            <a:prstGeom prst="ellipse">
              <a:avLst/>
            </a:prstGeom>
            <a:gradFill>
              <a:gsLst>
                <a:gs pos="0">
                  <a:srgbClr val="A7A6A7">
                    <a:alpha val="5131"/>
                  </a:srgbClr>
                </a:gs>
                <a:gs pos="14286">
                  <a:srgbClr val="A7A6A7">
                    <a:alpha val="4726"/>
                  </a:srgbClr>
                </a:gs>
                <a:gs pos="28571">
                  <a:srgbClr val="A7A6A7">
                    <a:alpha val="3690"/>
                  </a:srgbClr>
                </a:gs>
                <a:gs pos="42857">
                  <a:srgbClr val="A7A6A7">
                    <a:alpha val="2436"/>
                  </a:srgbClr>
                </a:gs>
                <a:gs pos="57143">
                  <a:srgbClr val="A7A6A7">
                    <a:alpha val="1357"/>
                  </a:srgbClr>
                </a:gs>
                <a:gs pos="71429">
                  <a:srgbClr val="A7A6A7">
                    <a:alpha val="638"/>
                  </a:srgbClr>
                </a:gs>
                <a:gs pos="85714">
                  <a:srgbClr val="A7A6A7">
                    <a:alpha val="253"/>
                  </a:srgbClr>
                </a:gs>
                <a:gs pos="100000">
                  <a:srgbClr val="A7A6A7">
                    <a:alpha val="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1" name="Splat 421"/>
            <p:cNvSpPr>
              <a:spLocks noGrp="1"/>
            </p:cNvSpPr>
            <p:nvPr/>
          </p:nvSpPr>
          <p:spPr>
            <a:xfrm rot="8329876">
              <a:off x="2494139" y="2108626"/>
              <a:ext cx="278275" cy="61352"/>
            </a:xfrm>
            <a:prstGeom prst="ellipse">
              <a:avLst/>
            </a:prstGeom>
            <a:gradFill>
              <a:gsLst>
                <a:gs pos="0">
                  <a:srgbClr val="C2C2C3">
                    <a:alpha val="4899"/>
                  </a:srgbClr>
                </a:gs>
                <a:gs pos="14286">
                  <a:srgbClr val="C2C2C3">
                    <a:alpha val="4512"/>
                  </a:srgbClr>
                </a:gs>
                <a:gs pos="28571">
                  <a:srgbClr val="C2C2C3">
                    <a:alpha val="3521"/>
                  </a:srgbClr>
                </a:gs>
                <a:gs pos="42857">
                  <a:srgbClr val="C2C2C3">
                    <a:alpha val="2324"/>
                  </a:srgbClr>
                </a:gs>
                <a:gs pos="57143">
                  <a:srgbClr val="C2C2C3">
                    <a:alpha val="1294"/>
                  </a:srgbClr>
                </a:gs>
                <a:gs pos="71429">
                  <a:srgbClr val="C2C2C3">
                    <a:alpha val="608"/>
                  </a:srgbClr>
                </a:gs>
                <a:gs pos="85714">
                  <a:srgbClr val="C2C2C3">
                    <a:alpha val="241"/>
                  </a:srgbClr>
                </a:gs>
                <a:gs pos="100000">
                  <a:srgbClr val="C2C2C3">
                    <a:alpha val="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2" name="Splat 422"/>
            <p:cNvSpPr>
              <a:spLocks noGrp="1"/>
            </p:cNvSpPr>
            <p:nvPr/>
          </p:nvSpPr>
          <p:spPr>
            <a:xfrm rot="10655367">
              <a:off x="1955655" y="1881647"/>
              <a:ext cx="279676" cy="277292"/>
            </a:xfrm>
            <a:prstGeom prst="ellipse">
              <a:avLst/>
            </a:prstGeom>
            <a:gradFill>
              <a:gsLst>
                <a:gs pos="0">
                  <a:srgbClr val="AAA8A5">
                    <a:alpha val="2473"/>
                  </a:srgbClr>
                </a:gs>
                <a:gs pos="14286">
                  <a:srgbClr val="AAA8A5">
                    <a:alpha val="2276"/>
                  </a:srgbClr>
                </a:gs>
                <a:gs pos="28571">
                  <a:srgbClr val="AAA8A5">
                    <a:alpha val="1771"/>
                  </a:srgbClr>
                </a:gs>
                <a:gs pos="42857">
                  <a:srgbClr val="AAA8A5">
                    <a:alpha val="1166"/>
                  </a:srgbClr>
                </a:gs>
                <a:gs pos="57143">
                  <a:srgbClr val="AAA8A5">
                    <a:alpha val="648"/>
                  </a:srgbClr>
                </a:gs>
                <a:gs pos="71429">
                  <a:srgbClr val="AAA8A5">
                    <a:alpha val="304"/>
                  </a:srgbClr>
                </a:gs>
                <a:gs pos="85714">
                  <a:srgbClr val="AAA8A5">
                    <a:alpha val="120"/>
                  </a:srgbClr>
                </a:gs>
                <a:gs pos="100000">
                  <a:srgbClr val="AAA8A5">
                    <a:alpha val="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3" name="Splat 423"/>
            <p:cNvSpPr>
              <a:spLocks noGrp="1"/>
            </p:cNvSpPr>
            <p:nvPr/>
          </p:nvSpPr>
          <p:spPr>
            <a:xfrm rot="10740335">
              <a:off x="2031380" y="1780426"/>
              <a:ext cx="395799" cy="80590"/>
            </a:xfrm>
            <a:prstGeom prst="ellipse">
              <a:avLst/>
            </a:prstGeom>
            <a:gradFill>
              <a:gsLst>
                <a:gs pos="0">
                  <a:srgbClr val="FFFFFF">
                    <a:alpha val="16535"/>
                  </a:srgbClr>
                </a:gs>
                <a:gs pos="14286">
                  <a:srgbClr val="FFFFFF">
                    <a:alpha val="15306"/>
                  </a:srgbClr>
                </a:gs>
                <a:gs pos="28571">
                  <a:srgbClr val="FFFFFF">
                    <a:alpha val="12101"/>
                  </a:srgbClr>
                </a:gs>
                <a:gs pos="42857">
                  <a:srgbClr val="FFFFFF">
                    <a:alpha val="8112"/>
                  </a:srgbClr>
                </a:gs>
                <a:gs pos="57143">
                  <a:srgbClr val="FFFFFF">
                    <a:alpha val="4580"/>
                  </a:srgbClr>
                </a:gs>
                <a:gs pos="71429">
                  <a:srgbClr val="FFFFFF">
                    <a:alpha val="2171"/>
                  </a:srgbClr>
                </a:gs>
                <a:gs pos="85714">
                  <a:srgbClr val="FFFFFF">
                    <a:alpha val="864"/>
                  </a:srgbClr>
                </a:gs>
                <a:gs pos="100000">
                  <a:srgbClr val="FFFFFF">
                    <a:alpha val="2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4" name="Splat 424"/>
            <p:cNvSpPr>
              <a:spLocks noGrp="1"/>
            </p:cNvSpPr>
            <p:nvPr/>
          </p:nvSpPr>
          <p:spPr>
            <a:xfrm rot="10717430">
              <a:off x="2384090" y="1912447"/>
              <a:ext cx="289983" cy="287166"/>
            </a:xfrm>
            <a:prstGeom prst="ellipse">
              <a:avLst/>
            </a:prstGeom>
            <a:gradFill>
              <a:gsLst>
                <a:gs pos="0">
                  <a:srgbClr val="B8B8B8">
                    <a:alpha val="7840"/>
                  </a:srgbClr>
                </a:gs>
                <a:gs pos="14286">
                  <a:srgbClr val="B8B8B8">
                    <a:alpha val="7230"/>
                  </a:srgbClr>
                </a:gs>
                <a:gs pos="28571">
                  <a:srgbClr val="B8B8B8">
                    <a:alpha val="5660"/>
                  </a:srgbClr>
                </a:gs>
                <a:gs pos="42857">
                  <a:srgbClr val="B8B8B8">
                    <a:alpha val="3750"/>
                  </a:srgbClr>
                </a:gs>
                <a:gs pos="57143">
                  <a:srgbClr val="B8B8B8">
                    <a:alpha val="2095"/>
                  </a:srgbClr>
                </a:gs>
                <a:gs pos="71429">
                  <a:srgbClr val="B8B8B8">
                    <a:alpha val="986"/>
                  </a:srgbClr>
                </a:gs>
                <a:gs pos="85714">
                  <a:srgbClr val="B8B8B8">
                    <a:alpha val="391"/>
                  </a:srgbClr>
                </a:gs>
                <a:gs pos="100000">
                  <a:srgbClr val="B8B8B8">
                    <a:alpha val="1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5" name="Splat 425"/>
            <p:cNvSpPr>
              <a:spLocks noGrp="1"/>
            </p:cNvSpPr>
            <p:nvPr/>
          </p:nvSpPr>
          <p:spPr>
            <a:xfrm rot="-8944325">
              <a:off x="2089320" y="2321179"/>
              <a:ext cx="246455" cy="54385"/>
            </a:xfrm>
            <a:prstGeom prst="ellipse">
              <a:avLst/>
            </a:prstGeom>
            <a:gradFill>
              <a:gsLst>
                <a:gs pos="0">
                  <a:srgbClr val="89888A">
                    <a:alpha val="4349"/>
                  </a:srgbClr>
                </a:gs>
                <a:gs pos="14286">
                  <a:srgbClr val="89888A">
                    <a:alpha val="4004"/>
                  </a:srgbClr>
                </a:gs>
                <a:gs pos="28571">
                  <a:srgbClr val="89888A">
                    <a:alpha val="3123"/>
                  </a:srgbClr>
                </a:gs>
                <a:gs pos="42857">
                  <a:srgbClr val="89888A">
                    <a:alpha val="2060"/>
                  </a:srgbClr>
                </a:gs>
                <a:gs pos="57143">
                  <a:srgbClr val="89888A">
                    <a:alpha val="1147"/>
                  </a:srgbClr>
                </a:gs>
                <a:gs pos="71429">
                  <a:srgbClr val="89888A">
                    <a:alpha val="538"/>
                  </a:srgbClr>
                </a:gs>
                <a:gs pos="85714">
                  <a:srgbClr val="89888A">
                    <a:alpha val="213"/>
                  </a:srgbClr>
                </a:gs>
                <a:gs pos="100000">
                  <a:srgbClr val="89888A">
                    <a:alpha val="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6" name="Splat 426"/>
            <p:cNvSpPr>
              <a:spLocks noGrp="1"/>
            </p:cNvSpPr>
            <p:nvPr/>
          </p:nvSpPr>
          <p:spPr>
            <a:xfrm rot="8634595">
              <a:off x="2183698" y="1800812"/>
              <a:ext cx="337250" cy="119464"/>
            </a:xfrm>
            <a:prstGeom prst="ellipse">
              <a:avLst/>
            </a:prstGeom>
            <a:gradFill>
              <a:gsLst>
                <a:gs pos="0">
                  <a:srgbClr val="F0EFF0">
                    <a:alpha val="6578"/>
                  </a:srgbClr>
                </a:gs>
                <a:gs pos="14286">
                  <a:srgbClr val="F0EFF0">
                    <a:alpha val="6062"/>
                  </a:srgbClr>
                </a:gs>
                <a:gs pos="28571">
                  <a:srgbClr val="F0EFF0">
                    <a:alpha val="4740"/>
                  </a:srgbClr>
                </a:gs>
                <a:gs pos="42857">
                  <a:srgbClr val="F0EFF0">
                    <a:alpha val="3135"/>
                  </a:srgbClr>
                </a:gs>
                <a:gs pos="57143">
                  <a:srgbClr val="F0EFF0">
                    <a:alpha val="1749"/>
                  </a:srgbClr>
                </a:gs>
                <a:gs pos="71429">
                  <a:srgbClr val="F0EFF0">
                    <a:alpha val="823"/>
                  </a:srgbClr>
                </a:gs>
                <a:gs pos="85714">
                  <a:srgbClr val="F0EFF0">
                    <a:alpha val="326"/>
                  </a:srgbClr>
                </a:gs>
                <a:gs pos="100000">
                  <a:srgbClr val="F0EFF0">
                    <a:alpha val="1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7" name="Splat 427"/>
            <p:cNvSpPr>
              <a:spLocks noGrp="1"/>
            </p:cNvSpPr>
            <p:nvPr/>
          </p:nvSpPr>
          <p:spPr>
            <a:xfrm rot="-10414596">
              <a:off x="2162752" y="2115697"/>
              <a:ext cx="385568" cy="93238"/>
            </a:xfrm>
            <a:prstGeom prst="ellipse">
              <a:avLst/>
            </a:prstGeom>
            <a:gradFill>
              <a:gsLst>
                <a:gs pos="0">
                  <a:srgbClr val="BABABA">
                    <a:alpha val="16813"/>
                  </a:srgbClr>
                </a:gs>
                <a:gs pos="14286">
                  <a:srgbClr val="BABABA">
                    <a:alpha val="15566"/>
                  </a:srgbClr>
                </a:gs>
                <a:gs pos="28571">
                  <a:srgbClr val="BABABA">
                    <a:alpha val="12311"/>
                  </a:srgbClr>
                </a:gs>
                <a:gs pos="42857">
                  <a:srgbClr val="BABABA">
                    <a:alpha val="8256"/>
                  </a:srgbClr>
                </a:gs>
                <a:gs pos="57143">
                  <a:srgbClr val="BABABA">
                    <a:alpha val="4662"/>
                  </a:srgbClr>
                </a:gs>
                <a:gs pos="71429">
                  <a:srgbClr val="BABABA">
                    <a:alpha val="2210"/>
                  </a:srgbClr>
                </a:gs>
                <a:gs pos="85714">
                  <a:srgbClr val="BABABA">
                    <a:alpha val="880"/>
                  </a:srgbClr>
                </a:gs>
                <a:gs pos="100000">
                  <a:srgbClr val="BABABA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8" name="Splat 428"/>
            <p:cNvSpPr>
              <a:spLocks noGrp="1"/>
            </p:cNvSpPr>
            <p:nvPr/>
          </p:nvSpPr>
          <p:spPr>
            <a:xfrm rot="6388372">
              <a:off x="2490712" y="2080278"/>
              <a:ext cx="259466" cy="73978"/>
            </a:xfrm>
            <a:prstGeom prst="ellipse">
              <a:avLst/>
            </a:prstGeom>
            <a:gradFill>
              <a:gsLst>
                <a:gs pos="0">
                  <a:srgbClr val="C8C9C8">
                    <a:alpha val="1715"/>
                  </a:srgbClr>
                </a:gs>
                <a:gs pos="14286">
                  <a:srgbClr val="C8C9C8">
                    <a:alpha val="1577"/>
                  </a:srgbClr>
                </a:gs>
                <a:gs pos="28571">
                  <a:srgbClr val="C8C9C8">
                    <a:alpha val="1227"/>
                  </a:srgbClr>
                </a:gs>
                <a:gs pos="42857">
                  <a:srgbClr val="C8C9C8">
                    <a:alpha val="806"/>
                  </a:srgbClr>
                </a:gs>
                <a:gs pos="57143">
                  <a:srgbClr val="C8C9C8">
                    <a:alpha val="448"/>
                  </a:srgbClr>
                </a:gs>
                <a:gs pos="71429">
                  <a:srgbClr val="C8C9C8">
                    <a:alpha val="210"/>
                  </a:srgbClr>
                </a:gs>
                <a:gs pos="85714">
                  <a:srgbClr val="C8C9C8">
                    <a:alpha val="83"/>
                  </a:srgbClr>
                </a:gs>
                <a:gs pos="100000">
                  <a:srgbClr val="C8C9C8">
                    <a:alpha val="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9" name="Splat 429"/>
            <p:cNvSpPr>
              <a:spLocks noGrp="1"/>
            </p:cNvSpPr>
            <p:nvPr/>
          </p:nvSpPr>
          <p:spPr>
            <a:xfrm rot="8810842">
              <a:off x="2215818" y="2151534"/>
              <a:ext cx="369125" cy="126957"/>
            </a:xfrm>
            <a:prstGeom prst="ellipse">
              <a:avLst/>
            </a:prstGeom>
            <a:gradFill>
              <a:gsLst>
                <a:gs pos="0">
                  <a:srgbClr val="F9F9F9">
                    <a:alpha val="27541"/>
                  </a:srgbClr>
                </a:gs>
                <a:gs pos="14286">
                  <a:srgbClr val="F9F9F9">
                    <a:alpha val="25628"/>
                  </a:srgbClr>
                </a:gs>
                <a:gs pos="28571">
                  <a:srgbClr val="F9F9F9">
                    <a:alpha val="20539"/>
                  </a:srgbClr>
                </a:gs>
                <a:gs pos="42857">
                  <a:srgbClr val="F9F9F9">
                    <a:alpha val="13998"/>
                  </a:srgbClr>
                </a:gs>
                <a:gs pos="57143">
                  <a:srgbClr val="F9F9F9">
                    <a:alpha val="8016"/>
                  </a:srgbClr>
                </a:gs>
                <a:gs pos="71429">
                  <a:srgbClr val="F9F9F9">
                    <a:alpha val="3836"/>
                  </a:srgbClr>
                </a:gs>
                <a:gs pos="85714">
                  <a:srgbClr val="F9F9F9">
                    <a:alpha val="1535"/>
                  </a:srgbClr>
                </a:gs>
                <a:gs pos="100000">
                  <a:srgbClr val="F9F9F9">
                    <a:alpha val="5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0" name="Splat 430"/>
            <p:cNvSpPr>
              <a:spLocks noGrp="1"/>
            </p:cNvSpPr>
            <p:nvPr/>
          </p:nvSpPr>
          <p:spPr>
            <a:xfrm rot="5696241">
              <a:off x="2004474" y="1889772"/>
              <a:ext cx="310472" cy="96149"/>
            </a:xfrm>
            <a:prstGeom prst="ellipse">
              <a:avLst/>
            </a:prstGeom>
            <a:gradFill>
              <a:gsLst>
                <a:gs pos="0">
                  <a:srgbClr val="EAEAEA">
                    <a:alpha val="19776"/>
                  </a:srgbClr>
                </a:gs>
                <a:gs pos="14286">
                  <a:srgbClr val="EAEAEA">
                    <a:alpha val="18334"/>
                  </a:srgbClr>
                </a:gs>
                <a:gs pos="28571">
                  <a:srgbClr val="EAEAEA">
                    <a:alpha val="14551"/>
                  </a:srgbClr>
                </a:gs>
                <a:gs pos="42857">
                  <a:srgbClr val="EAEAEA">
                    <a:alpha val="9800"/>
                  </a:srgbClr>
                </a:gs>
                <a:gs pos="57143">
                  <a:srgbClr val="EAEAEA">
                    <a:alpha val="5555"/>
                  </a:srgbClr>
                </a:gs>
                <a:gs pos="71429">
                  <a:srgbClr val="EAEAEA">
                    <a:alpha val="2640"/>
                  </a:srgbClr>
                </a:gs>
                <a:gs pos="85714">
                  <a:srgbClr val="EAEAEA">
                    <a:alpha val="1052"/>
                  </a:srgbClr>
                </a:gs>
                <a:gs pos="100000">
                  <a:srgbClr val="EAEAEA">
                    <a:alpha val="3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1" name="Splat 431"/>
            <p:cNvSpPr>
              <a:spLocks noGrp="1"/>
            </p:cNvSpPr>
            <p:nvPr/>
          </p:nvSpPr>
          <p:spPr>
            <a:xfrm rot="9756312">
              <a:off x="2121957" y="1717148"/>
              <a:ext cx="333277" cy="60523"/>
            </a:xfrm>
            <a:prstGeom prst="ellipse">
              <a:avLst/>
            </a:prstGeom>
            <a:gradFill>
              <a:gsLst>
                <a:gs pos="0">
                  <a:srgbClr val="FFFFFF">
                    <a:alpha val="13867"/>
                  </a:srgbClr>
                </a:gs>
                <a:gs pos="14286">
                  <a:srgbClr val="FFFFFF">
                    <a:alpha val="12820"/>
                  </a:srgbClr>
                </a:gs>
                <a:gs pos="28571">
                  <a:srgbClr val="FFFFFF">
                    <a:alpha val="10105"/>
                  </a:srgbClr>
                </a:gs>
                <a:gs pos="42857">
                  <a:srgbClr val="FFFFFF">
                    <a:alpha val="6749"/>
                  </a:srgbClr>
                </a:gs>
                <a:gs pos="57143">
                  <a:srgbClr val="FFFFFF">
                    <a:alpha val="3798"/>
                  </a:srgbClr>
                </a:gs>
                <a:gs pos="71429">
                  <a:srgbClr val="FFFFFF">
                    <a:alpha val="1796"/>
                  </a:srgbClr>
                </a:gs>
                <a:gs pos="85714">
                  <a:srgbClr val="FFFFFF">
                    <a:alpha val="714"/>
                  </a:srgbClr>
                </a:gs>
                <a:gs pos="100000">
                  <a:srgbClr val="FFFFFF">
                    <a:alpha val="2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2" name="Splat 432"/>
            <p:cNvSpPr>
              <a:spLocks noGrp="1"/>
            </p:cNvSpPr>
            <p:nvPr/>
          </p:nvSpPr>
          <p:spPr>
            <a:xfrm rot="-9198892">
              <a:off x="2122313" y="2349980"/>
              <a:ext cx="385903" cy="96783"/>
            </a:xfrm>
            <a:prstGeom prst="ellipse">
              <a:avLst/>
            </a:prstGeom>
            <a:gradFill>
              <a:gsLst>
                <a:gs pos="0">
                  <a:srgbClr val="D5D6D6">
                    <a:alpha val="24358"/>
                  </a:srgbClr>
                </a:gs>
                <a:gs pos="14286">
                  <a:srgbClr val="D5D6D6">
                    <a:alpha val="22631"/>
                  </a:srgbClr>
                </a:gs>
                <a:gs pos="28571">
                  <a:srgbClr val="D5D6D6">
                    <a:alpha val="18063"/>
                  </a:srgbClr>
                </a:gs>
                <a:gs pos="42857">
                  <a:srgbClr val="D5D6D6">
                    <a:alpha val="12250"/>
                  </a:srgbClr>
                </a:gs>
                <a:gs pos="57143">
                  <a:srgbClr val="D5D6D6">
                    <a:alpha val="6985"/>
                  </a:srgbClr>
                </a:gs>
                <a:gs pos="71429">
                  <a:srgbClr val="D5D6D6">
                    <a:alpha val="3333"/>
                  </a:srgbClr>
                </a:gs>
                <a:gs pos="85714">
                  <a:srgbClr val="D5D6D6">
                    <a:alpha val="1331"/>
                  </a:srgbClr>
                </a:gs>
                <a:gs pos="100000">
                  <a:srgbClr val="D5D6D6">
                    <a:alpha val="4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3" name="Splat 433"/>
            <p:cNvSpPr>
              <a:spLocks noGrp="1"/>
            </p:cNvSpPr>
            <p:nvPr/>
          </p:nvSpPr>
          <p:spPr>
            <a:xfrm rot="-10493795">
              <a:off x="2449281" y="2082972"/>
              <a:ext cx="237379" cy="228450"/>
            </a:xfrm>
            <a:prstGeom prst="ellipse">
              <a:avLst/>
            </a:prstGeom>
            <a:gradFill>
              <a:gsLst>
                <a:gs pos="0">
                  <a:srgbClr val="CAC8C7">
                    <a:alpha val="3548"/>
                  </a:srgbClr>
                </a:gs>
                <a:gs pos="14286">
                  <a:srgbClr val="CAC8C7">
                    <a:alpha val="3266"/>
                  </a:srgbClr>
                </a:gs>
                <a:gs pos="28571">
                  <a:srgbClr val="CAC8C7">
                    <a:alpha val="2545"/>
                  </a:srgbClr>
                </a:gs>
                <a:gs pos="42857">
                  <a:srgbClr val="CAC8C7">
                    <a:alpha val="1677"/>
                  </a:srgbClr>
                </a:gs>
                <a:gs pos="57143">
                  <a:srgbClr val="CAC8C7">
                    <a:alpha val="933"/>
                  </a:srgbClr>
                </a:gs>
                <a:gs pos="71429">
                  <a:srgbClr val="CAC8C7">
                    <a:alpha val="438"/>
                  </a:srgbClr>
                </a:gs>
                <a:gs pos="85714">
                  <a:srgbClr val="CAC8C7">
                    <a:alpha val="173"/>
                  </a:srgbClr>
                </a:gs>
                <a:gs pos="100000">
                  <a:srgbClr val="CAC8C7">
                    <a:alpha val="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4" name="Splat 434"/>
            <p:cNvSpPr>
              <a:spLocks noGrp="1"/>
            </p:cNvSpPr>
            <p:nvPr/>
          </p:nvSpPr>
          <p:spPr>
            <a:xfrm rot="5554618">
              <a:off x="2003401" y="2075955"/>
              <a:ext cx="224372" cy="223678"/>
            </a:xfrm>
            <a:prstGeom prst="ellipse">
              <a:avLst/>
            </a:prstGeom>
            <a:gradFill>
              <a:gsLst>
                <a:gs pos="0">
                  <a:srgbClr val="AFAFB0">
                    <a:alpha val="5198"/>
                  </a:srgbClr>
                </a:gs>
                <a:gs pos="14286">
                  <a:srgbClr val="AFAFB0">
                    <a:alpha val="4788"/>
                  </a:srgbClr>
                </a:gs>
                <a:gs pos="28571">
                  <a:srgbClr val="AFAFB0">
                    <a:alpha val="3738"/>
                  </a:srgbClr>
                </a:gs>
                <a:gs pos="42857">
                  <a:srgbClr val="AFAFB0">
                    <a:alpha val="2468"/>
                  </a:srgbClr>
                </a:gs>
                <a:gs pos="57143">
                  <a:srgbClr val="AFAFB0">
                    <a:alpha val="1375"/>
                  </a:srgbClr>
                </a:gs>
                <a:gs pos="71429">
                  <a:srgbClr val="AFAFB0">
                    <a:alpha val="646"/>
                  </a:srgbClr>
                </a:gs>
                <a:gs pos="85714">
                  <a:srgbClr val="AFAFB0">
                    <a:alpha val="256"/>
                  </a:srgbClr>
                </a:gs>
                <a:gs pos="100000">
                  <a:srgbClr val="AFAFB0">
                    <a:alpha val="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5" name="Splat 435"/>
            <p:cNvSpPr>
              <a:spLocks noGrp="1"/>
            </p:cNvSpPr>
            <p:nvPr/>
          </p:nvSpPr>
          <p:spPr>
            <a:xfrm rot="10307904">
              <a:off x="2154763" y="2225850"/>
              <a:ext cx="263163" cy="83569"/>
            </a:xfrm>
            <a:prstGeom prst="ellipse">
              <a:avLst/>
            </a:prstGeom>
            <a:gradFill>
              <a:gsLst>
                <a:gs pos="0">
                  <a:srgbClr val="ADADAC">
                    <a:alpha val="19499"/>
                  </a:srgbClr>
                </a:gs>
                <a:gs pos="14286">
                  <a:srgbClr val="ADADAC">
                    <a:alpha val="18074"/>
                  </a:srgbClr>
                </a:gs>
                <a:gs pos="28571">
                  <a:srgbClr val="ADADAC">
                    <a:alpha val="14340"/>
                  </a:srgbClr>
                </a:gs>
                <a:gs pos="42857">
                  <a:srgbClr val="ADADAC">
                    <a:alpha val="9654"/>
                  </a:srgbClr>
                </a:gs>
                <a:gs pos="57143">
                  <a:srgbClr val="ADADAC">
                    <a:alpha val="5470"/>
                  </a:srgbClr>
                </a:gs>
                <a:gs pos="71429">
                  <a:srgbClr val="ADADAC">
                    <a:alpha val="2599"/>
                  </a:srgbClr>
                </a:gs>
                <a:gs pos="85714">
                  <a:srgbClr val="ADADAC">
                    <a:alpha val="1036"/>
                  </a:srgbClr>
                </a:gs>
                <a:gs pos="100000">
                  <a:srgbClr val="ADADAC">
                    <a:alpha val="3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6" name="Splat 436"/>
            <p:cNvSpPr>
              <a:spLocks noGrp="1"/>
            </p:cNvSpPr>
            <p:nvPr/>
          </p:nvSpPr>
          <p:spPr>
            <a:xfrm rot="10432781">
              <a:off x="2174995" y="2346252"/>
              <a:ext cx="313504" cy="88751"/>
            </a:xfrm>
            <a:prstGeom prst="ellipse">
              <a:avLst/>
            </a:prstGeom>
            <a:gradFill>
              <a:gsLst>
                <a:gs pos="0">
                  <a:srgbClr val="CFD0CF">
                    <a:alpha val="26898"/>
                  </a:srgbClr>
                </a:gs>
                <a:gs pos="14286">
                  <a:srgbClr val="CFD0CF">
                    <a:alpha val="25022"/>
                  </a:srgbClr>
                </a:gs>
                <a:gs pos="28571">
                  <a:srgbClr val="CFD0CF">
                    <a:alpha val="20036"/>
                  </a:srgbClr>
                </a:gs>
                <a:gs pos="42857">
                  <a:srgbClr val="CFD0CF">
                    <a:alpha val="13641"/>
                  </a:srgbClr>
                </a:gs>
                <a:gs pos="57143">
                  <a:srgbClr val="CFD0CF">
                    <a:alpha val="7805"/>
                  </a:srgbClr>
                </a:gs>
                <a:gs pos="71429">
                  <a:srgbClr val="CFD0CF">
                    <a:alpha val="3733"/>
                  </a:srgbClr>
                </a:gs>
                <a:gs pos="85714">
                  <a:srgbClr val="CFD0CF">
                    <a:alpha val="1493"/>
                  </a:srgbClr>
                </a:gs>
                <a:gs pos="100000">
                  <a:srgbClr val="CFD0CF">
                    <a:alpha val="5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7" name="Splat 437"/>
            <p:cNvSpPr>
              <a:spLocks noGrp="1"/>
            </p:cNvSpPr>
            <p:nvPr/>
          </p:nvSpPr>
          <p:spPr>
            <a:xfrm rot="-10737890">
              <a:off x="2158747" y="1984564"/>
              <a:ext cx="281689" cy="82944"/>
            </a:xfrm>
            <a:prstGeom prst="ellipse">
              <a:avLst/>
            </a:prstGeom>
            <a:gradFill>
              <a:gsLst>
                <a:gs pos="0">
                  <a:srgbClr val="CDCDCE">
                    <a:alpha val="2123"/>
                  </a:srgbClr>
                </a:gs>
                <a:gs pos="14286">
                  <a:srgbClr val="CDCDCE">
                    <a:alpha val="1953"/>
                  </a:srgbClr>
                </a:gs>
                <a:gs pos="28571">
                  <a:srgbClr val="CDCDCE">
                    <a:alpha val="1520"/>
                  </a:srgbClr>
                </a:gs>
                <a:gs pos="42857">
                  <a:srgbClr val="CDCDCE">
                    <a:alpha val="999"/>
                  </a:srgbClr>
                </a:gs>
                <a:gs pos="57143">
                  <a:srgbClr val="CDCDCE">
                    <a:alpha val="555"/>
                  </a:srgbClr>
                </a:gs>
                <a:gs pos="71429">
                  <a:srgbClr val="CDCDCE">
                    <a:alpha val="260"/>
                  </a:srgbClr>
                </a:gs>
                <a:gs pos="85714">
                  <a:srgbClr val="CDCDCE">
                    <a:alpha val="103"/>
                  </a:srgbClr>
                </a:gs>
                <a:gs pos="100000">
                  <a:srgbClr val="CDCDCE">
                    <a:alpha val="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8" name="Splat 438"/>
            <p:cNvSpPr>
              <a:spLocks noGrp="1"/>
            </p:cNvSpPr>
            <p:nvPr/>
          </p:nvSpPr>
          <p:spPr>
            <a:xfrm rot="2931811">
              <a:off x="2099329" y="2278309"/>
              <a:ext cx="280186" cy="65593"/>
            </a:xfrm>
            <a:prstGeom prst="ellipse">
              <a:avLst/>
            </a:prstGeom>
            <a:gradFill>
              <a:gsLst>
                <a:gs pos="0">
                  <a:srgbClr val="A7A5A7">
                    <a:alpha val="3788"/>
                  </a:srgbClr>
                </a:gs>
                <a:gs pos="14286">
                  <a:srgbClr val="A7A5A7">
                    <a:alpha val="3487"/>
                  </a:srgbClr>
                </a:gs>
                <a:gs pos="28571">
                  <a:srgbClr val="A7A5A7">
                    <a:alpha val="2718"/>
                  </a:srgbClr>
                </a:gs>
                <a:gs pos="42857">
                  <a:srgbClr val="A7A5A7">
                    <a:alpha val="1791"/>
                  </a:srgbClr>
                </a:gs>
                <a:gs pos="57143">
                  <a:srgbClr val="A7A5A7">
                    <a:alpha val="997"/>
                  </a:srgbClr>
                </a:gs>
                <a:gs pos="71429">
                  <a:srgbClr val="A7A5A7">
                    <a:alpha val="468"/>
                  </a:srgbClr>
                </a:gs>
                <a:gs pos="85714">
                  <a:srgbClr val="A7A5A7">
                    <a:alpha val="185"/>
                  </a:srgbClr>
                </a:gs>
                <a:gs pos="100000">
                  <a:srgbClr val="A7A5A7">
                    <a:alpha val="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9" name="Splat 439"/>
            <p:cNvSpPr>
              <a:spLocks noGrp="1"/>
            </p:cNvSpPr>
            <p:nvPr/>
          </p:nvSpPr>
          <p:spPr>
            <a:xfrm rot="-10658051">
              <a:off x="2374534" y="1909524"/>
              <a:ext cx="296757" cy="271432"/>
            </a:xfrm>
            <a:prstGeom prst="ellipse">
              <a:avLst/>
            </a:prstGeom>
            <a:gradFill>
              <a:gsLst>
                <a:gs pos="0">
                  <a:srgbClr val="B3B3B3">
                    <a:alpha val="4319"/>
                  </a:srgbClr>
                </a:gs>
                <a:gs pos="14286">
                  <a:srgbClr val="B3B3B3">
                    <a:alpha val="3977"/>
                  </a:srgbClr>
                </a:gs>
                <a:gs pos="28571">
                  <a:srgbClr val="B3B3B3">
                    <a:alpha val="3102"/>
                  </a:srgbClr>
                </a:gs>
                <a:gs pos="42857">
                  <a:srgbClr val="B3B3B3">
                    <a:alpha val="2046"/>
                  </a:srgbClr>
                </a:gs>
                <a:gs pos="57143">
                  <a:srgbClr val="B3B3B3">
                    <a:alpha val="1139"/>
                  </a:srgbClr>
                </a:gs>
                <a:gs pos="71429">
                  <a:srgbClr val="B3B3B3">
                    <a:alpha val="535"/>
                  </a:srgbClr>
                </a:gs>
                <a:gs pos="85714">
                  <a:srgbClr val="B3B3B3">
                    <a:alpha val="212"/>
                  </a:srgbClr>
                </a:gs>
                <a:gs pos="100000">
                  <a:srgbClr val="B3B3B3">
                    <a:alpha val="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0" name="Splat 440"/>
            <p:cNvSpPr>
              <a:spLocks noGrp="1"/>
            </p:cNvSpPr>
            <p:nvPr/>
          </p:nvSpPr>
          <p:spPr>
            <a:xfrm rot="-9612504">
              <a:off x="1988820" y="1848137"/>
              <a:ext cx="228579" cy="179827"/>
            </a:xfrm>
            <a:prstGeom prst="ellipse">
              <a:avLst/>
            </a:prstGeom>
            <a:gradFill>
              <a:gsLst>
                <a:gs pos="0">
                  <a:srgbClr val="B7B6B8">
                    <a:alpha val="7290"/>
                  </a:srgbClr>
                </a:gs>
                <a:gs pos="14286">
                  <a:srgbClr val="B7B6B8">
                    <a:alpha val="6721"/>
                  </a:srgbClr>
                </a:gs>
                <a:gs pos="28571">
                  <a:srgbClr val="B7B6B8">
                    <a:alpha val="5258"/>
                  </a:srgbClr>
                </a:gs>
                <a:gs pos="42857">
                  <a:srgbClr val="B7B6B8">
                    <a:alpha val="3481"/>
                  </a:srgbClr>
                </a:gs>
                <a:gs pos="57143">
                  <a:srgbClr val="B7B6B8">
                    <a:alpha val="1944"/>
                  </a:srgbClr>
                </a:gs>
                <a:gs pos="71429">
                  <a:srgbClr val="B7B6B8">
                    <a:alpha val="915"/>
                  </a:srgbClr>
                </a:gs>
                <a:gs pos="85714">
                  <a:srgbClr val="B7B6B8">
                    <a:alpha val="363"/>
                  </a:srgbClr>
                </a:gs>
                <a:gs pos="100000">
                  <a:srgbClr val="B7B6B8">
                    <a:alpha val="1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1" name="Splat 441"/>
            <p:cNvSpPr>
              <a:spLocks noGrp="1"/>
            </p:cNvSpPr>
            <p:nvPr/>
          </p:nvSpPr>
          <p:spPr>
            <a:xfrm rot="10675744">
              <a:off x="2256365" y="2234331"/>
              <a:ext cx="309417" cy="176127"/>
            </a:xfrm>
            <a:prstGeom prst="ellipse">
              <a:avLst/>
            </a:prstGeom>
            <a:gradFill>
              <a:gsLst>
                <a:gs pos="0">
                  <a:srgbClr val="DCDCDC">
                    <a:alpha val="17498"/>
                  </a:srgbClr>
                </a:gs>
                <a:gs pos="14286">
                  <a:srgbClr val="DCDCDC">
                    <a:alpha val="16204"/>
                  </a:srgbClr>
                </a:gs>
                <a:gs pos="28571">
                  <a:srgbClr val="DCDCDC">
                    <a:alpha val="12826"/>
                  </a:srgbClr>
                </a:gs>
                <a:gs pos="42857">
                  <a:srgbClr val="DCDCDC">
                    <a:alpha val="8610"/>
                  </a:srgbClr>
                </a:gs>
                <a:gs pos="57143">
                  <a:srgbClr val="DCDCDC">
                    <a:alpha val="4867"/>
                  </a:srgbClr>
                </a:gs>
                <a:gs pos="71429">
                  <a:srgbClr val="DCDCDC">
                    <a:alpha val="2308"/>
                  </a:srgbClr>
                </a:gs>
                <a:gs pos="85714">
                  <a:srgbClr val="DCDCDC">
                    <a:alpha val="919"/>
                  </a:srgbClr>
                </a:gs>
                <a:gs pos="100000">
                  <a:srgbClr val="DCDCDC">
                    <a:alpha val="3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2" name="Splat 442"/>
            <p:cNvSpPr>
              <a:spLocks noGrp="1"/>
            </p:cNvSpPr>
            <p:nvPr/>
          </p:nvSpPr>
          <p:spPr>
            <a:xfrm rot="6335065">
              <a:off x="2230470" y="1831852"/>
              <a:ext cx="375256" cy="112046"/>
            </a:xfrm>
            <a:prstGeom prst="ellipse">
              <a:avLst/>
            </a:prstGeom>
            <a:gradFill>
              <a:gsLst>
                <a:gs pos="0">
                  <a:srgbClr val="FFFEFE">
                    <a:alpha val="5175"/>
                  </a:srgbClr>
                </a:gs>
                <a:gs pos="14286">
                  <a:srgbClr val="FFFEFE">
                    <a:alpha val="4766"/>
                  </a:srgbClr>
                </a:gs>
                <a:gs pos="28571">
                  <a:srgbClr val="FFFEFE">
                    <a:alpha val="3721"/>
                  </a:srgbClr>
                </a:gs>
                <a:gs pos="42857">
                  <a:srgbClr val="FFFEFE">
                    <a:alpha val="2456"/>
                  </a:srgbClr>
                </a:gs>
                <a:gs pos="57143">
                  <a:srgbClr val="FFFEFE">
                    <a:alpha val="1369"/>
                  </a:srgbClr>
                </a:gs>
                <a:gs pos="71429">
                  <a:srgbClr val="FFFEFE">
                    <a:alpha val="643"/>
                  </a:srgbClr>
                </a:gs>
                <a:gs pos="85714">
                  <a:srgbClr val="FFFEFE">
                    <a:alpha val="255"/>
                  </a:srgbClr>
                </a:gs>
                <a:gs pos="100000">
                  <a:srgbClr val="FFFEFE">
                    <a:alpha val="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3" name="Splat 443"/>
            <p:cNvSpPr>
              <a:spLocks noGrp="1"/>
            </p:cNvSpPr>
            <p:nvPr/>
          </p:nvSpPr>
          <p:spPr>
            <a:xfrm rot="7566831">
              <a:off x="2078513" y="1863712"/>
              <a:ext cx="212501" cy="62837"/>
            </a:xfrm>
            <a:prstGeom prst="ellipse">
              <a:avLst/>
            </a:prstGeom>
            <a:gradFill>
              <a:gsLst>
                <a:gs pos="0">
                  <a:srgbClr val="B2B2AE">
                    <a:alpha val="2255"/>
                  </a:srgbClr>
                </a:gs>
                <a:gs pos="14286">
                  <a:srgbClr val="B2B2AE">
                    <a:alpha val="2075"/>
                  </a:srgbClr>
                </a:gs>
                <a:gs pos="28571">
                  <a:srgbClr val="B2B2AE">
                    <a:alpha val="1615"/>
                  </a:srgbClr>
                </a:gs>
                <a:gs pos="42857">
                  <a:srgbClr val="B2B2AE">
                    <a:alpha val="1062"/>
                  </a:srgbClr>
                </a:gs>
                <a:gs pos="57143">
                  <a:srgbClr val="B2B2AE">
                    <a:alpha val="590"/>
                  </a:srgbClr>
                </a:gs>
                <a:gs pos="71429">
                  <a:srgbClr val="B2B2AE">
                    <a:alpha val="277"/>
                  </a:srgbClr>
                </a:gs>
                <a:gs pos="85714">
                  <a:srgbClr val="B2B2AE">
                    <a:alpha val="109"/>
                  </a:srgbClr>
                </a:gs>
                <a:gs pos="100000">
                  <a:srgbClr val="B2B2AE">
                    <a:alpha val="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4" name="Splat 444"/>
            <p:cNvSpPr>
              <a:spLocks noGrp="1"/>
            </p:cNvSpPr>
            <p:nvPr/>
          </p:nvSpPr>
          <p:spPr>
            <a:xfrm rot="-9380667">
              <a:off x="2050745" y="2209216"/>
              <a:ext cx="343448" cy="81501"/>
            </a:xfrm>
            <a:prstGeom prst="ellipse">
              <a:avLst/>
            </a:prstGeom>
            <a:gradFill>
              <a:gsLst>
                <a:gs pos="0">
                  <a:srgbClr val="B8B7B7">
                    <a:alpha val="22824"/>
                  </a:srgbClr>
                </a:gs>
                <a:gs pos="14286">
                  <a:srgbClr val="B8B7B7">
                    <a:alpha val="21190"/>
                  </a:srgbClr>
                </a:gs>
                <a:gs pos="28571">
                  <a:srgbClr val="B8B7B7">
                    <a:alpha val="16881"/>
                  </a:srgbClr>
                </a:gs>
                <a:gs pos="42857">
                  <a:srgbClr val="B8B7B7">
                    <a:alpha val="11421"/>
                  </a:srgbClr>
                </a:gs>
                <a:gs pos="57143">
                  <a:srgbClr val="B8B7B7">
                    <a:alpha val="6499"/>
                  </a:srgbClr>
                </a:gs>
                <a:gs pos="71429">
                  <a:srgbClr val="B8B7B7">
                    <a:alpha val="3097"/>
                  </a:srgbClr>
                </a:gs>
                <a:gs pos="85714">
                  <a:srgbClr val="B8B7B7">
                    <a:alpha val="1236"/>
                  </a:srgbClr>
                </a:gs>
                <a:gs pos="100000">
                  <a:srgbClr val="B8B7B7">
                    <a:alpha val="4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5" name="Splat 445"/>
            <p:cNvSpPr>
              <a:spLocks noGrp="1"/>
            </p:cNvSpPr>
            <p:nvPr/>
          </p:nvSpPr>
          <p:spPr>
            <a:xfrm rot="10690818">
              <a:off x="2392408" y="1910478"/>
              <a:ext cx="283847" cy="279664"/>
            </a:xfrm>
            <a:prstGeom prst="ellipse">
              <a:avLst/>
            </a:prstGeom>
            <a:gradFill>
              <a:gsLst>
                <a:gs pos="0">
                  <a:srgbClr val="B6B6B7">
                    <a:alpha val="7988"/>
                  </a:srgbClr>
                </a:gs>
                <a:gs pos="14286">
                  <a:srgbClr val="B6B6B7">
                    <a:alpha val="7366"/>
                  </a:srgbClr>
                </a:gs>
                <a:gs pos="28571">
                  <a:srgbClr val="B6B6B7">
                    <a:alpha val="5768"/>
                  </a:srgbClr>
                </a:gs>
                <a:gs pos="42857">
                  <a:srgbClr val="B6B6B7">
                    <a:alpha val="3822"/>
                  </a:srgbClr>
                </a:gs>
                <a:gs pos="57143">
                  <a:srgbClr val="B6B6B7">
                    <a:alpha val="2136"/>
                  </a:srgbClr>
                </a:gs>
                <a:gs pos="71429">
                  <a:srgbClr val="B6B6B7">
                    <a:alpha val="1006"/>
                  </a:srgbClr>
                </a:gs>
                <a:gs pos="85714">
                  <a:srgbClr val="B6B6B7">
                    <a:alpha val="399"/>
                  </a:srgbClr>
                </a:gs>
                <a:gs pos="100000">
                  <a:srgbClr val="B6B6B7">
                    <a:alpha val="1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6" name="Splat 446"/>
            <p:cNvSpPr>
              <a:spLocks noGrp="1"/>
            </p:cNvSpPr>
            <p:nvPr/>
          </p:nvSpPr>
          <p:spPr>
            <a:xfrm rot="9841484">
              <a:off x="2268825" y="1790427"/>
              <a:ext cx="240819" cy="57491"/>
            </a:xfrm>
            <a:prstGeom prst="ellipse">
              <a:avLst/>
            </a:prstGeom>
            <a:gradFill>
              <a:gsLst>
                <a:gs pos="0">
                  <a:srgbClr val="B5B5B5">
                    <a:alpha val="5474"/>
                  </a:srgbClr>
                </a:gs>
                <a:gs pos="14286">
                  <a:srgbClr val="B5B5B5">
                    <a:alpha val="5043"/>
                  </a:srgbClr>
                </a:gs>
                <a:gs pos="28571">
                  <a:srgbClr val="B5B5B5">
                    <a:alpha val="3938"/>
                  </a:srgbClr>
                </a:gs>
                <a:gs pos="42857">
                  <a:srgbClr val="B5B5B5">
                    <a:alpha val="2601"/>
                  </a:srgbClr>
                </a:gs>
                <a:gs pos="57143">
                  <a:srgbClr val="B5B5B5">
                    <a:alpha val="1450"/>
                  </a:srgbClr>
                </a:gs>
                <a:gs pos="71429">
                  <a:srgbClr val="B5B5B5">
                    <a:alpha val="681"/>
                  </a:srgbClr>
                </a:gs>
                <a:gs pos="85714">
                  <a:srgbClr val="B5B5B5">
                    <a:alpha val="270"/>
                  </a:srgbClr>
                </a:gs>
                <a:gs pos="100000">
                  <a:srgbClr val="B5B5B5">
                    <a:alpha val="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7" name="Splat 447"/>
            <p:cNvSpPr>
              <a:spLocks noGrp="1"/>
            </p:cNvSpPr>
            <p:nvPr/>
          </p:nvSpPr>
          <p:spPr>
            <a:xfrm rot="3124798">
              <a:off x="2036146" y="2287490"/>
              <a:ext cx="373843" cy="107505"/>
            </a:xfrm>
            <a:prstGeom prst="ellipse">
              <a:avLst/>
            </a:prstGeom>
            <a:gradFill>
              <a:gsLst>
                <a:gs pos="0">
                  <a:srgbClr val="E0E0DF">
                    <a:alpha val="14335"/>
                  </a:srgbClr>
                </a:gs>
                <a:gs pos="14286">
                  <a:srgbClr val="E0E0DF">
                    <a:alpha val="13256"/>
                  </a:srgbClr>
                </a:gs>
                <a:gs pos="28571">
                  <a:srgbClr val="E0E0DF">
                    <a:alpha val="10454"/>
                  </a:srgbClr>
                </a:gs>
                <a:gs pos="42857">
                  <a:srgbClr val="E0E0DF">
                    <a:alpha val="6986"/>
                  </a:srgbClr>
                </a:gs>
                <a:gs pos="57143">
                  <a:srgbClr val="E0E0DF">
                    <a:alpha val="3934"/>
                  </a:srgbClr>
                </a:gs>
                <a:gs pos="71429">
                  <a:srgbClr val="E0E0DF">
                    <a:alpha val="1861"/>
                  </a:srgbClr>
                </a:gs>
                <a:gs pos="85714">
                  <a:srgbClr val="E0E0DF">
                    <a:alpha val="740"/>
                  </a:srgbClr>
                </a:gs>
                <a:gs pos="100000">
                  <a:srgbClr val="E0E0DF">
                    <a:alpha val="2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8" name="Splat 448"/>
            <p:cNvSpPr>
              <a:spLocks noGrp="1"/>
            </p:cNvSpPr>
            <p:nvPr/>
          </p:nvSpPr>
          <p:spPr>
            <a:xfrm rot="4311576">
              <a:off x="1917718" y="2176085"/>
              <a:ext cx="320751" cy="83292"/>
            </a:xfrm>
            <a:prstGeom prst="ellipse">
              <a:avLst/>
            </a:prstGeom>
            <a:gradFill>
              <a:gsLst>
                <a:gs pos="0">
                  <a:srgbClr val="CFD0D0">
                    <a:alpha val="6794"/>
                  </a:srgbClr>
                </a:gs>
                <a:gs pos="14286">
                  <a:srgbClr val="CFD0D0">
                    <a:alpha val="6262"/>
                  </a:srgbClr>
                </a:gs>
                <a:gs pos="28571">
                  <a:srgbClr val="CFD0D0">
                    <a:alpha val="4897"/>
                  </a:srgbClr>
                </a:gs>
                <a:gs pos="42857">
                  <a:srgbClr val="CFD0D0">
                    <a:alpha val="3240"/>
                  </a:srgbClr>
                </a:gs>
                <a:gs pos="57143">
                  <a:srgbClr val="CFD0D0">
                    <a:alpha val="1808"/>
                  </a:srgbClr>
                </a:gs>
                <a:gs pos="71429">
                  <a:srgbClr val="CFD0D0">
                    <a:alpha val="851"/>
                  </a:srgbClr>
                </a:gs>
                <a:gs pos="85714">
                  <a:srgbClr val="CFD0D0">
                    <a:alpha val="337"/>
                  </a:srgbClr>
                </a:gs>
                <a:gs pos="100000">
                  <a:srgbClr val="CFD0D0">
                    <a:alpha val="1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9" name="Splat 449"/>
            <p:cNvSpPr>
              <a:spLocks noGrp="1"/>
            </p:cNvSpPr>
            <p:nvPr/>
          </p:nvSpPr>
          <p:spPr>
            <a:xfrm rot="-9903966">
              <a:off x="2177975" y="2287580"/>
              <a:ext cx="278542" cy="53687"/>
            </a:xfrm>
            <a:prstGeom prst="ellipse">
              <a:avLst/>
            </a:prstGeom>
            <a:gradFill>
              <a:gsLst>
                <a:gs pos="0">
                  <a:srgbClr val="AFAFB2">
                    <a:alpha val="4579"/>
                  </a:srgbClr>
                </a:gs>
                <a:gs pos="14286">
                  <a:srgbClr val="AFAFB2">
                    <a:alpha val="4217"/>
                  </a:srgbClr>
                </a:gs>
                <a:gs pos="28571">
                  <a:srgbClr val="AFAFB2">
                    <a:alpha val="3290"/>
                  </a:srgbClr>
                </a:gs>
                <a:gs pos="42857">
                  <a:srgbClr val="AFAFB2">
                    <a:alpha val="2170"/>
                  </a:srgbClr>
                </a:gs>
                <a:gs pos="57143">
                  <a:srgbClr val="AFAFB2">
                    <a:alpha val="1208"/>
                  </a:srgbClr>
                </a:gs>
                <a:gs pos="71429">
                  <a:srgbClr val="AFAFB2">
                    <a:alpha val="567"/>
                  </a:srgbClr>
                </a:gs>
                <a:gs pos="85714">
                  <a:srgbClr val="AFAFB2">
                    <a:alpha val="225"/>
                  </a:srgbClr>
                </a:gs>
                <a:gs pos="100000">
                  <a:srgbClr val="AFAFB2">
                    <a:alpha val="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0" name="Splat 450"/>
            <p:cNvSpPr>
              <a:spLocks noGrp="1"/>
            </p:cNvSpPr>
            <p:nvPr/>
          </p:nvSpPr>
          <p:spPr>
            <a:xfrm rot="8851646">
              <a:off x="2220938" y="1820192"/>
              <a:ext cx="245877" cy="84147"/>
            </a:xfrm>
            <a:prstGeom prst="ellipse">
              <a:avLst/>
            </a:prstGeom>
            <a:gradFill>
              <a:gsLst>
                <a:gs pos="0">
                  <a:srgbClr val="BABAB9">
                    <a:alpha val="5687"/>
                  </a:srgbClr>
                </a:gs>
                <a:gs pos="14286">
                  <a:srgbClr val="BABAB9">
                    <a:alpha val="5239"/>
                  </a:srgbClr>
                </a:gs>
                <a:gs pos="28571">
                  <a:srgbClr val="BABAB9">
                    <a:alpha val="4092"/>
                  </a:srgbClr>
                </a:gs>
                <a:gs pos="42857">
                  <a:srgbClr val="BABAB9">
                    <a:alpha val="2704"/>
                  </a:srgbClr>
                </a:gs>
                <a:gs pos="57143">
                  <a:srgbClr val="BABAB9">
                    <a:alpha val="1507"/>
                  </a:srgbClr>
                </a:gs>
                <a:gs pos="71429">
                  <a:srgbClr val="BABAB9">
                    <a:alpha val="708"/>
                  </a:srgbClr>
                </a:gs>
                <a:gs pos="85714">
                  <a:srgbClr val="BABAB9">
                    <a:alpha val="281"/>
                  </a:srgbClr>
                </a:gs>
                <a:gs pos="100000">
                  <a:srgbClr val="BABAB9">
                    <a:alpha val="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1" name="Splat 451"/>
            <p:cNvSpPr>
              <a:spLocks noGrp="1"/>
            </p:cNvSpPr>
            <p:nvPr/>
          </p:nvSpPr>
          <p:spPr>
            <a:xfrm rot="6029836">
              <a:off x="1981737" y="1938156"/>
              <a:ext cx="342454" cy="87221"/>
            </a:xfrm>
            <a:prstGeom prst="ellipse">
              <a:avLst/>
            </a:prstGeom>
            <a:gradFill>
              <a:gsLst>
                <a:gs pos="0">
                  <a:srgbClr val="B6B6B6">
                    <a:alpha val="11122"/>
                  </a:srgbClr>
                </a:gs>
                <a:gs pos="14286">
                  <a:srgbClr val="B6B6B6">
                    <a:alpha val="10270"/>
                  </a:srgbClr>
                </a:gs>
                <a:gs pos="28571">
                  <a:srgbClr val="B6B6B6">
                    <a:alpha val="8070"/>
                  </a:srgbClr>
                </a:gs>
                <a:gs pos="42857">
                  <a:srgbClr val="B6B6B6">
                    <a:alpha val="5370"/>
                  </a:srgbClr>
                </a:gs>
                <a:gs pos="57143">
                  <a:srgbClr val="B6B6B6">
                    <a:alpha val="3012"/>
                  </a:srgbClr>
                </a:gs>
                <a:gs pos="71429">
                  <a:srgbClr val="B6B6B6">
                    <a:alpha val="1421"/>
                  </a:srgbClr>
                </a:gs>
                <a:gs pos="85714">
                  <a:srgbClr val="B6B6B6">
                    <a:alpha val="564"/>
                  </a:srgbClr>
                </a:gs>
                <a:gs pos="100000">
                  <a:srgbClr val="B6B6B6">
                    <a:alpha val="1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2" name="Splat 452"/>
            <p:cNvSpPr>
              <a:spLocks noGrp="1"/>
            </p:cNvSpPr>
            <p:nvPr/>
          </p:nvSpPr>
          <p:spPr>
            <a:xfrm rot="-8504915">
              <a:off x="2046664" y="2209894"/>
              <a:ext cx="348626" cy="103425"/>
            </a:xfrm>
            <a:prstGeom prst="ellipse">
              <a:avLst/>
            </a:prstGeom>
            <a:gradFill>
              <a:gsLst>
                <a:gs pos="0">
                  <a:srgbClr val="CACACA">
                    <a:alpha val="15842"/>
                  </a:srgbClr>
                </a:gs>
                <a:gs pos="14286">
                  <a:srgbClr val="CACACA">
                    <a:alpha val="14660"/>
                  </a:srgbClr>
                </a:gs>
                <a:gs pos="28571">
                  <a:srgbClr val="CACACA">
                    <a:alpha val="11581"/>
                  </a:srgbClr>
                </a:gs>
                <a:gs pos="42857">
                  <a:srgbClr val="CACACA">
                    <a:alpha val="7756"/>
                  </a:srgbClr>
                </a:gs>
                <a:gs pos="57143">
                  <a:srgbClr val="CACACA">
                    <a:alpha val="4375"/>
                  </a:srgbClr>
                </a:gs>
                <a:gs pos="71429">
                  <a:srgbClr val="CACACA">
                    <a:alpha val="2072"/>
                  </a:srgbClr>
                </a:gs>
                <a:gs pos="85714">
                  <a:srgbClr val="CACACA">
                    <a:alpha val="825"/>
                  </a:srgbClr>
                </a:gs>
                <a:gs pos="100000">
                  <a:srgbClr val="CACACA">
                    <a:alpha val="2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3" name="Splat 453"/>
            <p:cNvSpPr>
              <a:spLocks noGrp="1"/>
            </p:cNvSpPr>
            <p:nvPr/>
          </p:nvSpPr>
          <p:spPr>
            <a:xfrm rot="-10743829">
              <a:off x="2118884" y="1840293"/>
              <a:ext cx="265776" cy="49043"/>
            </a:xfrm>
            <a:prstGeom prst="ellipse">
              <a:avLst/>
            </a:prstGeom>
            <a:gradFill>
              <a:gsLst>
                <a:gs pos="0">
                  <a:srgbClr val="818481">
                    <a:alpha val="3647"/>
                  </a:srgbClr>
                </a:gs>
                <a:gs pos="14286">
                  <a:srgbClr val="818481">
                    <a:alpha val="3357"/>
                  </a:srgbClr>
                </a:gs>
                <a:gs pos="28571">
                  <a:srgbClr val="818481">
                    <a:alpha val="2616"/>
                  </a:srgbClr>
                </a:gs>
                <a:gs pos="42857">
                  <a:srgbClr val="818481">
                    <a:alpha val="1724"/>
                  </a:srgbClr>
                </a:gs>
                <a:gs pos="57143">
                  <a:srgbClr val="818481">
                    <a:alpha val="959"/>
                  </a:srgbClr>
                </a:gs>
                <a:gs pos="71429">
                  <a:srgbClr val="818481">
                    <a:alpha val="450"/>
                  </a:srgbClr>
                </a:gs>
                <a:gs pos="85714">
                  <a:srgbClr val="818481">
                    <a:alpha val="178"/>
                  </a:srgbClr>
                </a:gs>
                <a:gs pos="100000">
                  <a:srgbClr val="818481">
                    <a:alpha val="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4" name="Splat 454"/>
            <p:cNvSpPr>
              <a:spLocks noGrp="1"/>
            </p:cNvSpPr>
            <p:nvPr/>
          </p:nvSpPr>
          <p:spPr>
            <a:xfrm rot="-9978843">
              <a:off x="2439817" y="2325537"/>
              <a:ext cx="399652" cy="133199"/>
            </a:xfrm>
            <a:prstGeom prst="ellipse">
              <a:avLst/>
            </a:prstGeom>
            <a:gradFill>
              <a:gsLst>
                <a:gs pos="0">
                  <a:srgbClr val="0F1101">
                    <a:alpha val="32606"/>
                  </a:srgbClr>
                </a:gs>
                <a:gs pos="14286">
                  <a:srgbClr val="0F1101">
                    <a:alpha val="30420"/>
                  </a:srgbClr>
                </a:gs>
                <a:gs pos="28571">
                  <a:srgbClr val="0F1101">
                    <a:alpha val="24544"/>
                  </a:srgbClr>
                </a:gs>
                <a:gs pos="42857">
                  <a:srgbClr val="0F1101">
                    <a:alpha val="16866"/>
                  </a:srgbClr>
                </a:gs>
                <a:gs pos="57143">
                  <a:srgbClr val="0F1101">
                    <a:alpha val="9729"/>
                  </a:srgbClr>
                </a:gs>
                <a:gs pos="71429">
                  <a:srgbClr val="0F1101">
                    <a:alpha val="4678"/>
                  </a:srgbClr>
                </a:gs>
                <a:gs pos="85714">
                  <a:srgbClr val="0F1101">
                    <a:alpha val="1877"/>
                  </a:srgbClr>
                </a:gs>
                <a:gs pos="100000">
                  <a:srgbClr val="0F1101">
                    <a:alpha val="6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5" name="Splat 455"/>
            <p:cNvSpPr>
              <a:spLocks noGrp="1"/>
            </p:cNvSpPr>
            <p:nvPr/>
          </p:nvSpPr>
          <p:spPr>
            <a:xfrm rot="-10794100">
              <a:off x="2335205" y="1808513"/>
              <a:ext cx="363061" cy="75234"/>
            </a:xfrm>
            <a:prstGeom prst="ellipse">
              <a:avLst/>
            </a:prstGeom>
            <a:gradFill>
              <a:gsLst>
                <a:gs pos="0">
                  <a:srgbClr val="E3E2E2">
                    <a:alpha val="13942"/>
                  </a:srgbClr>
                </a:gs>
                <a:gs pos="14286">
                  <a:srgbClr val="E3E2E2">
                    <a:alpha val="12891"/>
                  </a:srgbClr>
                </a:gs>
                <a:gs pos="28571">
                  <a:srgbClr val="E3E2E2">
                    <a:alpha val="10161"/>
                  </a:srgbClr>
                </a:gs>
                <a:gs pos="42857">
                  <a:srgbClr val="E3E2E2">
                    <a:alpha val="6787"/>
                  </a:srgbClr>
                </a:gs>
                <a:gs pos="57143">
                  <a:srgbClr val="E3E2E2">
                    <a:alpha val="3820"/>
                  </a:srgbClr>
                </a:gs>
                <a:gs pos="71429">
                  <a:srgbClr val="E3E2E2">
                    <a:alpha val="1806"/>
                  </a:srgbClr>
                </a:gs>
                <a:gs pos="85714">
                  <a:srgbClr val="E3E2E2">
                    <a:alpha val="718"/>
                  </a:srgbClr>
                </a:gs>
                <a:gs pos="100000">
                  <a:srgbClr val="E3E2E2">
                    <a:alpha val="2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6" name="Splat 456"/>
            <p:cNvSpPr>
              <a:spLocks noGrp="1"/>
            </p:cNvSpPr>
            <p:nvPr/>
          </p:nvSpPr>
          <p:spPr>
            <a:xfrm rot="7499498">
              <a:off x="2158160" y="1895058"/>
              <a:ext cx="303100" cy="113230"/>
            </a:xfrm>
            <a:prstGeom prst="ellipse">
              <a:avLst/>
            </a:prstGeom>
            <a:gradFill>
              <a:gsLst>
                <a:gs pos="0">
                  <a:srgbClr val="F3F3F3">
                    <a:alpha val="21294"/>
                  </a:srgbClr>
                </a:gs>
                <a:gs pos="14286">
                  <a:srgbClr val="F3F3F3">
                    <a:alpha val="19755"/>
                  </a:srgbClr>
                </a:gs>
                <a:gs pos="28571">
                  <a:srgbClr val="F3F3F3">
                    <a:alpha val="15708"/>
                  </a:srgbClr>
                </a:gs>
                <a:gs pos="42857">
                  <a:srgbClr val="F3F3F3">
                    <a:alpha val="10603"/>
                  </a:srgbClr>
                </a:gs>
                <a:gs pos="57143">
                  <a:srgbClr val="F3F3F3">
                    <a:alpha val="6022"/>
                  </a:srgbClr>
                </a:gs>
                <a:gs pos="71429">
                  <a:srgbClr val="F3F3F3">
                    <a:alpha val="2865"/>
                  </a:srgbClr>
                </a:gs>
                <a:gs pos="85714">
                  <a:srgbClr val="F3F3F3">
                    <a:alpha val="1143"/>
                  </a:srgbClr>
                </a:gs>
                <a:gs pos="100000">
                  <a:srgbClr val="F3F3F3">
                    <a:alpha val="3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7" name="Splat 457"/>
            <p:cNvSpPr>
              <a:spLocks noGrp="1"/>
            </p:cNvSpPr>
            <p:nvPr/>
          </p:nvSpPr>
          <p:spPr>
            <a:xfrm rot="9820481">
              <a:off x="2268286" y="2180398"/>
              <a:ext cx="280376" cy="160598"/>
            </a:xfrm>
            <a:prstGeom prst="ellipse">
              <a:avLst/>
            </a:prstGeom>
            <a:gradFill>
              <a:gsLst>
                <a:gs pos="0">
                  <a:srgbClr val="C3C3C3">
                    <a:alpha val="5210"/>
                  </a:srgbClr>
                </a:gs>
                <a:gs pos="14286">
                  <a:srgbClr val="C3C3C3">
                    <a:alpha val="4799"/>
                  </a:srgbClr>
                </a:gs>
                <a:gs pos="28571">
                  <a:srgbClr val="C3C3C3">
                    <a:alpha val="3746"/>
                  </a:srgbClr>
                </a:gs>
                <a:gs pos="42857">
                  <a:srgbClr val="C3C3C3">
                    <a:alpha val="2473"/>
                  </a:srgbClr>
                </a:gs>
                <a:gs pos="57143">
                  <a:srgbClr val="C3C3C3">
                    <a:alpha val="1378"/>
                  </a:srgbClr>
                </a:gs>
                <a:gs pos="71429">
                  <a:srgbClr val="C3C3C3">
                    <a:alpha val="647"/>
                  </a:srgbClr>
                </a:gs>
                <a:gs pos="85714">
                  <a:srgbClr val="C3C3C3">
                    <a:alpha val="257"/>
                  </a:srgbClr>
                </a:gs>
                <a:gs pos="100000">
                  <a:srgbClr val="C3C3C3">
                    <a:alpha val="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8" name="Splat 458"/>
            <p:cNvSpPr>
              <a:spLocks noGrp="1"/>
            </p:cNvSpPr>
            <p:nvPr/>
          </p:nvSpPr>
          <p:spPr>
            <a:xfrm rot="9802990">
              <a:off x="2394332" y="1917995"/>
              <a:ext cx="311890" cy="98891"/>
            </a:xfrm>
            <a:prstGeom prst="ellipse">
              <a:avLst/>
            </a:prstGeom>
            <a:gradFill>
              <a:gsLst>
                <a:gs pos="0">
                  <a:srgbClr val="FFFFFF">
                    <a:alpha val="29306"/>
                  </a:srgbClr>
                </a:gs>
                <a:gs pos="14286">
                  <a:srgbClr val="FFFFFF">
                    <a:alpha val="27295"/>
                  </a:srgbClr>
                </a:gs>
                <a:gs pos="28571">
                  <a:srgbClr val="FFFFFF">
                    <a:alpha val="21925"/>
                  </a:srgbClr>
                </a:gs>
                <a:gs pos="42857">
                  <a:srgbClr val="FFFFFF">
                    <a:alpha val="14985"/>
                  </a:srgbClr>
                </a:gs>
                <a:gs pos="57143">
                  <a:srgbClr val="FFFFFF">
                    <a:alpha val="8603"/>
                  </a:srgbClr>
                </a:gs>
                <a:gs pos="71429">
                  <a:srgbClr val="FFFFFF">
                    <a:alpha val="4123"/>
                  </a:srgbClr>
                </a:gs>
                <a:gs pos="85714">
                  <a:srgbClr val="FFFFFF">
                    <a:alpha val="1651"/>
                  </a:srgbClr>
                </a:gs>
                <a:gs pos="100000">
                  <a:srgbClr val="FFFFFF">
                    <a:alpha val="5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9" name="Splat 459"/>
            <p:cNvSpPr>
              <a:spLocks noGrp="1"/>
            </p:cNvSpPr>
            <p:nvPr/>
          </p:nvSpPr>
          <p:spPr>
            <a:xfrm rot="3064534">
              <a:off x="2027530" y="2170396"/>
              <a:ext cx="353894" cy="76961"/>
            </a:xfrm>
            <a:prstGeom prst="ellipse">
              <a:avLst/>
            </a:prstGeom>
            <a:gradFill>
              <a:gsLst>
                <a:gs pos="0">
                  <a:srgbClr val="AEAEAE">
                    <a:alpha val="17269"/>
                  </a:srgbClr>
                </a:gs>
                <a:gs pos="14286">
                  <a:srgbClr val="AEAEAE">
                    <a:alpha val="15990"/>
                  </a:srgbClr>
                </a:gs>
                <a:gs pos="28571">
                  <a:srgbClr val="AEAEAE">
                    <a:alpha val="12654"/>
                  </a:srgbClr>
                </a:gs>
                <a:gs pos="42857">
                  <a:srgbClr val="AEAEAE">
                    <a:alpha val="8491"/>
                  </a:srgbClr>
                </a:gs>
                <a:gs pos="57143">
                  <a:srgbClr val="AEAEAE">
                    <a:alpha val="4798"/>
                  </a:srgbClr>
                </a:gs>
                <a:gs pos="71429">
                  <a:srgbClr val="AEAEAE">
                    <a:alpha val="2275"/>
                  </a:srgbClr>
                </a:gs>
                <a:gs pos="85714">
                  <a:srgbClr val="AEAEAE">
                    <a:alpha val="906"/>
                  </a:srgbClr>
                </a:gs>
                <a:gs pos="100000">
                  <a:srgbClr val="AEAEAE">
                    <a:alpha val="3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0" name="Splat 460"/>
            <p:cNvSpPr>
              <a:spLocks noGrp="1"/>
            </p:cNvSpPr>
            <p:nvPr/>
          </p:nvSpPr>
          <p:spPr>
            <a:xfrm rot="6623854">
              <a:off x="1970738" y="1892074"/>
              <a:ext cx="337134" cy="91587"/>
            </a:xfrm>
            <a:prstGeom prst="ellipse">
              <a:avLst/>
            </a:prstGeom>
            <a:gradFill>
              <a:gsLst>
                <a:gs pos="0">
                  <a:srgbClr val="BDBEBE">
                    <a:alpha val="23184"/>
                  </a:srgbClr>
                </a:gs>
                <a:gs pos="14286">
                  <a:srgbClr val="BDBEBE">
                    <a:alpha val="21528"/>
                  </a:srgbClr>
                </a:gs>
                <a:gs pos="28571">
                  <a:srgbClr val="BDBEBE">
                    <a:alpha val="17158"/>
                  </a:srgbClr>
                </a:gs>
                <a:gs pos="42857">
                  <a:srgbClr val="BDBEBE">
                    <a:alpha val="11615"/>
                  </a:srgbClr>
                </a:gs>
                <a:gs pos="57143">
                  <a:srgbClr val="BDBEBE">
                    <a:alpha val="6612"/>
                  </a:srgbClr>
                </a:gs>
                <a:gs pos="71429">
                  <a:srgbClr val="BDBEBE">
                    <a:alpha val="3152"/>
                  </a:srgbClr>
                </a:gs>
                <a:gs pos="85714">
                  <a:srgbClr val="BDBEBE">
                    <a:alpha val="1258"/>
                  </a:srgbClr>
                </a:gs>
                <a:gs pos="100000">
                  <a:srgbClr val="BDBEBE">
                    <a:alpha val="4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1" name="Splat 461"/>
            <p:cNvSpPr>
              <a:spLocks noGrp="1"/>
            </p:cNvSpPr>
            <p:nvPr/>
          </p:nvSpPr>
          <p:spPr>
            <a:xfrm rot="4872534">
              <a:off x="2261037" y="1808223"/>
              <a:ext cx="343451" cy="182680"/>
            </a:xfrm>
            <a:prstGeom prst="ellipse">
              <a:avLst/>
            </a:prstGeom>
            <a:gradFill>
              <a:gsLst>
                <a:gs pos="0">
                  <a:srgbClr val="FCFDFC">
                    <a:alpha val="14204"/>
                  </a:srgbClr>
                </a:gs>
                <a:gs pos="14286">
                  <a:srgbClr val="FCFDFC">
                    <a:alpha val="13134"/>
                  </a:srgbClr>
                </a:gs>
                <a:gs pos="28571">
                  <a:srgbClr val="FCFDFC">
                    <a:alpha val="10356"/>
                  </a:srgbClr>
                </a:gs>
                <a:gs pos="42857">
                  <a:srgbClr val="FCFDFC">
                    <a:alpha val="6920"/>
                  </a:srgbClr>
                </a:gs>
                <a:gs pos="57143">
                  <a:srgbClr val="FCFDFC">
                    <a:alpha val="3896"/>
                  </a:srgbClr>
                </a:gs>
                <a:gs pos="71429">
                  <a:srgbClr val="FCFDFC">
                    <a:alpha val="1843"/>
                  </a:srgbClr>
                </a:gs>
                <a:gs pos="85714">
                  <a:srgbClr val="FCFDFC">
                    <a:alpha val="733"/>
                  </a:srgbClr>
                </a:gs>
                <a:gs pos="100000">
                  <a:srgbClr val="FCFDFC">
                    <a:alpha val="2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2" name="Splat 462"/>
            <p:cNvSpPr>
              <a:spLocks noGrp="1"/>
            </p:cNvSpPr>
            <p:nvPr/>
          </p:nvSpPr>
          <p:spPr>
            <a:xfrm rot="-10726719">
              <a:off x="1956585" y="2002396"/>
              <a:ext cx="255541" cy="254423"/>
            </a:xfrm>
            <a:prstGeom prst="ellipse">
              <a:avLst/>
            </a:prstGeom>
            <a:gradFill>
              <a:gsLst>
                <a:gs pos="0">
                  <a:srgbClr val="A2A6A4">
                    <a:alpha val="4894"/>
                  </a:srgbClr>
                </a:gs>
                <a:gs pos="14286">
                  <a:srgbClr val="A2A6A4">
                    <a:alpha val="4507"/>
                  </a:srgbClr>
                </a:gs>
                <a:gs pos="28571">
                  <a:srgbClr val="A2A6A4">
                    <a:alpha val="3517"/>
                  </a:srgbClr>
                </a:gs>
                <a:gs pos="42857">
                  <a:srgbClr val="A2A6A4">
                    <a:alpha val="2321"/>
                  </a:srgbClr>
                </a:gs>
                <a:gs pos="57143">
                  <a:srgbClr val="A2A6A4">
                    <a:alpha val="1293"/>
                  </a:srgbClr>
                </a:gs>
                <a:gs pos="71429">
                  <a:srgbClr val="A2A6A4">
                    <a:alpha val="607"/>
                  </a:srgbClr>
                </a:gs>
                <a:gs pos="85714">
                  <a:srgbClr val="A2A6A4">
                    <a:alpha val="241"/>
                  </a:srgbClr>
                </a:gs>
                <a:gs pos="100000">
                  <a:srgbClr val="A2A6A4">
                    <a:alpha val="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3" name="Splat 463"/>
            <p:cNvSpPr>
              <a:spLocks noGrp="1"/>
            </p:cNvSpPr>
            <p:nvPr/>
          </p:nvSpPr>
          <p:spPr>
            <a:xfrm rot="-8887707">
              <a:off x="2000847" y="2258170"/>
              <a:ext cx="384019" cy="107707"/>
            </a:xfrm>
            <a:prstGeom prst="ellipse">
              <a:avLst/>
            </a:prstGeom>
            <a:gradFill>
              <a:gsLst>
                <a:gs pos="0">
                  <a:srgbClr val="9D9D9D">
                    <a:alpha val="22400"/>
                  </a:srgbClr>
                </a:gs>
                <a:gs pos="14286">
                  <a:srgbClr val="9D9D9D">
                    <a:alpha val="20792"/>
                  </a:srgbClr>
                </a:gs>
                <a:gs pos="28571">
                  <a:srgbClr val="9D9D9D">
                    <a:alpha val="16555"/>
                  </a:srgbClr>
                </a:gs>
                <a:gs pos="42857">
                  <a:srgbClr val="9D9D9D">
                    <a:alpha val="11193"/>
                  </a:srgbClr>
                </a:gs>
                <a:gs pos="57143">
                  <a:srgbClr val="9D9D9D">
                    <a:alpha val="6366"/>
                  </a:srgbClr>
                </a:gs>
                <a:gs pos="71429">
                  <a:srgbClr val="9D9D9D">
                    <a:alpha val="3032"/>
                  </a:srgbClr>
                </a:gs>
                <a:gs pos="85714">
                  <a:srgbClr val="9D9D9D">
                    <a:alpha val="1210"/>
                  </a:srgbClr>
                </a:gs>
                <a:gs pos="100000">
                  <a:srgbClr val="9D9D9D">
                    <a:alpha val="4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4" name="Splat 464"/>
            <p:cNvSpPr>
              <a:spLocks noGrp="1"/>
            </p:cNvSpPr>
            <p:nvPr/>
          </p:nvSpPr>
          <p:spPr>
            <a:xfrm rot="9033646">
              <a:off x="2129214" y="1742557"/>
              <a:ext cx="342540" cy="104467"/>
            </a:xfrm>
            <a:prstGeom prst="ellipse">
              <a:avLst/>
            </a:prstGeom>
            <a:gradFill>
              <a:gsLst>
                <a:gs pos="0">
                  <a:srgbClr val="D2D1D1">
                    <a:alpha val="20067"/>
                  </a:srgbClr>
                </a:gs>
                <a:gs pos="14286">
                  <a:srgbClr val="D2D1D1">
                    <a:alpha val="18605"/>
                  </a:srgbClr>
                </a:gs>
                <a:gs pos="28571">
                  <a:srgbClr val="D2D1D1">
                    <a:alpha val="14772"/>
                  </a:srgbClr>
                </a:gs>
                <a:gs pos="42857">
                  <a:srgbClr val="D2D1D1">
                    <a:alpha val="9953"/>
                  </a:srgbClr>
                </a:gs>
                <a:gs pos="57143">
                  <a:srgbClr val="D2D1D1">
                    <a:alpha val="5644"/>
                  </a:srgbClr>
                </a:gs>
                <a:gs pos="71429">
                  <a:srgbClr val="D2D1D1">
                    <a:alpha val="2683"/>
                  </a:srgbClr>
                </a:gs>
                <a:gs pos="85714">
                  <a:srgbClr val="D2D1D1">
                    <a:alpha val="1070"/>
                  </a:srgbClr>
                </a:gs>
                <a:gs pos="100000">
                  <a:srgbClr val="D2D1D1">
                    <a:alpha val="3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5" name="Splat 465"/>
            <p:cNvSpPr>
              <a:spLocks noGrp="1"/>
            </p:cNvSpPr>
            <p:nvPr/>
          </p:nvSpPr>
          <p:spPr>
            <a:xfrm rot="5261273">
              <a:off x="2002044" y="1981251"/>
              <a:ext cx="369726" cy="87188"/>
            </a:xfrm>
            <a:prstGeom prst="ellipse">
              <a:avLst/>
            </a:prstGeom>
            <a:gradFill>
              <a:gsLst>
                <a:gs pos="0">
                  <a:srgbClr val="C7C7C7">
                    <a:alpha val="19669"/>
                  </a:srgbClr>
                </a:gs>
                <a:gs pos="14286">
                  <a:srgbClr val="C7C7C7">
                    <a:alpha val="18233"/>
                  </a:srgbClr>
                </a:gs>
                <a:gs pos="28571">
                  <a:srgbClr val="C7C7C7">
                    <a:alpha val="14469"/>
                  </a:srgbClr>
                </a:gs>
                <a:gs pos="42857">
                  <a:srgbClr val="C7C7C7">
                    <a:alpha val="9744"/>
                  </a:srgbClr>
                </a:gs>
                <a:gs pos="57143">
                  <a:srgbClr val="C7C7C7">
                    <a:alpha val="5522"/>
                  </a:srgbClr>
                </a:gs>
                <a:gs pos="71429">
                  <a:srgbClr val="C7C7C7">
                    <a:alpha val="2624"/>
                  </a:srgbClr>
                </a:gs>
                <a:gs pos="85714">
                  <a:srgbClr val="C7C7C7">
                    <a:alpha val="1046"/>
                  </a:srgbClr>
                </a:gs>
                <a:gs pos="100000">
                  <a:srgbClr val="C7C7C7">
                    <a:alpha val="3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6" name="Splat 466"/>
            <p:cNvSpPr>
              <a:spLocks noGrp="1"/>
            </p:cNvSpPr>
            <p:nvPr/>
          </p:nvSpPr>
          <p:spPr>
            <a:xfrm rot="8519043">
              <a:off x="1966771" y="1589323"/>
              <a:ext cx="325451" cy="282114"/>
            </a:xfrm>
            <a:prstGeom prst="ellipse">
              <a:avLst/>
            </a:prstGeom>
            <a:gradFill>
              <a:gsLst>
                <a:gs pos="0">
                  <a:srgbClr val="000202">
                    <a:alpha val="9030"/>
                  </a:srgbClr>
                </a:gs>
                <a:gs pos="14286">
                  <a:srgbClr val="000202">
                    <a:alpha val="8331"/>
                  </a:srgbClr>
                </a:gs>
                <a:gs pos="28571">
                  <a:srgbClr val="000202">
                    <a:alpha val="6531"/>
                  </a:srgbClr>
                </a:gs>
                <a:gs pos="42857">
                  <a:srgbClr val="000202">
                    <a:alpha val="4333"/>
                  </a:srgbClr>
                </a:gs>
                <a:gs pos="57143">
                  <a:srgbClr val="000202">
                    <a:alpha val="2425"/>
                  </a:srgbClr>
                </a:gs>
                <a:gs pos="71429">
                  <a:srgbClr val="000202">
                    <a:alpha val="1142"/>
                  </a:srgbClr>
                </a:gs>
                <a:gs pos="85714">
                  <a:srgbClr val="000202">
                    <a:alpha val="453"/>
                  </a:srgbClr>
                </a:gs>
                <a:gs pos="100000">
                  <a:srgbClr val="000202">
                    <a:alpha val="1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7" name="Splat 467"/>
            <p:cNvSpPr>
              <a:spLocks noGrp="1"/>
            </p:cNvSpPr>
            <p:nvPr/>
          </p:nvSpPr>
          <p:spPr>
            <a:xfrm rot="-10650296">
              <a:off x="2325783" y="1967156"/>
              <a:ext cx="225513" cy="225142"/>
            </a:xfrm>
            <a:prstGeom prst="ellipse">
              <a:avLst/>
            </a:prstGeom>
            <a:gradFill>
              <a:gsLst>
                <a:gs pos="0">
                  <a:srgbClr val="D1D3D3">
                    <a:alpha val="5966"/>
                  </a:srgbClr>
                </a:gs>
                <a:gs pos="14286">
                  <a:srgbClr val="D1D3D3">
                    <a:alpha val="5497"/>
                  </a:srgbClr>
                </a:gs>
                <a:gs pos="28571">
                  <a:srgbClr val="D1D3D3">
                    <a:alpha val="4295"/>
                  </a:srgbClr>
                </a:gs>
                <a:gs pos="42857">
                  <a:srgbClr val="D1D3D3">
                    <a:alpha val="2838"/>
                  </a:srgbClr>
                </a:gs>
                <a:gs pos="57143">
                  <a:srgbClr val="D1D3D3">
                    <a:alpha val="1583"/>
                  </a:srgbClr>
                </a:gs>
                <a:gs pos="71429">
                  <a:srgbClr val="D1D3D3">
                    <a:alpha val="744"/>
                  </a:srgbClr>
                </a:gs>
                <a:gs pos="85714">
                  <a:srgbClr val="D1D3D3">
                    <a:alpha val="295"/>
                  </a:srgbClr>
                </a:gs>
                <a:gs pos="100000">
                  <a:srgbClr val="D1D3D3">
                    <a:alpha val="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8" name="Splat 468"/>
            <p:cNvSpPr>
              <a:spLocks noGrp="1"/>
            </p:cNvSpPr>
            <p:nvPr/>
          </p:nvSpPr>
          <p:spPr>
            <a:xfrm rot="10487273">
              <a:off x="2443686" y="1659488"/>
              <a:ext cx="365187" cy="15083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9" name="Splat 469"/>
            <p:cNvSpPr>
              <a:spLocks noGrp="1"/>
            </p:cNvSpPr>
            <p:nvPr/>
          </p:nvSpPr>
          <p:spPr>
            <a:xfrm rot="5897637">
              <a:off x="1959009" y="1909758"/>
              <a:ext cx="319801" cy="113563"/>
            </a:xfrm>
            <a:prstGeom prst="ellipse">
              <a:avLst/>
            </a:prstGeom>
            <a:gradFill>
              <a:gsLst>
                <a:gs pos="0">
                  <a:srgbClr val="BCBCBC">
                    <a:alpha val="26512"/>
                  </a:srgbClr>
                </a:gs>
                <a:gs pos="14286">
                  <a:srgbClr val="BCBCBC">
                    <a:alpha val="24658"/>
                  </a:srgbClr>
                </a:gs>
                <a:gs pos="28571">
                  <a:srgbClr val="BCBCBC">
                    <a:alpha val="19735"/>
                  </a:srgbClr>
                </a:gs>
                <a:gs pos="42857">
                  <a:srgbClr val="BCBCBC">
                    <a:alpha val="13428"/>
                  </a:srgbClr>
                </a:gs>
                <a:gs pos="57143">
                  <a:srgbClr val="BCBCBC">
                    <a:alpha val="7679"/>
                  </a:srgbClr>
                </a:gs>
                <a:gs pos="71429">
                  <a:srgbClr val="BCBCBC">
                    <a:alpha val="3671"/>
                  </a:srgbClr>
                </a:gs>
                <a:gs pos="85714">
                  <a:srgbClr val="BCBCBC">
                    <a:alpha val="1468"/>
                  </a:srgbClr>
                </a:gs>
                <a:gs pos="100000">
                  <a:srgbClr val="BCBCBC">
                    <a:alpha val="4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0" name="Splat 470"/>
            <p:cNvSpPr>
              <a:spLocks noGrp="1"/>
            </p:cNvSpPr>
            <p:nvPr/>
          </p:nvSpPr>
          <p:spPr>
            <a:xfrm rot="3695182">
              <a:off x="2548413" y="2009298"/>
              <a:ext cx="305509" cy="78213"/>
            </a:xfrm>
            <a:prstGeom prst="ellipse">
              <a:avLst/>
            </a:prstGeom>
            <a:gradFill>
              <a:gsLst>
                <a:gs pos="0">
                  <a:srgbClr val="FEFEFE">
                    <a:alpha val="6820"/>
                  </a:srgbClr>
                </a:gs>
                <a:gs pos="14286">
                  <a:srgbClr val="FEFEFE">
                    <a:alpha val="6286"/>
                  </a:srgbClr>
                </a:gs>
                <a:gs pos="28571">
                  <a:srgbClr val="FEFEFE">
                    <a:alpha val="4916"/>
                  </a:srgbClr>
                </a:gs>
                <a:gs pos="42857">
                  <a:srgbClr val="FEFEFE">
                    <a:alpha val="3253"/>
                  </a:srgbClr>
                </a:gs>
                <a:gs pos="57143">
                  <a:srgbClr val="FEFEFE">
                    <a:alpha val="1816"/>
                  </a:srgbClr>
                </a:gs>
                <a:gs pos="71429">
                  <a:srgbClr val="FEFEFE">
                    <a:alpha val="854"/>
                  </a:srgbClr>
                </a:gs>
                <a:gs pos="85714">
                  <a:srgbClr val="FEFEFE">
                    <a:alpha val="339"/>
                  </a:srgbClr>
                </a:gs>
                <a:gs pos="100000">
                  <a:srgbClr val="FEFEFE">
                    <a:alpha val="1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1" name="Splat 471"/>
            <p:cNvSpPr>
              <a:spLocks noGrp="1"/>
            </p:cNvSpPr>
            <p:nvPr/>
          </p:nvSpPr>
          <p:spPr>
            <a:xfrm rot="3005010">
              <a:off x="1913572" y="2168207"/>
              <a:ext cx="266659" cy="67749"/>
            </a:xfrm>
            <a:prstGeom prst="ellipse">
              <a:avLst/>
            </a:prstGeom>
            <a:gradFill>
              <a:gsLst>
                <a:gs pos="0">
                  <a:srgbClr val="7E7C7C">
                    <a:alpha val="4553"/>
                  </a:srgbClr>
                </a:gs>
                <a:gs pos="14286">
                  <a:srgbClr val="7E7C7C">
                    <a:alpha val="4193"/>
                  </a:srgbClr>
                </a:gs>
                <a:gs pos="28571">
                  <a:srgbClr val="7E7C7C">
                    <a:alpha val="3271"/>
                  </a:srgbClr>
                </a:gs>
                <a:gs pos="42857">
                  <a:srgbClr val="7E7C7C">
                    <a:alpha val="2158"/>
                  </a:srgbClr>
                </a:gs>
                <a:gs pos="57143">
                  <a:srgbClr val="7E7C7C">
                    <a:alpha val="1201"/>
                  </a:srgbClr>
                </a:gs>
                <a:gs pos="71429">
                  <a:srgbClr val="7E7C7C">
                    <a:alpha val="564"/>
                  </a:srgbClr>
                </a:gs>
                <a:gs pos="85714">
                  <a:srgbClr val="7E7C7C">
                    <a:alpha val="223"/>
                  </a:srgbClr>
                </a:gs>
                <a:gs pos="100000">
                  <a:srgbClr val="7E7C7C">
                    <a:alpha val="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2" name="Splat 472"/>
            <p:cNvSpPr>
              <a:spLocks noGrp="1"/>
            </p:cNvSpPr>
            <p:nvPr/>
          </p:nvSpPr>
          <p:spPr>
            <a:xfrm rot="4203745">
              <a:off x="2034490" y="2183708"/>
              <a:ext cx="373251" cy="81249"/>
            </a:xfrm>
            <a:prstGeom prst="ellipse">
              <a:avLst/>
            </a:prstGeom>
            <a:gradFill>
              <a:gsLst>
                <a:gs pos="0">
                  <a:srgbClr val="C4C4C4">
                    <a:alpha val="31216"/>
                  </a:srgbClr>
                </a:gs>
                <a:gs pos="14286">
                  <a:srgbClr val="C4C4C4">
                    <a:alpha val="29102"/>
                  </a:srgbClr>
                </a:gs>
                <a:gs pos="28571">
                  <a:srgbClr val="C4C4C4">
                    <a:alpha val="23436"/>
                  </a:srgbClr>
                </a:gs>
                <a:gs pos="42857">
                  <a:srgbClr val="C4C4C4">
                    <a:alpha val="16068"/>
                  </a:srgbClr>
                </a:gs>
                <a:gs pos="57143">
                  <a:srgbClr val="C4C4C4">
                    <a:alpha val="9250"/>
                  </a:srgbClr>
                </a:gs>
                <a:gs pos="71429">
                  <a:srgbClr val="C4C4C4">
                    <a:alpha val="4441"/>
                  </a:srgbClr>
                </a:gs>
                <a:gs pos="85714">
                  <a:srgbClr val="C4C4C4">
                    <a:alpha val="1780"/>
                  </a:srgbClr>
                </a:gs>
                <a:gs pos="100000">
                  <a:srgbClr val="C4C4C4">
                    <a:alpha val="5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3" name="Splat 473"/>
            <p:cNvSpPr>
              <a:spLocks noGrp="1"/>
            </p:cNvSpPr>
            <p:nvPr/>
          </p:nvSpPr>
          <p:spPr>
            <a:xfrm rot="8346578">
              <a:off x="1928281" y="2005958"/>
              <a:ext cx="358165" cy="108880"/>
            </a:xfrm>
            <a:prstGeom prst="ellipse">
              <a:avLst/>
            </a:prstGeom>
            <a:gradFill>
              <a:gsLst>
                <a:gs pos="0">
                  <a:srgbClr val="D3D3D3">
                    <a:alpha val="19496"/>
                  </a:srgbClr>
                </a:gs>
                <a:gs pos="14286">
                  <a:srgbClr val="D3D3D3">
                    <a:alpha val="18072"/>
                  </a:srgbClr>
                </a:gs>
                <a:gs pos="28571">
                  <a:srgbClr val="D3D3D3">
                    <a:alpha val="14338"/>
                  </a:srgbClr>
                </a:gs>
                <a:gs pos="42857">
                  <a:srgbClr val="D3D3D3">
                    <a:alpha val="9653"/>
                  </a:srgbClr>
                </a:gs>
                <a:gs pos="57143">
                  <a:srgbClr val="D3D3D3">
                    <a:alpha val="5470"/>
                  </a:srgbClr>
                </a:gs>
                <a:gs pos="71429">
                  <a:srgbClr val="D3D3D3">
                    <a:alpha val="2599"/>
                  </a:srgbClr>
                </a:gs>
                <a:gs pos="85714">
                  <a:srgbClr val="D3D3D3">
                    <a:alpha val="1036"/>
                  </a:srgbClr>
                </a:gs>
                <a:gs pos="100000">
                  <a:srgbClr val="D3D3D3">
                    <a:alpha val="3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4" name="Splat 474"/>
            <p:cNvSpPr>
              <a:spLocks noGrp="1"/>
            </p:cNvSpPr>
            <p:nvPr/>
          </p:nvSpPr>
          <p:spPr>
            <a:xfrm rot="-9150201">
              <a:off x="2031289" y="2295022"/>
              <a:ext cx="241602" cy="70511"/>
            </a:xfrm>
            <a:prstGeom prst="ellipse">
              <a:avLst/>
            </a:prstGeom>
            <a:gradFill>
              <a:gsLst>
                <a:gs pos="0">
                  <a:srgbClr val="525257">
                    <a:alpha val="5757"/>
                  </a:srgbClr>
                </a:gs>
                <a:gs pos="14286">
                  <a:srgbClr val="525257">
                    <a:alpha val="5304"/>
                  </a:srgbClr>
                </a:gs>
                <a:gs pos="28571">
                  <a:srgbClr val="525257">
                    <a:alpha val="4143"/>
                  </a:srgbClr>
                </a:gs>
                <a:gs pos="42857">
                  <a:srgbClr val="525257">
                    <a:alpha val="2737"/>
                  </a:srgbClr>
                </a:gs>
                <a:gs pos="57143">
                  <a:srgbClr val="525257">
                    <a:alpha val="1526"/>
                  </a:srgbClr>
                </a:gs>
                <a:gs pos="71429">
                  <a:srgbClr val="525257">
                    <a:alpha val="717"/>
                  </a:srgbClr>
                </a:gs>
                <a:gs pos="85714">
                  <a:srgbClr val="525257">
                    <a:alpha val="284"/>
                  </a:srgbClr>
                </a:gs>
                <a:gs pos="100000">
                  <a:srgbClr val="525257">
                    <a:alpha val="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5" name="Splat 475"/>
            <p:cNvSpPr>
              <a:spLocks noGrp="1"/>
            </p:cNvSpPr>
            <p:nvPr/>
          </p:nvSpPr>
          <p:spPr>
            <a:xfrm rot="5055582">
              <a:off x="1918264" y="1979357"/>
              <a:ext cx="346633" cy="307316"/>
            </a:xfrm>
            <a:prstGeom prst="ellipse">
              <a:avLst/>
            </a:prstGeom>
            <a:gradFill>
              <a:gsLst>
                <a:gs pos="0">
                  <a:srgbClr val="EDE6EE">
                    <a:alpha val="1362"/>
                  </a:srgbClr>
                </a:gs>
                <a:gs pos="14286">
                  <a:srgbClr val="EDE6EE">
                    <a:alpha val="1253"/>
                  </a:srgbClr>
                </a:gs>
                <a:gs pos="28571">
                  <a:srgbClr val="EDE6EE">
                    <a:alpha val="974"/>
                  </a:srgbClr>
                </a:gs>
                <a:gs pos="42857">
                  <a:srgbClr val="EDE6EE">
                    <a:alpha val="640"/>
                  </a:srgbClr>
                </a:gs>
                <a:gs pos="57143">
                  <a:srgbClr val="EDE6EE">
                    <a:alpha val="355"/>
                  </a:srgbClr>
                </a:gs>
                <a:gs pos="71429">
                  <a:srgbClr val="EDE6EE">
                    <a:alpha val="166"/>
                  </a:srgbClr>
                </a:gs>
                <a:gs pos="85714">
                  <a:srgbClr val="EDE6EE">
                    <a:alpha val="66"/>
                  </a:srgbClr>
                </a:gs>
                <a:gs pos="100000">
                  <a:srgbClr val="EDE6EE">
                    <a:alpha val="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6" name="Splat 476"/>
            <p:cNvSpPr>
              <a:spLocks noGrp="1"/>
            </p:cNvSpPr>
            <p:nvPr/>
          </p:nvSpPr>
          <p:spPr>
            <a:xfrm rot="5713573">
              <a:off x="1969905" y="2037009"/>
              <a:ext cx="266793" cy="256998"/>
            </a:xfrm>
            <a:prstGeom prst="ellipse">
              <a:avLst/>
            </a:prstGeom>
            <a:gradFill>
              <a:gsLst>
                <a:gs pos="0">
                  <a:srgbClr val="B0B1B0">
                    <a:alpha val="1893"/>
                  </a:srgbClr>
                </a:gs>
                <a:gs pos="14286">
                  <a:srgbClr val="B0B1B0">
                    <a:alpha val="1741"/>
                  </a:srgbClr>
                </a:gs>
                <a:gs pos="28571">
                  <a:srgbClr val="B0B1B0">
                    <a:alpha val="1355"/>
                  </a:srgbClr>
                </a:gs>
                <a:gs pos="42857">
                  <a:srgbClr val="B0B1B0">
                    <a:alpha val="891"/>
                  </a:srgbClr>
                </a:gs>
                <a:gs pos="57143">
                  <a:srgbClr val="B0B1B0">
                    <a:alpha val="495"/>
                  </a:srgbClr>
                </a:gs>
                <a:gs pos="71429">
                  <a:srgbClr val="B0B1B0">
                    <a:alpha val="232"/>
                  </a:srgbClr>
                </a:gs>
                <a:gs pos="85714">
                  <a:srgbClr val="B0B1B0">
                    <a:alpha val="92"/>
                  </a:srgbClr>
                </a:gs>
                <a:gs pos="100000">
                  <a:srgbClr val="B0B1B0">
                    <a:alpha val="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7" name="Splat 477"/>
            <p:cNvSpPr>
              <a:spLocks noGrp="1"/>
            </p:cNvSpPr>
            <p:nvPr/>
          </p:nvSpPr>
          <p:spPr>
            <a:xfrm rot="6395616">
              <a:off x="1889153" y="1983555"/>
              <a:ext cx="299045" cy="79186"/>
            </a:xfrm>
            <a:prstGeom prst="ellipse">
              <a:avLst/>
            </a:prstGeom>
            <a:gradFill>
              <a:gsLst>
                <a:gs pos="0">
                  <a:srgbClr val="E4E4E4">
                    <a:alpha val="25086"/>
                  </a:srgbClr>
                </a:gs>
                <a:gs pos="14286">
                  <a:srgbClr val="E4E4E4">
                    <a:alpha val="23315"/>
                  </a:srgbClr>
                </a:gs>
                <a:gs pos="28571">
                  <a:srgbClr val="E4E4E4">
                    <a:alpha val="18626"/>
                  </a:srgbClr>
                </a:gs>
                <a:gs pos="42857">
                  <a:srgbClr val="E4E4E4">
                    <a:alpha val="12646"/>
                  </a:srgbClr>
                </a:gs>
                <a:gs pos="57143">
                  <a:srgbClr val="E4E4E4">
                    <a:alpha val="7218"/>
                  </a:srgbClr>
                </a:gs>
                <a:gs pos="71429">
                  <a:srgbClr val="E4E4E4">
                    <a:alpha val="3446"/>
                  </a:srgbClr>
                </a:gs>
                <a:gs pos="85714">
                  <a:srgbClr val="E4E4E4">
                    <a:alpha val="1377"/>
                  </a:srgbClr>
                </a:gs>
                <a:gs pos="100000">
                  <a:srgbClr val="E4E4E4">
                    <a:alpha val="4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8" name="Splat 478"/>
            <p:cNvSpPr>
              <a:spLocks noGrp="1"/>
            </p:cNvSpPr>
            <p:nvPr/>
          </p:nvSpPr>
          <p:spPr>
            <a:xfrm rot="-9848114">
              <a:off x="2260838" y="2167138"/>
              <a:ext cx="258244" cy="71767"/>
            </a:xfrm>
            <a:prstGeom prst="ellipse">
              <a:avLst/>
            </a:prstGeom>
            <a:gradFill>
              <a:gsLst>
                <a:gs pos="0">
                  <a:srgbClr val="C8C7C7">
                    <a:alpha val="18454"/>
                  </a:srgbClr>
                </a:gs>
                <a:gs pos="14286">
                  <a:srgbClr val="C8C7C7">
                    <a:alpha val="17097"/>
                  </a:srgbClr>
                </a:gs>
                <a:gs pos="28571">
                  <a:srgbClr val="C8C7C7">
                    <a:alpha val="13548"/>
                  </a:srgbClr>
                </a:gs>
                <a:gs pos="42857">
                  <a:srgbClr val="C8C7C7">
                    <a:alpha val="9107"/>
                  </a:srgbClr>
                </a:gs>
                <a:gs pos="57143">
                  <a:srgbClr val="C8C7C7">
                    <a:alpha val="5154"/>
                  </a:srgbClr>
                </a:gs>
                <a:gs pos="71429">
                  <a:srgbClr val="C8C7C7">
                    <a:alpha val="2446"/>
                  </a:srgbClr>
                </a:gs>
                <a:gs pos="85714">
                  <a:srgbClr val="C8C7C7">
                    <a:alpha val="975"/>
                  </a:srgbClr>
                </a:gs>
                <a:gs pos="100000">
                  <a:srgbClr val="C8C7C7">
                    <a:alpha val="3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9" name="Splat 479"/>
            <p:cNvSpPr>
              <a:spLocks noGrp="1"/>
            </p:cNvSpPr>
            <p:nvPr/>
          </p:nvSpPr>
          <p:spPr>
            <a:xfrm rot="-8970514">
              <a:off x="2023271" y="2190960"/>
              <a:ext cx="316099" cy="118261"/>
            </a:xfrm>
            <a:prstGeom prst="ellipse">
              <a:avLst/>
            </a:prstGeom>
            <a:gradFill>
              <a:gsLst>
                <a:gs pos="0">
                  <a:srgbClr val="D0CFCF">
                    <a:alpha val="15348"/>
                  </a:srgbClr>
                </a:gs>
                <a:gs pos="14286">
                  <a:srgbClr val="D0CFCF">
                    <a:alpha val="14199"/>
                  </a:srgbClr>
                </a:gs>
                <a:gs pos="28571">
                  <a:srgbClr val="D0CFCF">
                    <a:alpha val="11211"/>
                  </a:srgbClr>
                </a:gs>
                <a:gs pos="42857">
                  <a:srgbClr val="D0CFCF">
                    <a:alpha val="7503"/>
                  </a:srgbClr>
                </a:gs>
                <a:gs pos="57143">
                  <a:srgbClr val="D0CFCF">
                    <a:alpha val="4230"/>
                  </a:srgbClr>
                </a:gs>
                <a:gs pos="71429">
                  <a:srgbClr val="D0CFCF">
                    <a:alpha val="2003"/>
                  </a:srgbClr>
                </a:gs>
                <a:gs pos="85714">
                  <a:srgbClr val="D0CFCF">
                    <a:alpha val="797"/>
                  </a:srgbClr>
                </a:gs>
                <a:gs pos="100000">
                  <a:srgbClr val="D0CFCF">
                    <a:alpha val="2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0" name="Splat 480"/>
            <p:cNvSpPr>
              <a:spLocks noGrp="1"/>
            </p:cNvSpPr>
            <p:nvPr/>
          </p:nvSpPr>
          <p:spPr>
            <a:xfrm rot="9919397">
              <a:off x="2178629" y="1793221"/>
              <a:ext cx="344714" cy="82318"/>
            </a:xfrm>
            <a:prstGeom prst="ellipse">
              <a:avLst/>
            </a:prstGeom>
            <a:gradFill>
              <a:gsLst>
                <a:gs pos="0">
                  <a:srgbClr val="CDCDCE">
                    <a:alpha val="6219"/>
                  </a:srgbClr>
                </a:gs>
                <a:gs pos="14286">
                  <a:srgbClr val="CDCDCE">
                    <a:alpha val="5731"/>
                  </a:srgbClr>
                </a:gs>
                <a:gs pos="28571">
                  <a:srgbClr val="CDCDCE">
                    <a:alpha val="4479"/>
                  </a:srgbClr>
                </a:gs>
                <a:gs pos="42857">
                  <a:srgbClr val="CDCDCE">
                    <a:alpha val="2961"/>
                  </a:srgbClr>
                </a:gs>
                <a:gs pos="57143">
                  <a:srgbClr val="CDCDCE">
                    <a:alpha val="1652"/>
                  </a:srgbClr>
                </a:gs>
                <a:gs pos="71429">
                  <a:srgbClr val="CDCDCE">
                    <a:alpha val="777"/>
                  </a:srgbClr>
                </a:gs>
                <a:gs pos="85714">
                  <a:srgbClr val="CDCDCE">
                    <a:alpha val="308"/>
                  </a:srgbClr>
                </a:gs>
                <a:gs pos="100000">
                  <a:srgbClr val="CDCDCE">
                    <a:alpha val="1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1" name="Splat 481"/>
            <p:cNvSpPr>
              <a:spLocks noGrp="1"/>
            </p:cNvSpPr>
            <p:nvPr/>
          </p:nvSpPr>
          <p:spPr>
            <a:xfrm rot="4332523">
              <a:off x="1993635" y="2127893"/>
              <a:ext cx="357720" cy="85246"/>
            </a:xfrm>
            <a:prstGeom prst="ellipse">
              <a:avLst/>
            </a:prstGeom>
            <a:gradFill>
              <a:gsLst>
                <a:gs pos="0">
                  <a:srgbClr val="E8E9E8">
                    <a:alpha val="12915"/>
                  </a:srgbClr>
                </a:gs>
                <a:gs pos="14286">
                  <a:srgbClr val="E8E9E8">
                    <a:alpha val="11935"/>
                  </a:srgbClr>
                </a:gs>
                <a:gs pos="28571">
                  <a:srgbClr val="E8E9E8">
                    <a:alpha val="9397"/>
                  </a:srgbClr>
                </a:gs>
                <a:gs pos="42857">
                  <a:srgbClr val="E8E9E8">
                    <a:alpha val="6268"/>
                  </a:srgbClr>
                </a:gs>
                <a:gs pos="57143">
                  <a:srgbClr val="E8E9E8">
                    <a:alpha val="3523"/>
                  </a:srgbClr>
                </a:gs>
                <a:gs pos="71429">
                  <a:srgbClr val="E8E9E8">
                    <a:alpha val="1665"/>
                  </a:srgbClr>
                </a:gs>
                <a:gs pos="85714">
                  <a:srgbClr val="E8E9E8">
                    <a:alpha val="662"/>
                  </a:srgbClr>
                </a:gs>
                <a:gs pos="100000">
                  <a:srgbClr val="E8E9E8">
                    <a:alpha val="2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2" name="Splat 482"/>
            <p:cNvSpPr>
              <a:spLocks noGrp="1"/>
            </p:cNvSpPr>
            <p:nvPr/>
          </p:nvSpPr>
          <p:spPr>
            <a:xfrm rot="-10451460">
              <a:off x="2217263" y="2049292"/>
              <a:ext cx="345955" cy="162943"/>
            </a:xfrm>
            <a:prstGeom prst="ellipse">
              <a:avLst/>
            </a:prstGeom>
            <a:gradFill>
              <a:gsLst>
                <a:gs pos="0">
                  <a:srgbClr val="F9F9F9">
                    <a:alpha val="31844"/>
                  </a:srgbClr>
                </a:gs>
                <a:gs pos="14286">
                  <a:srgbClr val="F9F9F9">
                    <a:alpha val="29697"/>
                  </a:srgbClr>
                </a:gs>
                <a:gs pos="28571">
                  <a:srgbClr val="F9F9F9">
                    <a:alpha val="23936"/>
                  </a:srgbClr>
                </a:gs>
                <a:gs pos="42857">
                  <a:srgbClr val="F9F9F9">
                    <a:alpha val="16427"/>
                  </a:srgbClr>
                </a:gs>
                <a:gs pos="57143">
                  <a:srgbClr val="F9F9F9">
                    <a:alpha val="9465"/>
                  </a:srgbClr>
                </a:gs>
                <a:gs pos="71429">
                  <a:srgbClr val="F9F9F9">
                    <a:alpha val="4548"/>
                  </a:srgbClr>
                </a:gs>
                <a:gs pos="85714">
                  <a:srgbClr val="F9F9F9">
                    <a:alpha val="1824"/>
                  </a:srgbClr>
                </a:gs>
                <a:gs pos="100000">
                  <a:srgbClr val="F9F9F9">
                    <a:alpha val="6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3" name="Splat 483"/>
            <p:cNvSpPr>
              <a:spLocks noGrp="1"/>
            </p:cNvSpPr>
            <p:nvPr/>
          </p:nvSpPr>
          <p:spPr>
            <a:xfrm rot="10545711">
              <a:off x="2508519" y="1678435"/>
              <a:ext cx="226411" cy="224476"/>
            </a:xfrm>
            <a:prstGeom prst="ellipse">
              <a:avLst/>
            </a:prstGeom>
            <a:gradFill>
              <a:gsLst>
                <a:gs pos="0">
                  <a:srgbClr val="030000">
                    <a:alpha val="6121"/>
                  </a:srgbClr>
                </a:gs>
                <a:gs pos="14286">
                  <a:srgbClr val="030000">
                    <a:alpha val="5640"/>
                  </a:srgbClr>
                </a:gs>
                <a:gs pos="28571">
                  <a:srgbClr val="030000">
                    <a:alpha val="4407"/>
                  </a:srgbClr>
                </a:gs>
                <a:gs pos="42857">
                  <a:srgbClr val="030000">
                    <a:alpha val="2913"/>
                  </a:srgbClr>
                </a:gs>
                <a:gs pos="57143">
                  <a:srgbClr val="030000">
                    <a:alpha val="1625"/>
                  </a:srgbClr>
                </a:gs>
                <a:gs pos="71429">
                  <a:srgbClr val="030000">
                    <a:alpha val="764"/>
                  </a:srgbClr>
                </a:gs>
                <a:gs pos="85714">
                  <a:srgbClr val="030000">
                    <a:alpha val="303"/>
                  </a:srgbClr>
                </a:gs>
                <a:gs pos="100000">
                  <a:srgbClr val="030000">
                    <a:alpha val="1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4" name="Splat 484"/>
            <p:cNvSpPr>
              <a:spLocks noGrp="1"/>
            </p:cNvSpPr>
            <p:nvPr/>
          </p:nvSpPr>
          <p:spPr>
            <a:xfrm rot="-10502830">
              <a:off x="2359931" y="2104194"/>
              <a:ext cx="231242" cy="143344"/>
            </a:xfrm>
            <a:prstGeom prst="ellipse">
              <a:avLst/>
            </a:prstGeom>
            <a:gradFill>
              <a:gsLst>
                <a:gs pos="0">
                  <a:srgbClr val="D8D8D8">
                    <a:alpha val="13899"/>
                  </a:srgbClr>
                </a:gs>
                <a:gs pos="14286">
                  <a:srgbClr val="D8D8D8">
                    <a:alpha val="12851"/>
                  </a:srgbClr>
                </a:gs>
                <a:gs pos="28571">
                  <a:srgbClr val="D8D8D8">
                    <a:alpha val="10129"/>
                  </a:srgbClr>
                </a:gs>
                <a:gs pos="42857">
                  <a:srgbClr val="D8D8D8">
                    <a:alpha val="6765"/>
                  </a:srgbClr>
                </a:gs>
                <a:gs pos="57143">
                  <a:srgbClr val="D8D8D8">
                    <a:alpha val="3807"/>
                  </a:srgbClr>
                </a:gs>
                <a:gs pos="71429">
                  <a:srgbClr val="D8D8D8">
                    <a:alpha val="1801"/>
                  </a:srgbClr>
                </a:gs>
                <a:gs pos="85714">
                  <a:srgbClr val="D8D8D8">
                    <a:alpha val="716"/>
                  </a:srgbClr>
                </a:gs>
                <a:gs pos="100000">
                  <a:srgbClr val="D8D8D8">
                    <a:alpha val="2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5" name="Splat 485"/>
            <p:cNvSpPr>
              <a:spLocks noGrp="1"/>
            </p:cNvSpPr>
            <p:nvPr/>
          </p:nvSpPr>
          <p:spPr>
            <a:xfrm rot="10691819">
              <a:off x="2423380" y="1804347"/>
              <a:ext cx="230025" cy="224465"/>
            </a:xfrm>
            <a:prstGeom prst="ellipse">
              <a:avLst/>
            </a:prstGeom>
            <a:gradFill>
              <a:gsLst>
                <a:gs pos="0">
                  <a:srgbClr val="C4C4C5">
                    <a:alpha val="5453"/>
                  </a:srgbClr>
                </a:gs>
                <a:gs pos="14286">
                  <a:srgbClr val="C4C4C5">
                    <a:alpha val="5023"/>
                  </a:srgbClr>
                </a:gs>
                <a:gs pos="28571">
                  <a:srgbClr val="C4C4C5">
                    <a:alpha val="3923"/>
                  </a:srgbClr>
                </a:gs>
                <a:gs pos="42857">
                  <a:srgbClr val="C4C4C5">
                    <a:alpha val="2591"/>
                  </a:srgbClr>
                </a:gs>
                <a:gs pos="57143">
                  <a:srgbClr val="C4C4C5">
                    <a:alpha val="1444"/>
                  </a:srgbClr>
                </a:gs>
                <a:gs pos="71429">
                  <a:srgbClr val="C4C4C5">
                    <a:alpha val="678"/>
                  </a:srgbClr>
                </a:gs>
                <a:gs pos="85714">
                  <a:srgbClr val="C4C4C5">
                    <a:alpha val="269"/>
                  </a:srgbClr>
                </a:gs>
                <a:gs pos="100000">
                  <a:srgbClr val="C4C4C5">
                    <a:alpha val="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6" name="Splat 486"/>
            <p:cNvSpPr>
              <a:spLocks noGrp="1"/>
            </p:cNvSpPr>
            <p:nvPr/>
          </p:nvSpPr>
          <p:spPr>
            <a:xfrm rot="5131337">
              <a:off x="1945809" y="2167729"/>
              <a:ext cx="260452" cy="259759"/>
            </a:xfrm>
            <a:prstGeom prst="ellipse">
              <a:avLst/>
            </a:prstGeom>
            <a:gradFill>
              <a:gsLst>
                <a:gs pos="0">
                  <a:srgbClr val="3E3F3E">
                    <a:alpha val="5807"/>
                  </a:srgbClr>
                </a:gs>
                <a:gs pos="14286">
                  <a:srgbClr val="3E3F3E">
                    <a:alpha val="5350"/>
                  </a:srgbClr>
                </a:gs>
                <a:gs pos="28571">
                  <a:srgbClr val="3E3F3E">
                    <a:alpha val="4180"/>
                  </a:srgbClr>
                </a:gs>
                <a:gs pos="42857">
                  <a:srgbClr val="3E3F3E">
                    <a:alpha val="2762"/>
                  </a:srgbClr>
                </a:gs>
                <a:gs pos="57143">
                  <a:srgbClr val="3E3F3E">
                    <a:alpha val="1540"/>
                  </a:srgbClr>
                </a:gs>
                <a:gs pos="71429">
                  <a:srgbClr val="3E3F3E">
                    <a:alpha val="724"/>
                  </a:srgbClr>
                </a:gs>
                <a:gs pos="85714">
                  <a:srgbClr val="3E3F3E">
                    <a:alpha val="287"/>
                  </a:srgbClr>
                </a:gs>
                <a:gs pos="100000">
                  <a:srgbClr val="3E3F3E">
                    <a:alpha val="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7" name="Splat 487"/>
            <p:cNvSpPr>
              <a:spLocks noGrp="1"/>
            </p:cNvSpPr>
            <p:nvPr/>
          </p:nvSpPr>
          <p:spPr>
            <a:xfrm rot="5086385">
              <a:off x="2612778" y="2041503"/>
              <a:ext cx="352170" cy="14598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8" name="Splat 488"/>
            <p:cNvSpPr>
              <a:spLocks noGrp="1"/>
            </p:cNvSpPr>
            <p:nvPr/>
          </p:nvSpPr>
          <p:spPr>
            <a:xfrm rot="-10138253">
              <a:off x="2231359" y="2135255"/>
              <a:ext cx="313335" cy="88981"/>
            </a:xfrm>
            <a:prstGeom prst="ellipse">
              <a:avLst/>
            </a:prstGeom>
            <a:gradFill>
              <a:gsLst>
                <a:gs pos="0">
                  <a:srgbClr val="A1A1A1">
                    <a:alpha val="21672"/>
                  </a:srgbClr>
                </a:gs>
                <a:gs pos="14286">
                  <a:srgbClr val="A1A1A1">
                    <a:alpha val="20109"/>
                  </a:srgbClr>
                </a:gs>
                <a:gs pos="28571">
                  <a:srgbClr val="A1A1A1">
                    <a:alpha val="15997"/>
                  </a:srgbClr>
                </a:gs>
                <a:gs pos="42857">
                  <a:srgbClr val="A1A1A1">
                    <a:alpha val="10804"/>
                  </a:srgbClr>
                </a:gs>
                <a:gs pos="57143">
                  <a:srgbClr val="A1A1A1">
                    <a:alpha val="6139"/>
                  </a:srgbClr>
                </a:gs>
                <a:gs pos="71429">
                  <a:srgbClr val="A1A1A1">
                    <a:alpha val="2922"/>
                  </a:srgbClr>
                </a:gs>
                <a:gs pos="85714">
                  <a:srgbClr val="A1A1A1">
                    <a:alpha val="1166"/>
                  </a:srgbClr>
                </a:gs>
                <a:gs pos="100000">
                  <a:srgbClr val="A1A1A1">
                    <a:alpha val="3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9" name="Splat 489"/>
            <p:cNvSpPr>
              <a:spLocks noGrp="1"/>
            </p:cNvSpPr>
            <p:nvPr/>
          </p:nvSpPr>
          <p:spPr>
            <a:xfrm rot="-8351412">
              <a:off x="2224381" y="1894468"/>
              <a:ext cx="446657" cy="103723"/>
            </a:xfrm>
            <a:prstGeom prst="ellipse">
              <a:avLst/>
            </a:prstGeom>
            <a:gradFill>
              <a:gsLst>
                <a:gs pos="0">
                  <a:srgbClr val="FFFFFF">
                    <a:alpha val="13653"/>
                  </a:srgbClr>
                </a:gs>
                <a:gs pos="14286">
                  <a:srgbClr val="FFFFFF">
                    <a:alpha val="12621"/>
                  </a:srgbClr>
                </a:gs>
                <a:gs pos="28571">
                  <a:srgbClr val="FFFFFF">
                    <a:alpha val="9946"/>
                  </a:srgbClr>
                </a:gs>
                <a:gs pos="42857">
                  <a:srgbClr val="FFFFFF">
                    <a:alpha val="6640"/>
                  </a:srgbClr>
                </a:gs>
                <a:gs pos="57143">
                  <a:srgbClr val="FFFFFF">
                    <a:alpha val="3736"/>
                  </a:srgbClr>
                </a:gs>
                <a:gs pos="71429">
                  <a:srgbClr val="FFFFFF">
                    <a:alpha val="1766"/>
                  </a:srgbClr>
                </a:gs>
                <a:gs pos="85714">
                  <a:srgbClr val="FFFFFF">
                    <a:alpha val="702"/>
                  </a:srgbClr>
                </a:gs>
                <a:gs pos="100000">
                  <a:srgbClr val="FFFFFF">
                    <a:alpha val="2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0" name="Splat 490"/>
            <p:cNvSpPr>
              <a:spLocks noGrp="1"/>
            </p:cNvSpPr>
            <p:nvPr/>
          </p:nvSpPr>
          <p:spPr>
            <a:xfrm rot="5979996">
              <a:off x="2441021" y="2215963"/>
              <a:ext cx="468408" cy="87214"/>
            </a:xfrm>
            <a:prstGeom prst="ellipse">
              <a:avLst/>
            </a:prstGeom>
            <a:gradFill>
              <a:gsLst>
                <a:gs pos="0">
                  <a:srgbClr val="F5F6F6">
                    <a:alpha val="14025"/>
                  </a:srgbClr>
                </a:gs>
                <a:gs pos="14286">
                  <a:srgbClr val="F5F6F6">
                    <a:alpha val="12967"/>
                  </a:srgbClr>
                </a:gs>
                <a:gs pos="28571">
                  <a:srgbClr val="F5F6F6">
                    <a:alpha val="10223"/>
                  </a:srgbClr>
                </a:gs>
                <a:gs pos="42857">
                  <a:srgbClr val="F5F6F6">
                    <a:alpha val="6829"/>
                  </a:srgbClr>
                </a:gs>
                <a:gs pos="57143">
                  <a:srgbClr val="F5F6F6">
                    <a:alpha val="3844"/>
                  </a:srgbClr>
                </a:gs>
                <a:gs pos="71429">
                  <a:srgbClr val="F5F6F6">
                    <a:alpha val="1818"/>
                  </a:srgbClr>
                </a:gs>
                <a:gs pos="85714">
                  <a:srgbClr val="F5F6F6">
                    <a:alpha val="723"/>
                  </a:srgbClr>
                </a:gs>
                <a:gs pos="100000">
                  <a:srgbClr val="F5F6F6">
                    <a:alpha val="2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1" name="Splat 491"/>
            <p:cNvSpPr>
              <a:spLocks noGrp="1"/>
            </p:cNvSpPr>
            <p:nvPr/>
          </p:nvSpPr>
          <p:spPr>
            <a:xfrm rot="9854734">
              <a:off x="2052104" y="1794220"/>
              <a:ext cx="386783" cy="113622"/>
            </a:xfrm>
            <a:prstGeom prst="ellipse">
              <a:avLst/>
            </a:prstGeom>
            <a:gradFill>
              <a:gsLst>
                <a:gs pos="0">
                  <a:srgbClr val="E1E0E0">
                    <a:alpha val="24413"/>
                  </a:srgbClr>
                </a:gs>
                <a:gs pos="14286">
                  <a:srgbClr val="E1E0E0">
                    <a:alpha val="22682"/>
                  </a:srgbClr>
                </a:gs>
                <a:gs pos="28571">
                  <a:srgbClr val="E1E0E0">
                    <a:alpha val="18106"/>
                  </a:srgbClr>
                </a:gs>
                <a:gs pos="42857">
                  <a:srgbClr val="E1E0E0">
                    <a:alpha val="12279"/>
                  </a:srgbClr>
                </a:gs>
                <a:gs pos="57143">
                  <a:srgbClr val="E1E0E0">
                    <a:alpha val="7002"/>
                  </a:srgbClr>
                </a:gs>
                <a:gs pos="71429">
                  <a:srgbClr val="E1E0E0">
                    <a:alpha val="3341"/>
                  </a:srgbClr>
                </a:gs>
                <a:gs pos="85714">
                  <a:srgbClr val="E1E0E0">
                    <a:alpha val="1335"/>
                  </a:srgbClr>
                </a:gs>
                <a:gs pos="100000">
                  <a:srgbClr val="E1E0E0">
                    <a:alpha val="4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2" name="Splat 492"/>
            <p:cNvSpPr>
              <a:spLocks noGrp="1"/>
            </p:cNvSpPr>
            <p:nvPr/>
          </p:nvSpPr>
          <p:spPr>
            <a:xfrm rot="8932780">
              <a:off x="1930203" y="2021740"/>
              <a:ext cx="435468" cy="87632"/>
            </a:xfrm>
            <a:prstGeom prst="ellipse">
              <a:avLst/>
            </a:prstGeom>
            <a:gradFill>
              <a:gsLst>
                <a:gs pos="0">
                  <a:srgbClr val="BBBCBB">
                    <a:alpha val="17975"/>
                  </a:srgbClr>
                </a:gs>
                <a:gs pos="14286">
                  <a:srgbClr val="BBBCBB">
                    <a:alpha val="16650"/>
                  </a:srgbClr>
                </a:gs>
                <a:gs pos="28571">
                  <a:srgbClr val="BBBCBB">
                    <a:alpha val="13186"/>
                  </a:srgbClr>
                </a:gs>
                <a:gs pos="42857">
                  <a:srgbClr val="BBBCBB">
                    <a:alpha val="8858"/>
                  </a:srgbClr>
                </a:gs>
                <a:gs pos="57143">
                  <a:srgbClr val="BBBCBB">
                    <a:alpha val="5009"/>
                  </a:srgbClr>
                </a:gs>
                <a:gs pos="71429">
                  <a:srgbClr val="BBBCBB">
                    <a:alpha val="2377"/>
                  </a:srgbClr>
                </a:gs>
                <a:gs pos="85714">
                  <a:srgbClr val="BBBCBB">
                    <a:alpha val="947"/>
                  </a:srgbClr>
                </a:gs>
                <a:gs pos="100000">
                  <a:srgbClr val="BBBCBB">
                    <a:alpha val="3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3" name="Splat 493"/>
            <p:cNvSpPr>
              <a:spLocks noGrp="1"/>
            </p:cNvSpPr>
            <p:nvPr/>
          </p:nvSpPr>
          <p:spPr>
            <a:xfrm rot="7396527">
              <a:off x="2412522" y="1953432"/>
              <a:ext cx="373479" cy="127713"/>
            </a:xfrm>
            <a:prstGeom prst="ellipse">
              <a:avLst/>
            </a:prstGeom>
            <a:gradFill>
              <a:gsLst>
                <a:gs pos="0">
                  <a:srgbClr val="FAFAFA">
                    <a:alpha val="18121"/>
                  </a:srgbClr>
                </a:gs>
                <a:gs pos="14286">
                  <a:srgbClr val="FAFAFA">
                    <a:alpha val="16786"/>
                  </a:srgbClr>
                </a:gs>
                <a:gs pos="28571">
                  <a:srgbClr val="FAFAFA">
                    <a:alpha val="13296"/>
                  </a:srgbClr>
                </a:gs>
                <a:gs pos="42857">
                  <a:srgbClr val="FAFAFA">
                    <a:alpha val="8934"/>
                  </a:srgbClr>
                </a:gs>
                <a:gs pos="57143">
                  <a:srgbClr val="FAFAFA">
                    <a:alpha val="5053"/>
                  </a:srgbClr>
                </a:gs>
                <a:gs pos="71429">
                  <a:srgbClr val="FAFAFA">
                    <a:alpha val="2398"/>
                  </a:srgbClr>
                </a:gs>
                <a:gs pos="85714">
                  <a:srgbClr val="FAFAFA">
                    <a:alpha val="955"/>
                  </a:srgbClr>
                </a:gs>
                <a:gs pos="100000">
                  <a:srgbClr val="FAFAFA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4" name="Splat 494"/>
            <p:cNvSpPr>
              <a:spLocks noGrp="1"/>
            </p:cNvSpPr>
            <p:nvPr/>
          </p:nvSpPr>
          <p:spPr>
            <a:xfrm rot="-8393484">
              <a:off x="2076754" y="2233853"/>
              <a:ext cx="308443" cy="112769"/>
            </a:xfrm>
            <a:prstGeom prst="ellipse">
              <a:avLst/>
            </a:prstGeom>
            <a:gradFill>
              <a:gsLst>
                <a:gs pos="0">
                  <a:srgbClr val="989898">
                    <a:alpha val="11941"/>
                  </a:srgbClr>
                </a:gs>
                <a:gs pos="14286">
                  <a:srgbClr val="989898">
                    <a:alpha val="11030"/>
                  </a:srgbClr>
                </a:gs>
                <a:gs pos="28571">
                  <a:srgbClr val="989898">
                    <a:alpha val="8675"/>
                  </a:srgbClr>
                </a:gs>
                <a:gs pos="42857">
                  <a:srgbClr val="989898">
                    <a:alpha val="5779"/>
                  </a:srgbClr>
                </a:gs>
                <a:gs pos="57143">
                  <a:srgbClr val="989898">
                    <a:alpha val="3244"/>
                  </a:srgbClr>
                </a:gs>
                <a:gs pos="71429">
                  <a:srgbClr val="989898">
                    <a:alpha val="1532"/>
                  </a:srgbClr>
                </a:gs>
                <a:gs pos="85714">
                  <a:srgbClr val="989898">
                    <a:alpha val="609"/>
                  </a:srgbClr>
                </a:gs>
                <a:gs pos="100000">
                  <a:srgbClr val="989898">
                    <a:alpha val="2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5" name="Splat 495"/>
            <p:cNvSpPr>
              <a:spLocks noGrp="1"/>
            </p:cNvSpPr>
            <p:nvPr/>
          </p:nvSpPr>
          <p:spPr>
            <a:xfrm rot="7488231">
              <a:off x="2424500" y="2322334"/>
              <a:ext cx="416757" cy="10106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6" name="Splat 496"/>
            <p:cNvSpPr>
              <a:spLocks noGrp="1"/>
            </p:cNvSpPr>
            <p:nvPr/>
          </p:nvSpPr>
          <p:spPr>
            <a:xfrm rot="8227160">
              <a:off x="1972767" y="2026155"/>
              <a:ext cx="336224" cy="76229"/>
            </a:xfrm>
            <a:prstGeom prst="ellipse">
              <a:avLst/>
            </a:prstGeom>
            <a:gradFill>
              <a:gsLst>
                <a:gs pos="0">
                  <a:srgbClr val="989898">
                    <a:alpha val="11474"/>
                  </a:srgbClr>
                </a:gs>
                <a:gs pos="14286">
                  <a:srgbClr val="989898">
                    <a:alpha val="10597"/>
                  </a:srgbClr>
                </a:gs>
                <a:gs pos="28571">
                  <a:srgbClr val="989898">
                    <a:alpha val="8330"/>
                  </a:srgbClr>
                </a:gs>
                <a:gs pos="42857">
                  <a:srgbClr val="989898">
                    <a:alpha val="5545"/>
                  </a:srgbClr>
                </a:gs>
                <a:gs pos="57143">
                  <a:srgbClr val="989898">
                    <a:alpha val="3112"/>
                  </a:srgbClr>
                </a:gs>
                <a:gs pos="71429">
                  <a:srgbClr val="989898">
                    <a:alpha val="1469"/>
                  </a:srgbClr>
                </a:gs>
                <a:gs pos="85714">
                  <a:srgbClr val="989898">
                    <a:alpha val="583"/>
                  </a:srgbClr>
                </a:gs>
                <a:gs pos="100000">
                  <a:srgbClr val="989898">
                    <a:alpha val="1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7" name="Splat 497"/>
            <p:cNvSpPr>
              <a:spLocks noGrp="1"/>
            </p:cNvSpPr>
            <p:nvPr/>
          </p:nvSpPr>
          <p:spPr>
            <a:xfrm rot="7156964">
              <a:off x="2132793" y="1772633"/>
              <a:ext cx="363688" cy="95406"/>
            </a:xfrm>
            <a:prstGeom prst="ellipse">
              <a:avLst/>
            </a:prstGeom>
            <a:gradFill>
              <a:gsLst>
                <a:gs pos="0">
                  <a:srgbClr val="CDCDCC">
                    <a:alpha val="19917"/>
                  </a:srgbClr>
                </a:gs>
                <a:gs pos="14286">
                  <a:srgbClr val="CDCDCC">
                    <a:alpha val="18466"/>
                  </a:srgbClr>
                </a:gs>
                <a:gs pos="28571">
                  <a:srgbClr val="CDCDCC">
                    <a:alpha val="14658"/>
                  </a:srgbClr>
                </a:gs>
                <a:gs pos="42857">
                  <a:srgbClr val="CDCDCC">
                    <a:alpha val="9875"/>
                  </a:srgbClr>
                </a:gs>
                <a:gs pos="57143">
                  <a:srgbClr val="CDCDCC">
                    <a:alpha val="5598"/>
                  </a:srgbClr>
                </a:gs>
                <a:gs pos="71429">
                  <a:srgbClr val="CDCDCC">
                    <a:alpha val="2661"/>
                  </a:srgbClr>
                </a:gs>
                <a:gs pos="85714">
                  <a:srgbClr val="CDCDCC">
                    <a:alpha val="1061"/>
                  </a:srgbClr>
                </a:gs>
                <a:gs pos="100000">
                  <a:srgbClr val="CDCDCC">
                    <a:alpha val="3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8" name="Splat 498"/>
            <p:cNvSpPr>
              <a:spLocks noGrp="1"/>
            </p:cNvSpPr>
            <p:nvPr/>
          </p:nvSpPr>
          <p:spPr>
            <a:xfrm rot="4501907">
              <a:off x="2406810" y="2120174"/>
              <a:ext cx="418905" cy="109332"/>
            </a:xfrm>
            <a:prstGeom prst="ellipse">
              <a:avLst/>
            </a:prstGeom>
            <a:gradFill>
              <a:gsLst>
                <a:gs pos="0">
                  <a:srgbClr val="CCCCCC">
                    <a:alpha val="21408"/>
                  </a:srgbClr>
                </a:gs>
                <a:gs pos="14286">
                  <a:srgbClr val="CCCCCC">
                    <a:alpha val="19862"/>
                  </a:srgbClr>
                </a:gs>
                <a:gs pos="28571">
                  <a:srgbClr val="CCCCCC">
                    <a:alpha val="15795"/>
                  </a:srgbClr>
                </a:gs>
                <a:gs pos="42857">
                  <a:srgbClr val="CCCCCC">
                    <a:alpha val="10664"/>
                  </a:srgbClr>
                </a:gs>
                <a:gs pos="57143">
                  <a:srgbClr val="CCCCCC">
                    <a:alpha val="6057"/>
                  </a:srgbClr>
                </a:gs>
                <a:gs pos="71429">
                  <a:srgbClr val="CCCCCC">
                    <a:alpha val="2882"/>
                  </a:srgbClr>
                </a:gs>
                <a:gs pos="85714">
                  <a:srgbClr val="CCCCCC">
                    <a:alpha val="1150"/>
                  </a:srgbClr>
                </a:gs>
                <a:gs pos="100000">
                  <a:srgbClr val="CCCCCC">
                    <a:alpha val="3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9" name="Splat 499"/>
            <p:cNvSpPr>
              <a:spLocks noGrp="1"/>
            </p:cNvSpPr>
            <p:nvPr/>
          </p:nvSpPr>
          <p:spPr>
            <a:xfrm rot="-10265294">
              <a:off x="2323581" y="1601359"/>
              <a:ext cx="418884" cy="144419"/>
            </a:xfrm>
            <a:prstGeom prst="ellipse">
              <a:avLst/>
            </a:prstGeom>
            <a:gradFill>
              <a:gsLst>
                <a:gs pos="0">
                  <a:srgbClr val="000001">
                    <a:alpha val="32968"/>
                  </a:srgbClr>
                </a:gs>
                <a:gs pos="14286">
                  <a:srgbClr val="000001">
                    <a:alpha val="30764"/>
                  </a:srgbClr>
                </a:gs>
                <a:gs pos="28571">
                  <a:srgbClr val="000001">
                    <a:alpha val="24833"/>
                  </a:srgbClr>
                </a:gs>
                <a:gs pos="42857">
                  <a:srgbClr val="000001">
                    <a:alpha val="17075"/>
                  </a:srgbClr>
                </a:gs>
                <a:gs pos="57143">
                  <a:srgbClr val="000001">
                    <a:alpha val="9855"/>
                  </a:srgbClr>
                </a:gs>
                <a:gs pos="71429">
                  <a:srgbClr val="000001">
                    <a:alpha val="4740"/>
                  </a:srgbClr>
                </a:gs>
                <a:gs pos="85714">
                  <a:srgbClr val="000001">
                    <a:alpha val="1902"/>
                  </a:srgbClr>
                </a:gs>
                <a:gs pos="100000">
                  <a:srgbClr val="00000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0" name="Splat 500"/>
            <p:cNvSpPr>
              <a:spLocks noGrp="1"/>
            </p:cNvSpPr>
            <p:nvPr/>
          </p:nvSpPr>
          <p:spPr>
            <a:xfrm rot="8992449">
              <a:off x="1869884" y="1640459"/>
              <a:ext cx="461834" cy="235356"/>
            </a:xfrm>
            <a:prstGeom prst="ellipse">
              <a:avLst/>
            </a:prstGeom>
            <a:gradFill>
              <a:gsLst>
                <a:gs pos="0">
                  <a:srgbClr val="000001">
                    <a:alpha val="32968"/>
                  </a:srgbClr>
                </a:gs>
                <a:gs pos="14286">
                  <a:srgbClr val="000001">
                    <a:alpha val="30764"/>
                  </a:srgbClr>
                </a:gs>
                <a:gs pos="28571">
                  <a:srgbClr val="000001">
                    <a:alpha val="24833"/>
                  </a:srgbClr>
                </a:gs>
                <a:gs pos="42857">
                  <a:srgbClr val="000001">
                    <a:alpha val="17075"/>
                  </a:srgbClr>
                </a:gs>
                <a:gs pos="57143">
                  <a:srgbClr val="000001">
                    <a:alpha val="9855"/>
                  </a:srgbClr>
                </a:gs>
                <a:gs pos="71429">
                  <a:srgbClr val="000001">
                    <a:alpha val="4740"/>
                  </a:srgbClr>
                </a:gs>
                <a:gs pos="85714">
                  <a:srgbClr val="000001">
                    <a:alpha val="1902"/>
                  </a:srgbClr>
                </a:gs>
                <a:gs pos="100000">
                  <a:srgbClr val="00000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1" name="Splat 501"/>
            <p:cNvSpPr>
              <a:spLocks noGrp="1"/>
            </p:cNvSpPr>
            <p:nvPr/>
          </p:nvSpPr>
          <p:spPr>
            <a:xfrm rot="5732594">
              <a:off x="1926628" y="2149703"/>
              <a:ext cx="256991" cy="252346"/>
            </a:xfrm>
            <a:prstGeom prst="ellipse">
              <a:avLst/>
            </a:prstGeom>
            <a:gradFill>
              <a:gsLst>
                <a:gs pos="0">
                  <a:srgbClr val="262E2E">
                    <a:alpha val="1273"/>
                  </a:srgbClr>
                </a:gs>
                <a:gs pos="14286">
                  <a:srgbClr val="262E2E">
                    <a:alpha val="1171"/>
                  </a:srgbClr>
                </a:gs>
                <a:gs pos="28571">
                  <a:srgbClr val="262E2E">
                    <a:alpha val="910"/>
                  </a:srgbClr>
                </a:gs>
                <a:gs pos="42857">
                  <a:srgbClr val="262E2E">
                    <a:alpha val="598"/>
                  </a:srgbClr>
                </a:gs>
                <a:gs pos="57143">
                  <a:srgbClr val="262E2E">
                    <a:alpha val="332"/>
                  </a:srgbClr>
                </a:gs>
                <a:gs pos="71429">
                  <a:srgbClr val="262E2E">
                    <a:alpha val="155"/>
                  </a:srgbClr>
                </a:gs>
                <a:gs pos="85714">
                  <a:srgbClr val="262E2E">
                    <a:alpha val="62"/>
                  </a:srgbClr>
                </a:gs>
                <a:gs pos="100000">
                  <a:srgbClr val="262E2E">
                    <a:alpha val="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2" name="Splat 502"/>
            <p:cNvSpPr>
              <a:spLocks noGrp="1"/>
            </p:cNvSpPr>
            <p:nvPr/>
          </p:nvSpPr>
          <p:spPr>
            <a:xfrm rot="4455357">
              <a:off x="2487136" y="1771618"/>
              <a:ext cx="426781" cy="133286"/>
            </a:xfrm>
            <a:prstGeom prst="ellipse">
              <a:avLst/>
            </a:prstGeom>
            <a:gradFill>
              <a:gsLst>
                <a:gs pos="0">
                  <a:srgbClr val="000100">
                    <a:alpha val="31761"/>
                  </a:srgbClr>
                </a:gs>
                <a:gs pos="14286">
                  <a:srgbClr val="000100">
                    <a:alpha val="29619"/>
                  </a:srgbClr>
                </a:gs>
                <a:gs pos="28571">
                  <a:srgbClr val="000100">
                    <a:alpha val="23870"/>
                  </a:srgbClr>
                </a:gs>
                <a:gs pos="42857">
                  <a:srgbClr val="000100">
                    <a:alpha val="16380"/>
                  </a:srgbClr>
                </a:gs>
                <a:gs pos="57143">
                  <a:srgbClr val="000100">
                    <a:alpha val="9437"/>
                  </a:srgbClr>
                </a:gs>
                <a:gs pos="71429">
                  <a:srgbClr val="000100">
                    <a:alpha val="4534"/>
                  </a:srgbClr>
                </a:gs>
                <a:gs pos="85714">
                  <a:srgbClr val="000100">
                    <a:alpha val="1818"/>
                  </a:srgbClr>
                </a:gs>
                <a:gs pos="100000">
                  <a:srgbClr val="000100">
                    <a:alpha val="6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3" name="Splat 503"/>
            <p:cNvSpPr>
              <a:spLocks noGrp="1"/>
            </p:cNvSpPr>
            <p:nvPr/>
          </p:nvSpPr>
          <p:spPr>
            <a:xfrm rot="4824841">
              <a:off x="2293210" y="2180700"/>
              <a:ext cx="357246" cy="154564"/>
            </a:xfrm>
            <a:prstGeom prst="ellipse">
              <a:avLst/>
            </a:prstGeom>
            <a:gradFill>
              <a:gsLst>
                <a:gs pos="0">
                  <a:srgbClr val="FFFFFF">
                    <a:alpha val="29010"/>
                  </a:srgbClr>
                </a:gs>
                <a:gs pos="14286">
                  <a:srgbClr val="FFFFFF">
                    <a:alpha val="27015"/>
                  </a:srgbClr>
                </a:gs>
                <a:gs pos="28571">
                  <a:srgbClr val="FFFFFF">
                    <a:alpha val="21692"/>
                  </a:srgbClr>
                </a:gs>
                <a:gs pos="42857">
                  <a:srgbClr val="FFFFFF">
                    <a:alpha val="14819"/>
                  </a:srgbClr>
                </a:gs>
                <a:gs pos="57143">
                  <a:srgbClr val="FFFFFF">
                    <a:alpha val="8504"/>
                  </a:srgbClr>
                </a:gs>
                <a:gs pos="71429">
                  <a:srgbClr val="FFFFFF">
                    <a:alpha val="4075"/>
                  </a:srgbClr>
                </a:gs>
                <a:gs pos="85714">
                  <a:srgbClr val="FFFFFF">
                    <a:alpha val="1632"/>
                  </a:srgbClr>
                </a:gs>
                <a:gs pos="100000">
                  <a:srgbClr val="FFFFFF">
                    <a:alpha val="5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4" name="Splat 504"/>
            <p:cNvSpPr>
              <a:spLocks noGrp="1"/>
            </p:cNvSpPr>
            <p:nvPr/>
          </p:nvSpPr>
          <p:spPr>
            <a:xfrm rot="8485347">
              <a:off x="2237400" y="2142490"/>
              <a:ext cx="358031" cy="78521"/>
            </a:xfrm>
            <a:prstGeom prst="ellipse">
              <a:avLst/>
            </a:prstGeom>
            <a:gradFill>
              <a:gsLst>
                <a:gs pos="0">
                  <a:srgbClr val="C5C4C5">
                    <a:alpha val="14466"/>
                  </a:srgbClr>
                </a:gs>
                <a:gs pos="14286">
                  <a:srgbClr val="C5C4C5">
                    <a:alpha val="13378"/>
                  </a:srgbClr>
                </a:gs>
                <a:gs pos="28571">
                  <a:srgbClr val="C5C4C5">
                    <a:alpha val="10551"/>
                  </a:srgbClr>
                </a:gs>
                <a:gs pos="42857">
                  <a:srgbClr val="C5C4C5">
                    <a:alpha val="7053"/>
                  </a:srgbClr>
                </a:gs>
                <a:gs pos="57143">
                  <a:srgbClr val="C5C4C5">
                    <a:alpha val="3972"/>
                  </a:srgbClr>
                </a:gs>
                <a:gs pos="71429">
                  <a:srgbClr val="C5C4C5">
                    <a:alpha val="1879"/>
                  </a:srgbClr>
                </a:gs>
                <a:gs pos="85714">
                  <a:srgbClr val="C5C4C5">
                    <a:alpha val="747"/>
                  </a:srgbClr>
                </a:gs>
                <a:gs pos="100000">
                  <a:srgbClr val="C5C4C5">
                    <a:alpha val="2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5" name="Splat 505"/>
            <p:cNvSpPr>
              <a:spLocks noGrp="1"/>
            </p:cNvSpPr>
            <p:nvPr/>
          </p:nvSpPr>
          <p:spPr>
            <a:xfrm rot="5403550">
              <a:off x="2366366" y="1743050"/>
              <a:ext cx="219755" cy="215290"/>
            </a:xfrm>
            <a:prstGeom prst="ellipse">
              <a:avLst/>
            </a:prstGeom>
            <a:gradFill>
              <a:gsLst>
                <a:gs pos="0">
                  <a:srgbClr val="B8B7B6">
                    <a:alpha val="6405"/>
                  </a:srgbClr>
                </a:gs>
                <a:gs pos="14286">
                  <a:srgbClr val="B8B7B6">
                    <a:alpha val="5902"/>
                  </a:srgbClr>
                </a:gs>
                <a:gs pos="28571">
                  <a:srgbClr val="B8B7B6">
                    <a:alpha val="4614"/>
                  </a:srgbClr>
                </a:gs>
                <a:gs pos="42857">
                  <a:srgbClr val="B8B7B6">
                    <a:alpha val="3051"/>
                  </a:srgbClr>
                </a:gs>
                <a:gs pos="57143">
                  <a:srgbClr val="B8B7B6">
                    <a:alpha val="1702"/>
                  </a:srgbClr>
                </a:gs>
                <a:gs pos="71429">
                  <a:srgbClr val="B8B7B6">
                    <a:alpha val="800"/>
                  </a:srgbClr>
                </a:gs>
                <a:gs pos="85714">
                  <a:srgbClr val="B8B7B6">
                    <a:alpha val="317"/>
                  </a:srgbClr>
                </a:gs>
                <a:gs pos="100000">
                  <a:srgbClr val="B8B7B6">
                    <a:alpha val="1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6" name="Splat 506"/>
            <p:cNvSpPr>
              <a:spLocks noGrp="1"/>
            </p:cNvSpPr>
            <p:nvPr/>
          </p:nvSpPr>
          <p:spPr>
            <a:xfrm rot="10765147">
              <a:off x="2126332" y="2278937"/>
              <a:ext cx="332104" cy="119691"/>
            </a:xfrm>
            <a:prstGeom prst="ellipse">
              <a:avLst/>
            </a:prstGeom>
            <a:gradFill>
              <a:gsLst>
                <a:gs pos="0">
                  <a:srgbClr val="D5D5D6">
                    <a:alpha val="15460"/>
                  </a:srgbClr>
                </a:gs>
                <a:gs pos="14286">
                  <a:srgbClr val="D5D5D6">
                    <a:alpha val="14303"/>
                  </a:srgbClr>
                </a:gs>
                <a:gs pos="28571">
                  <a:srgbClr val="D5D5D6">
                    <a:alpha val="11295"/>
                  </a:srgbClr>
                </a:gs>
                <a:gs pos="42857">
                  <a:srgbClr val="D5D5D6">
                    <a:alpha val="7560"/>
                  </a:srgbClr>
                </a:gs>
                <a:gs pos="57143">
                  <a:srgbClr val="D5D5D6">
                    <a:alpha val="4262"/>
                  </a:srgbClr>
                </a:gs>
                <a:gs pos="71429">
                  <a:srgbClr val="D5D5D6">
                    <a:alpha val="2018"/>
                  </a:srgbClr>
                </a:gs>
                <a:gs pos="85714">
                  <a:srgbClr val="D5D5D6">
                    <a:alpha val="803"/>
                  </a:srgbClr>
                </a:gs>
                <a:gs pos="100000">
                  <a:srgbClr val="D5D5D6">
                    <a:alpha val="2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7" name="Splat 507"/>
            <p:cNvSpPr>
              <a:spLocks noGrp="1"/>
            </p:cNvSpPr>
            <p:nvPr/>
          </p:nvSpPr>
          <p:spPr>
            <a:xfrm rot="10112658">
              <a:off x="1802452" y="1675373"/>
              <a:ext cx="562657" cy="127687"/>
            </a:xfrm>
            <a:prstGeom prst="ellipse">
              <a:avLst/>
            </a:prstGeom>
            <a:gradFill>
              <a:gsLst>
                <a:gs pos="0">
                  <a:srgbClr val="000001">
                    <a:alpha val="32968"/>
                  </a:srgbClr>
                </a:gs>
                <a:gs pos="14286">
                  <a:srgbClr val="000001">
                    <a:alpha val="30764"/>
                  </a:srgbClr>
                </a:gs>
                <a:gs pos="28571">
                  <a:srgbClr val="000001">
                    <a:alpha val="24833"/>
                  </a:srgbClr>
                </a:gs>
                <a:gs pos="42857">
                  <a:srgbClr val="000001">
                    <a:alpha val="17075"/>
                  </a:srgbClr>
                </a:gs>
                <a:gs pos="57143">
                  <a:srgbClr val="000001">
                    <a:alpha val="9855"/>
                  </a:srgbClr>
                </a:gs>
                <a:gs pos="71429">
                  <a:srgbClr val="000001">
                    <a:alpha val="4740"/>
                  </a:srgbClr>
                </a:gs>
                <a:gs pos="85714">
                  <a:srgbClr val="000001">
                    <a:alpha val="1902"/>
                  </a:srgbClr>
                </a:gs>
                <a:gs pos="100000">
                  <a:srgbClr val="00000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8" name="Splat 508"/>
            <p:cNvSpPr>
              <a:spLocks noGrp="1"/>
            </p:cNvSpPr>
            <p:nvPr/>
          </p:nvSpPr>
          <p:spPr>
            <a:xfrm rot="-10576260">
              <a:off x="2057792" y="2398940"/>
              <a:ext cx="378234" cy="112319"/>
            </a:xfrm>
            <a:prstGeom prst="ellipse">
              <a:avLst/>
            </a:prstGeom>
            <a:gradFill>
              <a:gsLst>
                <a:gs pos="0">
                  <a:srgbClr val="09020D">
                    <a:alpha val="25944"/>
                  </a:srgbClr>
                </a:gs>
                <a:gs pos="14286">
                  <a:srgbClr val="09020D">
                    <a:alpha val="24123"/>
                  </a:srgbClr>
                </a:gs>
                <a:gs pos="28571">
                  <a:srgbClr val="09020D">
                    <a:alpha val="19293"/>
                  </a:srgbClr>
                </a:gs>
                <a:gs pos="42857">
                  <a:srgbClr val="09020D">
                    <a:alpha val="13116"/>
                  </a:srgbClr>
                </a:gs>
                <a:gs pos="57143">
                  <a:srgbClr val="09020D">
                    <a:alpha val="7495"/>
                  </a:srgbClr>
                </a:gs>
                <a:gs pos="71429">
                  <a:srgbClr val="09020D">
                    <a:alpha val="3581"/>
                  </a:srgbClr>
                </a:gs>
                <a:gs pos="85714">
                  <a:srgbClr val="09020D">
                    <a:alpha val="1432"/>
                  </a:srgbClr>
                </a:gs>
                <a:gs pos="100000">
                  <a:srgbClr val="09020D">
                    <a:alpha val="4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9" name="Splat 509"/>
            <p:cNvSpPr>
              <a:spLocks noGrp="1"/>
            </p:cNvSpPr>
            <p:nvPr/>
          </p:nvSpPr>
          <p:spPr>
            <a:xfrm rot="2795993">
              <a:off x="2618658" y="1845498"/>
              <a:ext cx="332070" cy="293869"/>
            </a:xfrm>
            <a:prstGeom prst="ellipse">
              <a:avLst/>
            </a:prstGeom>
            <a:gradFill>
              <a:gsLst>
                <a:gs pos="0">
                  <a:srgbClr val="050000">
                    <a:alpha val="25134"/>
                  </a:srgbClr>
                </a:gs>
                <a:gs pos="14286">
                  <a:srgbClr val="050000">
                    <a:alpha val="23360"/>
                  </a:srgbClr>
                </a:gs>
                <a:gs pos="28571">
                  <a:srgbClr val="050000">
                    <a:alpha val="18664"/>
                  </a:srgbClr>
                </a:gs>
                <a:gs pos="42857">
                  <a:srgbClr val="050000">
                    <a:alpha val="12672"/>
                  </a:srgbClr>
                </a:gs>
                <a:gs pos="57143">
                  <a:srgbClr val="050000">
                    <a:alpha val="7233"/>
                  </a:srgbClr>
                </a:gs>
                <a:gs pos="71429">
                  <a:srgbClr val="050000">
                    <a:alpha val="3453"/>
                  </a:srgbClr>
                </a:gs>
                <a:gs pos="85714">
                  <a:srgbClr val="050000">
                    <a:alpha val="1380"/>
                  </a:srgbClr>
                </a:gs>
                <a:gs pos="100000">
                  <a:srgbClr val="050000">
                    <a:alpha val="4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0" name="Splat 510"/>
            <p:cNvSpPr>
              <a:spLocks noGrp="1"/>
            </p:cNvSpPr>
            <p:nvPr/>
          </p:nvSpPr>
          <p:spPr>
            <a:xfrm rot="10014484">
              <a:off x="2118647" y="1757319"/>
              <a:ext cx="319827" cy="109560"/>
            </a:xfrm>
            <a:prstGeom prst="ellipse">
              <a:avLst/>
            </a:prstGeom>
            <a:gradFill>
              <a:gsLst>
                <a:gs pos="0">
                  <a:srgbClr val="B3B2B2">
                    <a:alpha val="28576"/>
                  </a:srgbClr>
                </a:gs>
                <a:gs pos="14286">
                  <a:srgbClr val="B3B2B2">
                    <a:alpha val="26605"/>
                  </a:srgbClr>
                </a:gs>
                <a:gs pos="28571">
                  <a:srgbClr val="B3B2B2">
                    <a:alpha val="21351"/>
                  </a:srgbClr>
                </a:gs>
                <a:gs pos="42857">
                  <a:srgbClr val="B3B2B2">
                    <a:alpha val="14575"/>
                  </a:srgbClr>
                </a:gs>
                <a:gs pos="57143">
                  <a:srgbClr val="B3B2B2">
                    <a:alpha val="8359"/>
                  </a:srgbClr>
                </a:gs>
                <a:gs pos="71429">
                  <a:srgbClr val="B3B2B2">
                    <a:alpha val="4004"/>
                  </a:srgbClr>
                </a:gs>
                <a:gs pos="85714">
                  <a:srgbClr val="B3B2B2">
                    <a:alpha val="1603"/>
                  </a:srgbClr>
                </a:gs>
                <a:gs pos="100000">
                  <a:srgbClr val="B3B2B2">
                    <a:alpha val="5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1" name="Splat 511"/>
            <p:cNvSpPr>
              <a:spLocks noGrp="1"/>
            </p:cNvSpPr>
            <p:nvPr/>
          </p:nvSpPr>
          <p:spPr>
            <a:xfrm rot="8099853">
              <a:off x="2436420" y="2317568"/>
              <a:ext cx="426826" cy="11603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2" name="Splat 512"/>
            <p:cNvSpPr>
              <a:spLocks noGrp="1"/>
            </p:cNvSpPr>
            <p:nvPr/>
          </p:nvSpPr>
          <p:spPr>
            <a:xfrm rot="-10559157">
              <a:off x="2434968" y="2072432"/>
              <a:ext cx="238581" cy="232450"/>
            </a:xfrm>
            <a:prstGeom prst="ellipse">
              <a:avLst/>
            </a:prstGeom>
            <a:gradFill>
              <a:gsLst>
                <a:gs pos="0">
                  <a:srgbClr val="C4C4C5">
                    <a:alpha val="2362"/>
                  </a:srgbClr>
                </a:gs>
                <a:gs pos="14286">
                  <a:srgbClr val="C4C4C5">
                    <a:alpha val="2173"/>
                  </a:srgbClr>
                </a:gs>
                <a:gs pos="28571">
                  <a:srgbClr val="C4C4C5">
                    <a:alpha val="1691"/>
                  </a:srgbClr>
                </a:gs>
                <a:gs pos="42857">
                  <a:srgbClr val="C4C4C5">
                    <a:alpha val="1113"/>
                  </a:srgbClr>
                </a:gs>
                <a:gs pos="57143">
                  <a:srgbClr val="C4C4C5">
                    <a:alpha val="618"/>
                  </a:srgbClr>
                </a:gs>
                <a:gs pos="71429">
                  <a:srgbClr val="C4C4C5">
                    <a:alpha val="290"/>
                  </a:srgbClr>
                </a:gs>
                <a:gs pos="85714">
                  <a:srgbClr val="C4C4C5">
                    <a:alpha val="115"/>
                  </a:srgbClr>
                </a:gs>
                <a:gs pos="100000">
                  <a:srgbClr val="C4C4C5">
                    <a:alpha val="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3" name="Splat 513"/>
            <p:cNvSpPr>
              <a:spLocks noGrp="1"/>
            </p:cNvSpPr>
            <p:nvPr/>
          </p:nvSpPr>
          <p:spPr>
            <a:xfrm rot="-9926106">
              <a:off x="1989164" y="2354132"/>
              <a:ext cx="325061" cy="120397"/>
            </a:xfrm>
            <a:prstGeom prst="ellipse">
              <a:avLst/>
            </a:prstGeom>
            <a:gradFill>
              <a:gsLst>
                <a:gs pos="0">
                  <a:srgbClr val="000001">
                    <a:alpha val="32968"/>
                  </a:srgbClr>
                </a:gs>
                <a:gs pos="14286">
                  <a:srgbClr val="000001">
                    <a:alpha val="30764"/>
                  </a:srgbClr>
                </a:gs>
                <a:gs pos="28571">
                  <a:srgbClr val="000001">
                    <a:alpha val="24833"/>
                  </a:srgbClr>
                </a:gs>
                <a:gs pos="42857">
                  <a:srgbClr val="000001">
                    <a:alpha val="17075"/>
                  </a:srgbClr>
                </a:gs>
                <a:gs pos="57143">
                  <a:srgbClr val="000001">
                    <a:alpha val="9855"/>
                  </a:srgbClr>
                </a:gs>
                <a:gs pos="71429">
                  <a:srgbClr val="000001">
                    <a:alpha val="4740"/>
                  </a:srgbClr>
                </a:gs>
                <a:gs pos="85714">
                  <a:srgbClr val="000001">
                    <a:alpha val="1902"/>
                  </a:srgbClr>
                </a:gs>
                <a:gs pos="100000">
                  <a:srgbClr val="00000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4" name="Splat 514"/>
            <p:cNvSpPr>
              <a:spLocks noGrp="1"/>
            </p:cNvSpPr>
            <p:nvPr/>
          </p:nvSpPr>
          <p:spPr>
            <a:xfrm rot="-9047855">
              <a:off x="2347491" y="1636820"/>
              <a:ext cx="447605" cy="13535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5" name="Splat 515"/>
            <p:cNvSpPr>
              <a:spLocks noGrp="1"/>
            </p:cNvSpPr>
            <p:nvPr/>
          </p:nvSpPr>
          <p:spPr>
            <a:xfrm rot="-8712031">
              <a:off x="1947378" y="2336167"/>
              <a:ext cx="359187" cy="12346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6" name="Splat 516"/>
            <p:cNvSpPr>
              <a:spLocks noGrp="1"/>
            </p:cNvSpPr>
            <p:nvPr/>
          </p:nvSpPr>
          <p:spPr>
            <a:xfrm rot="8432269">
              <a:off x="2516819" y="2251819"/>
              <a:ext cx="384013" cy="96488"/>
            </a:xfrm>
            <a:prstGeom prst="ellipse">
              <a:avLst/>
            </a:prstGeom>
            <a:gradFill>
              <a:gsLst>
                <a:gs pos="0">
                  <a:srgbClr val="4B4C4B">
                    <a:alpha val="32968"/>
                  </a:srgbClr>
                </a:gs>
                <a:gs pos="14286">
                  <a:srgbClr val="4B4C4B">
                    <a:alpha val="30764"/>
                  </a:srgbClr>
                </a:gs>
                <a:gs pos="28571">
                  <a:srgbClr val="4B4C4B">
                    <a:alpha val="24833"/>
                  </a:srgbClr>
                </a:gs>
                <a:gs pos="42857">
                  <a:srgbClr val="4B4C4B">
                    <a:alpha val="17075"/>
                  </a:srgbClr>
                </a:gs>
                <a:gs pos="57143">
                  <a:srgbClr val="4B4C4B">
                    <a:alpha val="9855"/>
                  </a:srgbClr>
                </a:gs>
                <a:gs pos="71429">
                  <a:srgbClr val="4B4C4B">
                    <a:alpha val="4740"/>
                  </a:srgbClr>
                </a:gs>
                <a:gs pos="85714">
                  <a:srgbClr val="4B4C4B">
                    <a:alpha val="1902"/>
                  </a:srgbClr>
                </a:gs>
                <a:gs pos="100000">
                  <a:srgbClr val="4B4C4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7" name="Splat 517"/>
            <p:cNvSpPr>
              <a:spLocks noGrp="1"/>
            </p:cNvSpPr>
            <p:nvPr/>
          </p:nvSpPr>
          <p:spPr>
            <a:xfrm rot="-10522118">
              <a:off x="1994903" y="2342951"/>
              <a:ext cx="269739" cy="11620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8" name="Splat 518"/>
            <p:cNvSpPr>
              <a:spLocks noGrp="1"/>
            </p:cNvSpPr>
            <p:nvPr/>
          </p:nvSpPr>
          <p:spPr>
            <a:xfrm rot="6187669">
              <a:off x="2197409" y="1844497"/>
              <a:ext cx="335122" cy="164369"/>
            </a:xfrm>
            <a:prstGeom prst="ellipse">
              <a:avLst/>
            </a:prstGeom>
            <a:gradFill>
              <a:gsLst>
                <a:gs pos="0">
                  <a:srgbClr val="FDFDFD">
                    <a:alpha val="17134"/>
                  </a:srgbClr>
                </a:gs>
                <a:gs pos="14286">
                  <a:srgbClr val="FDFDFD">
                    <a:alpha val="15865"/>
                  </a:srgbClr>
                </a:gs>
                <a:gs pos="28571">
                  <a:srgbClr val="FDFDFD">
                    <a:alpha val="12552"/>
                  </a:srgbClr>
                </a:gs>
                <a:gs pos="42857">
                  <a:srgbClr val="FDFDFD">
                    <a:alpha val="8422"/>
                  </a:srgbClr>
                </a:gs>
                <a:gs pos="57143">
                  <a:srgbClr val="FDFDFD">
                    <a:alpha val="4758"/>
                  </a:srgbClr>
                </a:gs>
                <a:gs pos="71429">
                  <a:srgbClr val="FDFDFD">
                    <a:alpha val="2256"/>
                  </a:srgbClr>
                </a:gs>
                <a:gs pos="85714">
                  <a:srgbClr val="FDFDFD">
                    <a:alpha val="898"/>
                  </a:srgbClr>
                </a:gs>
                <a:gs pos="100000">
                  <a:srgbClr val="FDFDFD">
                    <a:alpha val="3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9" name="Splat 519"/>
            <p:cNvSpPr>
              <a:spLocks noGrp="1"/>
            </p:cNvSpPr>
            <p:nvPr/>
          </p:nvSpPr>
          <p:spPr>
            <a:xfrm rot="7390349">
              <a:off x="2555496" y="2216300"/>
              <a:ext cx="340598" cy="123713"/>
            </a:xfrm>
            <a:prstGeom prst="ellipse">
              <a:avLst/>
            </a:prstGeom>
            <a:gradFill>
              <a:gsLst>
                <a:gs pos="0">
                  <a:srgbClr val="000600">
                    <a:alpha val="32946"/>
                  </a:srgbClr>
                </a:gs>
                <a:gs pos="14286">
                  <a:srgbClr val="000600">
                    <a:alpha val="30743"/>
                  </a:srgbClr>
                </a:gs>
                <a:gs pos="28571">
                  <a:srgbClr val="000600">
                    <a:alpha val="24815"/>
                  </a:srgbClr>
                </a:gs>
                <a:gs pos="42857">
                  <a:srgbClr val="000600">
                    <a:alpha val="17063"/>
                  </a:srgbClr>
                </a:gs>
                <a:gs pos="57143">
                  <a:srgbClr val="000600">
                    <a:alpha val="9847"/>
                  </a:srgbClr>
                </a:gs>
                <a:gs pos="71429">
                  <a:srgbClr val="000600">
                    <a:alpha val="4737"/>
                  </a:srgbClr>
                </a:gs>
                <a:gs pos="85714">
                  <a:srgbClr val="000600">
                    <a:alpha val="1901"/>
                  </a:srgbClr>
                </a:gs>
                <a:gs pos="100000">
                  <a:srgbClr val="000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0" name="Splat 520"/>
            <p:cNvSpPr>
              <a:spLocks noGrp="1"/>
            </p:cNvSpPr>
            <p:nvPr/>
          </p:nvSpPr>
          <p:spPr>
            <a:xfrm rot="6695343">
              <a:off x="1926696" y="1893795"/>
              <a:ext cx="246772" cy="64256"/>
            </a:xfrm>
            <a:prstGeom prst="ellipse">
              <a:avLst/>
            </a:prstGeom>
            <a:gradFill>
              <a:gsLst>
                <a:gs pos="0">
                  <a:srgbClr val="78797E">
                    <a:alpha val="3153"/>
                  </a:srgbClr>
                </a:gs>
                <a:gs pos="14286">
                  <a:srgbClr val="78797E">
                    <a:alpha val="2902"/>
                  </a:srgbClr>
                </a:gs>
                <a:gs pos="28571">
                  <a:srgbClr val="78797E">
                    <a:alpha val="2260"/>
                  </a:srgbClr>
                </a:gs>
                <a:gs pos="42857">
                  <a:srgbClr val="78797E">
                    <a:alpha val="1488"/>
                  </a:srgbClr>
                </a:gs>
                <a:gs pos="57143">
                  <a:srgbClr val="78797E">
                    <a:alpha val="828"/>
                  </a:srgbClr>
                </a:gs>
                <a:gs pos="71429">
                  <a:srgbClr val="78797E">
                    <a:alpha val="388"/>
                  </a:srgbClr>
                </a:gs>
                <a:gs pos="85714">
                  <a:srgbClr val="78797E">
                    <a:alpha val="154"/>
                  </a:srgbClr>
                </a:gs>
                <a:gs pos="100000">
                  <a:srgbClr val="78797E">
                    <a:alpha val="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1" name="Splat 521"/>
            <p:cNvSpPr>
              <a:spLocks noGrp="1"/>
            </p:cNvSpPr>
            <p:nvPr/>
          </p:nvSpPr>
          <p:spPr>
            <a:xfrm rot="-10237060">
              <a:off x="2411541" y="1666714"/>
              <a:ext cx="374306" cy="14437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2" name="Splat 522"/>
            <p:cNvSpPr>
              <a:spLocks noGrp="1"/>
            </p:cNvSpPr>
            <p:nvPr/>
          </p:nvSpPr>
          <p:spPr>
            <a:xfrm rot="-9972767">
              <a:off x="2514768" y="1732635"/>
              <a:ext cx="417827" cy="163678"/>
            </a:xfrm>
            <a:prstGeom prst="ellipse">
              <a:avLst/>
            </a:prstGeom>
            <a:gradFill>
              <a:gsLst>
                <a:gs pos="0">
                  <a:srgbClr val="000000">
                    <a:alpha val="25393"/>
                  </a:srgbClr>
                </a:gs>
                <a:gs pos="14286">
                  <a:srgbClr val="000000">
                    <a:alpha val="23604"/>
                  </a:srgbClr>
                </a:gs>
                <a:gs pos="28571">
                  <a:srgbClr val="000000">
                    <a:alpha val="18864"/>
                  </a:srgbClr>
                </a:gs>
                <a:gs pos="42857">
                  <a:srgbClr val="000000">
                    <a:alpha val="12813"/>
                  </a:srgbClr>
                </a:gs>
                <a:gs pos="57143">
                  <a:srgbClr val="000000">
                    <a:alpha val="7316"/>
                  </a:srgbClr>
                </a:gs>
                <a:gs pos="71429">
                  <a:srgbClr val="000000">
                    <a:alpha val="3494"/>
                  </a:srgbClr>
                </a:gs>
                <a:gs pos="85714">
                  <a:srgbClr val="000000">
                    <a:alpha val="1397"/>
                  </a:srgbClr>
                </a:gs>
                <a:gs pos="100000">
                  <a:srgbClr val="000000">
                    <a:alpha val="4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3" name="Splat 523"/>
            <p:cNvSpPr>
              <a:spLocks noGrp="1"/>
            </p:cNvSpPr>
            <p:nvPr/>
          </p:nvSpPr>
          <p:spPr>
            <a:xfrm rot="6815380">
              <a:off x="2363936" y="2073345"/>
              <a:ext cx="418650" cy="149434"/>
            </a:xfrm>
            <a:prstGeom prst="ellipse">
              <a:avLst/>
            </a:prstGeom>
            <a:gradFill>
              <a:gsLst>
                <a:gs pos="0">
                  <a:srgbClr val="FCFCFD">
                    <a:alpha val="19137"/>
                  </a:srgbClr>
                </a:gs>
                <a:gs pos="14286">
                  <a:srgbClr val="FCFCFD">
                    <a:alpha val="17735"/>
                  </a:srgbClr>
                </a:gs>
                <a:gs pos="28571">
                  <a:srgbClr val="FCFCFD">
                    <a:alpha val="14065"/>
                  </a:srgbClr>
                </a:gs>
                <a:gs pos="42857">
                  <a:srgbClr val="FCFCFD">
                    <a:alpha val="9464"/>
                  </a:srgbClr>
                </a:gs>
                <a:gs pos="57143">
                  <a:srgbClr val="FCFCFD">
                    <a:alpha val="5360"/>
                  </a:srgbClr>
                </a:gs>
                <a:gs pos="71429">
                  <a:srgbClr val="FCFCFD">
                    <a:alpha val="2546"/>
                  </a:srgbClr>
                </a:gs>
                <a:gs pos="85714">
                  <a:srgbClr val="FCFCFD">
                    <a:alpha val="1015"/>
                  </a:srgbClr>
                </a:gs>
                <a:gs pos="100000">
                  <a:srgbClr val="FCFCFD">
                    <a:alpha val="3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4" name="Splat 524"/>
            <p:cNvSpPr>
              <a:spLocks noGrp="1"/>
            </p:cNvSpPr>
            <p:nvPr/>
          </p:nvSpPr>
          <p:spPr>
            <a:xfrm rot="3059856">
              <a:off x="1839067" y="2248974"/>
              <a:ext cx="377146" cy="135522"/>
            </a:xfrm>
            <a:prstGeom prst="ellipse">
              <a:avLst/>
            </a:prstGeom>
            <a:gradFill>
              <a:gsLst>
                <a:gs pos="0">
                  <a:srgbClr val="000100">
                    <a:alpha val="25002"/>
                  </a:srgbClr>
                </a:gs>
                <a:gs pos="14286">
                  <a:srgbClr val="000100">
                    <a:alpha val="23236"/>
                  </a:srgbClr>
                </a:gs>
                <a:gs pos="28571">
                  <a:srgbClr val="000100">
                    <a:alpha val="18561"/>
                  </a:srgbClr>
                </a:gs>
                <a:gs pos="42857">
                  <a:srgbClr val="000100">
                    <a:alpha val="12600"/>
                  </a:srgbClr>
                </a:gs>
                <a:gs pos="57143">
                  <a:srgbClr val="000100">
                    <a:alpha val="7191"/>
                  </a:srgbClr>
                </a:gs>
                <a:gs pos="71429">
                  <a:srgbClr val="000100">
                    <a:alpha val="3433"/>
                  </a:srgbClr>
                </a:gs>
                <a:gs pos="85714">
                  <a:srgbClr val="000100">
                    <a:alpha val="1372"/>
                  </a:srgbClr>
                </a:gs>
                <a:gs pos="100000">
                  <a:srgbClr val="000100">
                    <a:alpha val="4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5" name="Splat 525"/>
            <p:cNvSpPr>
              <a:spLocks noGrp="1"/>
            </p:cNvSpPr>
            <p:nvPr/>
          </p:nvSpPr>
          <p:spPr>
            <a:xfrm rot="5500663">
              <a:off x="1903582" y="2127303"/>
              <a:ext cx="496349" cy="108776"/>
            </a:xfrm>
            <a:prstGeom prst="ellipse">
              <a:avLst/>
            </a:prstGeom>
            <a:gradFill>
              <a:gsLst>
                <a:gs pos="0">
                  <a:srgbClr val="CCCCCB">
                    <a:alpha val="27283"/>
                  </a:srgbClr>
                </a:gs>
                <a:gs pos="14286">
                  <a:srgbClr val="CCCCCB">
                    <a:alpha val="25385"/>
                  </a:srgbClr>
                </a:gs>
                <a:gs pos="28571">
                  <a:srgbClr val="CCCCCB">
                    <a:alpha val="20337"/>
                  </a:srgbClr>
                </a:gs>
                <a:gs pos="42857">
                  <a:srgbClr val="CCCCCB">
                    <a:alpha val="13855"/>
                  </a:srgbClr>
                </a:gs>
                <a:gs pos="57143">
                  <a:srgbClr val="CCCCCB">
                    <a:alpha val="7931"/>
                  </a:srgbClr>
                </a:gs>
                <a:gs pos="71429">
                  <a:srgbClr val="CCCCCB">
                    <a:alpha val="3794"/>
                  </a:srgbClr>
                </a:gs>
                <a:gs pos="85714">
                  <a:srgbClr val="CCCCCB">
                    <a:alpha val="1518"/>
                  </a:srgbClr>
                </a:gs>
                <a:gs pos="100000">
                  <a:srgbClr val="CCCCCB">
                    <a:alpha val="5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6" name="Splat 526"/>
            <p:cNvSpPr>
              <a:spLocks noGrp="1"/>
            </p:cNvSpPr>
            <p:nvPr/>
          </p:nvSpPr>
          <p:spPr>
            <a:xfrm rot="6865572">
              <a:off x="2578323" y="2199746"/>
              <a:ext cx="250800" cy="36104"/>
            </a:xfrm>
            <a:prstGeom prst="ellipse">
              <a:avLst/>
            </a:prstGeom>
            <a:gradFill>
              <a:gsLst>
                <a:gs pos="0">
                  <a:srgbClr val="8D8F8C">
                    <a:alpha val="9228"/>
                  </a:srgbClr>
                </a:gs>
                <a:gs pos="14286">
                  <a:srgbClr val="8D8F8C">
                    <a:alpha val="8515"/>
                  </a:srgbClr>
                </a:gs>
                <a:gs pos="28571">
                  <a:srgbClr val="8D8F8C">
                    <a:alpha val="6676"/>
                  </a:srgbClr>
                </a:gs>
                <a:gs pos="42857">
                  <a:srgbClr val="8D8F8C">
                    <a:alpha val="4431"/>
                  </a:srgbClr>
                </a:gs>
                <a:gs pos="57143">
                  <a:srgbClr val="8D8F8C">
                    <a:alpha val="2480"/>
                  </a:srgbClr>
                </a:gs>
                <a:gs pos="71429">
                  <a:srgbClr val="8D8F8C">
                    <a:alpha val="1169"/>
                  </a:srgbClr>
                </a:gs>
                <a:gs pos="85714">
                  <a:srgbClr val="8D8F8C">
                    <a:alpha val="464"/>
                  </a:srgbClr>
                </a:gs>
                <a:gs pos="100000">
                  <a:srgbClr val="8D8F8C">
                    <a:alpha val="1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7" name="Splat 527"/>
            <p:cNvSpPr>
              <a:spLocks noGrp="1"/>
            </p:cNvSpPr>
            <p:nvPr/>
          </p:nvSpPr>
          <p:spPr>
            <a:xfrm rot="3506022">
              <a:off x="1772316" y="2012124"/>
              <a:ext cx="348220" cy="335762"/>
            </a:xfrm>
            <a:prstGeom prst="ellipse">
              <a:avLst/>
            </a:prstGeom>
            <a:gradFill>
              <a:gsLst>
                <a:gs pos="0">
                  <a:srgbClr val="282A2B">
                    <a:alpha val="19138"/>
                  </a:srgbClr>
                </a:gs>
                <a:gs pos="14286">
                  <a:srgbClr val="282A2B">
                    <a:alpha val="17737"/>
                  </a:srgbClr>
                </a:gs>
                <a:gs pos="28571">
                  <a:srgbClr val="282A2B">
                    <a:alpha val="14067"/>
                  </a:srgbClr>
                </a:gs>
                <a:gs pos="42857">
                  <a:srgbClr val="282A2B">
                    <a:alpha val="9465"/>
                  </a:srgbClr>
                </a:gs>
                <a:gs pos="57143">
                  <a:srgbClr val="282A2B">
                    <a:alpha val="5361"/>
                  </a:srgbClr>
                </a:gs>
                <a:gs pos="71429">
                  <a:srgbClr val="282A2B">
                    <a:alpha val="2546"/>
                  </a:srgbClr>
                </a:gs>
                <a:gs pos="85714">
                  <a:srgbClr val="282A2B">
                    <a:alpha val="1015"/>
                  </a:srgbClr>
                </a:gs>
                <a:gs pos="100000">
                  <a:srgbClr val="282A2B">
                    <a:alpha val="3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8" name="Splat 528"/>
            <p:cNvSpPr>
              <a:spLocks noGrp="1"/>
            </p:cNvSpPr>
            <p:nvPr/>
          </p:nvSpPr>
          <p:spPr>
            <a:xfrm rot="8844328">
              <a:off x="2313064" y="2164214"/>
              <a:ext cx="352732" cy="171934"/>
            </a:xfrm>
            <a:prstGeom prst="ellipse">
              <a:avLst/>
            </a:prstGeom>
            <a:gradFill>
              <a:gsLst>
                <a:gs pos="0">
                  <a:srgbClr val="E4E4E4">
                    <a:alpha val="24269"/>
                  </a:srgbClr>
                </a:gs>
                <a:gs pos="14286">
                  <a:srgbClr val="E4E4E4">
                    <a:alpha val="22547"/>
                  </a:srgbClr>
                </a:gs>
                <a:gs pos="28571">
                  <a:srgbClr val="E4E4E4">
                    <a:alpha val="17994"/>
                  </a:srgbClr>
                </a:gs>
                <a:gs pos="42857">
                  <a:srgbClr val="E4E4E4">
                    <a:alpha val="12201"/>
                  </a:srgbClr>
                </a:gs>
                <a:gs pos="57143">
                  <a:srgbClr val="E4E4E4">
                    <a:alpha val="6956"/>
                  </a:srgbClr>
                </a:gs>
                <a:gs pos="71429">
                  <a:srgbClr val="E4E4E4">
                    <a:alpha val="3319"/>
                  </a:srgbClr>
                </a:gs>
                <a:gs pos="85714">
                  <a:srgbClr val="E4E4E4">
                    <a:alpha val="1326"/>
                  </a:srgbClr>
                </a:gs>
                <a:gs pos="100000">
                  <a:srgbClr val="E4E4E4">
                    <a:alpha val="4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9" name="Splat 529"/>
            <p:cNvSpPr>
              <a:spLocks noGrp="1"/>
            </p:cNvSpPr>
            <p:nvPr/>
          </p:nvSpPr>
          <p:spPr>
            <a:xfrm rot="3488495">
              <a:off x="2268103" y="2069806"/>
              <a:ext cx="280650" cy="192312"/>
            </a:xfrm>
            <a:prstGeom prst="ellipse">
              <a:avLst/>
            </a:prstGeom>
            <a:gradFill>
              <a:gsLst>
                <a:gs pos="0">
                  <a:srgbClr val="C7C6C7">
                    <a:alpha val="11762"/>
                  </a:srgbClr>
                </a:gs>
                <a:gs pos="14286">
                  <a:srgbClr val="C7C6C7">
                    <a:alpha val="10864"/>
                  </a:srgbClr>
                </a:gs>
                <a:gs pos="28571">
                  <a:srgbClr val="C7C6C7">
                    <a:alpha val="8543"/>
                  </a:srgbClr>
                </a:gs>
                <a:gs pos="42857">
                  <a:srgbClr val="C7C6C7">
                    <a:alpha val="5689"/>
                  </a:srgbClr>
                </a:gs>
                <a:gs pos="57143">
                  <a:srgbClr val="C7C6C7">
                    <a:alpha val="3193"/>
                  </a:srgbClr>
                </a:gs>
                <a:gs pos="71429">
                  <a:srgbClr val="C7C6C7">
                    <a:alpha val="1508"/>
                  </a:srgbClr>
                </a:gs>
                <a:gs pos="85714">
                  <a:srgbClr val="C7C6C7">
                    <a:alpha val="599"/>
                  </a:srgbClr>
                </a:gs>
                <a:gs pos="100000">
                  <a:srgbClr val="C7C6C7">
                    <a:alpha val="2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0" name="Splat 530"/>
            <p:cNvSpPr>
              <a:spLocks noGrp="1"/>
            </p:cNvSpPr>
            <p:nvPr/>
          </p:nvSpPr>
          <p:spPr>
            <a:xfrm rot="3162743">
              <a:off x="1760161" y="2136389"/>
              <a:ext cx="378288" cy="113914"/>
            </a:xfrm>
            <a:prstGeom prst="ellipse">
              <a:avLst/>
            </a:prstGeom>
            <a:gradFill>
              <a:gsLst>
                <a:gs pos="0">
                  <a:srgbClr val="080205">
                    <a:alpha val="31699"/>
                  </a:srgbClr>
                </a:gs>
                <a:gs pos="14286">
                  <a:srgbClr val="080205">
                    <a:alpha val="29560"/>
                  </a:srgbClr>
                </a:gs>
                <a:gs pos="28571">
                  <a:srgbClr val="080205">
                    <a:alpha val="23820"/>
                  </a:srgbClr>
                </a:gs>
                <a:gs pos="42857">
                  <a:srgbClr val="080205">
                    <a:alpha val="16344"/>
                  </a:srgbClr>
                </a:gs>
                <a:gs pos="57143">
                  <a:srgbClr val="080205">
                    <a:alpha val="9415"/>
                  </a:srgbClr>
                </a:gs>
                <a:gs pos="71429">
                  <a:srgbClr val="080205">
                    <a:alpha val="4523"/>
                  </a:srgbClr>
                </a:gs>
                <a:gs pos="85714">
                  <a:srgbClr val="080205">
                    <a:alpha val="1814"/>
                  </a:srgbClr>
                </a:gs>
                <a:gs pos="100000">
                  <a:srgbClr val="080205">
                    <a:alpha val="6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1" name="Splat 531"/>
            <p:cNvSpPr>
              <a:spLocks noGrp="1"/>
            </p:cNvSpPr>
            <p:nvPr/>
          </p:nvSpPr>
          <p:spPr>
            <a:xfrm rot="7224695">
              <a:off x="2243686" y="2356577"/>
              <a:ext cx="324920" cy="28441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2" name="Splat 532"/>
            <p:cNvSpPr>
              <a:spLocks noGrp="1"/>
            </p:cNvSpPr>
            <p:nvPr/>
          </p:nvSpPr>
          <p:spPr>
            <a:xfrm rot="7550788">
              <a:off x="2289708" y="2141092"/>
              <a:ext cx="362131" cy="136372"/>
            </a:xfrm>
            <a:prstGeom prst="ellipse">
              <a:avLst/>
            </a:prstGeom>
            <a:gradFill>
              <a:gsLst>
                <a:gs pos="0">
                  <a:srgbClr val="E1E0E1">
                    <a:alpha val="24354"/>
                  </a:srgbClr>
                </a:gs>
                <a:gs pos="14286">
                  <a:srgbClr val="E1E0E1">
                    <a:alpha val="22626"/>
                  </a:srgbClr>
                </a:gs>
                <a:gs pos="28571">
                  <a:srgbClr val="E1E0E1">
                    <a:alpha val="18060"/>
                  </a:srgbClr>
                </a:gs>
                <a:gs pos="42857">
                  <a:srgbClr val="E1E0E1">
                    <a:alpha val="12247"/>
                  </a:srgbClr>
                </a:gs>
                <a:gs pos="57143">
                  <a:srgbClr val="E1E0E1">
                    <a:alpha val="6983"/>
                  </a:srgbClr>
                </a:gs>
                <a:gs pos="71429">
                  <a:srgbClr val="E1E0E1">
                    <a:alpha val="3332"/>
                  </a:srgbClr>
                </a:gs>
                <a:gs pos="85714">
                  <a:srgbClr val="E1E0E1">
                    <a:alpha val="1331"/>
                  </a:srgbClr>
                </a:gs>
                <a:gs pos="100000">
                  <a:srgbClr val="E1E0E1">
                    <a:alpha val="4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3" name="Splat 533"/>
            <p:cNvSpPr>
              <a:spLocks noGrp="1"/>
            </p:cNvSpPr>
            <p:nvPr/>
          </p:nvSpPr>
          <p:spPr>
            <a:xfrm rot="9320971">
              <a:off x="2547718" y="2170891"/>
              <a:ext cx="442069" cy="86649"/>
            </a:xfrm>
            <a:prstGeom prst="ellipse">
              <a:avLst/>
            </a:prstGeom>
            <a:gradFill>
              <a:gsLst>
                <a:gs pos="0">
                  <a:srgbClr val="221B1A">
                    <a:alpha val="30059"/>
                  </a:srgbClr>
                </a:gs>
                <a:gs pos="14286">
                  <a:srgbClr val="221B1A">
                    <a:alpha val="28007"/>
                  </a:srgbClr>
                </a:gs>
                <a:gs pos="28571">
                  <a:srgbClr val="221B1A">
                    <a:alpha val="22519"/>
                  </a:srgbClr>
                </a:gs>
                <a:gs pos="42857">
                  <a:srgbClr val="221B1A">
                    <a:alpha val="15410"/>
                  </a:srgbClr>
                </a:gs>
                <a:gs pos="57143">
                  <a:srgbClr val="221B1A">
                    <a:alpha val="8856"/>
                  </a:srgbClr>
                </a:gs>
                <a:gs pos="71429">
                  <a:srgbClr val="221B1A">
                    <a:alpha val="4248"/>
                  </a:srgbClr>
                </a:gs>
                <a:gs pos="85714">
                  <a:srgbClr val="221B1A">
                    <a:alpha val="1702"/>
                  </a:srgbClr>
                </a:gs>
                <a:gs pos="100000">
                  <a:srgbClr val="221B1A">
                    <a:alpha val="5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4" name="Splat 534"/>
            <p:cNvSpPr>
              <a:spLocks noGrp="1"/>
            </p:cNvSpPr>
            <p:nvPr/>
          </p:nvSpPr>
          <p:spPr>
            <a:xfrm rot="4834433">
              <a:off x="2009938" y="2139494"/>
              <a:ext cx="282896" cy="123233"/>
            </a:xfrm>
            <a:prstGeom prst="ellipse">
              <a:avLst/>
            </a:prstGeom>
            <a:gradFill>
              <a:gsLst>
                <a:gs pos="0">
                  <a:srgbClr val="9C9C9C">
                    <a:alpha val="31710"/>
                  </a:srgbClr>
                </a:gs>
                <a:gs pos="14286">
                  <a:srgbClr val="9C9C9C">
                    <a:alpha val="29570"/>
                  </a:srgbClr>
                </a:gs>
                <a:gs pos="28571">
                  <a:srgbClr val="9C9C9C">
                    <a:alpha val="23829"/>
                  </a:srgbClr>
                </a:gs>
                <a:gs pos="42857">
                  <a:srgbClr val="9C9C9C">
                    <a:alpha val="16350"/>
                  </a:srgbClr>
                </a:gs>
                <a:gs pos="57143">
                  <a:srgbClr val="9C9C9C">
                    <a:alpha val="9419"/>
                  </a:srgbClr>
                </a:gs>
                <a:gs pos="71429">
                  <a:srgbClr val="9C9C9C">
                    <a:alpha val="4525"/>
                  </a:srgbClr>
                </a:gs>
                <a:gs pos="85714">
                  <a:srgbClr val="9C9C9C">
                    <a:alpha val="1814"/>
                  </a:srgbClr>
                </a:gs>
                <a:gs pos="100000">
                  <a:srgbClr val="9C9C9C">
                    <a:alpha val="6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5" name="Splat 535"/>
            <p:cNvSpPr>
              <a:spLocks noGrp="1"/>
            </p:cNvSpPr>
            <p:nvPr/>
          </p:nvSpPr>
          <p:spPr>
            <a:xfrm rot="2930628">
              <a:off x="2563378" y="1829862"/>
              <a:ext cx="404594" cy="124826"/>
            </a:xfrm>
            <a:prstGeom prst="ellipse">
              <a:avLst/>
            </a:prstGeom>
            <a:gradFill>
              <a:gsLst>
                <a:gs pos="0">
                  <a:srgbClr val="000004">
                    <a:alpha val="32968"/>
                  </a:srgbClr>
                </a:gs>
                <a:gs pos="14286">
                  <a:srgbClr val="000004">
                    <a:alpha val="30764"/>
                  </a:srgbClr>
                </a:gs>
                <a:gs pos="28571">
                  <a:srgbClr val="000004">
                    <a:alpha val="24833"/>
                  </a:srgbClr>
                </a:gs>
                <a:gs pos="42857">
                  <a:srgbClr val="000004">
                    <a:alpha val="17075"/>
                  </a:srgbClr>
                </a:gs>
                <a:gs pos="57143">
                  <a:srgbClr val="000004">
                    <a:alpha val="9855"/>
                  </a:srgbClr>
                </a:gs>
                <a:gs pos="71429">
                  <a:srgbClr val="000004">
                    <a:alpha val="4740"/>
                  </a:srgbClr>
                </a:gs>
                <a:gs pos="85714">
                  <a:srgbClr val="000004">
                    <a:alpha val="1902"/>
                  </a:srgbClr>
                </a:gs>
                <a:gs pos="100000">
                  <a:srgbClr val="00000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6" name="Splat 536"/>
            <p:cNvSpPr>
              <a:spLocks noGrp="1"/>
            </p:cNvSpPr>
            <p:nvPr/>
          </p:nvSpPr>
          <p:spPr>
            <a:xfrm rot="-8637186">
              <a:off x="1883527" y="2141069"/>
              <a:ext cx="329669" cy="98612"/>
            </a:xfrm>
            <a:prstGeom prst="ellipse">
              <a:avLst/>
            </a:prstGeom>
            <a:gradFill>
              <a:gsLst>
                <a:gs pos="0">
                  <a:srgbClr val="4C4C4E">
                    <a:alpha val="10026"/>
                  </a:srgbClr>
                </a:gs>
                <a:gs pos="14286">
                  <a:srgbClr val="4C4C4E">
                    <a:alpha val="9254"/>
                  </a:srgbClr>
                </a:gs>
                <a:gs pos="28571">
                  <a:srgbClr val="4C4C4E">
                    <a:alpha val="7262"/>
                  </a:srgbClr>
                </a:gs>
                <a:gs pos="42857">
                  <a:srgbClr val="4C4C4E">
                    <a:alpha val="4825"/>
                  </a:srgbClr>
                </a:gs>
                <a:gs pos="57143">
                  <a:srgbClr val="4C4C4E">
                    <a:alpha val="2703"/>
                  </a:srgbClr>
                </a:gs>
                <a:gs pos="71429">
                  <a:srgbClr val="4C4C4E">
                    <a:alpha val="1275"/>
                  </a:srgbClr>
                </a:gs>
                <a:gs pos="85714">
                  <a:srgbClr val="4C4C4E">
                    <a:alpha val="506"/>
                  </a:srgbClr>
                </a:gs>
                <a:gs pos="100000">
                  <a:srgbClr val="4C4C4E">
                    <a:alpha val="1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7" name="Splat 537"/>
            <p:cNvSpPr>
              <a:spLocks noGrp="1"/>
            </p:cNvSpPr>
            <p:nvPr/>
          </p:nvSpPr>
          <p:spPr>
            <a:xfrm rot="9554997">
              <a:off x="2371354" y="2356354"/>
              <a:ext cx="405648" cy="120672"/>
            </a:xfrm>
            <a:prstGeom prst="ellipse">
              <a:avLst/>
            </a:prstGeom>
            <a:gradFill>
              <a:gsLst>
                <a:gs pos="0">
                  <a:srgbClr val="000000">
                    <a:alpha val="32962"/>
                  </a:srgbClr>
                </a:gs>
                <a:gs pos="14286">
                  <a:srgbClr val="000000">
                    <a:alpha val="30758"/>
                  </a:srgbClr>
                </a:gs>
                <a:gs pos="28571">
                  <a:srgbClr val="000000">
                    <a:alpha val="24828"/>
                  </a:srgbClr>
                </a:gs>
                <a:gs pos="42857">
                  <a:srgbClr val="000000">
                    <a:alpha val="17072"/>
                  </a:srgbClr>
                </a:gs>
                <a:gs pos="57143">
                  <a:srgbClr val="000000">
                    <a:alpha val="9853"/>
                  </a:srgbClr>
                </a:gs>
                <a:gs pos="71429">
                  <a:srgbClr val="000000">
                    <a:alpha val="4739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8" name="Splat 538"/>
            <p:cNvSpPr>
              <a:spLocks noGrp="1"/>
            </p:cNvSpPr>
            <p:nvPr/>
          </p:nvSpPr>
          <p:spPr>
            <a:xfrm rot="5285032">
              <a:off x="2563661" y="2149253"/>
              <a:ext cx="402688" cy="102762"/>
            </a:xfrm>
            <a:prstGeom prst="ellipse">
              <a:avLst/>
            </a:prstGeom>
            <a:gradFill>
              <a:gsLst>
                <a:gs pos="0">
                  <a:srgbClr val="0D0609">
                    <a:alpha val="32943"/>
                  </a:srgbClr>
                </a:gs>
                <a:gs pos="14286">
                  <a:srgbClr val="0D0609">
                    <a:alpha val="30740"/>
                  </a:srgbClr>
                </a:gs>
                <a:gs pos="28571">
                  <a:srgbClr val="0D0609">
                    <a:alpha val="24813"/>
                  </a:srgbClr>
                </a:gs>
                <a:gs pos="42857">
                  <a:srgbClr val="0D0609">
                    <a:alpha val="17061"/>
                  </a:srgbClr>
                </a:gs>
                <a:gs pos="57143">
                  <a:srgbClr val="0D0609">
                    <a:alpha val="9846"/>
                  </a:srgbClr>
                </a:gs>
                <a:gs pos="71429">
                  <a:srgbClr val="0D0609">
                    <a:alpha val="4736"/>
                  </a:srgbClr>
                </a:gs>
                <a:gs pos="85714">
                  <a:srgbClr val="0D0609">
                    <a:alpha val="1900"/>
                  </a:srgbClr>
                </a:gs>
                <a:gs pos="100000">
                  <a:srgbClr val="0D060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9" name="Splat 539"/>
            <p:cNvSpPr>
              <a:spLocks noGrp="1"/>
            </p:cNvSpPr>
            <p:nvPr/>
          </p:nvSpPr>
          <p:spPr>
            <a:xfrm rot="-10478235">
              <a:off x="2166641" y="1852097"/>
              <a:ext cx="328474" cy="87602"/>
            </a:xfrm>
            <a:prstGeom prst="ellipse">
              <a:avLst/>
            </a:prstGeom>
            <a:gradFill>
              <a:gsLst>
                <a:gs pos="0">
                  <a:srgbClr val="B7B7B5">
                    <a:alpha val="28291"/>
                  </a:srgbClr>
                </a:gs>
                <a:gs pos="14286">
                  <a:srgbClr val="B7B7B5">
                    <a:alpha val="26336"/>
                  </a:srgbClr>
                </a:gs>
                <a:gs pos="28571">
                  <a:srgbClr val="B7B7B5">
                    <a:alpha val="21127"/>
                  </a:srgbClr>
                </a:gs>
                <a:gs pos="42857">
                  <a:srgbClr val="B7B7B5">
                    <a:alpha val="14416"/>
                  </a:srgbClr>
                </a:gs>
                <a:gs pos="57143">
                  <a:srgbClr val="B7B7B5">
                    <a:alpha val="8264"/>
                  </a:srgbClr>
                </a:gs>
                <a:gs pos="71429">
                  <a:srgbClr val="B7B7B5">
                    <a:alpha val="3957"/>
                  </a:srgbClr>
                </a:gs>
                <a:gs pos="85714">
                  <a:srgbClr val="B7B7B5">
                    <a:alpha val="1584"/>
                  </a:srgbClr>
                </a:gs>
                <a:gs pos="100000">
                  <a:srgbClr val="B7B7B5">
                    <a:alpha val="5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0" name="Splat 540"/>
            <p:cNvSpPr>
              <a:spLocks noGrp="1"/>
            </p:cNvSpPr>
            <p:nvPr/>
          </p:nvSpPr>
          <p:spPr>
            <a:xfrm rot="2707765">
              <a:off x="2157897" y="1996588"/>
              <a:ext cx="409531" cy="90318"/>
            </a:xfrm>
            <a:prstGeom prst="ellipse">
              <a:avLst/>
            </a:prstGeom>
            <a:gradFill>
              <a:gsLst>
                <a:gs pos="0">
                  <a:srgbClr val="EAEBEB">
                    <a:alpha val="20398"/>
                  </a:srgbClr>
                </a:gs>
                <a:gs pos="14286">
                  <a:srgbClr val="EAEBEB">
                    <a:alpha val="18915"/>
                  </a:srgbClr>
                </a:gs>
                <a:gs pos="28571">
                  <a:srgbClr val="EAEBEB">
                    <a:alpha val="15024"/>
                  </a:srgbClr>
                </a:gs>
                <a:gs pos="42857">
                  <a:srgbClr val="EAEBEB">
                    <a:alpha val="10128"/>
                  </a:srgbClr>
                </a:gs>
                <a:gs pos="57143">
                  <a:srgbClr val="EAEBEB">
                    <a:alpha val="5745"/>
                  </a:srgbClr>
                </a:gs>
                <a:gs pos="71429">
                  <a:srgbClr val="EAEBEB">
                    <a:alpha val="2732"/>
                  </a:srgbClr>
                </a:gs>
                <a:gs pos="85714">
                  <a:srgbClr val="EAEBEB">
                    <a:alpha val="1089"/>
                  </a:srgbClr>
                </a:gs>
                <a:gs pos="100000">
                  <a:srgbClr val="EAEBEB">
                    <a:alpha val="3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1" name="Splat 541"/>
            <p:cNvSpPr>
              <a:spLocks noGrp="1"/>
            </p:cNvSpPr>
            <p:nvPr/>
          </p:nvSpPr>
          <p:spPr>
            <a:xfrm rot="5000939">
              <a:off x="1933856" y="2040715"/>
              <a:ext cx="365167" cy="132384"/>
            </a:xfrm>
            <a:prstGeom prst="ellipse">
              <a:avLst/>
            </a:prstGeom>
            <a:gradFill>
              <a:gsLst>
                <a:gs pos="0">
                  <a:srgbClr val="D5D6D5">
                    <a:alpha val="17615"/>
                  </a:srgbClr>
                </a:gs>
                <a:gs pos="14286">
                  <a:srgbClr val="D5D6D5">
                    <a:alpha val="16314"/>
                  </a:srgbClr>
                </a:gs>
                <a:gs pos="28571">
                  <a:srgbClr val="D5D6D5">
                    <a:alpha val="12915"/>
                  </a:srgbClr>
                </a:gs>
                <a:gs pos="42857">
                  <a:srgbClr val="D5D6D5">
                    <a:alpha val="8671"/>
                  </a:srgbClr>
                </a:gs>
                <a:gs pos="57143">
                  <a:srgbClr val="D5D6D5">
                    <a:alpha val="4902"/>
                  </a:srgbClr>
                </a:gs>
                <a:gs pos="71429">
                  <a:srgbClr val="D5D6D5">
                    <a:alpha val="2325"/>
                  </a:srgbClr>
                </a:gs>
                <a:gs pos="85714">
                  <a:srgbClr val="D5D6D5">
                    <a:alpha val="926"/>
                  </a:srgbClr>
                </a:gs>
                <a:gs pos="100000">
                  <a:srgbClr val="D5D6D5">
                    <a:alpha val="3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2" name="Splat 542"/>
            <p:cNvSpPr>
              <a:spLocks noGrp="1"/>
            </p:cNvSpPr>
            <p:nvPr/>
          </p:nvSpPr>
          <p:spPr>
            <a:xfrm rot="9564393">
              <a:off x="2246722" y="2395388"/>
              <a:ext cx="294708" cy="109139"/>
            </a:xfrm>
            <a:prstGeom prst="ellipse">
              <a:avLst/>
            </a:prstGeom>
            <a:gradFill>
              <a:gsLst>
                <a:gs pos="0">
                  <a:srgbClr val="575757">
                    <a:alpha val="32968"/>
                  </a:srgbClr>
                </a:gs>
                <a:gs pos="14286">
                  <a:srgbClr val="575757">
                    <a:alpha val="30764"/>
                  </a:srgbClr>
                </a:gs>
                <a:gs pos="28571">
                  <a:srgbClr val="575757">
                    <a:alpha val="24833"/>
                  </a:srgbClr>
                </a:gs>
                <a:gs pos="42857">
                  <a:srgbClr val="575757">
                    <a:alpha val="17075"/>
                  </a:srgbClr>
                </a:gs>
                <a:gs pos="57143">
                  <a:srgbClr val="575757">
                    <a:alpha val="9855"/>
                  </a:srgbClr>
                </a:gs>
                <a:gs pos="71429">
                  <a:srgbClr val="575757">
                    <a:alpha val="4740"/>
                  </a:srgbClr>
                </a:gs>
                <a:gs pos="85714">
                  <a:srgbClr val="575757">
                    <a:alpha val="1902"/>
                  </a:srgbClr>
                </a:gs>
                <a:gs pos="100000">
                  <a:srgbClr val="57575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3" name="Splat 543"/>
            <p:cNvSpPr>
              <a:spLocks noGrp="1"/>
            </p:cNvSpPr>
            <p:nvPr/>
          </p:nvSpPr>
          <p:spPr>
            <a:xfrm rot="-8279516">
              <a:off x="2213954" y="1967272"/>
              <a:ext cx="284233" cy="114836"/>
            </a:xfrm>
            <a:prstGeom prst="ellipse">
              <a:avLst/>
            </a:prstGeom>
            <a:gradFill>
              <a:gsLst>
                <a:gs pos="0">
                  <a:srgbClr val="919190">
                    <a:alpha val="18728"/>
                  </a:srgbClr>
                </a:gs>
                <a:gs pos="14286">
                  <a:srgbClr val="919190">
                    <a:alpha val="17353"/>
                  </a:srgbClr>
                </a:gs>
                <a:gs pos="28571">
                  <a:srgbClr val="919190">
                    <a:alpha val="13756"/>
                  </a:srgbClr>
                </a:gs>
                <a:gs pos="42857">
                  <a:srgbClr val="919190">
                    <a:alpha val="9251"/>
                  </a:srgbClr>
                </a:gs>
                <a:gs pos="57143">
                  <a:srgbClr val="919190">
                    <a:alpha val="5236"/>
                  </a:srgbClr>
                </a:gs>
                <a:gs pos="71429">
                  <a:srgbClr val="919190">
                    <a:alpha val="2486"/>
                  </a:srgbClr>
                </a:gs>
                <a:gs pos="85714">
                  <a:srgbClr val="919190">
                    <a:alpha val="991"/>
                  </a:srgbClr>
                </a:gs>
                <a:gs pos="100000">
                  <a:srgbClr val="919190">
                    <a:alpha val="3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4" name="Splat 544"/>
            <p:cNvSpPr>
              <a:spLocks noGrp="1"/>
            </p:cNvSpPr>
            <p:nvPr/>
          </p:nvSpPr>
          <p:spPr>
            <a:xfrm rot="5447821">
              <a:off x="2490220" y="3368125"/>
              <a:ext cx="598839" cy="528070"/>
            </a:xfrm>
            <a:prstGeom prst="ellipse">
              <a:avLst/>
            </a:prstGeom>
            <a:gradFill>
              <a:gsLst>
                <a:gs pos="0">
                  <a:srgbClr val="000600">
                    <a:alpha val="3029"/>
                  </a:srgbClr>
                </a:gs>
                <a:gs pos="14286">
                  <a:srgbClr val="000600">
                    <a:alpha val="2788"/>
                  </a:srgbClr>
                </a:gs>
                <a:gs pos="28571">
                  <a:srgbClr val="000600">
                    <a:alpha val="2171"/>
                  </a:srgbClr>
                </a:gs>
                <a:gs pos="42857">
                  <a:srgbClr val="000600">
                    <a:alpha val="1430"/>
                  </a:srgbClr>
                </a:gs>
                <a:gs pos="57143">
                  <a:srgbClr val="000600">
                    <a:alpha val="795"/>
                  </a:srgbClr>
                </a:gs>
                <a:gs pos="71429">
                  <a:srgbClr val="000600">
                    <a:alpha val="373"/>
                  </a:srgbClr>
                </a:gs>
                <a:gs pos="85714">
                  <a:srgbClr val="000600">
                    <a:alpha val="148"/>
                  </a:srgbClr>
                </a:gs>
                <a:gs pos="100000">
                  <a:srgbClr val="000600">
                    <a:alpha val="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5" name="Splat 545"/>
            <p:cNvSpPr>
              <a:spLocks noGrp="1"/>
            </p:cNvSpPr>
            <p:nvPr/>
          </p:nvSpPr>
          <p:spPr>
            <a:xfrm rot="4329892">
              <a:off x="1756273" y="2125809"/>
              <a:ext cx="394277" cy="102661"/>
            </a:xfrm>
            <a:prstGeom prst="ellipse">
              <a:avLst/>
            </a:prstGeom>
            <a:gradFill>
              <a:gsLst>
                <a:gs pos="0">
                  <a:srgbClr val="0F0003">
                    <a:alpha val="32968"/>
                  </a:srgbClr>
                </a:gs>
                <a:gs pos="14286">
                  <a:srgbClr val="0F0003">
                    <a:alpha val="30764"/>
                  </a:srgbClr>
                </a:gs>
                <a:gs pos="28571">
                  <a:srgbClr val="0F0003">
                    <a:alpha val="24833"/>
                  </a:srgbClr>
                </a:gs>
                <a:gs pos="42857">
                  <a:srgbClr val="0F0003">
                    <a:alpha val="17075"/>
                  </a:srgbClr>
                </a:gs>
                <a:gs pos="57143">
                  <a:srgbClr val="0F0003">
                    <a:alpha val="9855"/>
                  </a:srgbClr>
                </a:gs>
                <a:gs pos="71429">
                  <a:srgbClr val="0F0003">
                    <a:alpha val="4740"/>
                  </a:srgbClr>
                </a:gs>
                <a:gs pos="85714">
                  <a:srgbClr val="0F0003">
                    <a:alpha val="1902"/>
                  </a:srgbClr>
                </a:gs>
                <a:gs pos="100000">
                  <a:srgbClr val="0F00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6" name="Splat 546"/>
            <p:cNvSpPr>
              <a:spLocks noGrp="1"/>
            </p:cNvSpPr>
            <p:nvPr/>
          </p:nvSpPr>
          <p:spPr>
            <a:xfrm rot="-9405065">
              <a:off x="2469736" y="1913949"/>
              <a:ext cx="231264" cy="190567"/>
            </a:xfrm>
            <a:prstGeom prst="ellipse">
              <a:avLst/>
            </a:prstGeom>
            <a:gradFill>
              <a:gsLst>
                <a:gs pos="0">
                  <a:srgbClr val="BBBCBC">
                    <a:alpha val="2948"/>
                  </a:srgbClr>
                </a:gs>
                <a:gs pos="14286">
                  <a:srgbClr val="BBBCBC">
                    <a:alpha val="2713"/>
                  </a:srgbClr>
                </a:gs>
                <a:gs pos="28571">
                  <a:srgbClr val="BBBCBC">
                    <a:alpha val="2113"/>
                  </a:srgbClr>
                </a:gs>
                <a:gs pos="42857">
                  <a:srgbClr val="BBBCBC">
                    <a:alpha val="1391"/>
                  </a:srgbClr>
                </a:gs>
                <a:gs pos="57143">
                  <a:srgbClr val="BBBCBC">
                    <a:alpha val="773"/>
                  </a:srgbClr>
                </a:gs>
                <a:gs pos="71429">
                  <a:srgbClr val="BBBCBC">
                    <a:alpha val="363"/>
                  </a:srgbClr>
                </a:gs>
                <a:gs pos="85714">
                  <a:srgbClr val="BBBCBC">
                    <a:alpha val="144"/>
                  </a:srgbClr>
                </a:gs>
                <a:gs pos="100000">
                  <a:srgbClr val="BBBCBC">
                    <a:alpha val="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7" name="Splat 547"/>
            <p:cNvSpPr>
              <a:spLocks noGrp="1"/>
            </p:cNvSpPr>
            <p:nvPr/>
          </p:nvSpPr>
          <p:spPr>
            <a:xfrm rot="-9414231">
              <a:off x="2166460" y="1806455"/>
              <a:ext cx="338522" cy="202356"/>
            </a:xfrm>
            <a:prstGeom prst="ellipse">
              <a:avLst/>
            </a:prstGeom>
            <a:gradFill>
              <a:gsLst>
                <a:gs pos="0">
                  <a:srgbClr val="D7D8D7">
                    <a:alpha val="11181"/>
                  </a:srgbClr>
                </a:gs>
                <a:gs pos="14286">
                  <a:srgbClr val="D7D8D7">
                    <a:alpha val="10325"/>
                  </a:srgbClr>
                </a:gs>
                <a:gs pos="28571">
                  <a:srgbClr val="D7D8D7">
                    <a:alpha val="8113"/>
                  </a:srgbClr>
                </a:gs>
                <a:gs pos="42857">
                  <a:srgbClr val="D7D8D7">
                    <a:alpha val="5399"/>
                  </a:srgbClr>
                </a:gs>
                <a:gs pos="57143">
                  <a:srgbClr val="D7D8D7">
                    <a:alpha val="3028"/>
                  </a:srgbClr>
                </a:gs>
                <a:gs pos="71429">
                  <a:srgbClr val="D7D8D7">
                    <a:alpha val="1429"/>
                  </a:srgbClr>
                </a:gs>
                <a:gs pos="85714">
                  <a:srgbClr val="D7D8D7">
                    <a:alpha val="568"/>
                  </a:srgbClr>
                </a:gs>
                <a:gs pos="100000">
                  <a:srgbClr val="D7D8D7">
                    <a:alpha val="1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8" name="Splat 548"/>
            <p:cNvSpPr>
              <a:spLocks noGrp="1"/>
            </p:cNvSpPr>
            <p:nvPr/>
          </p:nvSpPr>
          <p:spPr>
            <a:xfrm rot="5191483">
              <a:off x="2300501" y="1827984"/>
              <a:ext cx="340365" cy="200555"/>
            </a:xfrm>
            <a:prstGeom prst="ellipse">
              <a:avLst/>
            </a:prstGeom>
            <a:gradFill>
              <a:gsLst>
                <a:gs pos="0">
                  <a:srgbClr val="E2E2E2">
                    <a:alpha val="20137"/>
                  </a:srgbClr>
                </a:gs>
                <a:gs pos="14286">
                  <a:srgbClr val="E2E2E2">
                    <a:alpha val="18671"/>
                  </a:srgbClr>
                </a:gs>
                <a:gs pos="28571">
                  <a:srgbClr val="E2E2E2">
                    <a:alpha val="14825"/>
                  </a:srgbClr>
                </a:gs>
                <a:gs pos="42857">
                  <a:srgbClr val="E2E2E2">
                    <a:alpha val="9990"/>
                  </a:srgbClr>
                </a:gs>
                <a:gs pos="57143">
                  <a:srgbClr val="E2E2E2">
                    <a:alpha val="5665"/>
                  </a:srgbClr>
                </a:gs>
                <a:gs pos="71429">
                  <a:srgbClr val="E2E2E2">
                    <a:alpha val="2693"/>
                  </a:srgbClr>
                </a:gs>
                <a:gs pos="85714">
                  <a:srgbClr val="E2E2E2">
                    <a:alpha val="1074"/>
                  </a:srgbClr>
                </a:gs>
                <a:gs pos="100000">
                  <a:srgbClr val="E2E2E2">
                    <a:alpha val="3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9" name="Splat 549"/>
            <p:cNvSpPr>
              <a:spLocks noGrp="1"/>
            </p:cNvSpPr>
            <p:nvPr/>
          </p:nvSpPr>
          <p:spPr>
            <a:xfrm rot="8347142">
              <a:off x="2437202" y="2320197"/>
              <a:ext cx="330619" cy="55719"/>
            </a:xfrm>
            <a:prstGeom prst="ellipse">
              <a:avLst/>
            </a:prstGeom>
            <a:gradFill>
              <a:gsLst>
                <a:gs pos="0">
                  <a:srgbClr val="383434">
                    <a:alpha val="3460"/>
                  </a:srgbClr>
                </a:gs>
                <a:gs pos="14286">
                  <a:srgbClr val="383434">
                    <a:alpha val="3184"/>
                  </a:srgbClr>
                </a:gs>
                <a:gs pos="28571">
                  <a:srgbClr val="383434">
                    <a:alpha val="2481"/>
                  </a:srgbClr>
                </a:gs>
                <a:gs pos="42857">
                  <a:srgbClr val="383434">
                    <a:alpha val="1635"/>
                  </a:srgbClr>
                </a:gs>
                <a:gs pos="57143">
                  <a:srgbClr val="383434">
                    <a:alpha val="909"/>
                  </a:srgbClr>
                </a:gs>
                <a:gs pos="71429">
                  <a:srgbClr val="383434">
                    <a:alpha val="427"/>
                  </a:srgbClr>
                </a:gs>
                <a:gs pos="85714">
                  <a:srgbClr val="383434">
                    <a:alpha val="169"/>
                  </a:srgbClr>
                </a:gs>
                <a:gs pos="100000">
                  <a:srgbClr val="383434">
                    <a:alpha val="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0" name="Splat 550"/>
            <p:cNvSpPr>
              <a:spLocks noGrp="1"/>
            </p:cNvSpPr>
            <p:nvPr/>
          </p:nvSpPr>
          <p:spPr>
            <a:xfrm rot="8277548">
              <a:off x="2311630" y="2149360"/>
              <a:ext cx="351621" cy="157035"/>
            </a:xfrm>
            <a:prstGeom prst="ellipse">
              <a:avLst/>
            </a:prstGeom>
            <a:gradFill>
              <a:gsLst>
                <a:gs pos="0">
                  <a:srgbClr val="B8B7B8">
                    <a:alpha val="27909"/>
                  </a:srgbClr>
                </a:gs>
                <a:gs pos="14286">
                  <a:srgbClr val="B8B7B8">
                    <a:alpha val="25975"/>
                  </a:srgbClr>
                </a:gs>
                <a:gs pos="28571">
                  <a:srgbClr val="B8B7B8">
                    <a:alpha val="20827"/>
                  </a:srgbClr>
                </a:gs>
                <a:gs pos="42857">
                  <a:srgbClr val="B8B7B8">
                    <a:alpha val="14202"/>
                  </a:srgbClr>
                </a:gs>
                <a:gs pos="57143">
                  <a:srgbClr val="B8B7B8">
                    <a:alpha val="8137"/>
                  </a:srgbClr>
                </a:gs>
                <a:gs pos="71429">
                  <a:srgbClr val="B8B7B8">
                    <a:alpha val="3895"/>
                  </a:srgbClr>
                </a:gs>
                <a:gs pos="85714">
                  <a:srgbClr val="B8B7B8">
                    <a:alpha val="1559"/>
                  </a:srgbClr>
                </a:gs>
                <a:gs pos="100000">
                  <a:srgbClr val="B8B7B8">
                    <a:alpha val="5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1" name="Splat 551"/>
            <p:cNvSpPr>
              <a:spLocks noGrp="1"/>
            </p:cNvSpPr>
            <p:nvPr/>
          </p:nvSpPr>
          <p:spPr>
            <a:xfrm rot="-9016144">
              <a:off x="2138892" y="2402439"/>
              <a:ext cx="301210" cy="85003"/>
            </a:xfrm>
            <a:prstGeom prst="ellipse">
              <a:avLst/>
            </a:prstGeom>
            <a:gradFill>
              <a:gsLst>
                <a:gs pos="0">
                  <a:srgbClr val="3E3D3C">
                    <a:alpha val="25304"/>
                  </a:srgbClr>
                </a:gs>
                <a:gs pos="14286">
                  <a:srgbClr val="3E3D3C">
                    <a:alpha val="23521"/>
                  </a:srgbClr>
                </a:gs>
                <a:gs pos="28571">
                  <a:srgbClr val="3E3D3C">
                    <a:alpha val="18796"/>
                  </a:srgbClr>
                </a:gs>
                <a:gs pos="42857">
                  <a:srgbClr val="3E3D3C">
                    <a:alpha val="12765"/>
                  </a:srgbClr>
                </a:gs>
                <a:gs pos="57143">
                  <a:srgbClr val="3E3D3C">
                    <a:alpha val="7288"/>
                  </a:srgbClr>
                </a:gs>
                <a:gs pos="71429">
                  <a:srgbClr val="3E3D3C">
                    <a:alpha val="3480"/>
                  </a:srgbClr>
                </a:gs>
                <a:gs pos="85714">
                  <a:srgbClr val="3E3D3C">
                    <a:alpha val="1391"/>
                  </a:srgbClr>
                </a:gs>
                <a:gs pos="100000">
                  <a:srgbClr val="3E3D3C">
                    <a:alpha val="4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2" name="Splat 552"/>
            <p:cNvSpPr>
              <a:spLocks noGrp="1"/>
            </p:cNvSpPr>
            <p:nvPr/>
          </p:nvSpPr>
          <p:spPr>
            <a:xfrm rot="-8665629">
              <a:off x="2590637" y="3380442"/>
              <a:ext cx="669098" cy="535265"/>
            </a:xfrm>
            <a:prstGeom prst="ellipse">
              <a:avLst/>
            </a:prstGeom>
            <a:gradFill>
              <a:gsLst>
                <a:gs pos="0">
                  <a:srgbClr val="000400">
                    <a:alpha val="32968"/>
                  </a:srgbClr>
                </a:gs>
                <a:gs pos="14286">
                  <a:srgbClr val="000400">
                    <a:alpha val="30764"/>
                  </a:srgbClr>
                </a:gs>
                <a:gs pos="28571">
                  <a:srgbClr val="000400">
                    <a:alpha val="24833"/>
                  </a:srgbClr>
                </a:gs>
                <a:gs pos="42857">
                  <a:srgbClr val="000400">
                    <a:alpha val="17075"/>
                  </a:srgbClr>
                </a:gs>
                <a:gs pos="57143">
                  <a:srgbClr val="000400">
                    <a:alpha val="9855"/>
                  </a:srgbClr>
                </a:gs>
                <a:gs pos="71429">
                  <a:srgbClr val="000400">
                    <a:alpha val="4740"/>
                  </a:srgbClr>
                </a:gs>
                <a:gs pos="85714">
                  <a:srgbClr val="000400">
                    <a:alpha val="1902"/>
                  </a:srgbClr>
                </a:gs>
                <a:gs pos="100000">
                  <a:srgbClr val="0004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3" name="Splat 553"/>
            <p:cNvSpPr>
              <a:spLocks noGrp="1"/>
            </p:cNvSpPr>
            <p:nvPr/>
          </p:nvSpPr>
          <p:spPr>
            <a:xfrm rot="6281911">
              <a:off x="1755446" y="1885996"/>
              <a:ext cx="430845" cy="13124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4" name="Splat 554"/>
            <p:cNvSpPr>
              <a:spLocks noGrp="1"/>
            </p:cNvSpPr>
            <p:nvPr/>
          </p:nvSpPr>
          <p:spPr>
            <a:xfrm rot="-10227447">
              <a:off x="2026207" y="2414257"/>
              <a:ext cx="361862" cy="116384"/>
            </a:xfrm>
            <a:prstGeom prst="ellipse">
              <a:avLst/>
            </a:prstGeom>
            <a:gradFill>
              <a:gsLst>
                <a:gs pos="0">
                  <a:srgbClr val="0D0A17">
                    <a:alpha val="28255"/>
                  </a:srgbClr>
                </a:gs>
                <a:gs pos="14286">
                  <a:srgbClr val="0D0A17">
                    <a:alpha val="26302"/>
                  </a:srgbClr>
                </a:gs>
                <a:gs pos="28571">
                  <a:srgbClr val="0D0A17">
                    <a:alpha val="21098"/>
                  </a:srgbClr>
                </a:gs>
                <a:gs pos="42857">
                  <a:srgbClr val="0D0A17">
                    <a:alpha val="14396"/>
                  </a:srgbClr>
                </a:gs>
                <a:gs pos="57143">
                  <a:srgbClr val="0D0A17">
                    <a:alpha val="8252"/>
                  </a:srgbClr>
                </a:gs>
                <a:gs pos="71429">
                  <a:srgbClr val="0D0A17">
                    <a:alpha val="3951"/>
                  </a:srgbClr>
                </a:gs>
                <a:gs pos="85714">
                  <a:srgbClr val="0D0A17">
                    <a:alpha val="1582"/>
                  </a:srgbClr>
                </a:gs>
                <a:gs pos="100000">
                  <a:srgbClr val="0D0A17">
                    <a:alpha val="5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5" name="Splat 555"/>
            <p:cNvSpPr>
              <a:spLocks noGrp="1"/>
            </p:cNvSpPr>
            <p:nvPr/>
          </p:nvSpPr>
          <p:spPr>
            <a:xfrm rot="9098682">
              <a:off x="2638828" y="3372415"/>
              <a:ext cx="573903" cy="400636"/>
            </a:xfrm>
            <a:prstGeom prst="ellipse">
              <a:avLst/>
            </a:prstGeom>
            <a:gradFill>
              <a:gsLst>
                <a:gs pos="0">
                  <a:srgbClr val="757575">
                    <a:alpha val="13948"/>
                  </a:srgbClr>
                </a:gs>
                <a:gs pos="14286">
                  <a:srgbClr val="757575">
                    <a:alpha val="12896"/>
                  </a:srgbClr>
                </a:gs>
                <a:gs pos="28571">
                  <a:srgbClr val="757575">
                    <a:alpha val="10166"/>
                  </a:srgbClr>
                </a:gs>
                <a:gs pos="42857">
                  <a:srgbClr val="757575">
                    <a:alpha val="6790"/>
                  </a:srgbClr>
                </a:gs>
                <a:gs pos="57143">
                  <a:srgbClr val="757575">
                    <a:alpha val="3821"/>
                  </a:srgbClr>
                </a:gs>
                <a:gs pos="71429">
                  <a:srgbClr val="757575">
                    <a:alpha val="1807"/>
                  </a:srgbClr>
                </a:gs>
                <a:gs pos="85714">
                  <a:srgbClr val="757575">
                    <a:alpha val="719"/>
                  </a:srgbClr>
                </a:gs>
                <a:gs pos="100000">
                  <a:srgbClr val="757575">
                    <a:alpha val="2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6" name="Splat 556"/>
            <p:cNvSpPr>
              <a:spLocks noGrp="1"/>
            </p:cNvSpPr>
            <p:nvPr/>
          </p:nvSpPr>
          <p:spPr>
            <a:xfrm rot="7641595">
              <a:off x="2354371" y="1941737"/>
              <a:ext cx="299404" cy="135753"/>
            </a:xfrm>
            <a:prstGeom prst="ellipse">
              <a:avLst/>
            </a:prstGeom>
            <a:gradFill>
              <a:gsLst>
                <a:gs pos="0">
                  <a:srgbClr val="F6F6F6">
                    <a:alpha val="6853"/>
                  </a:srgbClr>
                </a:gs>
                <a:gs pos="14286">
                  <a:srgbClr val="F6F6F6">
                    <a:alpha val="6317"/>
                  </a:srgbClr>
                </a:gs>
                <a:gs pos="28571">
                  <a:srgbClr val="F6F6F6">
                    <a:alpha val="4940"/>
                  </a:srgbClr>
                </a:gs>
                <a:gs pos="42857">
                  <a:srgbClr val="F6F6F6">
                    <a:alpha val="3268"/>
                  </a:srgbClr>
                </a:gs>
                <a:gs pos="57143">
                  <a:srgbClr val="F6F6F6">
                    <a:alpha val="1824"/>
                  </a:srgbClr>
                </a:gs>
                <a:gs pos="71429">
                  <a:srgbClr val="F6F6F6">
                    <a:alpha val="858"/>
                  </a:srgbClr>
                </a:gs>
                <a:gs pos="85714">
                  <a:srgbClr val="F6F6F6">
                    <a:alpha val="340"/>
                  </a:srgbClr>
                </a:gs>
                <a:gs pos="100000">
                  <a:srgbClr val="F6F6F6">
                    <a:alpha val="1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7" name="Splat 557"/>
            <p:cNvSpPr>
              <a:spLocks noGrp="1"/>
            </p:cNvSpPr>
            <p:nvPr/>
          </p:nvSpPr>
          <p:spPr>
            <a:xfrm rot="7165634">
              <a:off x="2366472" y="1926901"/>
              <a:ext cx="389113" cy="148409"/>
            </a:xfrm>
            <a:prstGeom prst="ellipse">
              <a:avLst/>
            </a:prstGeom>
            <a:gradFill>
              <a:gsLst>
                <a:gs pos="0">
                  <a:srgbClr val="EFEFEE">
                    <a:alpha val="15916"/>
                  </a:srgbClr>
                </a:gs>
                <a:gs pos="14286">
                  <a:srgbClr val="EFEFEE">
                    <a:alpha val="14729"/>
                  </a:srgbClr>
                </a:gs>
                <a:gs pos="28571">
                  <a:srgbClr val="EFEFEE">
                    <a:alpha val="11637"/>
                  </a:srgbClr>
                </a:gs>
                <a:gs pos="42857">
                  <a:srgbClr val="EFEFEE">
                    <a:alpha val="7794"/>
                  </a:srgbClr>
                </a:gs>
                <a:gs pos="57143">
                  <a:srgbClr val="EFEFEE">
                    <a:alpha val="4397"/>
                  </a:srgbClr>
                </a:gs>
                <a:gs pos="71429">
                  <a:srgbClr val="EFEFEE">
                    <a:alpha val="2083"/>
                  </a:srgbClr>
                </a:gs>
                <a:gs pos="85714">
                  <a:srgbClr val="EFEFEE">
                    <a:alpha val="829"/>
                  </a:srgbClr>
                </a:gs>
                <a:gs pos="100000">
                  <a:srgbClr val="EFEFEE">
                    <a:alpha val="2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8" name="Splat 558"/>
            <p:cNvSpPr>
              <a:spLocks noGrp="1"/>
            </p:cNvSpPr>
            <p:nvPr/>
          </p:nvSpPr>
          <p:spPr>
            <a:xfrm rot="7912919">
              <a:off x="2203186" y="2194947"/>
              <a:ext cx="384421" cy="103806"/>
            </a:xfrm>
            <a:prstGeom prst="ellipse">
              <a:avLst/>
            </a:prstGeom>
            <a:gradFill>
              <a:gsLst>
                <a:gs pos="0">
                  <a:srgbClr val="D9D8D9">
                    <a:alpha val="12422"/>
                  </a:srgbClr>
                </a:gs>
                <a:gs pos="14286">
                  <a:srgbClr val="D9D8D9">
                    <a:alpha val="11477"/>
                  </a:srgbClr>
                </a:gs>
                <a:gs pos="28571">
                  <a:srgbClr val="D9D8D9">
                    <a:alpha val="9032"/>
                  </a:srgbClr>
                </a:gs>
                <a:gs pos="42857">
                  <a:srgbClr val="D9D8D9">
                    <a:alpha val="6020"/>
                  </a:srgbClr>
                </a:gs>
                <a:gs pos="57143">
                  <a:srgbClr val="D9D8D9">
                    <a:alpha val="3382"/>
                  </a:srgbClr>
                </a:gs>
                <a:gs pos="71429">
                  <a:srgbClr val="D9D8D9">
                    <a:alpha val="1598"/>
                  </a:srgbClr>
                </a:gs>
                <a:gs pos="85714">
                  <a:srgbClr val="D9D8D9">
                    <a:alpha val="635"/>
                  </a:srgbClr>
                </a:gs>
                <a:gs pos="100000">
                  <a:srgbClr val="D9D8D9">
                    <a:alpha val="2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9" name="Splat 559"/>
            <p:cNvSpPr>
              <a:spLocks noGrp="1"/>
            </p:cNvSpPr>
            <p:nvPr/>
          </p:nvSpPr>
          <p:spPr>
            <a:xfrm rot="5473853">
              <a:off x="1532910" y="155854"/>
              <a:ext cx="515867" cy="513387"/>
            </a:xfrm>
            <a:prstGeom prst="ellipse">
              <a:avLst/>
            </a:prstGeom>
            <a:gradFill>
              <a:gsLst>
                <a:gs pos="0">
                  <a:srgbClr val="505253">
                    <a:alpha val="6721"/>
                  </a:srgbClr>
                </a:gs>
                <a:gs pos="14286">
                  <a:srgbClr val="505253">
                    <a:alpha val="6195"/>
                  </a:srgbClr>
                </a:gs>
                <a:gs pos="28571">
                  <a:srgbClr val="505253">
                    <a:alpha val="4844"/>
                  </a:srgbClr>
                </a:gs>
                <a:gs pos="42857">
                  <a:srgbClr val="505253">
                    <a:alpha val="3204"/>
                  </a:srgbClr>
                </a:gs>
                <a:gs pos="57143">
                  <a:srgbClr val="505253">
                    <a:alpha val="1789"/>
                  </a:srgbClr>
                </a:gs>
                <a:gs pos="71429">
                  <a:srgbClr val="505253">
                    <a:alpha val="841"/>
                  </a:srgbClr>
                </a:gs>
                <a:gs pos="85714">
                  <a:srgbClr val="505253">
                    <a:alpha val="333"/>
                  </a:srgbClr>
                </a:gs>
                <a:gs pos="100000">
                  <a:srgbClr val="505253">
                    <a:alpha val="1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0" name="Splat 560"/>
            <p:cNvSpPr>
              <a:spLocks noGrp="1"/>
            </p:cNvSpPr>
            <p:nvPr/>
          </p:nvSpPr>
          <p:spPr>
            <a:xfrm rot="10572499">
              <a:off x="2242449" y="1999470"/>
              <a:ext cx="373945" cy="125867"/>
            </a:xfrm>
            <a:prstGeom prst="ellipse">
              <a:avLst/>
            </a:prstGeom>
            <a:gradFill>
              <a:gsLst>
                <a:gs pos="0">
                  <a:srgbClr val="DEDFDF">
                    <a:alpha val="20063"/>
                  </a:srgbClr>
                </a:gs>
                <a:gs pos="14286">
                  <a:srgbClr val="DEDFDF">
                    <a:alpha val="18602"/>
                  </a:srgbClr>
                </a:gs>
                <a:gs pos="28571">
                  <a:srgbClr val="DEDFDF">
                    <a:alpha val="14769"/>
                  </a:srgbClr>
                </a:gs>
                <a:gs pos="42857">
                  <a:srgbClr val="DEDFDF">
                    <a:alpha val="9951"/>
                  </a:srgbClr>
                </a:gs>
                <a:gs pos="57143">
                  <a:srgbClr val="DEDFDF">
                    <a:alpha val="5643"/>
                  </a:srgbClr>
                </a:gs>
                <a:gs pos="71429">
                  <a:srgbClr val="DEDFDF">
                    <a:alpha val="2682"/>
                  </a:srgbClr>
                </a:gs>
                <a:gs pos="85714">
                  <a:srgbClr val="DEDFDF">
                    <a:alpha val="1069"/>
                  </a:srgbClr>
                </a:gs>
                <a:gs pos="100000">
                  <a:srgbClr val="DEDFDF">
                    <a:alpha val="3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1" name="Splat 561"/>
            <p:cNvSpPr>
              <a:spLocks noGrp="1"/>
            </p:cNvSpPr>
            <p:nvPr/>
          </p:nvSpPr>
          <p:spPr>
            <a:xfrm rot="5982496">
              <a:off x="1793556" y="1935712"/>
              <a:ext cx="358968" cy="125444"/>
            </a:xfrm>
            <a:prstGeom prst="ellipse">
              <a:avLst/>
            </a:prstGeom>
            <a:gradFill>
              <a:gsLst>
                <a:gs pos="0">
                  <a:srgbClr val="090000">
                    <a:alpha val="28771"/>
                  </a:srgbClr>
                </a:gs>
                <a:gs pos="14286">
                  <a:srgbClr val="090000">
                    <a:alpha val="26789"/>
                  </a:srgbClr>
                </a:gs>
                <a:gs pos="28571">
                  <a:srgbClr val="090000">
                    <a:alpha val="21504"/>
                  </a:srgbClr>
                </a:gs>
                <a:gs pos="42857">
                  <a:srgbClr val="090000">
                    <a:alpha val="14684"/>
                  </a:srgbClr>
                </a:gs>
                <a:gs pos="57143">
                  <a:srgbClr val="090000">
                    <a:alpha val="8424"/>
                  </a:srgbClr>
                </a:gs>
                <a:gs pos="71429">
                  <a:srgbClr val="090000">
                    <a:alpha val="4035"/>
                  </a:srgbClr>
                </a:gs>
                <a:gs pos="85714">
                  <a:srgbClr val="090000">
                    <a:alpha val="1616"/>
                  </a:srgbClr>
                </a:gs>
                <a:gs pos="100000">
                  <a:srgbClr val="090000">
                    <a:alpha val="5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2" name="Splat 562"/>
            <p:cNvSpPr>
              <a:spLocks noGrp="1"/>
            </p:cNvSpPr>
            <p:nvPr/>
          </p:nvSpPr>
          <p:spPr>
            <a:xfrm rot="-8407437">
              <a:off x="1961699" y="2251219"/>
              <a:ext cx="324244" cy="85587"/>
            </a:xfrm>
            <a:prstGeom prst="ellipse">
              <a:avLst/>
            </a:prstGeom>
            <a:gradFill>
              <a:gsLst>
                <a:gs pos="0">
                  <a:srgbClr val="B0B0B2">
                    <a:alpha val="3332"/>
                  </a:srgbClr>
                </a:gs>
                <a:gs pos="14286">
                  <a:srgbClr val="B0B0B2">
                    <a:alpha val="3067"/>
                  </a:srgbClr>
                </a:gs>
                <a:gs pos="28571">
                  <a:srgbClr val="B0B0B2">
                    <a:alpha val="2389"/>
                  </a:srgbClr>
                </a:gs>
                <a:gs pos="42857">
                  <a:srgbClr val="B0B0B2">
                    <a:alpha val="1574"/>
                  </a:srgbClr>
                </a:gs>
                <a:gs pos="57143">
                  <a:srgbClr val="B0B0B2">
                    <a:alpha val="875"/>
                  </a:srgbClr>
                </a:gs>
                <a:gs pos="71429">
                  <a:srgbClr val="B0B0B2">
                    <a:alpha val="411"/>
                  </a:srgbClr>
                </a:gs>
                <a:gs pos="85714">
                  <a:srgbClr val="B0B0B2">
                    <a:alpha val="163"/>
                  </a:srgbClr>
                </a:gs>
                <a:gs pos="100000">
                  <a:srgbClr val="B0B0B2">
                    <a:alpha val="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3" name="Splat 563"/>
            <p:cNvSpPr>
              <a:spLocks noGrp="1"/>
            </p:cNvSpPr>
            <p:nvPr/>
          </p:nvSpPr>
          <p:spPr>
            <a:xfrm rot="-10721508">
              <a:off x="30251" y="26684"/>
              <a:ext cx="521112" cy="514631"/>
            </a:xfrm>
            <a:prstGeom prst="ellipse">
              <a:avLst/>
            </a:prstGeom>
            <a:gradFill>
              <a:gsLst>
                <a:gs pos="0">
                  <a:srgbClr val="1A2123">
                    <a:alpha val="2516"/>
                  </a:srgbClr>
                </a:gs>
                <a:gs pos="14286">
                  <a:srgbClr val="1A2123">
                    <a:alpha val="2315"/>
                  </a:srgbClr>
                </a:gs>
                <a:gs pos="28571">
                  <a:srgbClr val="1A2123">
                    <a:alpha val="1802"/>
                  </a:srgbClr>
                </a:gs>
                <a:gs pos="42857">
                  <a:srgbClr val="1A2123">
                    <a:alpha val="1186"/>
                  </a:srgbClr>
                </a:gs>
                <a:gs pos="57143">
                  <a:srgbClr val="1A2123">
                    <a:alpha val="659"/>
                  </a:srgbClr>
                </a:gs>
                <a:gs pos="71429">
                  <a:srgbClr val="1A2123">
                    <a:alpha val="309"/>
                  </a:srgbClr>
                </a:gs>
                <a:gs pos="85714">
                  <a:srgbClr val="1A2123">
                    <a:alpha val="122"/>
                  </a:srgbClr>
                </a:gs>
                <a:gs pos="100000">
                  <a:srgbClr val="1A2123">
                    <a:alpha val="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4" name="Splat 564"/>
            <p:cNvSpPr>
              <a:spLocks noGrp="1"/>
            </p:cNvSpPr>
            <p:nvPr/>
          </p:nvSpPr>
          <p:spPr>
            <a:xfrm rot="-8210173">
              <a:off x="2010862" y="2327841"/>
              <a:ext cx="319186" cy="111565"/>
            </a:xfrm>
            <a:prstGeom prst="ellipse">
              <a:avLst/>
            </a:prstGeom>
            <a:gradFill>
              <a:gsLst>
                <a:gs pos="0">
                  <a:srgbClr val="363033">
                    <a:alpha val="27238"/>
                  </a:srgbClr>
                </a:gs>
                <a:gs pos="14286">
                  <a:srgbClr val="363033">
                    <a:alpha val="25342"/>
                  </a:srgbClr>
                </a:gs>
                <a:gs pos="28571">
                  <a:srgbClr val="363033">
                    <a:alpha val="20302"/>
                  </a:srgbClr>
                </a:gs>
                <a:gs pos="42857">
                  <a:srgbClr val="363033">
                    <a:alpha val="13830"/>
                  </a:srgbClr>
                </a:gs>
                <a:gs pos="57143">
                  <a:srgbClr val="363033">
                    <a:alpha val="7917"/>
                  </a:srgbClr>
                </a:gs>
                <a:gs pos="71429">
                  <a:srgbClr val="363033">
                    <a:alpha val="3787"/>
                  </a:srgbClr>
                </a:gs>
                <a:gs pos="85714">
                  <a:srgbClr val="363033">
                    <a:alpha val="1515"/>
                  </a:srgbClr>
                </a:gs>
                <a:gs pos="100000">
                  <a:srgbClr val="363033">
                    <a:alpha val="5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5" name="Splat 565"/>
            <p:cNvSpPr>
              <a:spLocks noGrp="1"/>
            </p:cNvSpPr>
            <p:nvPr/>
          </p:nvSpPr>
          <p:spPr>
            <a:xfrm rot="4273556">
              <a:off x="2730801" y="3137819"/>
              <a:ext cx="610581" cy="559516"/>
            </a:xfrm>
            <a:prstGeom prst="ellipse">
              <a:avLst/>
            </a:prstGeom>
            <a:gradFill>
              <a:gsLst>
                <a:gs pos="0">
                  <a:srgbClr val="6B6B6A">
                    <a:alpha val="3583"/>
                  </a:srgbClr>
                </a:gs>
                <a:gs pos="14286">
                  <a:srgbClr val="6B6B6A">
                    <a:alpha val="3298"/>
                  </a:srgbClr>
                </a:gs>
                <a:gs pos="28571">
                  <a:srgbClr val="6B6B6A">
                    <a:alpha val="2570"/>
                  </a:srgbClr>
                </a:gs>
                <a:gs pos="42857">
                  <a:srgbClr val="6B6B6A">
                    <a:alpha val="1693"/>
                  </a:srgbClr>
                </a:gs>
                <a:gs pos="57143">
                  <a:srgbClr val="6B6B6A">
                    <a:alpha val="942"/>
                  </a:srgbClr>
                </a:gs>
                <a:gs pos="71429">
                  <a:srgbClr val="6B6B6A">
                    <a:alpha val="442"/>
                  </a:srgbClr>
                </a:gs>
                <a:gs pos="85714">
                  <a:srgbClr val="6B6B6A">
                    <a:alpha val="175"/>
                  </a:srgbClr>
                </a:gs>
                <a:gs pos="100000">
                  <a:srgbClr val="6B6B6A">
                    <a:alpha val="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6" name="Splat 566"/>
            <p:cNvSpPr>
              <a:spLocks noGrp="1"/>
            </p:cNvSpPr>
            <p:nvPr/>
          </p:nvSpPr>
          <p:spPr>
            <a:xfrm rot="9511898">
              <a:off x="2232047" y="2340470"/>
              <a:ext cx="327541" cy="310767"/>
            </a:xfrm>
            <a:prstGeom prst="ellipse">
              <a:avLst/>
            </a:prstGeom>
            <a:gradFill>
              <a:gsLst>
                <a:gs pos="0">
                  <a:srgbClr val="000000">
                    <a:alpha val="32963"/>
                  </a:srgbClr>
                </a:gs>
                <a:gs pos="14286">
                  <a:srgbClr val="000000">
                    <a:alpha val="30759"/>
                  </a:srgbClr>
                </a:gs>
                <a:gs pos="28571">
                  <a:srgbClr val="000000">
                    <a:alpha val="24829"/>
                  </a:srgbClr>
                </a:gs>
                <a:gs pos="42857">
                  <a:srgbClr val="000000">
                    <a:alpha val="17072"/>
                  </a:srgbClr>
                </a:gs>
                <a:gs pos="57143">
                  <a:srgbClr val="000000">
                    <a:alpha val="9853"/>
                  </a:srgbClr>
                </a:gs>
                <a:gs pos="71429">
                  <a:srgbClr val="000000">
                    <a:alpha val="4739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7" name="Splat 567"/>
            <p:cNvSpPr>
              <a:spLocks noGrp="1"/>
            </p:cNvSpPr>
            <p:nvPr/>
          </p:nvSpPr>
          <p:spPr>
            <a:xfrm rot="9379894">
              <a:off x="2123368" y="1860865"/>
              <a:ext cx="316674" cy="127115"/>
            </a:xfrm>
            <a:prstGeom prst="ellipse">
              <a:avLst/>
            </a:prstGeom>
            <a:gradFill>
              <a:gsLst>
                <a:gs pos="0">
                  <a:srgbClr val="BEBEBE">
                    <a:alpha val="31816"/>
                  </a:srgbClr>
                </a:gs>
                <a:gs pos="14286">
                  <a:srgbClr val="BEBEBE">
                    <a:alpha val="29671"/>
                  </a:srgbClr>
                </a:gs>
                <a:gs pos="28571">
                  <a:srgbClr val="BEBEBE">
                    <a:alpha val="23913"/>
                  </a:srgbClr>
                </a:gs>
                <a:gs pos="42857">
                  <a:srgbClr val="BEBEBE">
                    <a:alpha val="16411"/>
                  </a:srgbClr>
                </a:gs>
                <a:gs pos="57143">
                  <a:srgbClr val="BEBEBE">
                    <a:alpha val="9455"/>
                  </a:srgbClr>
                </a:gs>
                <a:gs pos="71429">
                  <a:srgbClr val="BEBEBE">
                    <a:alpha val="4543"/>
                  </a:srgbClr>
                </a:gs>
                <a:gs pos="85714">
                  <a:srgbClr val="BEBEBE">
                    <a:alpha val="1822"/>
                  </a:srgbClr>
                </a:gs>
                <a:gs pos="100000">
                  <a:srgbClr val="BEBEBE">
                    <a:alpha val="6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8" name="Splat 568"/>
            <p:cNvSpPr>
              <a:spLocks noGrp="1"/>
            </p:cNvSpPr>
            <p:nvPr/>
          </p:nvSpPr>
          <p:spPr>
            <a:xfrm rot="3764168">
              <a:off x="1846236" y="2237188"/>
              <a:ext cx="339766" cy="64090"/>
            </a:xfrm>
            <a:prstGeom prst="ellipse">
              <a:avLst/>
            </a:prstGeom>
            <a:gradFill>
              <a:gsLst>
                <a:gs pos="0">
                  <a:srgbClr val="504C4C">
                    <a:alpha val="4076"/>
                  </a:srgbClr>
                </a:gs>
                <a:gs pos="14286">
                  <a:srgbClr val="504C4C">
                    <a:alpha val="3752"/>
                  </a:srgbClr>
                </a:gs>
                <a:gs pos="28571">
                  <a:srgbClr val="504C4C">
                    <a:alpha val="2926"/>
                  </a:srgbClr>
                </a:gs>
                <a:gs pos="42857">
                  <a:srgbClr val="504C4C">
                    <a:alpha val="1929"/>
                  </a:srgbClr>
                </a:gs>
                <a:gs pos="57143">
                  <a:srgbClr val="504C4C">
                    <a:alpha val="1074"/>
                  </a:srgbClr>
                </a:gs>
                <a:gs pos="71429">
                  <a:srgbClr val="504C4C">
                    <a:alpha val="504"/>
                  </a:srgbClr>
                </a:gs>
                <a:gs pos="85714">
                  <a:srgbClr val="504C4C">
                    <a:alpha val="200"/>
                  </a:srgbClr>
                </a:gs>
                <a:gs pos="100000">
                  <a:srgbClr val="504C4C">
                    <a:alpha val="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9" name="Splat 569"/>
            <p:cNvSpPr>
              <a:spLocks noGrp="1"/>
            </p:cNvSpPr>
            <p:nvPr/>
          </p:nvSpPr>
          <p:spPr>
            <a:xfrm rot="-9536618">
              <a:off x="-262170" y="2690777"/>
              <a:ext cx="524340" cy="473035"/>
            </a:xfrm>
            <a:prstGeom prst="ellipse">
              <a:avLst/>
            </a:prstGeom>
            <a:gradFill>
              <a:gsLst>
                <a:gs pos="0">
                  <a:srgbClr val="7D7F7E">
                    <a:alpha val="4507"/>
                  </a:srgbClr>
                </a:gs>
                <a:gs pos="14286">
                  <a:srgbClr val="7D7F7E">
                    <a:alpha val="4150"/>
                  </a:srgbClr>
                </a:gs>
                <a:gs pos="28571">
                  <a:srgbClr val="7D7F7E">
                    <a:alpha val="3238"/>
                  </a:srgbClr>
                </a:gs>
                <a:gs pos="42857">
                  <a:srgbClr val="7D7F7E">
                    <a:alpha val="2136"/>
                  </a:srgbClr>
                </a:gs>
                <a:gs pos="57143">
                  <a:srgbClr val="7D7F7E">
                    <a:alpha val="1189"/>
                  </a:srgbClr>
                </a:gs>
                <a:gs pos="71429">
                  <a:srgbClr val="7D7F7E">
                    <a:alpha val="558"/>
                  </a:srgbClr>
                </a:gs>
                <a:gs pos="85714">
                  <a:srgbClr val="7D7F7E">
                    <a:alpha val="221"/>
                  </a:srgbClr>
                </a:gs>
                <a:gs pos="100000">
                  <a:srgbClr val="7D7F7E">
                    <a:alpha val="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0" name="Splat 570"/>
            <p:cNvSpPr>
              <a:spLocks noGrp="1"/>
            </p:cNvSpPr>
            <p:nvPr/>
          </p:nvSpPr>
          <p:spPr>
            <a:xfrm rot="6118825">
              <a:off x="1588311" y="-194530"/>
              <a:ext cx="512614" cy="389059"/>
            </a:xfrm>
            <a:prstGeom prst="ellipse">
              <a:avLst/>
            </a:prstGeom>
            <a:gradFill>
              <a:gsLst>
                <a:gs pos="0">
                  <a:srgbClr val="7A7A7B">
                    <a:alpha val="4877"/>
                  </a:srgbClr>
                </a:gs>
                <a:gs pos="14286">
                  <a:srgbClr val="7A7A7B">
                    <a:alpha val="4491"/>
                  </a:srgbClr>
                </a:gs>
                <a:gs pos="28571">
                  <a:srgbClr val="7A7A7B">
                    <a:alpha val="3505"/>
                  </a:srgbClr>
                </a:gs>
                <a:gs pos="42857">
                  <a:srgbClr val="7A7A7B">
                    <a:alpha val="2313"/>
                  </a:srgbClr>
                </a:gs>
                <a:gs pos="57143">
                  <a:srgbClr val="7A7A7B">
                    <a:alpha val="1288"/>
                  </a:srgbClr>
                </a:gs>
                <a:gs pos="71429">
                  <a:srgbClr val="7A7A7B">
                    <a:alpha val="605"/>
                  </a:srgbClr>
                </a:gs>
                <a:gs pos="85714">
                  <a:srgbClr val="7A7A7B">
                    <a:alpha val="240"/>
                  </a:srgbClr>
                </a:gs>
                <a:gs pos="100000">
                  <a:srgbClr val="7A7A7B">
                    <a:alpha val="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1" name="Splat 571"/>
            <p:cNvSpPr>
              <a:spLocks noGrp="1"/>
            </p:cNvSpPr>
            <p:nvPr/>
          </p:nvSpPr>
          <p:spPr>
            <a:xfrm rot="5403864">
              <a:off x="571228" y="3368626"/>
              <a:ext cx="548053" cy="547256"/>
            </a:xfrm>
            <a:prstGeom prst="ellipse">
              <a:avLst/>
            </a:prstGeom>
            <a:gradFill>
              <a:gsLst>
                <a:gs pos="0">
                  <a:srgbClr val="464644">
                    <a:alpha val="3337"/>
                  </a:srgbClr>
                </a:gs>
                <a:gs pos="14286">
                  <a:srgbClr val="464644">
                    <a:alpha val="3071"/>
                  </a:srgbClr>
                </a:gs>
                <a:gs pos="28571">
                  <a:srgbClr val="464644">
                    <a:alpha val="2393"/>
                  </a:srgbClr>
                </a:gs>
                <a:gs pos="42857">
                  <a:srgbClr val="464644">
                    <a:alpha val="1576"/>
                  </a:srgbClr>
                </a:gs>
                <a:gs pos="57143">
                  <a:srgbClr val="464644">
                    <a:alpha val="876"/>
                  </a:srgbClr>
                </a:gs>
                <a:gs pos="71429">
                  <a:srgbClr val="464644">
                    <a:alpha val="411"/>
                  </a:srgbClr>
                </a:gs>
                <a:gs pos="85714">
                  <a:srgbClr val="464644">
                    <a:alpha val="163"/>
                  </a:srgbClr>
                </a:gs>
                <a:gs pos="100000">
                  <a:srgbClr val="464644">
                    <a:alpha val="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2" name="Splat 572"/>
            <p:cNvSpPr>
              <a:spLocks noGrp="1"/>
            </p:cNvSpPr>
            <p:nvPr/>
          </p:nvSpPr>
          <p:spPr>
            <a:xfrm rot="-10312294">
              <a:off x="1749924" y="3373239"/>
              <a:ext cx="560878" cy="549672"/>
            </a:xfrm>
            <a:prstGeom prst="ellipse">
              <a:avLst/>
            </a:prstGeom>
            <a:gradFill>
              <a:gsLst>
                <a:gs pos="0">
                  <a:srgbClr val="757374">
                    <a:alpha val="3037"/>
                  </a:srgbClr>
                </a:gs>
                <a:gs pos="14286">
                  <a:srgbClr val="757374">
                    <a:alpha val="2795"/>
                  </a:srgbClr>
                </a:gs>
                <a:gs pos="28571">
                  <a:srgbClr val="757374">
                    <a:alpha val="2177"/>
                  </a:srgbClr>
                </a:gs>
                <a:gs pos="42857">
                  <a:srgbClr val="757374">
                    <a:alpha val="1433"/>
                  </a:srgbClr>
                </a:gs>
                <a:gs pos="57143">
                  <a:srgbClr val="757374">
                    <a:alpha val="797"/>
                  </a:srgbClr>
                </a:gs>
                <a:gs pos="71429">
                  <a:srgbClr val="757374">
                    <a:alpha val="374"/>
                  </a:srgbClr>
                </a:gs>
                <a:gs pos="85714">
                  <a:srgbClr val="757374">
                    <a:alpha val="148"/>
                  </a:srgbClr>
                </a:gs>
                <a:gs pos="100000">
                  <a:srgbClr val="757374">
                    <a:alpha val="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3" name="Splat 573"/>
            <p:cNvSpPr>
              <a:spLocks noGrp="1"/>
            </p:cNvSpPr>
            <p:nvPr/>
          </p:nvSpPr>
          <p:spPr>
            <a:xfrm rot="10127626">
              <a:off x="561901" y="-191942"/>
              <a:ext cx="543199" cy="516717"/>
            </a:xfrm>
            <a:prstGeom prst="ellipse">
              <a:avLst/>
            </a:prstGeom>
            <a:gradFill>
              <a:gsLst>
                <a:gs pos="0">
                  <a:srgbClr val="6F6C68">
                    <a:alpha val="1209"/>
                  </a:srgbClr>
                </a:gs>
                <a:gs pos="14286">
                  <a:srgbClr val="6F6C68">
                    <a:alpha val="1111"/>
                  </a:srgbClr>
                </a:gs>
                <a:gs pos="28571">
                  <a:srgbClr val="6F6C68">
                    <a:alpha val="864"/>
                  </a:srgbClr>
                </a:gs>
                <a:gs pos="42857">
                  <a:srgbClr val="6F6C68">
                    <a:alpha val="568"/>
                  </a:srgbClr>
                </a:gs>
                <a:gs pos="57143">
                  <a:srgbClr val="6F6C68">
                    <a:alpha val="315"/>
                  </a:srgbClr>
                </a:gs>
                <a:gs pos="71429">
                  <a:srgbClr val="6F6C68">
                    <a:alpha val="148"/>
                  </a:srgbClr>
                </a:gs>
                <a:gs pos="85714">
                  <a:srgbClr val="6F6C68">
                    <a:alpha val="58"/>
                  </a:srgbClr>
                </a:gs>
                <a:gs pos="100000">
                  <a:srgbClr val="6F6C68">
                    <a:alpha val="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4" name="Splat 574"/>
            <p:cNvSpPr>
              <a:spLocks noGrp="1"/>
            </p:cNvSpPr>
            <p:nvPr/>
          </p:nvSpPr>
          <p:spPr>
            <a:xfrm rot="5510076">
              <a:off x="882947" y="2755529"/>
              <a:ext cx="523376" cy="506919"/>
            </a:xfrm>
            <a:prstGeom prst="ellipse">
              <a:avLst/>
            </a:prstGeom>
            <a:gradFill>
              <a:gsLst>
                <a:gs pos="0">
                  <a:srgbClr val="1B191A">
                    <a:alpha val="3590"/>
                  </a:srgbClr>
                </a:gs>
                <a:gs pos="14286">
                  <a:srgbClr val="1B191A">
                    <a:alpha val="3304"/>
                  </a:srgbClr>
                </a:gs>
                <a:gs pos="28571">
                  <a:srgbClr val="1B191A">
                    <a:alpha val="2575"/>
                  </a:srgbClr>
                </a:gs>
                <a:gs pos="42857">
                  <a:srgbClr val="1B191A">
                    <a:alpha val="1697"/>
                  </a:srgbClr>
                </a:gs>
                <a:gs pos="57143">
                  <a:srgbClr val="1B191A">
                    <a:alpha val="944"/>
                  </a:srgbClr>
                </a:gs>
                <a:gs pos="71429">
                  <a:srgbClr val="1B191A">
                    <a:alpha val="443"/>
                  </a:srgbClr>
                </a:gs>
                <a:gs pos="85714">
                  <a:srgbClr val="1B191A">
                    <a:alpha val="175"/>
                  </a:srgbClr>
                </a:gs>
                <a:gs pos="100000">
                  <a:srgbClr val="1B191A">
                    <a:alpha val="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5" name="Splat 575"/>
            <p:cNvSpPr>
              <a:spLocks noGrp="1"/>
            </p:cNvSpPr>
            <p:nvPr/>
          </p:nvSpPr>
          <p:spPr>
            <a:xfrm rot="4642800">
              <a:off x="2374283" y="752228"/>
              <a:ext cx="514298" cy="497443"/>
            </a:xfrm>
            <a:prstGeom prst="ellipse">
              <a:avLst/>
            </a:prstGeom>
            <a:gradFill>
              <a:gsLst>
                <a:gs pos="0">
                  <a:srgbClr val="585757">
                    <a:alpha val="2621"/>
                  </a:srgbClr>
                </a:gs>
                <a:gs pos="14286">
                  <a:srgbClr val="585757">
                    <a:alpha val="2411"/>
                  </a:srgbClr>
                </a:gs>
                <a:gs pos="28571">
                  <a:srgbClr val="585757">
                    <a:alpha val="1877"/>
                  </a:srgbClr>
                </a:gs>
                <a:gs pos="42857">
                  <a:srgbClr val="585757">
                    <a:alpha val="1235"/>
                  </a:srgbClr>
                </a:gs>
                <a:gs pos="57143">
                  <a:srgbClr val="585757">
                    <a:alpha val="686"/>
                  </a:srgbClr>
                </a:gs>
                <a:gs pos="71429">
                  <a:srgbClr val="585757">
                    <a:alpha val="322"/>
                  </a:srgbClr>
                </a:gs>
                <a:gs pos="85714">
                  <a:srgbClr val="585757">
                    <a:alpha val="127"/>
                  </a:srgbClr>
                </a:gs>
                <a:gs pos="100000">
                  <a:srgbClr val="585757">
                    <a:alpha val="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6" name="Splat 576"/>
            <p:cNvSpPr>
              <a:spLocks noGrp="1"/>
            </p:cNvSpPr>
            <p:nvPr/>
          </p:nvSpPr>
          <p:spPr>
            <a:xfrm rot="9125449">
              <a:off x="2360231" y="2393347"/>
              <a:ext cx="440188" cy="8237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7" name="Splat 577"/>
            <p:cNvSpPr>
              <a:spLocks noGrp="1"/>
            </p:cNvSpPr>
            <p:nvPr/>
          </p:nvSpPr>
          <p:spPr>
            <a:xfrm rot="5381216">
              <a:off x="935247" y="772215"/>
              <a:ext cx="543270" cy="540286"/>
            </a:xfrm>
            <a:prstGeom prst="ellipse">
              <a:avLst/>
            </a:prstGeom>
            <a:gradFill>
              <a:gsLst>
                <a:gs pos="0">
                  <a:srgbClr val="2C2E2F">
                    <a:alpha val="1926"/>
                  </a:srgbClr>
                </a:gs>
                <a:gs pos="14286">
                  <a:srgbClr val="2C2E2F">
                    <a:alpha val="1772"/>
                  </a:srgbClr>
                </a:gs>
                <a:gs pos="28571">
                  <a:srgbClr val="2C2E2F">
                    <a:alpha val="1378"/>
                  </a:srgbClr>
                </a:gs>
                <a:gs pos="42857">
                  <a:srgbClr val="2C2E2F">
                    <a:alpha val="906"/>
                  </a:srgbClr>
                </a:gs>
                <a:gs pos="57143">
                  <a:srgbClr val="2C2E2F">
                    <a:alpha val="503"/>
                  </a:srgbClr>
                </a:gs>
                <a:gs pos="71429">
                  <a:srgbClr val="2C2E2F">
                    <a:alpha val="236"/>
                  </a:srgbClr>
                </a:gs>
                <a:gs pos="85714">
                  <a:srgbClr val="2C2E2F">
                    <a:alpha val="93"/>
                  </a:srgbClr>
                </a:gs>
                <a:gs pos="100000">
                  <a:srgbClr val="2C2E2F">
                    <a:alpha val="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8" name="Splat 578"/>
            <p:cNvSpPr>
              <a:spLocks noGrp="1"/>
            </p:cNvSpPr>
            <p:nvPr/>
          </p:nvSpPr>
          <p:spPr>
            <a:xfrm rot="3978871">
              <a:off x="1986039" y="2417616"/>
              <a:ext cx="356691" cy="120108"/>
            </a:xfrm>
            <a:prstGeom prst="ellipse">
              <a:avLst/>
            </a:prstGeom>
            <a:gradFill>
              <a:gsLst>
                <a:gs pos="0">
                  <a:srgbClr val="020F0A">
                    <a:alpha val="23209"/>
                  </a:srgbClr>
                </a:gs>
                <a:gs pos="14286">
                  <a:srgbClr val="020F0A">
                    <a:alpha val="21551"/>
                  </a:srgbClr>
                </a:gs>
                <a:gs pos="28571">
                  <a:srgbClr val="020F0A">
                    <a:alpha val="17177"/>
                  </a:srgbClr>
                </a:gs>
                <a:gs pos="42857">
                  <a:srgbClr val="020F0A">
                    <a:alpha val="11628"/>
                  </a:srgbClr>
                </a:gs>
                <a:gs pos="57143">
                  <a:srgbClr val="020F0A">
                    <a:alpha val="6620"/>
                  </a:srgbClr>
                </a:gs>
                <a:gs pos="71429">
                  <a:srgbClr val="020F0A">
                    <a:alpha val="3155"/>
                  </a:srgbClr>
                </a:gs>
                <a:gs pos="85714">
                  <a:srgbClr val="020F0A">
                    <a:alpha val="1260"/>
                  </a:srgbClr>
                </a:gs>
                <a:gs pos="100000">
                  <a:srgbClr val="020F0A">
                    <a:alpha val="4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9" name="Splat 579"/>
            <p:cNvSpPr>
              <a:spLocks noGrp="1"/>
            </p:cNvSpPr>
            <p:nvPr/>
          </p:nvSpPr>
          <p:spPr>
            <a:xfrm rot="-9528488">
              <a:off x="2347184" y="1702692"/>
              <a:ext cx="229997" cy="60124"/>
            </a:xfrm>
            <a:prstGeom prst="ellipse">
              <a:avLst/>
            </a:prstGeom>
            <a:gradFill>
              <a:gsLst>
                <a:gs pos="0">
                  <a:srgbClr val="686A6E">
                    <a:alpha val="2555"/>
                  </a:srgbClr>
                </a:gs>
                <a:gs pos="14286">
                  <a:srgbClr val="686A6E">
                    <a:alpha val="2351"/>
                  </a:srgbClr>
                </a:gs>
                <a:gs pos="28571">
                  <a:srgbClr val="686A6E">
                    <a:alpha val="1830"/>
                  </a:srgbClr>
                </a:gs>
                <a:gs pos="42857">
                  <a:srgbClr val="686A6E">
                    <a:alpha val="1204"/>
                  </a:srgbClr>
                </a:gs>
                <a:gs pos="57143">
                  <a:srgbClr val="686A6E">
                    <a:alpha val="669"/>
                  </a:srgbClr>
                </a:gs>
                <a:gs pos="71429">
                  <a:srgbClr val="686A6E">
                    <a:alpha val="314"/>
                  </a:srgbClr>
                </a:gs>
                <a:gs pos="85714">
                  <a:srgbClr val="686A6E">
                    <a:alpha val="124"/>
                  </a:srgbClr>
                </a:gs>
                <a:gs pos="100000">
                  <a:srgbClr val="686A6E">
                    <a:alpha val="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0" name="Splat 580"/>
            <p:cNvSpPr>
              <a:spLocks noGrp="1"/>
            </p:cNvSpPr>
            <p:nvPr/>
          </p:nvSpPr>
          <p:spPr>
            <a:xfrm rot="7836290">
              <a:off x="2765664" y="1005509"/>
              <a:ext cx="545622" cy="492017"/>
            </a:xfrm>
            <a:prstGeom prst="ellipse">
              <a:avLst/>
            </a:prstGeom>
            <a:gradFill>
              <a:gsLst>
                <a:gs pos="0">
                  <a:srgbClr val="65696C">
                    <a:alpha val="1384"/>
                  </a:srgbClr>
                </a:gs>
                <a:gs pos="14286">
                  <a:srgbClr val="65696C">
                    <a:alpha val="1273"/>
                  </a:srgbClr>
                </a:gs>
                <a:gs pos="28571">
                  <a:srgbClr val="65696C">
                    <a:alpha val="990"/>
                  </a:srgbClr>
                </a:gs>
                <a:gs pos="42857">
                  <a:srgbClr val="65696C">
                    <a:alpha val="650"/>
                  </a:srgbClr>
                </a:gs>
                <a:gs pos="57143">
                  <a:srgbClr val="65696C">
                    <a:alpha val="361"/>
                  </a:srgbClr>
                </a:gs>
                <a:gs pos="71429">
                  <a:srgbClr val="65696C">
                    <a:alpha val="169"/>
                  </a:srgbClr>
                </a:gs>
                <a:gs pos="85714">
                  <a:srgbClr val="65696C">
                    <a:alpha val="67"/>
                  </a:srgbClr>
                </a:gs>
                <a:gs pos="100000">
                  <a:srgbClr val="65696C">
                    <a:alpha val="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1" name="Splat 581"/>
            <p:cNvSpPr>
              <a:spLocks noGrp="1"/>
            </p:cNvSpPr>
            <p:nvPr/>
          </p:nvSpPr>
          <p:spPr>
            <a:xfrm rot="-10697399">
              <a:off x="2239902" y="637033"/>
              <a:ext cx="553651" cy="541808"/>
            </a:xfrm>
            <a:prstGeom prst="ellipse">
              <a:avLst/>
            </a:prstGeom>
            <a:gradFill>
              <a:gsLst>
                <a:gs pos="0">
                  <a:srgbClr val="524F4E">
                    <a:alpha val="1513"/>
                  </a:srgbClr>
                </a:gs>
                <a:gs pos="14286">
                  <a:srgbClr val="524F4E">
                    <a:alpha val="1391"/>
                  </a:srgbClr>
                </a:gs>
                <a:gs pos="28571">
                  <a:srgbClr val="524F4E">
                    <a:alpha val="1082"/>
                  </a:srgbClr>
                </a:gs>
                <a:gs pos="42857">
                  <a:srgbClr val="524F4E">
                    <a:alpha val="711"/>
                  </a:srgbClr>
                </a:gs>
                <a:gs pos="57143">
                  <a:srgbClr val="524F4E">
                    <a:alpha val="395"/>
                  </a:srgbClr>
                </a:gs>
                <a:gs pos="71429">
                  <a:srgbClr val="524F4E">
                    <a:alpha val="185"/>
                  </a:srgbClr>
                </a:gs>
                <a:gs pos="85714">
                  <a:srgbClr val="524F4E">
                    <a:alpha val="73"/>
                  </a:srgbClr>
                </a:gs>
                <a:gs pos="100000">
                  <a:srgbClr val="524F4E">
                    <a:alpha val="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2" name="Splat 582"/>
            <p:cNvSpPr>
              <a:spLocks noGrp="1"/>
            </p:cNvSpPr>
            <p:nvPr/>
          </p:nvSpPr>
          <p:spPr>
            <a:xfrm rot="-8611434">
              <a:off x="2716922" y="-9204"/>
              <a:ext cx="643107" cy="497910"/>
            </a:xfrm>
            <a:prstGeom prst="ellipse">
              <a:avLst/>
            </a:prstGeom>
            <a:gradFill>
              <a:gsLst>
                <a:gs pos="0">
                  <a:srgbClr val="030007">
                    <a:alpha val="10959"/>
                  </a:srgbClr>
                </a:gs>
                <a:gs pos="14286">
                  <a:srgbClr val="030007">
                    <a:alpha val="10119"/>
                  </a:srgbClr>
                </a:gs>
                <a:gs pos="28571">
                  <a:srgbClr val="030007">
                    <a:alpha val="7950"/>
                  </a:srgbClr>
                </a:gs>
                <a:gs pos="42857">
                  <a:srgbClr val="030007">
                    <a:alpha val="5288"/>
                  </a:srgbClr>
                </a:gs>
                <a:gs pos="57143">
                  <a:srgbClr val="030007">
                    <a:alpha val="2966"/>
                  </a:srgbClr>
                </a:gs>
                <a:gs pos="71429">
                  <a:srgbClr val="030007">
                    <a:alpha val="1399"/>
                  </a:srgbClr>
                </a:gs>
                <a:gs pos="85714">
                  <a:srgbClr val="030007">
                    <a:alpha val="556"/>
                  </a:srgbClr>
                </a:gs>
                <a:gs pos="100000">
                  <a:srgbClr val="030007">
                    <a:alpha val="1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3" name="Splat 583"/>
            <p:cNvSpPr>
              <a:spLocks noGrp="1"/>
            </p:cNvSpPr>
            <p:nvPr/>
          </p:nvSpPr>
          <p:spPr>
            <a:xfrm rot="3910211">
              <a:off x="-291037" y="366381"/>
              <a:ext cx="594510" cy="436708"/>
            </a:xfrm>
            <a:prstGeom prst="ellipse">
              <a:avLst/>
            </a:prstGeom>
            <a:gradFill>
              <a:gsLst>
                <a:gs pos="0">
                  <a:srgbClr val="7D7A7A">
                    <a:alpha val="2271"/>
                  </a:srgbClr>
                </a:gs>
                <a:gs pos="14286">
                  <a:srgbClr val="7D7A7A">
                    <a:alpha val="2089"/>
                  </a:srgbClr>
                </a:gs>
                <a:gs pos="28571">
                  <a:srgbClr val="7D7A7A">
                    <a:alpha val="1626"/>
                  </a:srgbClr>
                </a:gs>
                <a:gs pos="42857">
                  <a:srgbClr val="7D7A7A">
                    <a:alpha val="1070"/>
                  </a:srgbClr>
                </a:gs>
                <a:gs pos="57143">
                  <a:srgbClr val="7D7A7A">
                    <a:alpha val="594"/>
                  </a:srgbClr>
                </a:gs>
                <a:gs pos="71429">
                  <a:srgbClr val="7D7A7A">
                    <a:alpha val="279"/>
                  </a:srgbClr>
                </a:gs>
                <a:gs pos="85714">
                  <a:srgbClr val="7D7A7A">
                    <a:alpha val="110"/>
                  </a:srgbClr>
                </a:gs>
                <a:gs pos="100000">
                  <a:srgbClr val="7D7A7A">
                    <a:alpha val="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4" name="Splat 584"/>
            <p:cNvSpPr>
              <a:spLocks noGrp="1"/>
            </p:cNvSpPr>
            <p:nvPr/>
          </p:nvSpPr>
          <p:spPr>
            <a:xfrm rot="4519345">
              <a:off x="1831833" y="2011279"/>
              <a:ext cx="373623" cy="79072"/>
            </a:xfrm>
            <a:prstGeom prst="ellipse">
              <a:avLst/>
            </a:prstGeom>
            <a:gradFill>
              <a:gsLst>
                <a:gs pos="0">
                  <a:srgbClr val="8A8A8B">
                    <a:alpha val="6168"/>
                  </a:srgbClr>
                </a:gs>
                <a:gs pos="14286">
                  <a:srgbClr val="8A8A8B">
                    <a:alpha val="5684"/>
                  </a:srgbClr>
                </a:gs>
                <a:gs pos="28571">
                  <a:srgbClr val="8A8A8B">
                    <a:alpha val="4442"/>
                  </a:srgbClr>
                </a:gs>
                <a:gs pos="42857">
                  <a:srgbClr val="8A8A8B">
                    <a:alpha val="2936"/>
                  </a:srgbClr>
                </a:gs>
                <a:gs pos="57143">
                  <a:srgbClr val="8A8A8B">
                    <a:alpha val="1638"/>
                  </a:srgbClr>
                </a:gs>
                <a:gs pos="71429">
                  <a:srgbClr val="8A8A8B">
                    <a:alpha val="770"/>
                  </a:srgbClr>
                </a:gs>
                <a:gs pos="85714">
                  <a:srgbClr val="8A8A8B">
                    <a:alpha val="305"/>
                  </a:srgbClr>
                </a:gs>
                <a:gs pos="100000">
                  <a:srgbClr val="8A8A8B">
                    <a:alpha val="1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5" name="Splat 585"/>
            <p:cNvSpPr>
              <a:spLocks noGrp="1"/>
            </p:cNvSpPr>
            <p:nvPr/>
          </p:nvSpPr>
          <p:spPr>
            <a:xfrm rot="-9253562">
              <a:off x="2323820" y="2032815"/>
              <a:ext cx="343024" cy="125887"/>
            </a:xfrm>
            <a:prstGeom prst="ellipse">
              <a:avLst/>
            </a:prstGeom>
            <a:gradFill>
              <a:gsLst>
                <a:gs pos="0">
                  <a:srgbClr val="ECECEC">
                    <a:alpha val="15544"/>
                  </a:srgbClr>
                </a:gs>
                <a:gs pos="14286">
                  <a:srgbClr val="ECECEC">
                    <a:alpha val="14382"/>
                  </a:srgbClr>
                </a:gs>
                <a:gs pos="28571">
                  <a:srgbClr val="ECECEC">
                    <a:alpha val="11358"/>
                  </a:srgbClr>
                </a:gs>
                <a:gs pos="42857">
                  <a:srgbClr val="ECECEC">
                    <a:alpha val="7603"/>
                  </a:srgbClr>
                </a:gs>
                <a:gs pos="57143">
                  <a:srgbClr val="ECECEC">
                    <a:alpha val="4287"/>
                  </a:srgbClr>
                </a:gs>
                <a:gs pos="71429">
                  <a:srgbClr val="ECECEC">
                    <a:alpha val="2030"/>
                  </a:srgbClr>
                </a:gs>
                <a:gs pos="85714">
                  <a:srgbClr val="ECECEC">
                    <a:alpha val="808"/>
                  </a:srgbClr>
                </a:gs>
                <a:gs pos="100000">
                  <a:srgbClr val="ECECEC">
                    <a:alpha val="2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6" name="Splat 586"/>
            <p:cNvSpPr>
              <a:spLocks noGrp="1"/>
            </p:cNvSpPr>
            <p:nvPr/>
          </p:nvSpPr>
          <p:spPr>
            <a:xfrm rot="10759917">
              <a:off x="2255205" y="-175807"/>
              <a:ext cx="517617" cy="517259"/>
            </a:xfrm>
            <a:prstGeom prst="ellipse">
              <a:avLst/>
            </a:prstGeom>
            <a:gradFill>
              <a:gsLst>
                <a:gs pos="0">
                  <a:srgbClr val="303133">
                    <a:alpha val="4543"/>
                  </a:srgbClr>
                </a:gs>
                <a:gs pos="14286">
                  <a:srgbClr val="303133">
                    <a:alpha val="4183"/>
                  </a:srgbClr>
                </a:gs>
                <a:gs pos="28571">
                  <a:srgbClr val="303133">
                    <a:alpha val="3264"/>
                  </a:srgbClr>
                </a:gs>
                <a:gs pos="42857">
                  <a:srgbClr val="303133">
                    <a:alpha val="2153"/>
                  </a:srgbClr>
                </a:gs>
                <a:gs pos="57143">
                  <a:srgbClr val="303133">
                    <a:alpha val="1199"/>
                  </a:srgbClr>
                </a:gs>
                <a:gs pos="71429">
                  <a:srgbClr val="303133">
                    <a:alpha val="563"/>
                  </a:srgbClr>
                </a:gs>
                <a:gs pos="85714">
                  <a:srgbClr val="303133">
                    <a:alpha val="223"/>
                  </a:srgbClr>
                </a:gs>
                <a:gs pos="100000">
                  <a:srgbClr val="303133">
                    <a:alpha val="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7" name="Splat 587"/>
            <p:cNvSpPr>
              <a:spLocks noGrp="1"/>
            </p:cNvSpPr>
            <p:nvPr/>
          </p:nvSpPr>
          <p:spPr>
            <a:xfrm rot="5401805">
              <a:off x="1146757" y="2199949"/>
              <a:ext cx="527618" cy="526906"/>
            </a:xfrm>
            <a:prstGeom prst="ellipse">
              <a:avLst/>
            </a:prstGeom>
            <a:gradFill>
              <a:gsLst>
                <a:gs pos="0">
                  <a:srgbClr val="474644">
                    <a:alpha val="2286"/>
                  </a:srgbClr>
                </a:gs>
                <a:gs pos="14286">
                  <a:srgbClr val="474644">
                    <a:alpha val="2103"/>
                  </a:srgbClr>
                </a:gs>
                <a:gs pos="28571">
                  <a:srgbClr val="474644">
                    <a:alpha val="1637"/>
                  </a:srgbClr>
                </a:gs>
                <a:gs pos="42857">
                  <a:srgbClr val="474644">
                    <a:alpha val="1077"/>
                  </a:srgbClr>
                </a:gs>
                <a:gs pos="57143">
                  <a:srgbClr val="474644">
                    <a:alpha val="598"/>
                  </a:srgbClr>
                </a:gs>
                <a:gs pos="71429">
                  <a:srgbClr val="474644">
                    <a:alpha val="280"/>
                  </a:srgbClr>
                </a:gs>
                <a:gs pos="85714">
                  <a:srgbClr val="474644">
                    <a:alpha val="111"/>
                  </a:srgbClr>
                </a:gs>
                <a:gs pos="100000">
                  <a:srgbClr val="474644">
                    <a:alpha val="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8" name="Splat 588"/>
            <p:cNvSpPr>
              <a:spLocks noGrp="1"/>
            </p:cNvSpPr>
            <p:nvPr/>
          </p:nvSpPr>
          <p:spPr>
            <a:xfrm rot="-10788512">
              <a:off x="711391" y="2670779"/>
              <a:ext cx="536327" cy="534137"/>
            </a:xfrm>
            <a:prstGeom prst="ellipse">
              <a:avLst/>
            </a:prstGeom>
            <a:gradFill>
              <a:gsLst>
                <a:gs pos="0">
                  <a:srgbClr val="4F4E4D">
                    <a:alpha val="1226"/>
                  </a:srgbClr>
                </a:gs>
                <a:gs pos="14286">
                  <a:srgbClr val="4F4E4D">
                    <a:alpha val="1127"/>
                  </a:srgbClr>
                </a:gs>
                <a:gs pos="28571">
                  <a:srgbClr val="4F4E4D">
                    <a:alpha val="876"/>
                  </a:srgbClr>
                </a:gs>
                <a:gs pos="42857">
                  <a:srgbClr val="4F4E4D">
                    <a:alpha val="576"/>
                  </a:srgbClr>
                </a:gs>
                <a:gs pos="57143">
                  <a:srgbClr val="4F4E4D">
                    <a:alpha val="319"/>
                  </a:srgbClr>
                </a:gs>
                <a:gs pos="71429">
                  <a:srgbClr val="4F4E4D">
                    <a:alpha val="150"/>
                  </a:srgbClr>
                </a:gs>
                <a:gs pos="85714">
                  <a:srgbClr val="4F4E4D">
                    <a:alpha val="59"/>
                  </a:srgbClr>
                </a:gs>
                <a:gs pos="100000">
                  <a:srgbClr val="4F4E4D">
                    <a:alpha val="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9" name="Splat 589"/>
            <p:cNvSpPr>
              <a:spLocks noGrp="1"/>
            </p:cNvSpPr>
            <p:nvPr/>
          </p:nvSpPr>
          <p:spPr>
            <a:xfrm rot="5414822">
              <a:off x="792817" y="-73580"/>
              <a:ext cx="541599" cy="536937"/>
            </a:xfrm>
            <a:prstGeom prst="ellipse">
              <a:avLst/>
            </a:prstGeom>
            <a:gradFill>
              <a:gsLst>
                <a:gs pos="0">
                  <a:srgbClr val="555352">
                    <a:alpha val="2207"/>
                  </a:srgbClr>
                </a:gs>
                <a:gs pos="14286">
                  <a:srgbClr val="555352">
                    <a:alpha val="2030"/>
                  </a:srgbClr>
                </a:gs>
                <a:gs pos="28571">
                  <a:srgbClr val="555352">
                    <a:alpha val="1580"/>
                  </a:srgbClr>
                </a:gs>
                <a:gs pos="42857">
                  <a:srgbClr val="555352">
                    <a:alpha val="1039"/>
                  </a:srgbClr>
                </a:gs>
                <a:gs pos="57143">
                  <a:srgbClr val="555352">
                    <a:alpha val="577"/>
                  </a:srgbClr>
                </a:gs>
                <a:gs pos="71429">
                  <a:srgbClr val="555352">
                    <a:alpha val="271"/>
                  </a:srgbClr>
                </a:gs>
                <a:gs pos="85714">
                  <a:srgbClr val="555352">
                    <a:alpha val="107"/>
                  </a:srgbClr>
                </a:gs>
                <a:gs pos="100000">
                  <a:srgbClr val="555352">
                    <a:alpha val="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0" name="Splat 590"/>
            <p:cNvSpPr>
              <a:spLocks noGrp="1"/>
            </p:cNvSpPr>
            <p:nvPr/>
          </p:nvSpPr>
          <p:spPr>
            <a:xfrm rot="5379869">
              <a:off x="574808" y="2904178"/>
              <a:ext cx="539741" cy="536890"/>
            </a:xfrm>
            <a:prstGeom prst="ellipse">
              <a:avLst/>
            </a:prstGeom>
            <a:gradFill>
              <a:gsLst>
                <a:gs pos="0">
                  <a:srgbClr val="535151">
                    <a:alpha val="1270"/>
                  </a:srgbClr>
                </a:gs>
                <a:gs pos="14286">
                  <a:srgbClr val="535151">
                    <a:alpha val="1168"/>
                  </a:srgbClr>
                </a:gs>
                <a:gs pos="28571">
                  <a:srgbClr val="535151">
                    <a:alpha val="908"/>
                  </a:srgbClr>
                </a:gs>
                <a:gs pos="42857">
                  <a:srgbClr val="535151">
                    <a:alpha val="597"/>
                  </a:srgbClr>
                </a:gs>
                <a:gs pos="57143">
                  <a:srgbClr val="535151">
                    <a:alpha val="331"/>
                  </a:srgbClr>
                </a:gs>
                <a:gs pos="71429">
                  <a:srgbClr val="535151">
                    <a:alpha val="155"/>
                  </a:srgbClr>
                </a:gs>
                <a:gs pos="85714">
                  <a:srgbClr val="535151">
                    <a:alpha val="61"/>
                  </a:srgbClr>
                </a:gs>
                <a:gs pos="100000">
                  <a:srgbClr val="535151">
                    <a:alpha val="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1" name="Splat 591"/>
            <p:cNvSpPr>
              <a:spLocks noGrp="1"/>
            </p:cNvSpPr>
            <p:nvPr/>
          </p:nvSpPr>
          <p:spPr>
            <a:xfrm rot="-10513741">
              <a:off x="2184283" y="701474"/>
              <a:ext cx="550608" cy="550468"/>
            </a:xfrm>
            <a:prstGeom prst="ellipse">
              <a:avLst/>
            </a:prstGeom>
            <a:gradFill>
              <a:gsLst>
                <a:gs pos="0">
                  <a:srgbClr val="26272B">
                    <a:alpha val="3787"/>
                  </a:srgbClr>
                </a:gs>
                <a:gs pos="14286">
                  <a:srgbClr val="26272B">
                    <a:alpha val="3486"/>
                  </a:srgbClr>
                </a:gs>
                <a:gs pos="28571">
                  <a:srgbClr val="26272B">
                    <a:alpha val="2718"/>
                  </a:srgbClr>
                </a:gs>
                <a:gs pos="42857">
                  <a:srgbClr val="26272B">
                    <a:alpha val="1791"/>
                  </a:srgbClr>
                </a:gs>
                <a:gs pos="57143">
                  <a:srgbClr val="26272B">
                    <a:alpha val="996"/>
                  </a:srgbClr>
                </a:gs>
                <a:gs pos="71429">
                  <a:srgbClr val="26272B">
                    <a:alpha val="468"/>
                  </a:srgbClr>
                </a:gs>
                <a:gs pos="85714">
                  <a:srgbClr val="26272B">
                    <a:alpha val="185"/>
                  </a:srgbClr>
                </a:gs>
                <a:gs pos="100000">
                  <a:srgbClr val="26272B">
                    <a:alpha val="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2" name="Splat 592"/>
            <p:cNvSpPr>
              <a:spLocks noGrp="1"/>
            </p:cNvSpPr>
            <p:nvPr/>
          </p:nvSpPr>
          <p:spPr>
            <a:xfrm rot="5624012">
              <a:off x="2562249" y="-249000"/>
              <a:ext cx="521821" cy="512283"/>
            </a:xfrm>
            <a:prstGeom prst="ellipse">
              <a:avLst/>
            </a:prstGeom>
            <a:gradFill>
              <a:gsLst>
                <a:gs pos="0">
                  <a:srgbClr val="1C2325">
                    <a:alpha val="4970"/>
                  </a:srgbClr>
                </a:gs>
                <a:gs pos="14286">
                  <a:srgbClr val="1C2325">
                    <a:alpha val="4578"/>
                  </a:srgbClr>
                </a:gs>
                <a:gs pos="28571">
                  <a:srgbClr val="1C2325">
                    <a:alpha val="3573"/>
                  </a:srgbClr>
                </a:gs>
                <a:gs pos="42857">
                  <a:srgbClr val="1C2325">
                    <a:alpha val="2358"/>
                  </a:srgbClr>
                </a:gs>
                <a:gs pos="57143">
                  <a:srgbClr val="1C2325">
                    <a:alpha val="1314"/>
                  </a:srgbClr>
                </a:gs>
                <a:gs pos="71429">
                  <a:srgbClr val="1C2325">
                    <a:alpha val="617"/>
                  </a:srgbClr>
                </a:gs>
                <a:gs pos="85714">
                  <a:srgbClr val="1C2325">
                    <a:alpha val="244"/>
                  </a:srgbClr>
                </a:gs>
                <a:gs pos="100000">
                  <a:srgbClr val="1C2325">
                    <a:alpha val="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3" name="Splat 593"/>
            <p:cNvSpPr>
              <a:spLocks noGrp="1"/>
            </p:cNvSpPr>
            <p:nvPr/>
          </p:nvSpPr>
          <p:spPr>
            <a:xfrm rot="-10780665">
              <a:off x="602133" y="1646027"/>
              <a:ext cx="540871" cy="533544"/>
            </a:xfrm>
            <a:prstGeom prst="ellipse">
              <a:avLst/>
            </a:prstGeom>
            <a:gradFill>
              <a:gsLst>
                <a:gs pos="0">
                  <a:srgbClr val="313130">
                    <a:alpha val="1289"/>
                  </a:srgbClr>
                </a:gs>
                <a:gs pos="14286">
                  <a:srgbClr val="313130">
                    <a:alpha val="1185"/>
                  </a:srgbClr>
                </a:gs>
                <a:gs pos="28571">
                  <a:srgbClr val="313130">
                    <a:alpha val="921"/>
                  </a:srgbClr>
                </a:gs>
                <a:gs pos="42857">
                  <a:srgbClr val="313130">
                    <a:alpha val="605"/>
                  </a:srgbClr>
                </a:gs>
                <a:gs pos="57143">
                  <a:srgbClr val="313130">
                    <a:alpha val="336"/>
                  </a:srgbClr>
                </a:gs>
                <a:gs pos="71429">
                  <a:srgbClr val="313130">
                    <a:alpha val="157"/>
                  </a:srgbClr>
                </a:gs>
                <a:gs pos="85714">
                  <a:srgbClr val="313130">
                    <a:alpha val="62"/>
                  </a:srgbClr>
                </a:gs>
                <a:gs pos="100000">
                  <a:srgbClr val="313130">
                    <a:alpha val="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4" name="Splat 594"/>
            <p:cNvSpPr>
              <a:spLocks noGrp="1"/>
            </p:cNvSpPr>
            <p:nvPr/>
          </p:nvSpPr>
          <p:spPr>
            <a:xfrm rot="9201693">
              <a:off x="-40588" y="879744"/>
              <a:ext cx="565948" cy="547756"/>
            </a:xfrm>
            <a:prstGeom prst="ellipse">
              <a:avLst/>
            </a:prstGeom>
            <a:gradFill>
              <a:gsLst>
                <a:gs pos="0">
                  <a:srgbClr val="6F6F6E">
                    <a:alpha val="3132"/>
                  </a:srgbClr>
                </a:gs>
                <a:gs pos="14286">
                  <a:srgbClr val="6F6F6E">
                    <a:alpha val="2883"/>
                  </a:srgbClr>
                </a:gs>
                <a:gs pos="28571">
                  <a:srgbClr val="6F6F6E">
                    <a:alpha val="2246"/>
                  </a:srgbClr>
                </a:gs>
                <a:gs pos="42857">
                  <a:srgbClr val="6F6F6E">
                    <a:alpha val="1479"/>
                  </a:srgbClr>
                </a:gs>
                <a:gs pos="57143">
                  <a:srgbClr val="6F6F6E">
                    <a:alpha val="822"/>
                  </a:srgbClr>
                </a:gs>
                <a:gs pos="71429">
                  <a:srgbClr val="6F6F6E">
                    <a:alpha val="386"/>
                  </a:srgbClr>
                </a:gs>
                <a:gs pos="85714">
                  <a:srgbClr val="6F6F6E">
                    <a:alpha val="153"/>
                  </a:srgbClr>
                </a:gs>
                <a:gs pos="100000">
                  <a:srgbClr val="6F6F6E">
                    <a:alpha val="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5" name="Splat 595"/>
            <p:cNvSpPr>
              <a:spLocks noGrp="1"/>
            </p:cNvSpPr>
            <p:nvPr/>
          </p:nvSpPr>
          <p:spPr>
            <a:xfrm rot="5417071">
              <a:off x="1340497" y="670955"/>
              <a:ext cx="573165" cy="488589"/>
            </a:xfrm>
            <a:prstGeom prst="ellipse">
              <a:avLst/>
            </a:prstGeom>
            <a:gradFill>
              <a:gsLst>
                <a:gs pos="0">
                  <a:srgbClr val="737373">
                    <a:alpha val="3553"/>
                  </a:srgbClr>
                </a:gs>
                <a:gs pos="14286">
                  <a:srgbClr val="737373">
                    <a:alpha val="3270"/>
                  </a:srgbClr>
                </a:gs>
                <a:gs pos="28571">
                  <a:srgbClr val="737373">
                    <a:alpha val="2548"/>
                  </a:srgbClr>
                </a:gs>
                <a:gs pos="42857">
                  <a:srgbClr val="737373">
                    <a:alpha val="1679"/>
                  </a:srgbClr>
                </a:gs>
                <a:gs pos="57143">
                  <a:srgbClr val="737373">
                    <a:alpha val="934"/>
                  </a:srgbClr>
                </a:gs>
                <a:gs pos="71429">
                  <a:srgbClr val="737373">
                    <a:alpha val="438"/>
                  </a:srgbClr>
                </a:gs>
                <a:gs pos="85714">
                  <a:srgbClr val="737373">
                    <a:alpha val="174"/>
                  </a:srgbClr>
                </a:gs>
                <a:gs pos="100000">
                  <a:srgbClr val="737373">
                    <a:alpha val="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6" name="Splat 596"/>
            <p:cNvSpPr>
              <a:spLocks noGrp="1"/>
            </p:cNvSpPr>
            <p:nvPr/>
          </p:nvSpPr>
          <p:spPr>
            <a:xfrm rot="5591516">
              <a:off x="866675" y="3368805"/>
              <a:ext cx="562432" cy="558541"/>
            </a:xfrm>
            <a:prstGeom prst="ellipse">
              <a:avLst/>
            </a:prstGeom>
            <a:gradFill>
              <a:gsLst>
                <a:gs pos="0">
                  <a:srgbClr val="000501">
                    <a:alpha val="3388"/>
                  </a:srgbClr>
                </a:gs>
                <a:gs pos="14286">
                  <a:srgbClr val="000501">
                    <a:alpha val="3118"/>
                  </a:srgbClr>
                </a:gs>
                <a:gs pos="28571">
                  <a:srgbClr val="000501">
                    <a:alpha val="2429"/>
                  </a:srgbClr>
                </a:gs>
                <a:gs pos="42857">
                  <a:srgbClr val="000501">
                    <a:alpha val="1600"/>
                  </a:srgbClr>
                </a:gs>
                <a:gs pos="57143">
                  <a:srgbClr val="000501">
                    <a:alpha val="890"/>
                  </a:srgbClr>
                </a:gs>
                <a:gs pos="71429">
                  <a:srgbClr val="000501">
                    <a:alpha val="418"/>
                  </a:srgbClr>
                </a:gs>
                <a:gs pos="85714">
                  <a:srgbClr val="000501">
                    <a:alpha val="165"/>
                  </a:srgbClr>
                </a:gs>
                <a:gs pos="100000">
                  <a:srgbClr val="000501">
                    <a:alpha val="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7" name="Splat 597"/>
            <p:cNvSpPr>
              <a:spLocks noGrp="1"/>
            </p:cNvSpPr>
            <p:nvPr/>
          </p:nvSpPr>
          <p:spPr>
            <a:xfrm rot="10033588">
              <a:off x="-57861" y="996201"/>
              <a:ext cx="566412" cy="498203"/>
            </a:xfrm>
            <a:prstGeom prst="ellipse">
              <a:avLst/>
            </a:prstGeom>
            <a:gradFill>
              <a:gsLst>
                <a:gs pos="0">
                  <a:srgbClr val="000703">
                    <a:alpha val="1976"/>
                  </a:srgbClr>
                </a:gs>
                <a:gs pos="14286">
                  <a:srgbClr val="000703">
                    <a:alpha val="1818"/>
                  </a:srgbClr>
                </a:gs>
                <a:gs pos="28571">
                  <a:srgbClr val="000703">
                    <a:alpha val="1414"/>
                  </a:srgbClr>
                </a:gs>
                <a:gs pos="42857">
                  <a:srgbClr val="000703">
                    <a:alpha val="930"/>
                  </a:srgbClr>
                </a:gs>
                <a:gs pos="57143">
                  <a:srgbClr val="000703">
                    <a:alpha val="516"/>
                  </a:srgbClr>
                </a:gs>
                <a:gs pos="71429">
                  <a:srgbClr val="000703">
                    <a:alpha val="242"/>
                  </a:srgbClr>
                </a:gs>
                <a:gs pos="85714">
                  <a:srgbClr val="000703">
                    <a:alpha val="96"/>
                  </a:srgbClr>
                </a:gs>
                <a:gs pos="100000">
                  <a:srgbClr val="000703">
                    <a:alpha val="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8" name="Splat 598"/>
            <p:cNvSpPr>
              <a:spLocks noGrp="1"/>
            </p:cNvSpPr>
            <p:nvPr/>
          </p:nvSpPr>
          <p:spPr>
            <a:xfrm rot="-10795253">
              <a:off x="1705323" y="27764"/>
              <a:ext cx="520609" cy="519716"/>
            </a:xfrm>
            <a:prstGeom prst="ellipse">
              <a:avLst/>
            </a:prstGeom>
            <a:gradFill>
              <a:gsLst>
                <a:gs pos="0">
                  <a:srgbClr val="535353">
                    <a:alpha val="2834"/>
                  </a:srgbClr>
                </a:gs>
                <a:gs pos="14286">
                  <a:srgbClr val="535353">
                    <a:alpha val="2608"/>
                  </a:srgbClr>
                </a:gs>
                <a:gs pos="28571">
                  <a:srgbClr val="535353">
                    <a:alpha val="2031"/>
                  </a:srgbClr>
                </a:gs>
                <a:gs pos="42857">
                  <a:srgbClr val="535353">
                    <a:alpha val="1337"/>
                  </a:srgbClr>
                </a:gs>
                <a:gs pos="57143">
                  <a:srgbClr val="535353">
                    <a:alpha val="743"/>
                  </a:srgbClr>
                </a:gs>
                <a:gs pos="71429">
                  <a:srgbClr val="535353">
                    <a:alpha val="348"/>
                  </a:srgbClr>
                </a:gs>
                <a:gs pos="85714">
                  <a:srgbClr val="535353">
                    <a:alpha val="138"/>
                  </a:srgbClr>
                </a:gs>
                <a:gs pos="100000">
                  <a:srgbClr val="535353">
                    <a:alpha val="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9" name="Splat 599"/>
            <p:cNvSpPr>
              <a:spLocks noGrp="1"/>
            </p:cNvSpPr>
            <p:nvPr/>
          </p:nvSpPr>
          <p:spPr>
            <a:xfrm rot="6001874">
              <a:off x="799925" y="971548"/>
              <a:ext cx="544458" cy="534833"/>
            </a:xfrm>
            <a:prstGeom prst="ellipse">
              <a:avLst/>
            </a:prstGeom>
            <a:gradFill>
              <a:gsLst>
                <a:gs pos="0">
                  <a:srgbClr val="565452">
                    <a:alpha val="2563"/>
                  </a:srgbClr>
                </a:gs>
                <a:gs pos="14286">
                  <a:srgbClr val="565452">
                    <a:alpha val="2358"/>
                  </a:srgbClr>
                </a:gs>
                <a:gs pos="28571">
                  <a:srgbClr val="565452">
                    <a:alpha val="1836"/>
                  </a:srgbClr>
                </a:gs>
                <a:gs pos="42857">
                  <a:srgbClr val="565452">
                    <a:alpha val="1208"/>
                  </a:srgbClr>
                </a:gs>
                <a:gs pos="57143">
                  <a:srgbClr val="565452">
                    <a:alpha val="671"/>
                  </a:srgbClr>
                </a:gs>
                <a:gs pos="71429">
                  <a:srgbClr val="565452">
                    <a:alpha val="315"/>
                  </a:srgbClr>
                </a:gs>
                <a:gs pos="85714">
                  <a:srgbClr val="565452">
                    <a:alpha val="125"/>
                  </a:srgbClr>
                </a:gs>
                <a:gs pos="100000">
                  <a:srgbClr val="565452">
                    <a:alpha val="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0" name="Splat 600"/>
            <p:cNvSpPr>
              <a:spLocks noGrp="1"/>
            </p:cNvSpPr>
            <p:nvPr/>
          </p:nvSpPr>
          <p:spPr>
            <a:xfrm rot="10723163">
              <a:off x="2526154" y="2837494"/>
              <a:ext cx="494550" cy="493067"/>
            </a:xfrm>
            <a:prstGeom prst="ellipse">
              <a:avLst/>
            </a:prstGeom>
            <a:gradFill>
              <a:gsLst>
                <a:gs pos="0">
                  <a:srgbClr val="565656">
                    <a:alpha val="2273"/>
                  </a:srgbClr>
                </a:gs>
                <a:gs pos="14286">
                  <a:srgbClr val="565656">
                    <a:alpha val="2091"/>
                  </a:srgbClr>
                </a:gs>
                <a:gs pos="28571">
                  <a:srgbClr val="565656">
                    <a:alpha val="1627"/>
                  </a:srgbClr>
                </a:gs>
                <a:gs pos="42857">
                  <a:srgbClr val="565656">
                    <a:alpha val="1070"/>
                  </a:srgbClr>
                </a:gs>
                <a:gs pos="57143">
                  <a:srgbClr val="565656">
                    <a:alpha val="594"/>
                  </a:srgbClr>
                </a:gs>
                <a:gs pos="71429">
                  <a:srgbClr val="565656">
                    <a:alpha val="279"/>
                  </a:srgbClr>
                </a:gs>
                <a:gs pos="85714">
                  <a:srgbClr val="565656">
                    <a:alpha val="110"/>
                  </a:srgbClr>
                </a:gs>
                <a:gs pos="100000">
                  <a:srgbClr val="565656">
                    <a:alpha val="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1" name="Splat 601"/>
            <p:cNvSpPr>
              <a:spLocks noGrp="1"/>
            </p:cNvSpPr>
            <p:nvPr/>
          </p:nvSpPr>
          <p:spPr>
            <a:xfrm rot="-10795005">
              <a:off x="826103" y="2591473"/>
              <a:ext cx="542128" cy="539331"/>
            </a:xfrm>
            <a:prstGeom prst="ellipse">
              <a:avLst/>
            </a:prstGeom>
            <a:gradFill>
              <a:gsLst>
                <a:gs pos="0">
                  <a:srgbClr val="3C3F40">
                    <a:alpha val="1353"/>
                  </a:srgbClr>
                </a:gs>
                <a:gs pos="14286">
                  <a:srgbClr val="3C3F40">
                    <a:alpha val="1244"/>
                  </a:srgbClr>
                </a:gs>
                <a:gs pos="28571">
                  <a:srgbClr val="3C3F40">
                    <a:alpha val="967"/>
                  </a:srgbClr>
                </a:gs>
                <a:gs pos="42857">
                  <a:srgbClr val="3C3F40">
                    <a:alpha val="636"/>
                  </a:srgbClr>
                </a:gs>
                <a:gs pos="57143">
                  <a:srgbClr val="3C3F40">
                    <a:alpha val="353"/>
                  </a:srgbClr>
                </a:gs>
                <a:gs pos="71429">
                  <a:srgbClr val="3C3F40">
                    <a:alpha val="165"/>
                  </a:srgbClr>
                </a:gs>
                <a:gs pos="85714">
                  <a:srgbClr val="3C3F40">
                    <a:alpha val="65"/>
                  </a:srgbClr>
                </a:gs>
                <a:gs pos="100000">
                  <a:srgbClr val="3C3F40">
                    <a:alpha val="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2" name="Splat 602"/>
            <p:cNvSpPr>
              <a:spLocks noGrp="1"/>
            </p:cNvSpPr>
            <p:nvPr/>
          </p:nvSpPr>
          <p:spPr>
            <a:xfrm rot="6315422">
              <a:off x="1045026" y="793220"/>
              <a:ext cx="516845" cy="504216"/>
            </a:xfrm>
            <a:prstGeom prst="ellipse">
              <a:avLst/>
            </a:prstGeom>
            <a:gradFill>
              <a:gsLst>
                <a:gs pos="0">
                  <a:srgbClr val="555554">
                    <a:alpha val="4654"/>
                  </a:srgbClr>
                </a:gs>
                <a:gs pos="14286">
                  <a:srgbClr val="555554">
                    <a:alpha val="4286"/>
                  </a:srgbClr>
                </a:gs>
                <a:gs pos="28571">
                  <a:srgbClr val="555554">
                    <a:alpha val="3344"/>
                  </a:srgbClr>
                </a:gs>
                <a:gs pos="42857">
                  <a:srgbClr val="555554">
                    <a:alpha val="2206"/>
                  </a:srgbClr>
                </a:gs>
                <a:gs pos="57143">
                  <a:srgbClr val="555554">
                    <a:alpha val="1229"/>
                  </a:srgbClr>
                </a:gs>
                <a:gs pos="71429">
                  <a:srgbClr val="555554">
                    <a:alpha val="577"/>
                  </a:srgbClr>
                </a:gs>
                <a:gs pos="85714">
                  <a:srgbClr val="555554">
                    <a:alpha val="229"/>
                  </a:srgbClr>
                </a:gs>
                <a:gs pos="100000">
                  <a:srgbClr val="555554">
                    <a:alpha val="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3" name="Splat 603"/>
            <p:cNvSpPr>
              <a:spLocks noGrp="1"/>
            </p:cNvSpPr>
            <p:nvPr/>
          </p:nvSpPr>
          <p:spPr>
            <a:xfrm rot="5428924">
              <a:off x="1679549" y="785415"/>
              <a:ext cx="520099" cy="517838"/>
            </a:xfrm>
            <a:prstGeom prst="ellipse">
              <a:avLst/>
            </a:prstGeom>
            <a:gradFill>
              <a:gsLst>
                <a:gs pos="0">
                  <a:srgbClr val="505050">
                    <a:alpha val="1957"/>
                  </a:srgbClr>
                </a:gs>
                <a:gs pos="14286">
                  <a:srgbClr val="505050">
                    <a:alpha val="1800"/>
                  </a:srgbClr>
                </a:gs>
                <a:gs pos="28571">
                  <a:srgbClr val="505050">
                    <a:alpha val="1400"/>
                  </a:srgbClr>
                </a:gs>
                <a:gs pos="42857">
                  <a:srgbClr val="505050">
                    <a:alpha val="921"/>
                  </a:srgbClr>
                </a:gs>
                <a:gs pos="57143">
                  <a:srgbClr val="505050">
                    <a:alpha val="511"/>
                  </a:srgbClr>
                </a:gs>
                <a:gs pos="71429">
                  <a:srgbClr val="505050">
                    <a:alpha val="240"/>
                  </a:srgbClr>
                </a:gs>
                <a:gs pos="85714">
                  <a:srgbClr val="505050">
                    <a:alpha val="95"/>
                  </a:srgbClr>
                </a:gs>
                <a:gs pos="100000">
                  <a:srgbClr val="505050">
                    <a:alpha val="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4" name="Splat 604"/>
            <p:cNvSpPr>
              <a:spLocks noGrp="1"/>
            </p:cNvSpPr>
            <p:nvPr/>
          </p:nvSpPr>
          <p:spPr>
            <a:xfrm rot="-8238237">
              <a:off x="1788495" y="2039966"/>
              <a:ext cx="320625" cy="121018"/>
            </a:xfrm>
            <a:prstGeom prst="ellipse">
              <a:avLst/>
            </a:prstGeom>
            <a:gradFill>
              <a:gsLst>
                <a:gs pos="0">
                  <a:srgbClr val="030004">
                    <a:alpha val="30166"/>
                  </a:srgbClr>
                </a:gs>
                <a:gs pos="14286">
                  <a:srgbClr val="030004">
                    <a:alpha val="28108"/>
                  </a:srgbClr>
                </a:gs>
                <a:gs pos="28571">
                  <a:srgbClr val="030004">
                    <a:alpha val="22604"/>
                  </a:srgbClr>
                </a:gs>
                <a:gs pos="42857">
                  <a:srgbClr val="030004">
                    <a:alpha val="15470"/>
                  </a:srgbClr>
                </a:gs>
                <a:gs pos="57143">
                  <a:srgbClr val="030004">
                    <a:alpha val="8892"/>
                  </a:srgbClr>
                </a:gs>
                <a:gs pos="71429">
                  <a:srgbClr val="030004">
                    <a:alpha val="4266"/>
                  </a:srgbClr>
                </a:gs>
                <a:gs pos="85714">
                  <a:srgbClr val="030004">
                    <a:alpha val="1709"/>
                  </a:srgbClr>
                </a:gs>
                <a:gs pos="100000">
                  <a:srgbClr val="030004">
                    <a:alpha val="5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5" name="Splat 605"/>
            <p:cNvSpPr>
              <a:spLocks noGrp="1"/>
            </p:cNvSpPr>
            <p:nvPr/>
          </p:nvSpPr>
          <p:spPr>
            <a:xfrm rot="10772494">
              <a:off x="720675" y="1523967"/>
              <a:ext cx="521233" cy="507753"/>
            </a:xfrm>
            <a:prstGeom prst="ellipse">
              <a:avLst/>
            </a:prstGeom>
            <a:gradFill>
              <a:gsLst>
                <a:gs pos="0">
                  <a:srgbClr val="555453">
                    <a:alpha val="1491"/>
                  </a:srgbClr>
                </a:gs>
                <a:gs pos="14286">
                  <a:srgbClr val="555453">
                    <a:alpha val="1372"/>
                  </a:srgbClr>
                </a:gs>
                <a:gs pos="28571">
                  <a:srgbClr val="555453">
                    <a:alpha val="1067"/>
                  </a:srgbClr>
                </a:gs>
                <a:gs pos="42857">
                  <a:srgbClr val="555453">
                    <a:alpha val="701"/>
                  </a:srgbClr>
                </a:gs>
                <a:gs pos="57143">
                  <a:srgbClr val="555453">
                    <a:alpha val="389"/>
                  </a:srgbClr>
                </a:gs>
                <a:gs pos="71429">
                  <a:srgbClr val="555453">
                    <a:alpha val="182"/>
                  </a:srgbClr>
                </a:gs>
                <a:gs pos="85714">
                  <a:srgbClr val="555453">
                    <a:alpha val="72"/>
                  </a:srgbClr>
                </a:gs>
                <a:gs pos="100000">
                  <a:srgbClr val="555453">
                    <a:alpha val="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6" name="Splat 606"/>
            <p:cNvSpPr>
              <a:spLocks noGrp="1"/>
            </p:cNvSpPr>
            <p:nvPr/>
          </p:nvSpPr>
          <p:spPr>
            <a:xfrm rot="7428799">
              <a:off x="2613757" y="1835644"/>
              <a:ext cx="352022" cy="282367"/>
            </a:xfrm>
            <a:prstGeom prst="ellipse">
              <a:avLst/>
            </a:prstGeom>
            <a:gradFill>
              <a:gsLst>
                <a:gs pos="0">
                  <a:srgbClr val="010001">
                    <a:alpha val="32968"/>
                  </a:srgbClr>
                </a:gs>
                <a:gs pos="14286">
                  <a:srgbClr val="010001">
                    <a:alpha val="30764"/>
                  </a:srgbClr>
                </a:gs>
                <a:gs pos="28571">
                  <a:srgbClr val="010001">
                    <a:alpha val="24833"/>
                  </a:srgbClr>
                </a:gs>
                <a:gs pos="42857">
                  <a:srgbClr val="010001">
                    <a:alpha val="17075"/>
                  </a:srgbClr>
                </a:gs>
                <a:gs pos="57143">
                  <a:srgbClr val="010001">
                    <a:alpha val="9855"/>
                  </a:srgbClr>
                </a:gs>
                <a:gs pos="71429">
                  <a:srgbClr val="010001">
                    <a:alpha val="4740"/>
                  </a:srgbClr>
                </a:gs>
                <a:gs pos="85714">
                  <a:srgbClr val="010001">
                    <a:alpha val="1902"/>
                  </a:srgbClr>
                </a:gs>
                <a:gs pos="100000">
                  <a:srgbClr val="01000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7" name="Splat 607"/>
            <p:cNvSpPr>
              <a:spLocks noGrp="1"/>
            </p:cNvSpPr>
            <p:nvPr/>
          </p:nvSpPr>
          <p:spPr>
            <a:xfrm rot="5330939">
              <a:off x="204606" y="2970395"/>
              <a:ext cx="538277" cy="535347"/>
            </a:xfrm>
            <a:prstGeom prst="ellipse">
              <a:avLst/>
            </a:prstGeom>
            <a:gradFill>
              <a:gsLst>
                <a:gs pos="0">
                  <a:srgbClr val="5A5855">
                    <a:alpha val="2372"/>
                  </a:srgbClr>
                </a:gs>
                <a:gs pos="14286">
                  <a:srgbClr val="5A5855">
                    <a:alpha val="2182"/>
                  </a:srgbClr>
                </a:gs>
                <a:gs pos="28571">
                  <a:srgbClr val="5A5855">
                    <a:alpha val="1699"/>
                  </a:srgbClr>
                </a:gs>
                <a:gs pos="42857">
                  <a:srgbClr val="5A5855">
                    <a:alpha val="1118"/>
                  </a:srgbClr>
                </a:gs>
                <a:gs pos="57143">
                  <a:srgbClr val="5A5855">
                    <a:alpha val="621"/>
                  </a:srgbClr>
                </a:gs>
                <a:gs pos="71429">
                  <a:srgbClr val="5A5855">
                    <a:alpha val="291"/>
                  </a:srgbClr>
                </a:gs>
                <a:gs pos="85714">
                  <a:srgbClr val="5A5855">
                    <a:alpha val="115"/>
                  </a:srgbClr>
                </a:gs>
                <a:gs pos="100000">
                  <a:srgbClr val="5A5855">
                    <a:alpha val="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8" name="Splat 608"/>
            <p:cNvSpPr>
              <a:spLocks noGrp="1"/>
            </p:cNvSpPr>
            <p:nvPr/>
          </p:nvSpPr>
          <p:spPr>
            <a:xfrm rot="-10786392">
              <a:off x="490193" y="1722713"/>
              <a:ext cx="536713" cy="531819"/>
            </a:xfrm>
            <a:prstGeom prst="ellipse">
              <a:avLst/>
            </a:prstGeom>
            <a:gradFill>
              <a:gsLst>
                <a:gs pos="0">
                  <a:srgbClr val="4F4E4E">
                    <a:alpha val="1193"/>
                  </a:srgbClr>
                </a:gs>
                <a:gs pos="14286">
                  <a:srgbClr val="4F4E4E">
                    <a:alpha val="1097"/>
                  </a:srgbClr>
                </a:gs>
                <a:gs pos="28571">
                  <a:srgbClr val="4F4E4E">
                    <a:alpha val="853"/>
                  </a:srgbClr>
                </a:gs>
                <a:gs pos="42857">
                  <a:srgbClr val="4F4E4E">
                    <a:alpha val="560"/>
                  </a:srgbClr>
                </a:gs>
                <a:gs pos="57143">
                  <a:srgbClr val="4F4E4E">
                    <a:alpha val="311"/>
                  </a:srgbClr>
                </a:gs>
                <a:gs pos="71429">
                  <a:srgbClr val="4F4E4E">
                    <a:alpha val="146"/>
                  </a:srgbClr>
                </a:gs>
                <a:gs pos="85714">
                  <a:srgbClr val="4F4E4E">
                    <a:alpha val="58"/>
                  </a:srgbClr>
                </a:gs>
                <a:gs pos="100000">
                  <a:srgbClr val="4F4E4E">
                    <a:alpha val="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9" name="Splat 609"/>
            <p:cNvSpPr>
              <a:spLocks noGrp="1"/>
            </p:cNvSpPr>
            <p:nvPr/>
          </p:nvSpPr>
          <p:spPr>
            <a:xfrm rot="8509493">
              <a:off x="2736024" y="81013"/>
              <a:ext cx="492021" cy="445549"/>
            </a:xfrm>
            <a:prstGeom prst="ellipse">
              <a:avLst/>
            </a:prstGeom>
            <a:gradFill>
              <a:gsLst>
                <a:gs pos="0">
                  <a:srgbClr val="696969">
                    <a:alpha val="5117"/>
                  </a:srgbClr>
                </a:gs>
                <a:gs pos="14286">
                  <a:srgbClr val="696969">
                    <a:alpha val="4713"/>
                  </a:srgbClr>
                </a:gs>
                <a:gs pos="28571">
                  <a:srgbClr val="696969">
                    <a:alpha val="3679"/>
                  </a:srgbClr>
                </a:gs>
                <a:gs pos="42857">
                  <a:srgbClr val="696969">
                    <a:alpha val="2429"/>
                  </a:srgbClr>
                </a:gs>
                <a:gs pos="57143">
                  <a:srgbClr val="696969">
                    <a:alpha val="1353"/>
                  </a:srgbClr>
                </a:gs>
                <a:gs pos="71429">
                  <a:srgbClr val="696969">
                    <a:alpha val="636"/>
                  </a:srgbClr>
                </a:gs>
                <a:gs pos="85714">
                  <a:srgbClr val="696969">
                    <a:alpha val="252"/>
                  </a:srgbClr>
                </a:gs>
                <a:gs pos="100000">
                  <a:srgbClr val="696969">
                    <a:alpha val="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0" name="Splat 610"/>
            <p:cNvSpPr>
              <a:spLocks noGrp="1"/>
            </p:cNvSpPr>
            <p:nvPr/>
          </p:nvSpPr>
          <p:spPr>
            <a:xfrm rot="-10748680">
              <a:off x="141087" y="-266048"/>
              <a:ext cx="535742" cy="533174"/>
            </a:xfrm>
            <a:prstGeom prst="ellipse">
              <a:avLst/>
            </a:prstGeom>
            <a:gradFill>
              <a:gsLst>
                <a:gs pos="0">
                  <a:srgbClr val="61605D">
                    <a:alpha val="4175"/>
                  </a:srgbClr>
                </a:gs>
                <a:gs pos="14286">
                  <a:srgbClr val="61605D">
                    <a:alpha val="3843"/>
                  </a:srgbClr>
                </a:gs>
                <a:gs pos="28571">
                  <a:srgbClr val="61605D">
                    <a:alpha val="2997"/>
                  </a:srgbClr>
                </a:gs>
                <a:gs pos="42857">
                  <a:srgbClr val="61605D">
                    <a:alpha val="1976"/>
                  </a:srgbClr>
                </a:gs>
                <a:gs pos="57143">
                  <a:srgbClr val="61605D">
                    <a:alpha val="1100"/>
                  </a:srgbClr>
                </a:gs>
                <a:gs pos="71429">
                  <a:srgbClr val="61605D">
                    <a:alpha val="516"/>
                  </a:srgbClr>
                </a:gs>
                <a:gs pos="85714">
                  <a:srgbClr val="61605D">
                    <a:alpha val="205"/>
                  </a:srgbClr>
                </a:gs>
                <a:gs pos="100000">
                  <a:srgbClr val="61605D">
                    <a:alpha val="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1" name="Splat 611"/>
            <p:cNvSpPr>
              <a:spLocks noGrp="1"/>
            </p:cNvSpPr>
            <p:nvPr/>
          </p:nvSpPr>
          <p:spPr>
            <a:xfrm rot="-10525296">
              <a:off x="1932312" y="444854"/>
              <a:ext cx="546543" cy="537509"/>
            </a:xfrm>
            <a:prstGeom prst="ellipse">
              <a:avLst/>
            </a:prstGeom>
            <a:gradFill>
              <a:gsLst>
                <a:gs pos="0">
                  <a:srgbClr val="514F4E">
                    <a:alpha val="1901"/>
                  </a:srgbClr>
                </a:gs>
                <a:gs pos="14286">
                  <a:srgbClr val="514F4E">
                    <a:alpha val="1749"/>
                  </a:srgbClr>
                </a:gs>
                <a:gs pos="28571">
                  <a:srgbClr val="514F4E">
                    <a:alpha val="1360"/>
                  </a:srgbClr>
                </a:gs>
                <a:gs pos="42857">
                  <a:srgbClr val="514F4E">
                    <a:alpha val="894"/>
                  </a:srgbClr>
                </a:gs>
                <a:gs pos="57143">
                  <a:srgbClr val="514F4E">
                    <a:alpha val="497"/>
                  </a:srgbClr>
                </a:gs>
                <a:gs pos="71429">
                  <a:srgbClr val="514F4E">
                    <a:alpha val="233"/>
                  </a:srgbClr>
                </a:gs>
                <a:gs pos="85714">
                  <a:srgbClr val="514F4E">
                    <a:alpha val="92"/>
                  </a:srgbClr>
                </a:gs>
                <a:gs pos="100000">
                  <a:srgbClr val="514F4E">
                    <a:alpha val="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2" name="Splat 612"/>
            <p:cNvSpPr>
              <a:spLocks noGrp="1"/>
            </p:cNvSpPr>
            <p:nvPr/>
          </p:nvSpPr>
          <p:spPr>
            <a:xfrm rot="4186496">
              <a:off x="82192" y="1039214"/>
              <a:ext cx="558693" cy="531376"/>
            </a:xfrm>
            <a:prstGeom prst="ellipse">
              <a:avLst/>
            </a:prstGeom>
            <a:gradFill>
              <a:gsLst>
                <a:gs pos="0">
                  <a:srgbClr val="000600">
                    <a:alpha val="11068"/>
                  </a:srgbClr>
                </a:gs>
                <a:gs pos="14286">
                  <a:srgbClr val="000600">
                    <a:alpha val="10220"/>
                  </a:srgbClr>
                </a:gs>
                <a:gs pos="28571">
                  <a:srgbClr val="000600">
                    <a:alpha val="8030"/>
                  </a:srgbClr>
                </a:gs>
                <a:gs pos="42857">
                  <a:srgbClr val="000600">
                    <a:alpha val="5343"/>
                  </a:srgbClr>
                </a:gs>
                <a:gs pos="57143">
                  <a:srgbClr val="000600">
                    <a:alpha val="2997"/>
                  </a:srgbClr>
                </a:gs>
                <a:gs pos="71429">
                  <a:srgbClr val="000600">
                    <a:alpha val="1414"/>
                  </a:srgbClr>
                </a:gs>
                <a:gs pos="85714">
                  <a:srgbClr val="000600">
                    <a:alpha val="562"/>
                  </a:srgbClr>
                </a:gs>
                <a:gs pos="100000">
                  <a:srgbClr val="000600">
                    <a:alpha val="1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3" name="Splat 613"/>
            <p:cNvSpPr>
              <a:spLocks noGrp="1"/>
            </p:cNvSpPr>
            <p:nvPr/>
          </p:nvSpPr>
          <p:spPr>
            <a:xfrm rot="-10270603">
              <a:off x="2773146" y="1472689"/>
              <a:ext cx="519785" cy="514121"/>
            </a:xfrm>
            <a:prstGeom prst="ellipse">
              <a:avLst/>
            </a:prstGeom>
            <a:gradFill>
              <a:gsLst>
                <a:gs pos="0">
                  <a:srgbClr val="030006">
                    <a:alpha val="9379"/>
                  </a:srgbClr>
                </a:gs>
                <a:gs pos="14286">
                  <a:srgbClr val="030006">
                    <a:alpha val="8654"/>
                  </a:srgbClr>
                </a:gs>
                <a:gs pos="28571">
                  <a:srgbClr val="030006">
                    <a:alpha val="6787"/>
                  </a:srgbClr>
                </a:gs>
                <a:gs pos="42857">
                  <a:srgbClr val="030006">
                    <a:alpha val="4505"/>
                  </a:srgbClr>
                </a:gs>
                <a:gs pos="57143">
                  <a:srgbClr val="030006">
                    <a:alpha val="2522"/>
                  </a:srgbClr>
                </a:gs>
                <a:gs pos="71429">
                  <a:srgbClr val="030006">
                    <a:alpha val="1189"/>
                  </a:srgbClr>
                </a:gs>
                <a:gs pos="85714">
                  <a:srgbClr val="030006">
                    <a:alpha val="472"/>
                  </a:srgbClr>
                </a:gs>
                <a:gs pos="100000">
                  <a:srgbClr val="030006">
                    <a:alpha val="1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4" name="Splat 614"/>
            <p:cNvSpPr>
              <a:spLocks noGrp="1"/>
            </p:cNvSpPr>
            <p:nvPr/>
          </p:nvSpPr>
          <p:spPr>
            <a:xfrm rot="10598856">
              <a:off x="852592" y="2660199"/>
              <a:ext cx="544879" cy="536355"/>
            </a:xfrm>
            <a:prstGeom prst="ellipse">
              <a:avLst/>
            </a:prstGeom>
            <a:gradFill>
              <a:gsLst>
                <a:gs pos="0">
                  <a:srgbClr val="4A4946">
                    <a:alpha val="1651"/>
                  </a:srgbClr>
                </a:gs>
                <a:gs pos="14286">
                  <a:srgbClr val="4A4946">
                    <a:alpha val="1518"/>
                  </a:srgbClr>
                </a:gs>
                <a:gs pos="28571">
                  <a:srgbClr val="4A4946">
                    <a:alpha val="1181"/>
                  </a:srgbClr>
                </a:gs>
                <a:gs pos="42857">
                  <a:srgbClr val="4A4946">
                    <a:alpha val="776"/>
                  </a:srgbClr>
                </a:gs>
                <a:gs pos="57143">
                  <a:srgbClr val="4A4946">
                    <a:alpha val="431"/>
                  </a:srgbClr>
                </a:gs>
                <a:gs pos="71429">
                  <a:srgbClr val="4A4946">
                    <a:alpha val="202"/>
                  </a:srgbClr>
                </a:gs>
                <a:gs pos="85714">
                  <a:srgbClr val="4A4946">
                    <a:alpha val="80"/>
                  </a:srgbClr>
                </a:gs>
                <a:gs pos="100000">
                  <a:srgbClr val="4A4946">
                    <a:alpha val="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5" name="Splat 615"/>
            <p:cNvSpPr>
              <a:spLocks noGrp="1"/>
            </p:cNvSpPr>
            <p:nvPr/>
          </p:nvSpPr>
          <p:spPr>
            <a:xfrm rot="-9987322">
              <a:off x="51942" y="1034818"/>
              <a:ext cx="557176" cy="548760"/>
            </a:xfrm>
            <a:prstGeom prst="ellipse">
              <a:avLst/>
            </a:prstGeom>
            <a:gradFill>
              <a:gsLst>
                <a:gs pos="0">
                  <a:srgbClr val="000500">
                    <a:alpha val="3091"/>
                  </a:srgbClr>
                </a:gs>
                <a:gs pos="14286">
                  <a:srgbClr val="000500">
                    <a:alpha val="2844"/>
                  </a:srgbClr>
                </a:gs>
                <a:gs pos="28571">
                  <a:srgbClr val="000500">
                    <a:alpha val="2215"/>
                  </a:srgbClr>
                </a:gs>
                <a:gs pos="42857">
                  <a:srgbClr val="000500">
                    <a:alpha val="1459"/>
                  </a:srgbClr>
                </a:gs>
                <a:gs pos="57143">
                  <a:srgbClr val="000500">
                    <a:alpha val="811"/>
                  </a:srgbClr>
                </a:gs>
                <a:gs pos="71429">
                  <a:srgbClr val="000500">
                    <a:alpha val="380"/>
                  </a:srgbClr>
                </a:gs>
                <a:gs pos="85714">
                  <a:srgbClr val="000500">
                    <a:alpha val="151"/>
                  </a:srgbClr>
                </a:gs>
                <a:gs pos="100000">
                  <a:srgbClr val="000500">
                    <a:alpha val="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6" name="Splat 616"/>
            <p:cNvSpPr>
              <a:spLocks noGrp="1"/>
            </p:cNvSpPr>
            <p:nvPr/>
          </p:nvSpPr>
          <p:spPr>
            <a:xfrm rot="-10794966">
              <a:off x="17372" y="1118898"/>
              <a:ext cx="566044" cy="406677"/>
            </a:xfrm>
            <a:prstGeom prst="ellipse">
              <a:avLst/>
            </a:prstGeom>
            <a:gradFill>
              <a:gsLst>
                <a:gs pos="0">
                  <a:srgbClr val="5D5E5D">
                    <a:alpha val="3931"/>
                  </a:srgbClr>
                </a:gs>
                <a:gs pos="14286">
                  <a:srgbClr val="5D5E5D">
                    <a:alpha val="3619"/>
                  </a:srgbClr>
                </a:gs>
                <a:gs pos="28571">
                  <a:srgbClr val="5D5E5D">
                    <a:alpha val="2821"/>
                  </a:srgbClr>
                </a:gs>
                <a:gs pos="42857">
                  <a:srgbClr val="5D5E5D">
                    <a:alpha val="1860"/>
                  </a:srgbClr>
                </a:gs>
                <a:gs pos="57143">
                  <a:srgbClr val="5D5E5D">
                    <a:alpha val="1035"/>
                  </a:srgbClr>
                </a:gs>
                <a:gs pos="71429">
                  <a:srgbClr val="5D5E5D">
                    <a:alpha val="486"/>
                  </a:srgbClr>
                </a:gs>
                <a:gs pos="85714">
                  <a:srgbClr val="5D5E5D">
                    <a:alpha val="192"/>
                  </a:srgbClr>
                </a:gs>
                <a:gs pos="100000">
                  <a:srgbClr val="5D5E5D">
                    <a:alpha val="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7" name="Splat 617"/>
            <p:cNvSpPr>
              <a:spLocks noGrp="1"/>
            </p:cNvSpPr>
            <p:nvPr/>
          </p:nvSpPr>
          <p:spPr>
            <a:xfrm rot="5388941">
              <a:off x="816095" y="2603799"/>
              <a:ext cx="540017" cy="539992"/>
            </a:xfrm>
            <a:prstGeom prst="ellipse">
              <a:avLst/>
            </a:prstGeom>
            <a:gradFill>
              <a:gsLst>
                <a:gs pos="0">
                  <a:srgbClr val="454242">
                    <a:alpha val="2924"/>
                  </a:srgbClr>
                </a:gs>
                <a:gs pos="14286">
                  <a:srgbClr val="454242">
                    <a:alpha val="2691"/>
                  </a:srgbClr>
                </a:gs>
                <a:gs pos="28571">
                  <a:srgbClr val="454242">
                    <a:alpha val="2096"/>
                  </a:srgbClr>
                </a:gs>
                <a:gs pos="42857">
                  <a:srgbClr val="454242">
                    <a:alpha val="1380"/>
                  </a:srgbClr>
                </a:gs>
                <a:gs pos="57143">
                  <a:srgbClr val="454242">
                    <a:alpha val="767"/>
                  </a:srgbClr>
                </a:gs>
                <a:gs pos="71429">
                  <a:srgbClr val="454242">
                    <a:alpha val="360"/>
                  </a:srgbClr>
                </a:gs>
                <a:gs pos="85714">
                  <a:srgbClr val="454242">
                    <a:alpha val="142"/>
                  </a:srgbClr>
                </a:gs>
                <a:gs pos="100000">
                  <a:srgbClr val="454242">
                    <a:alpha val="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8" name="Splat 618"/>
            <p:cNvSpPr>
              <a:spLocks noGrp="1"/>
            </p:cNvSpPr>
            <p:nvPr/>
          </p:nvSpPr>
          <p:spPr>
            <a:xfrm rot="-10694401">
              <a:off x="525489" y="3347009"/>
              <a:ext cx="552017" cy="546141"/>
            </a:xfrm>
            <a:prstGeom prst="ellipse">
              <a:avLst/>
            </a:prstGeom>
            <a:gradFill>
              <a:gsLst>
                <a:gs pos="0">
                  <a:srgbClr val="535151">
                    <a:alpha val="3681"/>
                  </a:srgbClr>
                </a:gs>
                <a:gs pos="14286">
                  <a:srgbClr val="535151">
                    <a:alpha val="3389"/>
                  </a:srgbClr>
                </a:gs>
                <a:gs pos="28571">
                  <a:srgbClr val="535151">
                    <a:alpha val="2641"/>
                  </a:srgbClr>
                </a:gs>
                <a:gs pos="42857">
                  <a:srgbClr val="535151">
                    <a:alpha val="1740"/>
                  </a:srgbClr>
                </a:gs>
                <a:gs pos="57143">
                  <a:srgbClr val="535151">
                    <a:alpha val="968"/>
                  </a:srgbClr>
                </a:gs>
                <a:gs pos="71429">
                  <a:srgbClr val="535151">
                    <a:alpha val="454"/>
                  </a:srgbClr>
                </a:gs>
                <a:gs pos="85714">
                  <a:srgbClr val="535151">
                    <a:alpha val="180"/>
                  </a:srgbClr>
                </a:gs>
                <a:gs pos="100000">
                  <a:srgbClr val="535151">
                    <a:alpha val="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9" name="Splat 619"/>
            <p:cNvSpPr>
              <a:spLocks noGrp="1"/>
            </p:cNvSpPr>
            <p:nvPr/>
          </p:nvSpPr>
          <p:spPr>
            <a:xfrm rot="8011033">
              <a:off x="378022" y="-240670"/>
              <a:ext cx="524696" cy="493521"/>
            </a:xfrm>
            <a:prstGeom prst="ellipse">
              <a:avLst/>
            </a:prstGeom>
            <a:gradFill>
              <a:gsLst>
                <a:gs pos="0">
                  <a:srgbClr val="000500">
                    <a:alpha val="12289"/>
                  </a:srgbClr>
                </a:gs>
                <a:gs pos="14286">
                  <a:srgbClr val="000500">
                    <a:alpha val="11354"/>
                  </a:srgbClr>
                </a:gs>
                <a:gs pos="28571">
                  <a:srgbClr val="000500">
                    <a:alpha val="8933"/>
                  </a:srgbClr>
                </a:gs>
                <a:gs pos="42857">
                  <a:srgbClr val="000500">
                    <a:alpha val="5953"/>
                  </a:srgbClr>
                </a:gs>
                <a:gs pos="57143">
                  <a:srgbClr val="000500">
                    <a:alpha val="3344"/>
                  </a:srgbClr>
                </a:gs>
                <a:gs pos="71429">
                  <a:srgbClr val="000500">
                    <a:alpha val="1579"/>
                  </a:srgbClr>
                </a:gs>
                <a:gs pos="85714">
                  <a:srgbClr val="000500">
                    <a:alpha val="628"/>
                  </a:srgbClr>
                </a:gs>
                <a:gs pos="100000">
                  <a:srgbClr val="000500">
                    <a:alpha val="2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0" name="Splat 620"/>
            <p:cNvSpPr>
              <a:spLocks noGrp="1"/>
            </p:cNvSpPr>
            <p:nvPr/>
          </p:nvSpPr>
          <p:spPr>
            <a:xfrm rot="9919678">
              <a:off x="2230467" y="1931125"/>
              <a:ext cx="340443" cy="90898"/>
            </a:xfrm>
            <a:prstGeom prst="ellipse">
              <a:avLst/>
            </a:prstGeom>
            <a:gradFill>
              <a:gsLst>
                <a:gs pos="0">
                  <a:srgbClr val="B5B5B5">
                    <a:alpha val="27514"/>
                  </a:srgbClr>
                </a:gs>
                <a:gs pos="14286">
                  <a:srgbClr val="B5B5B5">
                    <a:alpha val="25603"/>
                  </a:srgbClr>
                </a:gs>
                <a:gs pos="28571">
                  <a:srgbClr val="B5B5B5">
                    <a:alpha val="20518"/>
                  </a:srgbClr>
                </a:gs>
                <a:gs pos="42857">
                  <a:srgbClr val="B5B5B5">
                    <a:alpha val="13983"/>
                  </a:srgbClr>
                </a:gs>
                <a:gs pos="57143">
                  <a:srgbClr val="B5B5B5">
                    <a:alpha val="8007"/>
                  </a:srgbClr>
                </a:gs>
                <a:gs pos="71429">
                  <a:srgbClr val="B5B5B5">
                    <a:alpha val="3831"/>
                  </a:srgbClr>
                </a:gs>
                <a:gs pos="85714">
                  <a:srgbClr val="B5B5B5">
                    <a:alpha val="1533"/>
                  </a:srgbClr>
                </a:gs>
                <a:gs pos="100000">
                  <a:srgbClr val="B5B5B5">
                    <a:alpha val="5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1" name="Splat 621"/>
            <p:cNvSpPr>
              <a:spLocks noGrp="1"/>
            </p:cNvSpPr>
            <p:nvPr/>
          </p:nvSpPr>
          <p:spPr>
            <a:xfrm rot="10434871">
              <a:off x="2066653" y="564204"/>
              <a:ext cx="534647" cy="530209"/>
            </a:xfrm>
            <a:prstGeom prst="ellipse">
              <a:avLst/>
            </a:prstGeom>
            <a:gradFill>
              <a:gsLst>
                <a:gs pos="0">
                  <a:srgbClr val="2C2E30">
                    <a:alpha val="3089"/>
                  </a:srgbClr>
                </a:gs>
                <a:gs pos="14286">
                  <a:srgbClr val="2C2E30">
                    <a:alpha val="2843"/>
                  </a:srgbClr>
                </a:gs>
                <a:gs pos="28571">
                  <a:srgbClr val="2C2E30">
                    <a:alpha val="2214"/>
                  </a:srgbClr>
                </a:gs>
                <a:gs pos="42857">
                  <a:srgbClr val="2C2E30">
                    <a:alpha val="1458"/>
                  </a:srgbClr>
                </a:gs>
                <a:gs pos="57143">
                  <a:srgbClr val="2C2E30">
                    <a:alpha val="811"/>
                  </a:srgbClr>
                </a:gs>
                <a:gs pos="71429">
                  <a:srgbClr val="2C2E30">
                    <a:alpha val="380"/>
                  </a:srgbClr>
                </a:gs>
                <a:gs pos="85714">
                  <a:srgbClr val="2C2E30">
                    <a:alpha val="151"/>
                  </a:srgbClr>
                </a:gs>
                <a:gs pos="100000">
                  <a:srgbClr val="2C2E30">
                    <a:alpha val="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2" name="Splat 622"/>
            <p:cNvSpPr>
              <a:spLocks noGrp="1"/>
            </p:cNvSpPr>
            <p:nvPr/>
          </p:nvSpPr>
          <p:spPr>
            <a:xfrm rot="5627688">
              <a:off x="768013" y="2799376"/>
              <a:ext cx="555935" cy="476058"/>
            </a:xfrm>
            <a:prstGeom prst="ellipse">
              <a:avLst/>
            </a:prstGeom>
            <a:gradFill>
              <a:gsLst>
                <a:gs pos="0">
                  <a:srgbClr val="6F6F6F">
                    <a:alpha val="2478"/>
                  </a:srgbClr>
                </a:gs>
                <a:gs pos="14286">
                  <a:srgbClr val="6F6F6F">
                    <a:alpha val="2280"/>
                  </a:srgbClr>
                </a:gs>
                <a:gs pos="28571">
                  <a:srgbClr val="6F6F6F">
                    <a:alpha val="1775"/>
                  </a:srgbClr>
                </a:gs>
                <a:gs pos="42857">
                  <a:srgbClr val="6F6F6F">
                    <a:alpha val="1168"/>
                  </a:srgbClr>
                </a:gs>
                <a:gs pos="57143">
                  <a:srgbClr val="6F6F6F">
                    <a:alpha val="649"/>
                  </a:srgbClr>
                </a:gs>
                <a:gs pos="71429">
                  <a:srgbClr val="6F6F6F">
                    <a:alpha val="304"/>
                  </a:srgbClr>
                </a:gs>
                <a:gs pos="85714">
                  <a:srgbClr val="6F6F6F">
                    <a:alpha val="120"/>
                  </a:srgbClr>
                </a:gs>
                <a:gs pos="100000">
                  <a:srgbClr val="6F6F6F">
                    <a:alpha val="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3" name="Splat 623"/>
            <p:cNvSpPr>
              <a:spLocks noGrp="1"/>
            </p:cNvSpPr>
            <p:nvPr/>
          </p:nvSpPr>
          <p:spPr>
            <a:xfrm rot="10647118">
              <a:off x="573146" y="-218170"/>
              <a:ext cx="498928" cy="493623"/>
            </a:xfrm>
            <a:prstGeom prst="ellipse">
              <a:avLst/>
            </a:prstGeom>
            <a:gradFill>
              <a:gsLst>
                <a:gs pos="0">
                  <a:srgbClr val="7A7B7B">
                    <a:alpha val="5332"/>
                  </a:srgbClr>
                </a:gs>
                <a:gs pos="14286">
                  <a:srgbClr val="7A7B7B">
                    <a:alpha val="4911"/>
                  </a:srgbClr>
                </a:gs>
                <a:gs pos="28571">
                  <a:srgbClr val="7A7B7B">
                    <a:alpha val="3835"/>
                  </a:srgbClr>
                </a:gs>
                <a:gs pos="42857">
                  <a:srgbClr val="7A7B7B">
                    <a:alpha val="2532"/>
                  </a:srgbClr>
                </a:gs>
                <a:gs pos="57143">
                  <a:srgbClr val="7A7B7B">
                    <a:alpha val="1411"/>
                  </a:srgbClr>
                </a:gs>
                <a:gs pos="71429">
                  <a:srgbClr val="7A7B7B">
                    <a:alpha val="663"/>
                  </a:srgbClr>
                </a:gs>
                <a:gs pos="85714">
                  <a:srgbClr val="7A7B7B">
                    <a:alpha val="263"/>
                  </a:srgbClr>
                </a:gs>
                <a:gs pos="100000">
                  <a:srgbClr val="7A7B7B">
                    <a:alpha val="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4" name="Splat 624"/>
            <p:cNvSpPr>
              <a:spLocks noGrp="1"/>
            </p:cNvSpPr>
            <p:nvPr/>
          </p:nvSpPr>
          <p:spPr>
            <a:xfrm rot="4906560">
              <a:off x="-308880" y="1011201"/>
              <a:ext cx="621419" cy="555174"/>
            </a:xfrm>
            <a:prstGeom prst="ellipse">
              <a:avLst/>
            </a:prstGeom>
            <a:gradFill>
              <a:gsLst>
                <a:gs pos="0">
                  <a:srgbClr val="000500">
                    <a:alpha val="2699"/>
                  </a:srgbClr>
                </a:gs>
                <a:gs pos="14286">
                  <a:srgbClr val="000500">
                    <a:alpha val="2484"/>
                  </a:srgbClr>
                </a:gs>
                <a:gs pos="28571">
                  <a:srgbClr val="000500">
                    <a:alpha val="1934"/>
                  </a:srgbClr>
                </a:gs>
                <a:gs pos="42857">
                  <a:srgbClr val="000500">
                    <a:alpha val="1273"/>
                  </a:srgbClr>
                </a:gs>
                <a:gs pos="57143">
                  <a:srgbClr val="000500">
                    <a:alpha val="707"/>
                  </a:srgbClr>
                </a:gs>
                <a:gs pos="71429">
                  <a:srgbClr val="000500">
                    <a:alpha val="332"/>
                  </a:srgbClr>
                </a:gs>
                <a:gs pos="85714">
                  <a:srgbClr val="000500">
                    <a:alpha val="131"/>
                  </a:srgbClr>
                </a:gs>
                <a:gs pos="100000">
                  <a:srgbClr val="000500">
                    <a:alpha val="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5" name="Splat 625"/>
            <p:cNvSpPr>
              <a:spLocks noGrp="1"/>
            </p:cNvSpPr>
            <p:nvPr/>
          </p:nvSpPr>
          <p:spPr>
            <a:xfrm rot="7055543">
              <a:off x="-274748" y="113421"/>
              <a:ext cx="549496" cy="436856"/>
            </a:xfrm>
            <a:prstGeom prst="ellipse">
              <a:avLst/>
            </a:prstGeom>
            <a:gradFill>
              <a:gsLst>
                <a:gs pos="0">
                  <a:srgbClr val="7B7A7A">
                    <a:alpha val="2901"/>
                  </a:srgbClr>
                </a:gs>
                <a:gs pos="14286">
                  <a:srgbClr val="7B7A7A">
                    <a:alpha val="2670"/>
                  </a:srgbClr>
                </a:gs>
                <a:gs pos="28571">
                  <a:srgbClr val="7B7A7A">
                    <a:alpha val="2079"/>
                  </a:srgbClr>
                </a:gs>
                <a:gs pos="42857">
                  <a:srgbClr val="7B7A7A">
                    <a:alpha val="1369"/>
                  </a:srgbClr>
                </a:gs>
                <a:gs pos="57143">
                  <a:srgbClr val="7B7A7A">
                    <a:alpha val="761"/>
                  </a:srgbClr>
                </a:gs>
                <a:gs pos="71429">
                  <a:srgbClr val="7B7A7A">
                    <a:alpha val="357"/>
                  </a:srgbClr>
                </a:gs>
                <a:gs pos="85714">
                  <a:srgbClr val="7B7A7A">
                    <a:alpha val="141"/>
                  </a:srgbClr>
                </a:gs>
                <a:gs pos="100000">
                  <a:srgbClr val="7B7A7A">
                    <a:alpha val="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6" name="Splat 626"/>
            <p:cNvSpPr>
              <a:spLocks noGrp="1"/>
            </p:cNvSpPr>
            <p:nvPr/>
          </p:nvSpPr>
          <p:spPr>
            <a:xfrm rot="5405414">
              <a:off x="1648726" y="22421"/>
              <a:ext cx="534224" cy="526551"/>
            </a:xfrm>
            <a:prstGeom prst="ellipse">
              <a:avLst/>
            </a:prstGeom>
            <a:gradFill>
              <a:gsLst>
                <a:gs pos="0">
                  <a:srgbClr val="3E4142">
                    <a:alpha val="2272"/>
                  </a:srgbClr>
                </a:gs>
                <a:gs pos="14286">
                  <a:srgbClr val="3E4142">
                    <a:alpha val="2091"/>
                  </a:srgbClr>
                </a:gs>
                <a:gs pos="28571">
                  <a:srgbClr val="3E4142">
                    <a:alpha val="1627"/>
                  </a:srgbClr>
                </a:gs>
                <a:gs pos="42857">
                  <a:srgbClr val="3E4142">
                    <a:alpha val="1070"/>
                  </a:srgbClr>
                </a:gs>
                <a:gs pos="57143">
                  <a:srgbClr val="3E4142">
                    <a:alpha val="594"/>
                  </a:srgbClr>
                </a:gs>
                <a:gs pos="71429">
                  <a:srgbClr val="3E4142">
                    <a:alpha val="279"/>
                  </a:srgbClr>
                </a:gs>
                <a:gs pos="85714">
                  <a:srgbClr val="3E4142">
                    <a:alpha val="110"/>
                  </a:srgbClr>
                </a:gs>
                <a:gs pos="100000">
                  <a:srgbClr val="3E4142">
                    <a:alpha val="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7" name="Splat 627"/>
            <p:cNvSpPr>
              <a:spLocks noGrp="1"/>
            </p:cNvSpPr>
            <p:nvPr/>
          </p:nvSpPr>
          <p:spPr>
            <a:xfrm rot="10758614">
              <a:off x="1613245" y="176996"/>
              <a:ext cx="534941" cy="531802"/>
            </a:xfrm>
            <a:prstGeom prst="ellipse">
              <a:avLst/>
            </a:prstGeom>
            <a:gradFill>
              <a:gsLst>
                <a:gs pos="0">
                  <a:srgbClr val="3D3C3C">
                    <a:alpha val="1857"/>
                  </a:srgbClr>
                </a:gs>
                <a:gs pos="14286">
                  <a:srgbClr val="3D3C3C">
                    <a:alpha val="1708"/>
                  </a:srgbClr>
                </a:gs>
                <a:gs pos="28571">
                  <a:srgbClr val="3D3C3C">
                    <a:alpha val="1329"/>
                  </a:srgbClr>
                </a:gs>
                <a:gs pos="42857">
                  <a:srgbClr val="3D3C3C">
                    <a:alpha val="874"/>
                  </a:srgbClr>
                </a:gs>
                <a:gs pos="57143">
                  <a:srgbClr val="3D3C3C">
                    <a:alpha val="485"/>
                  </a:srgbClr>
                </a:gs>
                <a:gs pos="71429">
                  <a:srgbClr val="3D3C3C">
                    <a:alpha val="227"/>
                  </a:srgbClr>
                </a:gs>
                <a:gs pos="85714">
                  <a:srgbClr val="3D3C3C">
                    <a:alpha val="90"/>
                  </a:srgbClr>
                </a:gs>
                <a:gs pos="100000">
                  <a:srgbClr val="3D3C3C">
                    <a:alpha val="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8" name="Splat 628"/>
            <p:cNvSpPr>
              <a:spLocks noGrp="1"/>
            </p:cNvSpPr>
            <p:nvPr/>
          </p:nvSpPr>
          <p:spPr>
            <a:xfrm rot="5396909">
              <a:off x="1194598" y="3338219"/>
              <a:ext cx="533553" cy="532787"/>
            </a:xfrm>
            <a:prstGeom prst="ellipse">
              <a:avLst/>
            </a:prstGeom>
            <a:gradFill>
              <a:gsLst>
                <a:gs pos="0">
                  <a:srgbClr val="3F4142">
                    <a:alpha val="2126"/>
                  </a:srgbClr>
                </a:gs>
                <a:gs pos="14286">
                  <a:srgbClr val="3F4142">
                    <a:alpha val="1956"/>
                  </a:srgbClr>
                </a:gs>
                <a:gs pos="28571">
                  <a:srgbClr val="3F4142">
                    <a:alpha val="1522"/>
                  </a:srgbClr>
                </a:gs>
                <a:gs pos="42857">
                  <a:srgbClr val="3F4142">
                    <a:alpha val="1001"/>
                  </a:srgbClr>
                </a:gs>
                <a:gs pos="57143">
                  <a:srgbClr val="3F4142">
                    <a:alpha val="556"/>
                  </a:srgbClr>
                </a:gs>
                <a:gs pos="71429">
                  <a:srgbClr val="3F4142">
                    <a:alpha val="261"/>
                  </a:srgbClr>
                </a:gs>
                <a:gs pos="85714">
                  <a:srgbClr val="3F4142">
                    <a:alpha val="103"/>
                  </a:srgbClr>
                </a:gs>
                <a:gs pos="100000">
                  <a:srgbClr val="3F4142">
                    <a:alpha val="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9" name="Splat 629"/>
            <p:cNvSpPr>
              <a:spLocks noGrp="1"/>
            </p:cNvSpPr>
            <p:nvPr/>
          </p:nvSpPr>
          <p:spPr>
            <a:xfrm rot="5397997">
              <a:off x="654646" y="3349694"/>
              <a:ext cx="509946" cy="509446"/>
            </a:xfrm>
            <a:prstGeom prst="ellipse">
              <a:avLst/>
            </a:prstGeom>
            <a:gradFill>
              <a:gsLst>
                <a:gs pos="0">
                  <a:srgbClr val="484645">
                    <a:alpha val="1734"/>
                  </a:srgbClr>
                </a:gs>
                <a:gs pos="14286">
                  <a:srgbClr val="484645">
                    <a:alpha val="1595"/>
                  </a:srgbClr>
                </a:gs>
                <a:gs pos="28571">
                  <a:srgbClr val="484645">
                    <a:alpha val="1241"/>
                  </a:srgbClr>
                </a:gs>
                <a:gs pos="42857">
                  <a:srgbClr val="484645">
                    <a:alpha val="816"/>
                  </a:srgbClr>
                </a:gs>
                <a:gs pos="57143">
                  <a:srgbClr val="484645">
                    <a:alpha val="453"/>
                  </a:srgbClr>
                </a:gs>
                <a:gs pos="71429">
                  <a:srgbClr val="484645">
                    <a:alpha val="212"/>
                  </a:srgbClr>
                </a:gs>
                <a:gs pos="85714">
                  <a:srgbClr val="484645">
                    <a:alpha val="84"/>
                  </a:srgbClr>
                </a:gs>
                <a:gs pos="100000">
                  <a:srgbClr val="484645">
                    <a:alpha val="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0" name="Splat 630"/>
            <p:cNvSpPr>
              <a:spLocks noGrp="1"/>
            </p:cNvSpPr>
            <p:nvPr/>
          </p:nvSpPr>
          <p:spPr>
            <a:xfrm rot="-10708157">
              <a:off x="175903" y="2986542"/>
              <a:ext cx="535425" cy="533742"/>
            </a:xfrm>
            <a:prstGeom prst="ellipse">
              <a:avLst/>
            </a:prstGeom>
            <a:gradFill>
              <a:gsLst>
                <a:gs pos="0">
                  <a:srgbClr val="555453">
                    <a:alpha val="1470"/>
                  </a:srgbClr>
                </a:gs>
                <a:gs pos="14286">
                  <a:srgbClr val="555453">
                    <a:alpha val="1352"/>
                  </a:srgbClr>
                </a:gs>
                <a:gs pos="28571">
                  <a:srgbClr val="555453">
                    <a:alpha val="1051"/>
                  </a:srgbClr>
                </a:gs>
                <a:gs pos="42857">
                  <a:srgbClr val="555453">
                    <a:alpha val="691"/>
                  </a:srgbClr>
                </a:gs>
                <a:gs pos="57143">
                  <a:srgbClr val="555453">
                    <a:alpha val="383"/>
                  </a:srgbClr>
                </a:gs>
                <a:gs pos="71429">
                  <a:srgbClr val="555453">
                    <a:alpha val="180"/>
                  </a:srgbClr>
                </a:gs>
                <a:gs pos="85714">
                  <a:srgbClr val="555453">
                    <a:alpha val="71"/>
                  </a:srgbClr>
                </a:gs>
                <a:gs pos="100000">
                  <a:srgbClr val="555453">
                    <a:alpha val="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1" name="Splat 631"/>
            <p:cNvSpPr>
              <a:spLocks noGrp="1"/>
            </p:cNvSpPr>
            <p:nvPr/>
          </p:nvSpPr>
          <p:spPr>
            <a:xfrm rot="-9527487">
              <a:off x="-105156" y="1045406"/>
              <a:ext cx="554109" cy="496890"/>
            </a:xfrm>
            <a:prstGeom prst="ellipse">
              <a:avLst/>
            </a:prstGeom>
            <a:gradFill>
              <a:gsLst>
                <a:gs pos="0">
                  <a:srgbClr val="585959">
                    <a:alpha val="2256"/>
                  </a:srgbClr>
                </a:gs>
                <a:gs pos="14286">
                  <a:srgbClr val="585959">
                    <a:alpha val="2076"/>
                  </a:srgbClr>
                </a:gs>
                <a:gs pos="28571">
                  <a:srgbClr val="585959">
                    <a:alpha val="1615"/>
                  </a:srgbClr>
                </a:gs>
                <a:gs pos="42857">
                  <a:srgbClr val="585959">
                    <a:alpha val="1063"/>
                  </a:srgbClr>
                </a:gs>
                <a:gs pos="57143">
                  <a:srgbClr val="585959">
                    <a:alpha val="590"/>
                  </a:srgbClr>
                </a:gs>
                <a:gs pos="71429">
                  <a:srgbClr val="585959">
                    <a:alpha val="277"/>
                  </a:srgbClr>
                </a:gs>
                <a:gs pos="85714">
                  <a:srgbClr val="585959">
                    <a:alpha val="109"/>
                  </a:srgbClr>
                </a:gs>
                <a:gs pos="100000">
                  <a:srgbClr val="585959">
                    <a:alpha val="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2" name="Splat 632"/>
            <p:cNvSpPr>
              <a:spLocks noGrp="1"/>
            </p:cNvSpPr>
            <p:nvPr/>
          </p:nvSpPr>
          <p:spPr>
            <a:xfrm rot="5447444">
              <a:off x="165982" y="2760264"/>
              <a:ext cx="521856" cy="516031"/>
            </a:xfrm>
            <a:prstGeom prst="ellipse">
              <a:avLst/>
            </a:prstGeom>
            <a:gradFill>
              <a:gsLst>
                <a:gs pos="0">
                  <a:srgbClr val="393A3B">
                    <a:alpha val="1395"/>
                  </a:srgbClr>
                </a:gs>
                <a:gs pos="14286">
                  <a:srgbClr val="393A3B">
                    <a:alpha val="1282"/>
                  </a:srgbClr>
                </a:gs>
                <a:gs pos="28571">
                  <a:srgbClr val="393A3B">
                    <a:alpha val="997"/>
                  </a:srgbClr>
                </a:gs>
                <a:gs pos="42857">
                  <a:srgbClr val="393A3B">
                    <a:alpha val="655"/>
                  </a:srgbClr>
                </a:gs>
                <a:gs pos="57143">
                  <a:srgbClr val="393A3B">
                    <a:alpha val="364"/>
                  </a:srgbClr>
                </a:gs>
                <a:gs pos="71429">
                  <a:srgbClr val="393A3B">
                    <a:alpha val="170"/>
                  </a:srgbClr>
                </a:gs>
                <a:gs pos="85714">
                  <a:srgbClr val="393A3B">
                    <a:alpha val="67"/>
                  </a:srgbClr>
                </a:gs>
                <a:gs pos="100000">
                  <a:srgbClr val="393A3B">
                    <a:alpha val="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3" name="Splat 633"/>
            <p:cNvSpPr>
              <a:spLocks noGrp="1"/>
            </p:cNvSpPr>
            <p:nvPr/>
          </p:nvSpPr>
          <p:spPr>
            <a:xfrm rot="-10738452">
              <a:off x="1093196" y="1162041"/>
              <a:ext cx="521032" cy="520062"/>
            </a:xfrm>
            <a:prstGeom prst="ellipse">
              <a:avLst/>
            </a:prstGeom>
            <a:gradFill>
              <a:gsLst>
                <a:gs pos="0">
                  <a:srgbClr val="4E4D4E">
                    <a:alpha val="2806"/>
                  </a:srgbClr>
                </a:gs>
                <a:gs pos="14286">
                  <a:srgbClr val="4E4D4E">
                    <a:alpha val="2582"/>
                  </a:srgbClr>
                </a:gs>
                <a:gs pos="28571">
                  <a:srgbClr val="4E4D4E">
                    <a:alpha val="2010"/>
                  </a:srgbClr>
                </a:gs>
                <a:gs pos="42857">
                  <a:srgbClr val="4E4D4E">
                    <a:alpha val="1323"/>
                  </a:srgbClr>
                </a:gs>
                <a:gs pos="57143">
                  <a:srgbClr val="4E4D4E">
                    <a:alpha val="735"/>
                  </a:srgbClr>
                </a:gs>
                <a:gs pos="71429">
                  <a:srgbClr val="4E4D4E">
                    <a:alpha val="345"/>
                  </a:srgbClr>
                </a:gs>
                <a:gs pos="85714">
                  <a:srgbClr val="4E4D4E">
                    <a:alpha val="137"/>
                  </a:srgbClr>
                </a:gs>
                <a:gs pos="100000">
                  <a:srgbClr val="4E4D4E">
                    <a:alpha val="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4" name="Splat 634"/>
            <p:cNvSpPr>
              <a:spLocks noGrp="1"/>
            </p:cNvSpPr>
            <p:nvPr/>
          </p:nvSpPr>
          <p:spPr>
            <a:xfrm rot="6652202">
              <a:off x="1043095" y="1909358"/>
              <a:ext cx="499253" cy="354567"/>
            </a:xfrm>
            <a:prstGeom prst="ellipse">
              <a:avLst/>
            </a:prstGeom>
            <a:gradFill>
              <a:gsLst>
                <a:gs pos="0">
                  <a:srgbClr val="3C3C3C">
                    <a:alpha val="22493"/>
                  </a:srgbClr>
                </a:gs>
                <a:gs pos="14286">
                  <a:srgbClr val="3C3C3C">
                    <a:alpha val="20879"/>
                  </a:srgbClr>
                </a:gs>
                <a:gs pos="28571">
                  <a:srgbClr val="3C3C3C">
                    <a:alpha val="16626"/>
                  </a:srgbClr>
                </a:gs>
                <a:gs pos="42857">
                  <a:srgbClr val="3C3C3C">
                    <a:alpha val="11243"/>
                  </a:srgbClr>
                </a:gs>
                <a:gs pos="57143">
                  <a:srgbClr val="3C3C3C">
                    <a:alpha val="6395"/>
                  </a:srgbClr>
                </a:gs>
                <a:gs pos="71429">
                  <a:srgbClr val="3C3C3C">
                    <a:alpha val="3046"/>
                  </a:srgbClr>
                </a:gs>
                <a:gs pos="85714">
                  <a:srgbClr val="3C3C3C">
                    <a:alpha val="1216"/>
                  </a:srgbClr>
                </a:gs>
                <a:gs pos="100000">
                  <a:srgbClr val="3C3C3C">
                    <a:alpha val="4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5" name="Splat 635"/>
            <p:cNvSpPr>
              <a:spLocks noGrp="1"/>
            </p:cNvSpPr>
            <p:nvPr/>
          </p:nvSpPr>
          <p:spPr>
            <a:xfrm rot="5221451">
              <a:off x="37451" y="2990408"/>
              <a:ext cx="493311" cy="490668"/>
            </a:xfrm>
            <a:prstGeom prst="ellipse">
              <a:avLst/>
            </a:prstGeom>
            <a:gradFill>
              <a:gsLst>
                <a:gs pos="0">
                  <a:srgbClr val="262F33">
                    <a:alpha val="4492"/>
                  </a:srgbClr>
                </a:gs>
                <a:gs pos="14286">
                  <a:srgbClr val="262F33">
                    <a:alpha val="4136"/>
                  </a:srgbClr>
                </a:gs>
                <a:gs pos="28571">
                  <a:srgbClr val="262F33">
                    <a:alpha val="3226"/>
                  </a:srgbClr>
                </a:gs>
                <a:gs pos="42857">
                  <a:srgbClr val="262F33">
                    <a:alpha val="2128"/>
                  </a:srgbClr>
                </a:gs>
                <a:gs pos="57143">
                  <a:srgbClr val="262F33">
                    <a:alpha val="1185"/>
                  </a:srgbClr>
                </a:gs>
                <a:gs pos="71429">
                  <a:srgbClr val="262F33">
                    <a:alpha val="556"/>
                  </a:srgbClr>
                </a:gs>
                <a:gs pos="85714">
                  <a:srgbClr val="262F33">
                    <a:alpha val="220"/>
                  </a:srgbClr>
                </a:gs>
                <a:gs pos="100000">
                  <a:srgbClr val="262F33">
                    <a:alpha val="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6" name="Splat 636"/>
            <p:cNvSpPr>
              <a:spLocks noGrp="1"/>
            </p:cNvSpPr>
            <p:nvPr/>
          </p:nvSpPr>
          <p:spPr>
            <a:xfrm rot="5403666">
              <a:off x="1103478" y="-115666"/>
              <a:ext cx="515974" cy="515687"/>
            </a:xfrm>
            <a:prstGeom prst="ellipse">
              <a:avLst/>
            </a:prstGeom>
            <a:gradFill>
              <a:gsLst>
                <a:gs pos="0">
                  <a:srgbClr val="444344">
                    <a:alpha val="2122"/>
                  </a:srgbClr>
                </a:gs>
                <a:gs pos="14286">
                  <a:srgbClr val="444344">
                    <a:alpha val="1952"/>
                  </a:srgbClr>
                </a:gs>
                <a:gs pos="28571">
                  <a:srgbClr val="444344">
                    <a:alpha val="1519"/>
                  </a:srgbClr>
                </a:gs>
                <a:gs pos="42857">
                  <a:srgbClr val="444344">
                    <a:alpha val="999"/>
                  </a:srgbClr>
                </a:gs>
                <a:gs pos="57143">
                  <a:srgbClr val="444344">
                    <a:alpha val="555"/>
                  </a:srgbClr>
                </a:gs>
                <a:gs pos="71429">
                  <a:srgbClr val="444344">
                    <a:alpha val="260"/>
                  </a:srgbClr>
                </a:gs>
                <a:gs pos="85714">
                  <a:srgbClr val="444344">
                    <a:alpha val="103"/>
                  </a:srgbClr>
                </a:gs>
                <a:gs pos="100000">
                  <a:srgbClr val="444344">
                    <a:alpha val="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7" name="Splat 637"/>
            <p:cNvSpPr>
              <a:spLocks noGrp="1"/>
            </p:cNvSpPr>
            <p:nvPr/>
          </p:nvSpPr>
          <p:spPr>
            <a:xfrm rot="6523549">
              <a:off x="927873" y="2220951"/>
              <a:ext cx="337668" cy="319401"/>
            </a:xfrm>
            <a:prstGeom prst="ellipse">
              <a:avLst/>
            </a:prstGeom>
            <a:gradFill>
              <a:gsLst>
                <a:gs pos="0">
                  <a:srgbClr val="000002">
                    <a:alpha val="19073"/>
                  </a:srgbClr>
                </a:gs>
                <a:gs pos="14286">
                  <a:srgbClr val="000002">
                    <a:alpha val="17676"/>
                  </a:srgbClr>
                </a:gs>
                <a:gs pos="28571">
                  <a:srgbClr val="000002">
                    <a:alpha val="14017"/>
                  </a:srgbClr>
                </a:gs>
                <a:gs pos="42857">
                  <a:srgbClr val="000002">
                    <a:alpha val="9431"/>
                  </a:srgbClr>
                </a:gs>
                <a:gs pos="57143">
                  <a:srgbClr val="000002">
                    <a:alpha val="5341"/>
                  </a:srgbClr>
                </a:gs>
                <a:gs pos="71429">
                  <a:srgbClr val="000002">
                    <a:alpha val="2537"/>
                  </a:srgbClr>
                </a:gs>
                <a:gs pos="85714">
                  <a:srgbClr val="000002">
                    <a:alpha val="1011"/>
                  </a:srgbClr>
                </a:gs>
                <a:gs pos="100000">
                  <a:srgbClr val="000002">
                    <a:alpha val="3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8" name="Splat 638"/>
            <p:cNvSpPr>
              <a:spLocks noGrp="1"/>
            </p:cNvSpPr>
            <p:nvPr/>
          </p:nvSpPr>
          <p:spPr>
            <a:xfrm rot="5563276">
              <a:off x="2598560" y="1906246"/>
              <a:ext cx="393913" cy="284551"/>
            </a:xfrm>
            <a:prstGeom prst="ellipse">
              <a:avLst/>
            </a:prstGeom>
            <a:gradFill>
              <a:gsLst>
                <a:gs pos="0">
                  <a:srgbClr val="030000">
                    <a:alpha val="16386"/>
                  </a:srgbClr>
                </a:gs>
                <a:gs pos="14286">
                  <a:srgbClr val="030000">
                    <a:alpha val="15167"/>
                  </a:srgbClr>
                </a:gs>
                <a:gs pos="28571">
                  <a:srgbClr val="030000">
                    <a:alpha val="11989"/>
                  </a:srgbClr>
                </a:gs>
                <a:gs pos="42857">
                  <a:srgbClr val="030000">
                    <a:alpha val="8036"/>
                  </a:srgbClr>
                </a:gs>
                <a:gs pos="57143">
                  <a:srgbClr val="030000">
                    <a:alpha val="4536"/>
                  </a:srgbClr>
                </a:gs>
                <a:gs pos="71429">
                  <a:srgbClr val="030000">
                    <a:alpha val="2149"/>
                  </a:srgbClr>
                </a:gs>
                <a:gs pos="85714">
                  <a:srgbClr val="030000">
                    <a:alpha val="855"/>
                  </a:srgbClr>
                </a:gs>
                <a:gs pos="100000">
                  <a:srgbClr val="030000">
                    <a:alpha val="2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9" name="Splat 639"/>
            <p:cNvSpPr>
              <a:spLocks noGrp="1"/>
            </p:cNvSpPr>
            <p:nvPr/>
          </p:nvSpPr>
          <p:spPr>
            <a:xfrm rot="10130000">
              <a:off x="2222658" y="-253270"/>
              <a:ext cx="550785" cy="506541"/>
            </a:xfrm>
            <a:prstGeom prst="ellipse">
              <a:avLst/>
            </a:prstGeom>
            <a:gradFill>
              <a:gsLst>
                <a:gs pos="0">
                  <a:srgbClr val="5C5A5A">
                    <a:alpha val="5471"/>
                  </a:srgbClr>
                </a:gs>
                <a:gs pos="14286">
                  <a:srgbClr val="5C5A5A">
                    <a:alpha val="5040"/>
                  </a:srgbClr>
                </a:gs>
                <a:gs pos="28571">
                  <a:srgbClr val="5C5A5A">
                    <a:alpha val="3936"/>
                  </a:srgbClr>
                </a:gs>
                <a:gs pos="42857">
                  <a:srgbClr val="5C5A5A">
                    <a:alpha val="2599"/>
                  </a:srgbClr>
                </a:gs>
                <a:gs pos="57143">
                  <a:srgbClr val="5C5A5A">
                    <a:alpha val="1449"/>
                  </a:srgbClr>
                </a:gs>
                <a:gs pos="71429">
                  <a:srgbClr val="5C5A5A">
                    <a:alpha val="681"/>
                  </a:srgbClr>
                </a:gs>
                <a:gs pos="85714">
                  <a:srgbClr val="5C5A5A">
                    <a:alpha val="270"/>
                  </a:srgbClr>
                </a:gs>
                <a:gs pos="100000">
                  <a:srgbClr val="5C5A5A">
                    <a:alpha val="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0" name="Splat 640"/>
            <p:cNvSpPr>
              <a:spLocks noGrp="1"/>
            </p:cNvSpPr>
            <p:nvPr/>
          </p:nvSpPr>
          <p:spPr>
            <a:xfrm rot="5459679">
              <a:off x="18992" y="-224421"/>
              <a:ext cx="531279" cy="523200"/>
            </a:xfrm>
            <a:prstGeom prst="ellipse">
              <a:avLst/>
            </a:prstGeom>
            <a:gradFill>
              <a:gsLst>
                <a:gs pos="0">
                  <a:srgbClr val="484848">
                    <a:alpha val="1260"/>
                  </a:srgbClr>
                </a:gs>
                <a:gs pos="14286">
                  <a:srgbClr val="484848">
                    <a:alpha val="1159"/>
                  </a:srgbClr>
                </a:gs>
                <a:gs pos="28571">
                  <a:srgbClr val="484848">
                    <a:alpha val="901"/>
                  </a:srgbClr>
                </a:gs>
                <a:gs pos="42857">
                  <a:srgbClr val="484848">
                    <a:alpha val="592"/>
                  </a:srgbClr>
                </a:gs>
                <a:gs pos="57143">
                  <a:srgbClr val="484848">
                    <a:alpha val="328"/>
                  </a:srgbClr>
                </a:gs>
                <a:gs pos="71429">
                  <a:srgbClr val="484848">
                    <a:alpha val="154"/>
                  </a:srgbClr>
                </a:gs>
                <a:gs pos="85714">
                  <a:srgbClr val="484848">
                    <a:alpha val="61"/>
                  </a:srgbClr>
                </a:gs>
                <a:gs pos="100000">
                  <a:srgbClr val="484848">
                    <a:alpha val="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1" name="Splat 641"/>
            <p:cNvSpPr>
              <a:spLocks noGrp="1"/>
            </p:cNvSpPr>
            <p:nvPr/>
          </p:nvSpPr>
          <p:spPr>
            <a:xfrm rot="5020582">
              <a:off x="-130662" y="2440458"/>
              <a:ext cx="499658" cy="494809"/>
            </a:xfrm>
            <a:prstGeom prst="ellipse">
              <a:avLst/>
            </a:prstGeom>
            <a:gradFill>
              <a:gsLst>
                <a:gs pos="0">
                  <a:srgbClr val="545454">
                    <a:alpha val="2754"/>
                  </a:srgbClr>
                </a:gs>
                <a:gs pos="14286">
                  <a:srgbClr val="545454">
                    <a:alpha val="2535"/>
                  </a:srgbClr>
                </a:gs>
                <a:gs pos="28571">
                  <a:srgbClr val="545454">
                    <a:alpha val="1974"/>
                  </a:srgbClr>
                </a:gs>
                <a:gs pos="42857">
                  <a:srgbClr val="545454">
                    <a:alpha val="1299"/>
                  </a:srgbClr>
                </a:gs>
                <a:gs pos="57143">
                  <a:srgbClr val="545454">
                    <a:alpha val="722"/>
                  </a:srgbClr>
                </a:gs>
                <a:gs pos="71429">
                  <a:srgbClr val="545454">
                    <a:alpha val="339"/>
                  </a:srgbClr>
                </a:gs>
                <a:gs pos="85714">
                  <a:srgbClr val="545454">
                    <a:alpha val="134"/>
                  </a:srgbClr>
                </a:gs>
                <a:gs pos="100000">
                  <a:srgbClr val="545454">
                    <a:alpha val="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2" name="Splat 642"/>
            <p:cNvSpPr>
              <a:spLocks noGrp="1"/>
            </p:cNvSpPr>
            <p:nvPr/>
          </p:nvSpPr>
          <p:spPr>
            <a:xfrm rot="5961702">
              <a:off x="-103194" y="1202859"/>
              <a:ext cx="530847" cy="481285"/>
            </a:xfrm>
            <a:prstGeom prst="ellipse">
              <a:avLst/>
            </a:prstGeom>
            <a:gradFill>
              <a:gsLst>
                <a:gs pos="0">
                  <a:srgbClr val="000600">
                    <a:alpha val="5606"/>
                  </a:srgbClr>
                </a:gs>
                <a:gs pos="14286">
                  <a:srgbClr val="000600">
                    <a:alpha val="5165"/>
                  </a:srgbClr>
                </a:gs>
                <a:gs pos="28571">
                  <a:srgbClr val="000600">
                    <a:alpha val="4034"/>
                  </a:srgbClr>
                </a:gs>
                <a:gs pos="42857">
                  <a:srgbClr val="000600">
                    <a:alpha val="2665"/>
                  </a:srgbClr>
                </a:gs>
                <a:gs pos="57143">
                  <a:srgbClr val="000600">
                    <a:alpha val="1485"/>
                  </a:srgbClr>
                </a:gs>
                <a:gs pos="71429">
                  <a:srgbClr val="000600">
                    <a:alpha val="698"/>
                  </a:srgbClr>
                </a:gs>
                <a:gs pos="85714">
                  <a:srgbClr val="000600">
                    <a:alpha val="277"/>
                  </a:srgbClr>
                </a:gs>
                <a:gs pos="100000">
                  <a:srgbClr val="000600">
                    <a:alpha val="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3" name="Splat 643"/>
            <p:cNvSpPr>
              <a:spLocks noGrp="1"/>
            </p:cNvSpPr>
            <p:nvPr/>
          </p:nvSpPr>
          <p:spPr>
            <a:xfrm rot="10773138">
              <a:off x="1080722" y="2315756"/>
              <a:ext cx="530955" cy="530402"/>
            </a:xfrm>
            <a:prstGeom prst="ellipse">
              <a:avLst/>
            </a:prstGeom>
            <a:gradFill>
              <a:gsLst>
                <a:gs pos="0">
                  <a:srgbClr val="4A4948">
                    <a:alpha val="1551"/>
                  </a:srgbClr>
                </a:gs>
                <a:gs pos="14286">
                  <a:srgbClr val="4A4948">
                    <a:alpha val="1426"/>
                  </a:srgbClr>
                </a:gs>
                <a:gs pos="28571">
                  <a:srgbClr val="4A4948">
                    <a:alpha val="1109"/>
                  </a:srgbClr>
                </a:gs>
                <a:gs pos="42857">
                  <a:srgbClr val="4A4948">
                    <a:alpha val="729"/>
                  </a:srgbClr>
                </a:gs>
                <a:gs pos="57143">
                  <a:srgbClr val="4A4948">
                    <a:alpha val="405"/>
                  </a:srgbClr>
                </a:gs>
                <a:gs pos="71429">
                  <a:srgbClr val="4A4948">
                    <a:alpha val="190"/>
                  </a:srgbClr>
                </a:gs>
                <a:gs pos="85714">
                  <a:srgbClr val="4A4948">
                    <a:alpha val="75"/>
                  </a:srgbClr>
                </a:gs>
                <a:gs pos="100000">
                  <a:srgbClr val="4A4948">
                    <a:alpha val="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4" name="Splat 644"/>
            <p:cNvSpPr>
              <a:spLocks noGrp="1"/>
            </p:cNvSpPr>
            <p:nvPr/>
          </p:nvSpPr>
          <p:spPr>
            <a:xfrm rot="10763260">
              <a:off x="683189" y="2722264"/>
              <a:ext cx="531528" cy="529389"/>
            </a:xfrm>
            <a:prstGeom prst="ellipse">
              <a:avLst/>
            </a:prstGeom>
            <a:gradFill>
              <a:gsLst>
                <a:gs pos="0">
                  <a:srgbClr val="4A4B4B">
                    <a:alpha val="2121"/>
                  </a:srgbClr>
                </a:gs>
                <a:gs pos="14286">
                  <a:srgbClr val="4A4B4B">
                    <a:alpha val="1951"/>
                  </a:srgbClr>
                </a:gs>
                <a:gs pos="28571">
                  <a:srgbClr val="4A4B4B">
                    <a:alpha val="1519"/>
                  </a:srgbClr>
                </a:gs>
                <a:gs pos="42857">
                  <a:srgbClr val="4A4B4B">
                    <a:alpha val="999"/>
                  </a:srgbClr>
                </a:gs>
                <a:gs pos="57143">
                  <a:srgbClr val="4A4B4B">
                    <a:alpha val="555"/>
                  </a:srgbClr>
                </a:gs>
                <a:gs pos="71429">
                  <a:srgbClr val="4A4B4B">
                    <a:alpha val="260"/>
                  </a:srgbClr>
                </a:gs>
                <a:gs pos="85714">
                  <a:srgbClr val="4A4B4B">
                    <a:alpha val="103"/>
                  </a:srgbClr>
                </a:gs>
                <a:gs pos="100000">
                  <a:srgbClr val="4A4B4B">
                    <a:alpha val="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5" name="Splat 645"/>
            <p:cNvSpPr>
              <a:spLocks noGrp="1"/>
            </p:cNvSpPr>
            <p:nvPr/>
          </p:nvSpPr>
          <p:spPr>
            <a:xfrm rot="10777170">
              <a:off x="1103350" y="-34791"/>
              <a:ext cx="503679" cy="500239"/>
            </a:xfrm>
            <a:prstGeom prst="ellipse">
              <a:avLst/>
            </a:prstGeom>
            <a:gradFill>
              <a:gsLst>
                <a:gs pos="0">
                  <a:srgbClr val="4C4B4B">
                    <a:alpha val="2282"/>
                  </a:srgbClr>
                </a:gs>
                <a:gs pos="14286">
                  <a:srgbClr val="4C4B4B">
                    <a:alpha val="2099"/>
                  </a:srgbClr>
                </a:gs>
                <a:gs pos="28571">
                  <a:srgbClr val="4C4B4B">
                    <a:alpha val="1634"/>
                  </a:srgbClr>
                </a:gs>
                <a:gs pos="42857">
                  <a:srgbClr val="4C4B4B">
                    <a:alpha val="1075"/>
                  </a:srgbClr>
                </a:gs>
                <a:gs pos="57143">
                  <a:srgbClr val="4C4B4B">
                    <a:alpha val="597"/>
                  </a:srgbClr>
                </a:gs>
                <a:gs pos="71429">
                  <a:srgbClr val="4C4B4B">
                    <a:alpha val="280"/>
                  </a:srgbClr>
                </a:gs>
                <a:gs pos="85714">
                  <a:srgbClr val="4C4B4B">
                    <a:alpha val="111"/>
                  </a:srgbClr>
                </a:gs>
                <a:gs pos="100000">
                  <a:srgbClr val="4C4B4B">
                    <a:alpha val="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6" name="Splat 646"/>
            <p:cNvSpPr>
              <a:spLocks noGrp="1"/>
            </p:cNvSpPr>
            <p:nvPr/>
          </p:nvSpPr>
          <p:spPr>
            <a:xfrm rot="10737106">
              <a:off x="2084244" y="2745963"/>
              <a:ext cx="525485" cy="522245"/>
            </a:xfrm>
            <a:prstGeom prst="ellipse">
              <a:avLst/>
            </a:prstGeom>
            <a:gradFill>
              <a:gsLst>
                <a:gs pos="0">
                  <a:srgbClr val="555554">
                    <a:alpha val="2972"/>
                  </a:srgbClr>
                </a:gs>
                <a:gs pos="14286">
                  <a:srgbClr val="555554">
                    <a:alpha val="2735"/>
                  </a:srgbClr>
                </a:gs>
                <a:gs pos="28571">
                  <a:srgbClr val="555554">
                    <a:alpha val="2130"/>
                  </a:srgbClr>
                </a:gs>
                <a:gs pos="42857">
                  <a:srgbClr val="555554">
                    <a:alpha val="1402"/>
                  </a:srgbClr>
                </a:gs>
                <a:gs pos="57143">
                  <a:srgbClr val="555554">
                    <a:alpha val="780"/>
                  </a:srgbClr>
                </a:gs>
                <a:gs pos="71429">
                  <a:srgbClr val="555554">
                    <a:alpha val="366"/>
                  </a:srgbClr>
                </a:gs>
                <a:gs pos="85714">
                  <a:srgbClr val="555554">
                    <a:alpha val="145"/>
                  </a:srgbClr>
                </a:gs>
                <a:gs pos="100000">
                  <a:srgbClr val="555554">
                    <a:alpha val="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7" name="Splat 647"/>
            <p:cNvSpPr>
              <a:spLocks noGrp="1"/>
            </p:cNvSpPr>
            <p:nvPr/>
          </p:nvSpPr>
          <p:spPr>
            <a:xfrm rot="-10763784">
              <a:off x="788253" y="-27349"/>
              <a:ext cx="522760" cy="522473"/>
            </a:xfrm>
            <a:prstGeom prst="ellipse">
              <a:avLst/>
            </a:prstGeom>
            <a:gradFill>
              <a:gsLst>
                <a:gs pos="0">
                  <a:srgbClr val="454646">
                    <a:alpha val="1214"/>
                  </a:srgbClr>
                </a:gs>
                <a:gs pos="14286">
                  <a:srgbClr val="454646">
                    <a:alpha val="1116"/>
                  </a:srgbClr>
                </a:gs>
                <a:gs pos="28571">
                  <a:srgbClr val="454646">
                    <a:alpha val="868"/>
                  </a:srgbClr>
                </a:gs>
                <a:gs pos="42857">
                  <a:srgbClr val="454646">
                    <a:alpha val="570"/>
                  </a:srgbClr>
                </a:gs>
                <a:gs pos="57143">
                  <a:srgbClr val="454646">
                    <a:alpha val="316"/>
                  </a:srgbClr>
                </a:gs>
                <a:gs pos="71429">
                  <a:srgbClr val="454646">
                    <a:alpha val="148"/>
                  </a:srgbClr>
                </a:gs>
                <a:gs pos="85714">
                  <a:srgbClr val="454646">
                    <a:alpha val="59"/>
                  </a:srgbClr>
                </a:gs>
                <a:gs pos="100000">
                  <a:srgbClr val="454646">
                    <a:alpha val="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8" name="Splat 648"/>
            <p:cNvSpPr>
              <a:spLocks noGrp="1"/>
            </p:cNvSpPr>
            <p:nvPr/>
          </p:nvSpPr>
          <p:spPr>
            <a:xfrm rot="3891487">
              <a:off x="-121051" y="259751"/>
              <a:ext cx="524073" cy="452635"/>
            </a:xfrm>
            <a:prstGeom prst="ellipse">
              <a:avLst/>
            </a:prstGeom>
            <a:gradFill>
              <a:gsLst>
                <a:gs pos="0">
                  <a:srgbClr val="050004">
                    <a:alpha val="3070"/>
                  </a:srgbClr>
                </a:gs>
                <a:gs pos="14286">
                  <a:srgbClr val="050004">
                    <a:alpha val="2825"/>
                  </a:srgbClr>
                </a:gs>
                <a:gs pos="28571">
                  <a:srgbClr val="050004">
                    <a:alpha val="2201"/>
                  </a:srgbClr>
                </a:gs>
                <a:gs pos="42857">
                  <a:srgbClr val="050004">
                    <a:alpha val="1449"/>
                  </a:srgbClr>
                </a:gs>
                <a:gs pos="57143">
                  <a:srgbClr val="050004">
                    <a:alpha val="806"/>
                  </a:srgbClr>
                </a:gs>
                <a:gs pos="71429">
                  <a:srgbClr val="050004">
                    <a:alpha val="378"/>
                  </a:srgbClr>
                </a:gs>
                <a:gs pos="85714">
                  <a:srgbClr val="050004">
                    <a:alpha val="150"/>
                  </a:srgbClr>
                </a:gs>
                <a:gs pos="100000">
                  <a:srgbClr val="050004">
                    <a:alpha val="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9" name="Splat 649"/>
            <p:cNvSpPr>
              <a:spLocks noGrp="1"/>
            </p:cNvSpPr>
            <p:nvPr/>
          </p:nvSpPr>
          <p:spPr>
            <a:xfrm rot="-10671007">
              <a:off x="1570425" y="3254636"/>
              <a:ext cx="521492" cy="518368"/>
            </a:xfrm>
            <a:prstGeom prst="ellipse">
              <a:avLst/>
            </a:prstGeom>
            <a:gradFill>
              <a:gsLst>
                <a:gs pos="0">
                  <a:srgbClr val="2F302F">
                    <a:alpha val="3038"/>
                  </a:srgbClr>
                </a:gs>
                <a:gs pos="14286">
                  <a:srgbClr val="2F302F">
                    <a:alpha val="2796"/>
                  </a:srgbClr>
                </a:gs>
                <a:gs pos="28571">
                  <a:srgbClr val="2F302F">
                    <a:alpha val="2178"/>
                  </a:srgbClr>
                </a:gs>
                <a:gs pos="42857">
                  <a:srgbClr val="2F302F">
                    <a:alpha val="1434"/>
                  </a:srgbClr>
                </a:gs>
                <a:gs pos="57143">
                  <a:srgbClr val="2F302F">
                    <a:alpha val="797"/>
                  </a:srgbClr>
                </a:gs>
                <a:gs pos="71429">
                  <a:srgbClr val="2F302F">
                    <a:alpha val="374"/>
                  </a:srgbClr>
                </a:gs>
                <a:gs pos="85714">
                  <a:srgbClr val="2F302F">
                    <a:alpha val="148"/>
                  </a:srgbClr>
                </a:gs>
                <a:gs pos="100000">
                  <a:srgbClr val="2F302F">
                    <a:alpha val="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0" name="Splat 650"/>
            <p:cNvSpPr>
              <a:spLocks noGrp="1"/>
            </p:cNvSpPr>
            <p:nvPr/>
          </p:nvSpPr>
          <p:spPr>
            <a:xfrm rot="4644563">
              <a:off x="708367" y="-213272"/>
              <a:ext cx="501349" cy="427219"/>
            </a:xfrm>
            <a:prstGeom prst="ellipse">
              <a:avLst/>
            </a:prstGeom>
            <a:gradFill>
              <a:gsLst>
                <a:gs pos="0">
                  <a:srgbClr val="000500">
                    <a:alpha val="5749"/>
                  </a:srgbClr>
                </a:gs>
                <a:gs pos="14286">
                  <a:srgbClr val="000500">
                    <a:alpha val="5297"/>
                  </a:srgbClr>
                </a:gs>
                <a:gs pos="28571">
                  <a:srgbClr val="000500">
                    <a:alpha val="4137"/>
                  </a:srgbClr>
                </a:gs>
                <a:gs pos="42857">
                  <a:srgbClr val="000500">
                    <a:alpha val="2733"/>
                  </a:srgbClr>
                </a:gs>
                <a:gs pos="57143">
                  <a:srgbClr val="000500">
                    <a:alpha val="1524"/>
                  </a:srgbClr>
                </a:gs>
                <a:gs pos="71429">
                  <a:srgbClr val="000500">
                    <a:alpha val="716"/>
                  </a:srgbClr>
                </a:gs>
                <a:gs pos="85714">
                  <a:srgbClr val="000500">
                    <a:alpha val="284"/>
                  </a:srgbClr>
                </a:gs>
                <a:gs pos="100000">
                  <a:srgbClr val="000500">
                    <a:alpha val="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1" name="Splat 651"/>
            <p:cNvSpPr>
              <a:spLocks noGrp="1"/>
            </p:cNvSpPr>
            <p:nvPr/>
          </p:nvSpPr>
          <p:spPr>
            <a:xfrm rot="6011612">
              <a:off x="2151940" y="708102"/>
              <a:ext cx="532792" cy="524308"/>
            </a:xfrm>
            <a:prstGeom prst="ellipse">
              <a:avLst/>
            </a:prstGeom>
            <a:gradFill>
              <a:gsLst>
                <a:gs pos="0">
                  <a:srgbClr val="4D4947">
                    <a:alpha val="1887"/>
                  </a:srgbClr>
                </a:gs>
                <a:gs pos="14286">
                  <a:srgbClr val="4D4947">
                    <a:alpha val="1736"/>
                  </a:srgbClr>
                </a:gs>
                <a:gs pos="28571">
                  <a:srgbClr val="4D4947">
                    <a:alpha val="1350"/>
                  </a:srgbClr>
                </a:gs>
                <a:gs pos="42857">
                  <a:srgbClr val="4D4947">
                    <a:alpha val="888"/>
                  </a:srgbClr>
                </a:gs>
                <a:gs pos="57143">
                  <a:srgbClr val="4D4947">
                    <a:alpha val="493"/>
                  </a:srgbClr>
                </a:gs>
                <a:gs pos="71429">
                  <a:srgbClr val="4D4947">
                    <a:alpha val="231"/>
                  </a:srgbClr>
                </a:gs>
                <a:gs pos="85714">
                  <a:srgbClr val="4D4947">
                    <a:alpha val="91"/>
                  </a:srgbClr>
                </a:gs>
                <a:gs pos="100000">
                  <a:srgbClr val="4D4947">
                    <a:alpha val="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2" name="Splat 652"/>
            <p:cNvSpPr>
              <a:spLocks noGrp="1"/>
            </p:cNvSpPr>
            <p:nvPr/>
          </p:nvSpPr>
          <p:spPr>
            <a:xfrm rot="-9199516">
              <a:off x="-276210" y="-138135"/>
              <a:ext cx="555358" cy="510873"/>
            </a:xfrm>
            <a:prstGeom prst="ellipse">
              <a:avLst/>
            </a:prstGeom>
            <a:gradFill>
              <a:gsLst>
                <a:gs pos="0">
                  <a:srgbClr val="000809">
                    <a:alpha val="2655"/>
                  </a:srgbClr>
                </a:gs>
                <a:gs pos="14286">
                  <a:srgbClr val="000809">
                    <a:alpha val="2443"/>
                  </a:srgbClr>
                </a:gs>
                <a:gs pos="28571">
                  <a:srgbClr val="000809">
                    <a:alpha val="1902"/>
                  </a:srgbClr>
                </a:gs>
                <a:gs pos="42857">
                  <a:srgbClr val="000809">
                    <a:alpha val="1251"/>
                  </a:srgbClr>
                </a:gs>
                <a:gs pos="57143">
                  <a:srgbClr val="000809">
                    <a:alpha val="695"/>
                  </a:srgbClr>
                </a:gs>
                <a:gs pos="71429">
                  <a:srgbClr val="000809">
                    <a:alpha val="326"/>
                  </a:srgbClr>
                </a:gs>
                <a:gs pos="85714">
                  <a:srgbClr val="000809">
                    <a:alpha val="129"/>
                  </a:srgbClr>
                </a:gs>
                <a:gs pos="100000">
                  <a:srgbClr val="000809">
                    <a:alpha val="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3" name="Splat 653"/>
            <p:cNvSpPr>
              <a:spLocks noGrp="1"/>
            </p:cNvSpPr>
            <p:nvPr/>
          </p:nvSpPr>
          <p:spPr>
            <a:xfrm rot="5422195">
              <a:off x="1147975" y="3288007"/>
              <a:ext cx="530027" cy="528774"/>
            </a:xfrm>
            <a:prstGeom prst="ellipse">
              <a:avLst/>
            </a:prstGeom>
            <a:gradFill>
              <a:gsLst>
                <a:gs pos="0">
                  <a:srgbClr val="4D4D4C">
                    <a:alpha val="2757"/>
                  </a:srgbClr>
                </a:gs>
                <a:gs pos="14286">
                  <a:srgbClr val="4D4D4C">
                    <a:alpha val="2537"/>
                  </a:srgbClr>
                </a:gs>
                <a:gs pos="28571">
                  <a:srgbClr val="4D4D4C">
                    <a:alpha val="1976"/>
                  </a:srgbClr>
                </a:gs>
                <a:gs pos="42857">
                  <a:srgbClr val="4D4D4C">
                    <a:alpha val="1300"/>
                  </a:srgbClr>
                </a:gs>
                <a:gs pos="57143">
                  <a:srgbClr val="4D4D4C">
                    <a:alpha val="723"/>
                  </a:srgbClr>
                </a:gs>
                <a:gs pos="71429">
                  <a:srgbClr val="4D4D4C">
                    <a:alpha val="339"/>
                  </a:srgbClr>
                </a:gs>
                <a:gs pos="85714">
                  <a:srgbClr val="4D4D4C">
                    <a:alpha val="134"/>
                  </a:srgbClr>
                </a:gs>
                <a:gs pos="100000">
                  <a:srgbClr val="4D4D4C">
                    <a:alpha val="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4" name="Splat 654"/>
            <p:cNvSpPr>
              <a:spLocks noGrp="1"/>
            </p:cNvSpPr>
            <p:nvPr/>
          </p:nvSpPr>
          <p:spPr>
            <a:xfrm rot="7177830">
              <a:off x="-250188" y="1611877"/>
              <a:ext cx="600231" cy="507340"/>
            </a:xfrm>
            <a:prstGeom prst="ellipse">
              <a:avLst/>
            </a:prstGeom>
            <a:gradFill>
              <a:gsLst>
                <a:gs pos="0">
                  <a:srgbClr val="000005">
                    <a:alpha val="9123"/>
                  </a:srgbClr>
                </a:gs>
                <a:gs pos="14286">
                  <a:srgbClr val="000005">
                    <a:alpha val="8417"/>
                  </a:srgbClr>
                </a:gs>
                <a:gs pos="28571">
                  <a:srgbClr val="000005">
                    <a:alpha val="6599"/>
                  </a:srgbClr>
                </a:gs>
                <a:gs pos="42857">
                  <a:srgbClr val="000005">
                    <a:alpha val="4379"/>
                  </a:srgbClr>
                </a:gs>
                <a:gs pos="57143">
                  <a:srgbClr val="000005">
                    <a:alpha val="2451"/>
                  </a:srgbClr>
                </a:gs>
                <a:gs pos="71429">
                  <a:srgbClr val="000005">
                    <a:alpha val="1155"/>
                  </a:srgbClr>
                </a:gs>
                <a:gs pos="85714">
                  <a:srgbClr val="000005">
                    <a:alpha val="458"/>
                  </a:srgbClr>
                </a:gs>
                <a:gs pos="100000">
                  <a:srgbClr val="000005">
                    <a:alpha val="1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5" name="Splat 655"/>
            <p:cNvSpPr>
              <a:spLocks noGrp="1"/>
            </p:cNvSpPr>
            <p:nvPr/>
          </p:nvSpPr>
          <p:spPr>
            <a:xfrm rot="-10527838">
              <a:off x="2666048" y="3030966"/>
              <a:ext cx="506228" cy="490633"/>
            </a:xfrm>
            <a:prstGeom prst="ellipse">
              <a:avLst/>
            </a:prstGeom>
            <a:gradFill>
              <a:gsLst>
                <a:gs pos="0">
                  <a:srgbClr val="000500">
                    <a:alpha val="5611"/>
                  </a:srgbClr>
                </a:gs>
                <a:gs pos="14286">
                  <a:srgbClr val="000500">
                    <a:alpha val="5169"/>
                  </a:srgbClr>
                </a:gs>
                <a:gs pos="28571">
                  <a:srgbClr val="000500">
                    <a:alpha val="4037"/>
                  </a:srgbClr>
                </a:gs>
                <a:gs pos="42857">
                  <a:srgbClr val="000500">
                    <a:alpha val="2667"/>
                  </a:srgbClr>
                </a:gs>
                <a:gs pos="57143">
                  <a:srgbClr val="000500">
                    <a:alpha val="1487"/>
                  </a:srgbClr>
                </a:gs>
                <a:gs pos="71429">
                  <a:srgbClr val="000500">
                    <a:alpha val="699"/>
                  </a:srgbClr>
                </a:gs>
                <a:gs pos="85714">
                  <a:srgbClr val="000500">
                    <a:alpha val="277"/>
                  </a:srgbClr>
                </a:gs>
                <a:gs pos="100000">
                  <a:srgbClr val="000500">
                    <a:alpha val="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6" name="Splat 656"/>
            <p:cNvSpPr>
              <a:spLocks noGrp="1"/>
            </p:cNvSpPr>
            <p:nvPr/>
          </p:nvSpPr>
          <p:spPr>
            <a:xfrm rot="4285562">
              <a:off x="1170231" y="1617940"/>
              <a:ext cx="560322" cy="542544"/>
            </a:xfrm>
            <a:prstGeom prst="ellipse">
              <a:avLst/>
            </a:prstGeom>
            <a:gradFill>
              <a:gsLst>
                <a:gs pos="0">
                  <a:srgbClr val="060301">
                    <a:alpha val="3778"/>
                  </a:srgbClr>
                </a:gs>
                <a:gs pos="14286">
                  <a:srgbClr val="060301">
                    <a:alpha val="3477"/>
                  </a:srgbClr>
                </a:gs>
                <a:gs pos="28571">
                  <a:srgbClr val="060301">
                    <a:alpha val="2711"/>
                  </a:srgbClr>
                </a:gs>
                <a:gs pos="42857">
                  <a:srgbClr val="060301">
                    <a:alpha val="1786"/>
                  </a:srgbClr>
                </a:gs>
                <a:gs pos="57143">
                  <a:srgbClr val="060301">
                    <a:alpha val="994"/>
                  </a:srgbClr>
                </a:gs>
                <a:gs pos="71429">
                  <a:srgbClr val="060301">
                    <a:alpha val="466"/>
                  </a:srgbClr>
                </a:gs>
                <a:gs pos="85714">
                  <a:srgbClr val="060301">
                    <a:alpha val="185"/>
                  </a:srgbClr>
                </a:gs>
                <a:gs pos="100000">
                  <a:srgbClr val="060301">
                    <a:alpha val="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7" name="Splat 657"/>
            <p:cNvSpPr>
              <a:spLocks noGrp="1"/>
            </p:cNvSpPr>
            <p:nvPr/>
          </p:nvSpPr>
          <p:spPr>
            <a:xfrm rot="-10796738">
              <a:off x="626531" y="2551493"/>
              <a:ext cx="517468" cy="512819"/>
            </a:xfrm>
            <a:prstGeom prst="ellipse">
              <a:avLst/>
            </a:prstGeom>
            <a:gradFill>
              <a:gsLst>
                <a:gs pos="0">
                  <a:srgbClr val="33383C">
                    <a:alpha val="5597"/>
                  </a:srgbClr>
                </a:gs>
                <a:gs pos="14286">
                  <a:srgbClr val="33383C">
                    <a:alpha val="5156"/>
                  </a:srgbClr>
                </a:gs>
                <a:gs pos="28571">
                  <a:srgbClr val="33383C">
                    <a:alpha val="4027"/>
                  </a:srgbClr>
                </a:gs>
                <a:gs pos="42857">
                  <a:srgbClr val="33383C">
                    <a:alpha val="2660"/>
                  </a:srgbClr>
                </a:gs>
                <a:gs pos="57143">
                  <a:srgbClr val="33383C">
                    <a:alpha val="1483"/>
                  </a:srgbClr>
                </a:gs>
                <a:gs pos="71429">
                  <a:srgbClr val="33383C">
                    <a:alpha val="697"/>
                  </a:srgbClr>
                </a:gs>
                <a:gs pos="85714">
                  <a:srgbClr val="33383C">
                    <a:alpha val="276"/>
                  </a:srgbClr>
                </a:gs>
                <a:gs pos="100000">
                  <a:srgbClr val="33383C">
                    <a:alpha val="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8" name="Splat 658"/>
            <p:cNvSpPr>
              <a:spLocks noGrp="1"/>
            </p:cNvSpPr>
            <p:nvPr/>
          </p:nvSpPr>
          <p:spPr>
            <a:xfrm rot="8058251">
              <a:off x="1994856" y="1717666"/>
              <a:ext cx="358993" cy="86285"/>
            </a:xfrm>
            <a:prstGeom prst="ellipse">
              <a:avLst/>
            </a:prstGeom>
            <a:gradFill>
              <a:gsLst>
                <a:gs pos="0">
                  <a:srgbClr val="050500">
                    <a:alpha val="15006"/>
                  </a:srgbClr>
                </a:gs>
                <a:gs pos="14286">
                  <a:srgbClr val="050500">
                    <a:alpha val="13881"/>
                  </a:srgbClr>
                </a:gs>
                <a:gs pos="28571">
                  <a:srgbClr val="050500">
                    <a:alpha val="10955"/>
                  </a:srgbClr>
                </a:gs>
                <a:gs pos="42857">
                  <a:srgbClr val="050500">
                    <a:alpha val="7328"/>
                  </a:srgbClr>
                </a:gs>
                <a:gs pos="57143">
                  <a:srgbClr val="050500">
                    <a:alpha val="4129"/>
                  </a:srgbClr>
                </a:gs>
                <a:gs pos="71429">
                  <a:srgbClr val="050500">
                    <a:alpha val="1955"/>
                  </a:srgbClr>
                </a:gs>
                <a:gs pos="85714">
                  <a:srgbClr val="050500">
                    <a:alpha val="778"/>
                  </a:srgbClr>
                </a:gs>
                <a:gs pos="100000">
                  <a:srgbClr val="050500">
                    <a:alpha val="2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9" name="Splat 659"/>
            <p:cNvSpPr>
              <a:spLocks noGrp="1"/>
            </p:cNvSpPr>
            <p:nvPr/>
          </p:nvSpPr>
          <p:spPr>
            <a:xfrm rot="-10413706">
              <a:off x="-252934" y="2436237"/>
              <a:ext cx="536391" cy="526181"/>
            </a:xfrm>
            <a:prstGeom prst="ellipse">
              <a:avLst/>
            </a:prstGeom>
            <a:gradFill>
              <a:gsLst>
                <a:gs pos="0">
                  <a:srgbClr val="2D302D">
                    <a:alpha val="4716"/>
                  </a:srgbClr>
                </a:gs>
                <a:gs pos="14286">
                  <a:srgbClr val="2D302D">
                    <a:alpha val="4343"/>
                  </a:srgbClr>
                </a:gs>
                <a:gs pos="28571">
                  <a:srgbClr val="2D302D">
                    <a:alpha val="3389"/>
                  </a:srgbClr>
                </a:gs>
                <a:gs pos="42857">
                  <a:srgbClr val="2D302D">
                    <a:alpha val="2236"/>
                  </a:srgbClr>
                </a:gs>
                <a:gs pos="57143">
                  <a:srgbClr val="2D302D">
                    <a:alpha val="1245"/>
                  </a:srgbClr>
                </a:gs>
                <a:gs pos="71429">
                  <a:srgbClr val="2D302D">
                    <a:alpha val="585"/>
                  </a:srgbClr>
                </a:gs>
                <a:gs pos="85714">
                  <a:srgbClr val="2D302D">
                    <a:alpha val="232"/>
                  </a:srgbClr>
                </a:gs>
                <a:gs pos="100000">
                  <a:srgbClr val="2D302D">
                    <a:alpha val="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0" name="Splat 660"/>
            <p:cNvSpPr>
              <a:spLocks noGrp="1"/>
            </p:cNvSpPr>
            <p:nvPr/>
          </p:nvSpPr>
          <p:spPr>
            <a:xfrm rot="10654547">
              <a:off x="260711" y="390096"/>
              <a:ext cx="502878" cy="497174"/>
            </a:xfrm>
            <a:prstGeom prst="ellipse">
              <a:avLst/>
            </a:prstGeom>
            <a:gradFill>
              <a:gsLst>
                <a:gs pos="0">
                  <a:srgbClr val="585555">
                    <a:alpha val="3421"/>
                  </a:srgbClr>
                </a:gs>
                <a:gs pos="14286">
                  <a:srgbClr val="585555">
                    <a:alpha val="3149"/>
                  </a:srgbClr>
                </a:gs>
                <a:gs pos="28571">
                  <a:srgbClr val="585555">
                    <a:alpha val="2454"/>
                  </a:srgbClr>
                </a:gs>
                <a:gs pos="42857">
                  <a:srgbClr val="585555">
                    <a:alpha val="1616"/>
                  </a:srgbClr>
                </a:gs>
                <a:gs pos="57143">
                  <a:srgbClr val="585555">
                    <a:alpha val="899"/>
                  </a:srgbClr>
                </a:gs>
                <a:gs pos="71429">
                  <a:srgbClr val="585555">
                    <a:alpha val="422"/>
                  </a:srgbClr>
                </a:gs>
                <a:gs pos="85714">
                  <a:srgbClr val="585555">
                    <a:alpha val="167"/>
                  </a:srgbClr>
                </a:gs>
                <a:gs pos="100000">
                  <a:srgbClr val="585555">
                    <a:alpha val="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1" name="Splat 661"/>
            <p:cNvSpPr>
              <a:spLocks noGrp="1"/>
            </p:cNvSpPr>
            <p:nvPr/>
          </p:nvSpPr>
          <p:spPr>
            <a:xfrm rot="10628188">
              <a:off x="123819" y="1106998"/>
              <a:ext cx="562158" cy="409918"/>
            </a:xfrm>
            <a:prstGeom prst="ellipse">
              <a:avLst/>
            </a:prstGeom>
            <a:gradFill>
              <a:gsLst>
                <a:gs pos="0">
                  <a:srgbClr val="676766">
                    <a:alpha val="5542"/>
                  </a:srgbClr>
                </a:gs>
                <a:gs pos="14286">
                  <a:srgbClr val="676766">
                    <a:alpha val="5105"/>
                  </a:srgbClr>
                </a:gs>
                <a:gs pos="28571">
                  <a:srgbClr val="676766">
                    <a:alpha val="3987"/>
                  </a:srgbClr>
                </a:gs>
                <a:gs pos="42857">
                  <a:srgbClr val="676766">
                    <a:alpha val="2633"/>
                  </a:srgbClr>
                </a:gs>
                <a:gs pos="57143">
                  <a:srgbClr val="676766">
                    <a:alpha val="1468"/>
                  </a:srgbClr>
                </a:gs>
                <a:gs pos="71429">
                  <a:srgbClr val="676766">
                    <a:alpha val="690"/>
                  </a:srgbClr>
                </a:gs>
                <a:gs pos="85714">
                  <a:srgbClr val="676766">
                    <a:alpha val="273"/>
                  </a:srgbClr>
                </a:gs>
                <a:gs pos="100000">
                  <a:srgbClr val="676766">
                    <a:alpha val="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2" name="Splat 662"/>
            <p:cNvSpPr>
              <a:spLocks noGrp="1"/>
            </p:cNvSpPr>
            <p:nvPr/>
          </p:nvSpPr>
          <p:spPr>
            <a:xfrm rot="8672538">
              <a:off x="1936819" y="771816"/>
              <a:ext cx="545644" cy="462485"/>
            </a:xfrm>
            <a:prstGeom prst="ellipse">
              <a:avLst/>
            </a:prstGeom>
            <a:gradFill>
              <a:gsLst>
                <a:gs pos="0">
                  <a:srgbClr val="00000A">
                    <a:alpha val="7849"/>
                  </a:srgbClr>
                </a:gs>
                <a:gs pos="14286">
                  <a:srgbClr val="00000A">
                    <a:alpha val="7238"/>
                  </a:srgbClr>
                </a:gs>
                <a:gs pos="28571">
                  <a:srgbClr val="00000A">
                    <a:alpha val="5667"/>
                  </a:srgbClr>
                </a:gs>
                <a:gs pos="42857">
                  <a:srgbClr val="00000A">
                    <a:alpha val="3754"/>
                  </a:srgbClr>
                </a:gs>
                <a:gs pos="57143">
                  <a:srgbClr val="00000A">
                    <a:alpha val="2098"/>
                  </a:srgbClr>
                </a:gs>
                <a:gs pos="71429">
                  <a:srgbClr val="00000A">
                    <a:alpha val="988"/>
                  </a:srgbClr>
                </a:gs>
                <a:gs pos="85714">
                  <a:srgbClr val="00000A">
                    <a:alpha val="392"/>
                  </a:srgbClr>
                </a:gs>
                <a:gs pos="100000">
                  <a:srgbClr val="00000A">
                    <a:alpha val="1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3" name="Splat 663"/>
            <p:cNvSpPr>
              <a:spLocks noGrp="1"/>
            </p:cNvSpPr>
            <p:nvPr/>
          </p:nvSpPr>
          <p:spPr>
            <a:xfrm rot="3383443">
              <a:off x="2461754" y="1077905"/>
              <a:ext cx="461969" cy="437287"/>
            </a:xfrm>
            <a:prstGeom prst="ellipse">
              <a:avLst/>
            </a:prstGeom>
            <a:gradFill>
              <a:gsLst>
                <a:gs pos="0">
                  <a:srgbClr val="70706F">
                    <a:alpha val="2408"/>
                  </a:srgbClr>
                </a:gs>
                <a:gs pos="14286">
                  <a:srgbClr val="70706F">
                    <a:alpha val="2215"/>
                  </a:srgbClr>
                </a:gs>
                <a:gs pos="28571">
                  <a:srgbClr val="70706F">
                    <a:alpha val="1724"/>
                  </a:srgbClr>
                </a:gs>
                <a:gs pos="42857">
                  <a:srgbClr val="70706F">
                    <a:alpha val="1134"/>
                  </a:srgbClr>
                </a:gs>
                <a:gs pos="57143">
                  <a:srgbClr val="70706F">
                    <a:alpha val="630"/>
                  </a:srgbClr>
                </a:gs>
                <a:gs pos="71429">
                  <a:srgbClr val="70706F">
                    <a:alpha val="295"/>
                  </a:srgbClr>
                </a:gs>
                <a:gs pos="85714">
                  <a:srgbClr val="70706F">
                    <a:alpha val="117"/>
                  </a:srgbClr>
                </a:gs>
                <a:gs pos="100000">
                  <a:srgbClr val="70706F">
                    <a:alpha val="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4" name="Splat 664"/>
            <p:cNvSpPr>
              <a:spLocks noGrp="1"/>
            </p:cNvSpPr>
            <p:nvPr/>
          </p:nvSpPr>
          <p:spPr>
            <a:xfrm rot="10748530">
              <a:off x="2792444" y="989087"/>
              <a:ext cx="460334" cy="458142"/>
            </a:xfrm>
            <a:prstGeom prst="ellipse">
              <a:avLst/>
            </a:prstGeom>
            <a:gradFill>
              <a:gsLst>
                <a:gs pos="0">
                  <a:srgbClr val="5B5A59">
                    <a:alpha val="5335"/>
                  </a:srgbClr>
                </a:gs>
                <a:gs pos="14286">
                  <a:srgbClr val="5B5A59">
                    <a:alpha val="4914"/>
                  </a:srgbClr>
                </a:gs>
                <a:gs pos="28571">
                  <a:srgbClr val="5B5A59">
                    <a:alpha val="3837"/>
                  </a:srgbClr>
                </a:gs>
                <a:gs pos="42857">
                  <a:srgbClr val="5B5A59">
                    <a:alpha val="2534"/>
                  </a:srgbClr>
                </a:gs>
                <a:gs pos="57143">
                  <a:srgbClr val="5B5A59">
                    <a:alpha val="1412"/>
                  </a:srgbClr>
                </a:gs>
                <a:gs pos="71429">
                  <a:srgbClr val="5B5A59">
                    <a:alpha val="663"/>
                  </a:srgbClr>
                </a:gs>
                <a:gs pos="85714">
                  <a:srgbClr val="5B5A59">
                    <a:alpha val="263"/>
                  </a:srgbClr>
                </a:gs>
                <a:gs pos="100000">
                  <a:srgbClr val="5B5A59">
                    <a:alpha val="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5" name="Splat 665"/>
            <p:cNvSpPr>
              <a:spLocks noGrp="1"/>
            </p:cNvSpPr>
            <p:nvPr/>
          </p:nvSpPr>
          <p:spPr>
            <a:xfrm rot="-10787039">
              <a:off x="-81775" y="630028"/>
              <a:ext cx="458203" cy="457198"/>
            </a:xfrm>
            <a:prstGeom prst="ellipse">
              <a:avLst/>
            </a:prstGeom>
            <a:gradFill>
              <a:gsLst>
                <a:gs pos="0">
                  <a:srgbClr val="3D3C3C">
                    <a:alpha val="2926"/>
                  </a:srgbClr>
                </a:gs>
                <a:gs pos="14286">
                  <a:srgbClr val="3D3C3C">
                    <a:alpha val="2692"/>
                  </a:srgbClr>
                </a:gs>
                <a:gs pos="28571">
                  <a:srgbClr val="3D3C3C">
                    <a:alpha val="2097"/>
                  </a:srgbClr>
                </a:gs>
                <a:gs pos="42857">
                  <a:srgbClr val="3D3C3C">
                    <a:alpha val="1380"/>
                  </a:srgbClr>
                </a:gs>
                <a:gs pos="57143">
                  <a:srgbClr val="3D3C3C">
                    <a:alpha val="767"/>
                  </a:srgbClr>
                </a:gs>
                <a:gs pos="71429">
                  <a:srgbClr val="3D3C3C">
                    <a:alpha val="360"/>
                  </a:srgbClr>
                </a:gs>
                <a:gs pos="85714">
                  <a:srgbClr val="3D3C3C">
                    <a:alpha val="142"/>
                  </a:srgbClr>
                </a:gs>
                <a:gs pos="100000">
                  <a:srgbClr val="3D3C3C">
                    <a:alpha val="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6" name="Splat 666"/>
            <p:cNvSpPr>
              <a:spLocks noGrp="1"/>
            </p:cNvSpPr>
            <p:nvPr/>
          </p:nvSpPr>
          <p:spPr>
            <a:xfrm rot="10615008">
              <a:off x="918613" y="-5092"/>
              <a:ext cx="511461" cy="504375"/>
            </a:xfrm>
            <a:prstGeom prst="ellipse">
              <a:avLst/>
            </a:prstGeom>
            <a:gradFill>
              <a:gsLst>
                <a:gs pos="0">
                  <a:srgbClr val="373C3E">
                    <a:alpha val="1930"/>
                  </a:srgbClr>
                </a:gs>
                <a:gs pos="14286">
                  <a:srgbClr val="373C3E">
                    <a:alpha val="1775"/>
                  </a:srgbClr>
                </a:gs>
                <a:gs pos="28571">
                  <a:srgbClr val="373C3E">
                    <a:alpha val="1381"/>
                  </a:srgbClr>
                </a:gs>
                <a:gs pos="42857">
                  <a:srgbClr val="373C3E">
                    <a:alpha val="908"/>
                  </a:srgbClr>
                </a:gs>
                <a:gs pos="57143">
                  <a:srgbClr val="373C3E">
                    <a:alpha val="504"/>
                  </a:srgbClr>
                </a:gs>
                <a:gs pos="71429">
                  <a:srgbClr val="373C3E">
                    <a:alpha val="236"/>
                  </a:srgbClr>
                </a:gs>
                <a:gs pos="85714">
                  <a:srgbClr val="373C3E">
                    <a:alpha val="94"/>
                  </a:srgbClr>
                </a:gs>
                <a:gs pos="100000">
                  <a:srgbClr val="373C3E">
                    <a:alpha val="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7" name="Splat 667"/>
            <p:cNvSpPr>
              <a:spLocks noGrp="1"/>
            </p:cNvSpPr>
            <p:nvPr/>
          </p:nvSpPr>
          <p:spPr>
            <a:xfrm rot="-10465974">
              <a:off x="-196614" y="666778"/>
              <a:ext cx="526622" cy="505705"/>
            </a:xfrm>
            <a:prstGeom prst="ellipse">
              <a:avLst/>
            </a:prstGeom>
            <a:gradFill>
              <a:gsLst>
                <a:gs pos="0">
                  <a:srgbClr val="595958">
                    <a:alpha val="4264"/>
                  </a:srgbClr>
                </a:gs>
                <a:gs pos="14286">
                  <a:srgbClr val="595958">
                    <a:alpha val="3926"/>
                  </a:srgbClr>
                </a:gs>
                <a:gs pos="28571">
                  <a:srgbClr val="595958">
                    <a:alpha val="3062"/>
                  </a:srgbClr>
                </a:gs>
                <a:gs pos="42857">
                  <a:srgbClr val="595958">
                    <a:alpha val="2019"/>
                  </a:srgbClr>
                </a:gs>
                <a:gs pos="57143">
                  <a:srgbClr val="595958">
                    <a:alpha val="1124"/>
                  </a:srgbClr>
                </a:gs>
                <a:gs pos="71429">
                  <a:srgbClr val="595958">
                    <a:alpha val="528"/>
                  </a:srgbClr>
                </a:gs>
                <a:gs pos="85714">
                  <a:srgbClr val="595958">
                    <a:alpha val="209"/>
                  </a:srgbClr>
                </a:gs>
                <a:gs pos="100000">
                  <a:srgbClr val="595958">
                    <a:alpha val="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8" name="Splat 668"/>
            <p:cNvSpPr>
              <a:spLocks noGrp="1"/>
            </p:cNvSpPr>
            <p:nvPr/>
          </p:nvSpPr>
          <p:spPr>
            <a:xfrm rot="10788203">
              <a:off x="1054534" y="-69902"/>
              <a:ext cx="510673" cy="510204"/>
            </a:xfrm>
            <a:prstGeom prst="ellipse">
              <a:avLst/>
            </a:prstGeom>
            <a:gradFill>
              <a:gsLst>
                <a:gs pos="0">
                  <a:srgbClr val="3E3E40">
                    <a:alpha val="2574"/>
                  </a:srgbClr>
                </a:gs>
                <a:gs pos="14286">
                  <a:srgbClr val="3E3E40">
                    <a:alpha val="2368"/>
                  </a:srgbClr>
                </a:gs>
                <a:gs pos="28571">
                  <a:srgbClr val="3E3E40">
                    <a:alpha val="1843"/>
                  </a:srgbClr>
                </a:gs>
                <a:gs pos="42857">
                  <a:srgbClr val="3E3E40">
                    <a:alpha val="1213"/>
                  </a:srgbClr>
                </a:gs>
                <a:gs pos="57143">
                  <a:srgbClr val="3E3E40">
                    <a:alpha val="674"/>
                  </a:srgbClr>
                </a:gs>
                <a:gs pos="71429">
                  <a:srgbClr val="3E3E40">
                    <a:alpha val="316"/>
                  </a:srgbClr>
                </a:gs>
                <a:gs pos="85714">
                  <a:srgbClr val="3E3E40">
                    <a:alpha val="125"/>
                  </a:srgbClr>
                </a:gs>
                <a:gs pos="100000">
                  <a:srgbClr val="3E3E40">
                    <a:alpha val="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9" name="Splat 669"/>
            <p:cNvSpPr>
              <a:spLocks noGrp="1"/>
            </p:cNvSpPr>
            <p:nvPr/>
          </p:nvSpPr>
          <p:spPr>
            <a:xfrm rot="2922906">
              <a:off x="1835964" y="3061230"/>
              <a:ext cx="470320" cy="434861"/>
            </a:xfrm>
            <a:prstGeom prst="ellipse">
              <a:avLst/>
            </a:prstGeom>
            <a:gradFill>
              <a:gsLst>
                <a:gs pos="0">
                  <a:srgbClr val="6D6C6E">
                    <a:alpha val="2077"/>
                  </a:srgbClr>
                </a:gs>
                <a:gs pos="14286">
                  <a:srgbClr val="6D6C6E">
                    <a:alpha val="1911"/>
                  </a:srgbClr>
                </a:gs>
                <a:gs pos="28571">
                  <a:srgbClr val="6D6C6E">
                    <a:alpha val="1487"/>
                  </a:srgbClr>
                </a:gs>
                <a:gs pos="42857">
                  <a:srgbClr val="6D6C6E">
                    <a:alpha val="978"/>
                  </a:srgbClr>
                </a:gs>
                <a:gs pos="57143">
                  <a:srgbClr val="6D6C6E">
                    <a:alpha val="543"/>
                  </a:srgbClr>
                </a:gs>
                <a:gs pos="71429">
                  <a:srgbClr val="6D6C6E">
                    <a:alpha val="255"/>
                  </a:srgbClr>
                </a:gs>
                <a:gs pos="85714">
                  <a:srgbClr val="6D6C6E">
                    <a:alpha val="101"/>
                  </a:srgbClr>
                </a:gs>
                <a:gs pos="100000">
                  <a:srgbClr val="6D6C6E">
                    <a:alpha val="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0" name="Splat 670"/>
            <p:cNvSpPr>
              <a:spLocks noGrp="1"/>
            </p:cNvSpPr>
            <p:nvPr/>
          </p:nvSpPr>
          <p:spPr>
            <a:xfrm rot="5437614">
              <a:off x="1507700" y="142275"/>
              <a:ext cx="507083" cy="503497"/>
            </a:xfrm>
            <a:prstGeom prst="ellipse">
              <a:avLst/>
            </a:prstGeom>
            <a:gradFill>
              <a:gsLst>
                <a:gs pos="0">
                  <a:srgbClr val="504F4E">
                    <a:alpha val="5469"/>
                  </a:srgbClr>
                </a:gs>
                <a:gs pos="14286">
                  <a:srgbClr val="504F4E">
                    <a:alpha val="5038"/>
                  </a:srgbClr>
                </a:gs>
                <a:gs pos="28571">
                  <a:srgbClr val="504F4E">
                    <a:alpha val="3935"/>
                  </a:srgbClr>
                </a:gs>
                <a:gs pos="42857">
                  <a:srgbClr val="504F4E">
                    <a:alpha val="2599"/>
                  </a:srgbClr>
                </a:gs>
                <a:gs pos="57143">
                  <a:srgbClr val="504F4E">
                    <a:alpha val="1448"/>
                  </a:srgbClr>
                </a:gs>
                <a:gs pos="71429">
                  <a:srgbClr val="504F4E">
                    <a:alpha val="681"/>
                  </a:srgbClr>
                </a:gs>
                <a:gs pos="85714">
                  <a:srgbClr val="504F4E">
                    <a:alpha val="270"/>
                  </a:srgbClr>
                </a:gs>
                <a:gs pos="100000">
                  <a:srgbClr val="504F4E">
                    <a:alpha val="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1" name="Splat 671"/>
            <p:cNvSpPr>
              <a:spLocks noGrp="1"/>
            </p:cNvSpPr>
            <p:nvPr/>
          </p:nvSpPr>
          <p:spPr>
            <a:xfrm rot="5544566">
              <a:off x="560298" y="2968956"/>
              <a:ext cx="526496" cy="519987"/>
            </a:xfrm>
            <a:prstGeom prst="ellipse">
              <a:avLst/>
            </a:prstGeom>
            <a:gradFill>
              <a:gsLst>
                <a:gs pos="0">
                  <a:srgbClr val="525152">
                    <a:alpha val="2121"/>
                  </a:srgbClr>
                </a:gs>
                <a:gs pos="14286">
                  <a:srgbClr val="525152">
                    <a:alpha val="1951"/>
                  </a:srgbClr>
                </a:gs>
                <a:gs pos="28571">
                  <a:srgbClr val="525152">
                    <a:alpha val="1518"/>
                  </a:srgbClr>
                </a:gs>
                <a:gs pos="42857">
                  <a:srgbClr val="525152">
                    <a:alpha val="999"/>
                  </a:srgbClr>
                </a:gs>
                <a:gs pos="57143">
                  <a:srgbClr val="525152">
                    <a:alpha val="555"/>
                  </a:srgbClr>
                </a:gs>
                <a:gs pos="71429">
                  <a:srgbClr val="525152">
                    <a:alpha val="260"/>
                  </a:srgbClr>
                </a:gs>
                <a:gs pos="85714">
                  <a:srgbClr val="525152">
                    <a:alpha val="103"/>
                  </a:srgbClr>
                </a:gs>
                <a:gs pos="100000">
                  <a:srgbClr val="525152">
                    <a:alpha val="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2" name="Splat 672"/>
            <p:cNvSpPr>
              <a:spLocks noGrp="1"/>
            </p:cNvSpPr>
            <p:nvPr/>
          </p:nvSpPr>
          <p:spPr>
            <a:xfrm rot="-10795197">
              <a:off x="1192806" y="2205580"/>
              <a:ext cx="528310" cy="525210"/>
            </a:xfrm>
            <a:prstGeom prst="ellipse">
              <a:avLst/>
            </a:prstGeom>
            <a:gradFill>
              <a:gsLst>
                <a:gs pos="0">
                  <a:srgbClr val="4D4C4B">
                    <a:alpha val="3597"/>
                  </a:srgbClr>
                </a:gs>
                <a:gs pos="14286">
                  <a:srgbClr val="4D4C4B">
                    <a:alpha val="3311"/>
                  </a:srgbClr>
                </a:gs>
                <a:gs pos="28571">
                  <a:srgbClr val="4D4C4B">
                    <a:alpha val="2580"/>
                  </a:srgbClr>
                </a:gs>
                <a:gs pos="42857">
                  <a:srgbClr val="4D4C4B">
                    <a:alpha val="1700"/>
                  </a:srgbClr>
                </a:gs>
                <a:gs pos="57143">
                  <a:srgbClr val="4D4C4B">
                    <a:alpha val="946"/>
                  </a:srgbClr>
                </a:gs>
                <a:gs pos="71429">
                  <a:srgbClr val="4D4C4B">
                    <a:alpha val="444"/>
                  </a:srgbClr>
                </a:gs>
                <a:gs pos="85714">
                  <a:srgbClr val="4D4C4B">
                    <a:alpha val="176"/>
                  </a:srgbClr>
                </a:gs>
                <a:gs pos="100000">
                  <a:srgbClr val="4D4C4B">
                    <a:alpha val="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3" name="Splat 673"/>
            <p:cNvSpPr>
              <a:spLocks noGrp="1"/>
            </p:cNvSpPr>
            <p:nvPr/>
          </p:nvSpPr>
          <p:spPr>
            <a:xfrm rot="5823084">
              <a:off x="1919200" y="574567"/>
              <a:ext cx="487450" cy="483065"/>
            </a:xfrm>
            <a:prstGeom prst="ellipse">
              <a:avLst/>
            </a:prstGeom>
            <a:gradFill>
              <a:gsLst>
                <a:gs pos="0">
                  <a:srgbClr val="2F2F30">
                    <a:alpha val="3605"/>
                  </a:srgbClr>
                </a:gs>
                <a:gs pos="14286">
                  <a:srgbClr val="2F2F30">
                    <a:alpha val="3318"/>
                  </a:srgbClr>
                </a:gs>
                <a:gs pos="28571">
                  <a:srgbClr val="2F2F30">
                    <a:alpha val="2586"/>
                  </a:srgbClr>
                </a:gs>
                <a:gs pos="42857">
                  <a:srgbClr val="2F2F30">
                    <a:alpha val="1704"/>
                  </a:srgbClr>
                </a:gs>
                <a:gs pos="57143">
                  <a:srgbClr val="2F2F30">
                    <a:alpha val="948"/>
                  </a:srgbClr>
                </a:gs>
                <a:gs pos="71429">
                  <a:srgbClr val="2F2F30">
                    <a:alpha val="445"/>
                  </a:srgbClr>
                </a:gs>
                <a:gs pos="85714">
                  <a:srgbClr val="2F2F30">
                    <a:alpha val="176"/>
                  </a:srgbClr>
                </a:gs>
                <a:gs pos="100000">
                  <a:srgbClr val="2F2F30">
                    <a:alpha val="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4" name="Splat 674"/>
            <p:cNvSpPr>
              <a:spLocks noGrp="1"/>
            </p:cNvSpPr>
            <p:nvPr/>
          </p:nvSpPr>
          <p:spPr>
            <a:xfrm rot="4777784">
              <a:off x="1045120" y="1945835"/>
              <a:ext cx="564988" cy="491751"/>
            </a:xfrm>
            <a:prstGeom prst="ellipse">
              <a:avLst/>
            </a:prstGeom>
            <a:gradFill>
              <a:gsLst>
                <a:gs pos="0">
                  <a:srgbClr val="5D5D5E">
                    <a:alpha val="1632"/>
                  </a:srgbClr>
                </a:gs>
                <a:gs pos="14286">
                  <a:srgbClr val="5D5D5E">
                    <a:alpha val="1501"/>
                  </a:srgbClr>
                </a:gs>
                <a:gs pos="28571">
                  <a:srgbClr val="5D5D5E">
                    <a:alpha val="1167"/>
                  </a:srgbClr>
                </a:gs>
                <a:gs pos="42857">
                  <a:srgbClr val="5D5D5E">
                    <a:alpha val="767"/>
                  </a:srgbClr>
                </a:gs>
                <a:gs pos="57143">
                  <a:srgbClr val="5D5D5E">
                    <a:alpha val="426"/>
                  </a:srgbClr>
                </a:gs>
                <a:gs pos="71429">
                  <a:srgbClr val="5D5D5E">
                    <a:alpha val="200"/>
                  </a:srgbClr>
                </a:gs>
                <a:gs pos="85714">
                  <a:srgbClr val="5D5D5E">
                    <a:alpha val="79"/>
                  </a:srgbClr>
                </a:gs>
                <a:gs pos="100000">
                  <a:srgbClr val="5D5D5E">
                    <a:alpha val="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5" name="Splat 675"/>
            <p:cNvSpPr>
              <a:spLocks noGrp="1"/>
            </p:cNvSpPr>
            <p:nvPr/>
          </p:nvSpPr>
          <p:spPr>
            <a:xfrm rot="5403335">
              <a:off x="1932423" y="531674"/>
              <a:ext cx="521180" cy="519850"/>
            </a:xfrm>
            <a:prstGeom prst="ellipse">
              <a:avLst/>
            </a:prstGeom>
            <a:gradFill>
              <a:gsLst>
                <a:gs pos="0">
                  <a:srgbClr val="3F3F3F">
                    <a:alpha val="2970"/>
                  </a:srgbClr>
                </a:gs>
                <a:gs pos="14286">
                  <a:srgbClr val="3F3F3F">
                    <a:alpha val="2733"/>
                  </a:srgbClr>
                </a:gs>
                <a:gs pos="28571">
                  <a:srgbClr val="3F3F3F">
                    <a:alpha val="2129"/>
                  </a:srgbClr>
                </a:gs>
                <a:gs pos="42857">
                  <a:srgbClr val="3F3F3F">
                    <a:alpha val="1401"/>
                  </a:srgbClr>
                </a:gs>
                <a:gs pos="57143">
                  <a:srgbClr val="3F3F3F">
                    <a:alpha val="779"/>
                  </a:srgbClr>
                </a:gs>
                <a:gs pos="71429">
                  <a:srgbClr val="3F3F3F">
                    <a:alpha val="365"/>
                  </a:srgbClr>
                </a:gs>
                <a:gs pos="85714">
                  <a:srgbClr val="3F3F3F">
                    <a:alpha val="145"/>
                  </a:srgbClr>
                </a:gs>
                <a:gs pos="100000">
                  <a:srgbClr val="3F3F3F">
                    <a:alpha val="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6" name="Splat 676"/>
            <p:cNvSpPr>
              <a:spLocks noGrp="1"/>
            </p:cNvSpPr>
            <p:nvPr/>
          </p:nvSpPr>
          <p:spPr>
            <a:xfrm rot="4165311">
              <a:off x="212247" y="-227728"/>
              <a:ext cx="568723" cy="461440"/>
            </a:xfrm>
            <a:prstGeom prst="ellipse">
              <a:avLst/>
            </a:prstGeom>
            <a:gradFill>
              <a:gsLst>
                <a:gs pos="0">
                  <a:srgbClr val="6A6B6B">
                    <a:alpha val="1825"/>
                  </a:srgbClr>
                </a:gs>
                <a:gs pos="14286">
                  <a:srgbClr val="6A6B6B">
                    <a:alpha val="1679"/>
                  </a:srgbClr>
                </a:gs>
                <a:gs pos="28571">
                  <a:srgbClr val="6A6B6B">
                    <a:alpha val="1306"/>
                  </a:srgbClr>
                </a:gs>
                <a:gs pos="42857">
                  <a:srgbClr val="6A6B6B">
                    <a:alpha val="858"/>
                  </a:srgbClr>
                </a:gs>
                <a:gs pos="57143">
                  <a:srgbClr val="6A6B6B">
                    <a:alpha val="477"/>
                  </a:srgbClr>
                </a:gs>
                <a:gs pos="71429">
                  <a:srgbClr val="6A6B6B">
                    <a:alpha val="223"/>
                  </a:srgbClr>
                </a:gs>
                <a:gs pos="85714">
                  <a:srgbClr val="6A6B6B">
                    <a:alpha val="88"/>
                  </a:srgbClr>
                </a:gs>
                <a:gs pos="100000">
                  <a:srgbClr val="6A6B6B">
                    <a:alpha val="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7" name="Splat 677"/>
            <p:cNvSpPr>
              <a:spLocks noGrp="1"/>
            </p:cNvSpPr>
            <p:nvPr/>
          </p:nvSpPr>
          <p:spPr>
            <a:xfrm rot="5412673">
              <a:off x="658199" y="3203566"/>
              <a:ext cx="512929" cy="511331"/>
            </a:xfrm>
            <a:prstGeom prst="ellipse">
              <a:avLst/>
            </a:prstGeom>
            <a:gradFill>
              <a:gsLst>
                <a:gs pos="0">
                  <a:srgbClr val="414041">
                    <a:alpha val="5184"/>
                  </a:srgbClr>
                </a:gs>
                <a:gs pos="14286">
                  <a:srgbClr val="414041">
                    <a:alpha val="4775"/>
                  </a:srgbClr>
                </a:gs>
                <a:gs pos="28571">
                  <a:srgbClr val="414041">
                    <a:alpha val="3728"/>
                  </a:srgbClr>
                </a:gs>
                <a:gs pos="42857">
                  <a:srgbClr val="414041">
                    <a:alpha val="2461"/>
                  </a:srgbClr>
                </a:gs>
                <a:gs pos="57143">
                  <a:srgbClr val="414041">
                    <a:alpha val="1371"/>
                  </a:srgbClr>
                </a:gs>
                <a:gs pos="71429">
                  <a:srgbClr val="414041">
                    <a:alpha val="644"/>
                  </a:srgbClr>
                </a:gs>
                <a:gs pos="85714">
                  <a:srgbClr val="414041">
                    <a:alpha val="255"/>
                  </a:srgbClr>
                </a:gs>
                <a:gs pos="100000">
                  <a:srgbClr val="414041">
                    <a:alpha val="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8" name="Splat 678"/>
            <p:cNvSpPr>
              <a:spLocks noGrp="1"/>
            </p:cNvSpPr>
            <p:nvPr/>
          </p:nvSpPr>
          <p:spPr>
            <a:xfrm rot="5427584">
              <a:off x="824807" y="-16516"/>
              <a:ext cx="521313" cy="519236"/>
            </a:xfrm>
            <a:prstGeom prst="ellipse">
              <a:avLst/>
            </a:prstGeom>
            <a:gradFill>
              <a:gsLst>
                <a:gs pos="0">
                  <a:srgbClr val="373A3B">
                    <a:alpha val="2705"/>
                  </a:srgbClr>
                </a:gs>
                <a:gs pos="14286">
                  <a:srgbClr val="373A3B">
                    <a:alpha val="2489"/>
                  </a:srgbClr>
                </a:gs>
                <a:gs pos="28571">
                  <a:srgbClr val="373A3B">
                    <a:alpha val="1938"/>
                  </a:srgbClr>
                </a:gs>
                <a:gs pos="42857">
                  <a:srgbClr val="373A3B">
                    <a:alpha val="1275"/>
                  </a:srgbClr>
                </a:gs>
                <a:gs pos="57143">
                  <a:srgbClr val="373A3B">
                    <a:alpha val="709"/>
                  </a:srgbClr>
                </a:gs>
                <a:gs pos="71429">
                  <a:srgbClr val="373A3B">
                    <a:alpha val="332"/>
                  </a:srgbClr>
                </a:gs>
                <a:gs pos="85714">
                  <a:srgbClr val="373A3B">
                    <a:alpha val="132"/>
                  </a:srgbClr>
                </a:gs>
                <a:gs pos="100000">
                  <a:srgbClr val="373A3B">
                    <a:alpha val="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9" name="Splat 679"/>
            <p:cNvSpPr>
              <a:spLocks noGrp="1"/>
            </p:cNvSpPr>
            <p:nvPr/>
          </p:nvSpPr>
          <p:spPr>
            <a:xfrm rot="5454542">
              <a:off x="12899" y="-198974"/>
              <a:ext cx="515901" cy="504580"/>
            </a:xfrm>
            <a:prstGeom prst="ellipse">
              <a:avLst/>
            </a:prstGeom>
            <a:gradFill>
              <a:gsLst>
                <a:gs pos="0">
                  <a:srgbClr val="4D4D4D">
                    <a:alpha val="4174"/>
                  </a:srgbClr>
                </a:gs>
                <a:gs pos="14286">
                  <a:srgbClr val="4D4D4D">
                    <a:alpha val="3843"/>
                  </a:srgbClr>
                </a:gs>
                <a:gs pos="28571">
                  <a:srgbClr val="4D4D4D">
                    <a:alpha val="2997"/>
                  </a:srgbClr>
                </a:gs>
                <a:gs pos="42857">
                  <a:srgbClr val="4D4D4D">
                    <a:alpha val="1976"/>
                  </a:srgbClr>
                </a:gs>
                <a:gs pos="57143">
                  <a:srgbClr val="4D4D4D">
                    <a:alpha val="1100"/>
                  </a:srgbClr>
                </a:gs>
                <a:gs pos="71429">
                  <a:srgbClr val="4D4D4D">
                    <a:alpha val="516"/>
                  </a:srgbClr>
                </a:gs>
                <a:gs pos="85714">
                  <a:srgbClr val="4D4D4D">
                    <a:alpha val="205"/>
                  </a:srgbClr>
                </a:gs>
                <a:gs pos="100000">
                  <a:srgbClr val="4D4D4D">
                    <a:alpha val="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0" name="Splat 680"/>
            <p:cNvSpPr>
              <a:spLocks noGrp="1"/>
            </p:cNvSpPr>
            <p:nvPr/>
          </p:nvSpPr>
          <p:spPr>
            <a:xfrm rot="10777243">
              <a:off x="521579" y="3307852"/>
              <a:ext cx="528305" cy="523772"/>
            </a:xfrm>
            <a:prstGeom prst="ellipse">
              <a:avLst/>
            </a:prstGeom>
            <a:gradFill>
              <a:gsLst>
                <a:gs pos="0">
                  <a:srgbClr val="4B4C4C">
                    <a:alpha val="4126"/>
                  </a:srgbClr>
                </a:gs>
                <a:gs pos="14286">
                  <a:srgbClr val="4B4C4C">
                    <a:alpha val="3799"/>
                  </a:srgbClr>
                </a:gs>
                <a:gs pos="28571">
                  <a:srgbClr val="4B4C4C">
                    <a:alpha val="2962"/>
                  </a:srgbClr>
                </a:gs>
                <a:gs pos="42857">
                  <a:srgbClr val="4B4C4C">
                    <a:alpha val="1953"/>
                  </a:srgbClr>
                </a:gs>
                <a:gs pos="57143">
                  <a:srgbClr val="4B4C4C">
                    <a:alpha val="1087"/>
                  </a:srgbClr>
                </a:gs>
                <a:gs pos="71429">
                  <a:srgbClr val="4B4C4C">
                    <a:alpha val="510"/>
                  </a:srgbClr>
                </a:gs>
                <a:gs pos="85714">
                  <a:srgbClr val="4B4C4C">
                    <a:alpha val="202"/>
                  </a:srgbClr>
                </a:gs>
                <a:gs pos="100000">
                  <a:srgbClr val="4B4C4C">
                    <a:alpha val="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1" name="Splat 681"/>
            <p:cNvSpPr>
              <a:spLocks noGrp="1"/>
            </p:cNvSpPr>
            <p:nvPr/>
          </p:nvSpPr>
          <p:spPr>
            <a:xfrm rot="-9213937">
              <a:off x="-278925" y="1345667"/>
              <a:ext cx="567465" cy="534359"/>
            </a:xfrm>
            <a:prstGeom prst="ellipse">
              <a:avLst/>
            </a:prstGeom>
            <a:gradFill>
              <a:gsLst>
                <a:gs pos="0">
                  <a:srgbClr val="060403">
                    <a:alpha val="1732"/>
                  </a:srgbClr>
                </a:gs>
                <a:gs pos="14286">
                  <a:srgbClr val="060403">
                    <a:alpha val="1593"/>
                  </a:srgbClr>
                </a:gs>
                <a:gs pos="28571">
                  <a:srgbClr val="060403">
                    <a:alpha val="1239"/>
                  </a:srgbClr>
                </a:gs>
                <a:gs pos="42857">
                  <a:srgbClr val="060403">
                    <a:alpha val="815"/>
                  </a:srgbClr>
                </a:gs>
                <a:gs pos="57143">
                  <a:srgbClr val="060403">
                    <a:alpha val="452"/>
                  </a:srgbClr>
                </a:gs>
                <a:gs pos="71429">
                  <a:srgbClr val="060403">
                    <a:alpha val="212"/>
                  </a:srgbClr>
                </a:gs>
                <a:gs pos="85714">
                  <a:srgbClr val="060403">
                    <a:alpha val="84"/>
                  </a:srgbClr>
                </a:gs>
                <a:gs pos="100000">
                  <a:srgbClr val="060403">
                    <a:alpha val="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2" name="Splat 682"/>
            <p:cNvSpPr>
              <a:spLocks noGrp="1"/>
            </p:cNvSpPr>
            <p:nvPr/>
          </p:nvSpPr>
          <p:spPr>
            <a:xfrm rot="5418254">
              <a:off x="517823" y="2291142"/>
              <a:ext cx="521806" cy="521081"/>
            </a:xfrm>
            <a:prstGeom prst="ellipse">
              <a:avLst/>
            </a:prstGeom>
            <a:gradFill>
              <a:gsLst>
                <a:gs pos="0">
                  <a:srgbClr val="383839">
                    <a:alpha val="1749"/>
                  </a:srgbClr>
                </a:gs>
                <a:gs pos="14286">
                  <a:srgbClr val="383839">
                    <a:alpha val="1608"/>
                  </a:srgbClr>
                </a:gs>
                <a:gs pos="28571">
                  <a:srgbClr val="383839">
                    <a:alpha val="1251"/>
                  </a:srgbClr>
                </a:gs>
                <a:gs pos="42857">
                  <a:srgbClr val="383839">
                    <a:alpha val="822"/>
                  </a:srgbClr>
                </a:gs>
                <a:gs pos="57143">
                  <a:srgbClr val="383839">
                    <a:alpha val="457"/>
                  </a:srgbClr>
                </a:gs>
                <a:gs pos="71429">
                  <a:srgbClr val="383839">
                    <a:alpha val="214"/>
                  </a:srgbClr>
                </a:gs>
                <a:gs pos="85714">
                  <a:srgbClr val="383839">
                    <a:alpha val="85"/>
                  </a:srgbClr>
                </a:gs>
                <a:gs pos="100000">
                  <a:srgbClr val="383839">
                    <a:alpha val="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3" name="Splat 683"/>
            <p:cNvSpPr>
              <a:spLocks noGrp="1"/>
            </p:cNvSpPr>
            <p:nvPr/>
          </p:nvSpPr>
          <p:spPr>
            <a:xfrm rot="-10670825">
              <a:off x="99644" y="2841346"/>
              <a:ext cx="482520" cy="479638"/>
            </a:xfrm>
            <a:prstGeom prst="ellipse">
              <a:avLst/>
            </a:prstGeom>
            <a:gradFill>
              <a:gsLst>
                <a:gs pos="0">
                  <a:srgbClr val="1B2023">
                    <a:alpha val="7376"/>
                  </a:srgbClr>
                </a:gs>
                <a:gs pos="14286">
                  <a:srgbClr val="1B2023">
                    <a:alpha val="6801"/>
                  </a:srgbClr>
                </a:gs>
                <a:gs pos="28571">
                  <a:srgbClr val="1B2023">
                    <a:alpha val="5322"/>
                  </a:srgbClr>
                </a:gs>
                <a:gs pos="42857">
                  <a:srgbClr val="1B2023">
                    <a:alpha val="3523"/>
                  </a:srgbClr>
                </a:gs>
                <a:gs pos="57143">
                  <a:srgbClr val="1B2023">
                    <a:alpha val="1968"/>
                  </a:srgbClr>
                </a:gs>
                <a:gs pos="71429">
                  <a:srgbClr val="1B2023">
                    <a:alpha val="926"/>
                  </a:srgbClr>
                </a:gs>
                <a:gs pos="85714">
                  <a:srgbClr val="1B2023">
                    <a:alpha val="367"/>
                  </a:srgbClr>
                </a:gs>
                <a:gs pos="100000">
                  <a:srgbClr val="1B2023">
                    <a:alpha val="1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4" name="Splat 684"/>
            <p:cNvSpPr>
              <a:spLocks noGrp="1"/>
            </p:cNvSpPr>
            <p:nvPr/>
          </p:nvSpPr>
          <p:spPr>
            <a:xfrm rot="-10707795">
              <a:off x="2423991" y="896038"/>
              <a:ext cx="518273" cy="515066"/>
            </a:xfrm>
            <a:prstGeom prst="ellipse">
              <a:avLst/>
            </a:prstGeom>
            <a:gradFill>
              <a:gsLst>
                <a:gs pos="0">
                  <a:srgbClr val="4A4B4A">
                    <a:alpha val="2036"/>
                  </a:srgbClr>
                </a:gs>
                <a:gs pos="14286">
                  <a:srgbClr val="4A4B4A">
                    <a:alpha val="1873"/>
                  </a:srgbClr>
                </a:gs>
                <a:gs pos="28571">
                  <a:srgbClr val="4A4B4A">
                    <a:alpha val="1457"/>
                  </a:srgbClr>
                </a:gs>
                <a:gs pos="42857">
                  <a:srgbClr val="4A4B4A">
                    <a:alpha val="958"/>
                  </a:srgbClr>
                </a:gs>
                <a:gs pos="57143">
                  <a:srgbClr val="4A4B4A">
                    <a:alpha val="532"/>
                  </a:srgbClr>
                </a:gs>
                <a:gs pos="71429">
                  <a:srgbClr val="4A4B4A">
                    <a:alpha val="249"/>
                  </a:srgbClr>
                </a:gs>
                <a:gs pos="85714">
                  <a:srgbClr val="4A4B4A">
                    <a:alpha val="99"/>
                  </a:srgbClr>
                </a:gs>
                <a:gs pos="100000">
                  <a:srgbClr val="4A4B4A">
                    <a:alpha val="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5" name="Splat 685"/>
            <p:cNvSpPr>
              <a:spLocks noGrp="1"/>
            </p:cNvSpPr>
            <p:nvPr/>
          </p:nvSpPr>
          <p:spPr>
            <a:xfrm rot="5051195">
              <a:off x="182386" y="1250906"/>
              <a:ext cx="530868" cy="477928"/>
            </a:xfrm>
            <a:prstGeom prst="ellipse">
              <a:avLst/>
            </a:prstGeom>
            <a:gradFill>
              <a:gsLst>
                <a:gs pos="0">
                  <a:srgbClr val="000402">
                    <a:alpha val="4103"/>
                  </a:srgbClr>
                </a:gs>
                <a:gs pos="14286">
                  <a:srgbClr val="000402">
                    <a:alpha val="3777"/>
                  </a:srgbClr>
                </a:gs>
                <a:gs pos="28571">
                  <a:srgbClr val="000402">
                    <a:alpha val="2945"/>
                  </a:srgbClr>
                </a:gs>
                <a:gs pos="42857">
                  <a:srgbClr val="000402">
                    <a:alpha val="1942"/>
                  </a:srgbClr>
                </a:gs>
                <a:gs pos="57143">
                  <a:srgbClr val="000402">
                    <a:alpha val="1081"/>
                  </a:srgbClr>
                </a:gs>
                <a:gs pos="71429">
                  <a:srgbClr val="000402">
                    <a:alpha val="507"/>
                  </a:srgbClr>
                </a:gs>
                <a:gs pos="85714">
                  <a:srgbClr val="000402">
                    <a:alpha val="201"/>
                  </a:srgbClr>
                </a:gs>
                <a:gs pos="100000">
                  <a:srgbClr val="000402">
                    <a:alpha val="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6" name="Splat 686"/>
            <p:cNvSpPr>
              <a:spLocks noGrp="1"/>
            </p:cNvSpPr>
            <p:nvPr/>
          </p:nvSpPr>
          <p:spPr>
            <a:xfrm rot="3199654">
              <a:off x="-36121" y="769476"/>
              <a:ext cx="512224" cy="332259"/>
            </a:xfrm>
            <a:prstGeom prst="ellipse">
              <a:avLst/>
            </a:prstGeom>
            <a:gradFill>
              <a:gsLst>
                <a:gs pos="0">
                  <a:srgbClr val="060100">
                    <a:alpha val="8483"/>
                  </a:srgbClr>
                </a:gs>
                <a:gs pos="14286">
                  <a:srgbClr val="060100">
                    <a:alpha val="7824"/>
                  </a:srgbClr>
                </a:gs>
                <a:gs pos="28571">
                  <a:srgbClr val="060100">
                    <a:alpha val="6130"/>
                  </a:srgbClr>
                </a:gs>
                <a:gs pos="42857">
                  <a:srgbClr val="060100">
                    <a:alpha val="4064"/>
                  </a:srgbClr>
                </a:gs>
                <a:gs pos="57143">
                  <a:srgbClr val="060100">
                    <a:alpha val="2273"/>
                  </a:srgbClr>
                </a:gs>
                <a:gs pos="71429">
                  <a:srgbClr val="060100">
                    <a:alpha val="1070"/>
                  </a:srgbClr>
                </a:gs>
                <a:gs pos="85714">
                  <a:srgbClr val="060100">
                    <a:alpha val="425"/>
                  </a:srgbClr>
                </a:gs>
                <a:gs pos="100000">
                  <a:srgbClr val="060100">
                    <a:alpha val="1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7" name="Splat 687"/>
            <p:cNvSpPr>
              <a:spLocks noGrp="1"/>
            </p:cNvSpPr>
            <p:nvPr/>
          </p:nvSpPr>
          <p:spPr>
            <a:xfrm rot="-10703215">
              <a:off x="1909819" y="512198"/>
              <a:ext cx="527364" cy="522826"/>
            </a:xfrm>
            <a:prstGeom prst="ellipse">
              <a:avLst/>
            </a:prstGeom>
            <a:gradFill>
              <a:gsLst>
                <a:gs pos="0">
                  <a:srgbClr val="454241">
                    <a:alpha val="2586"/>
                  </a:srgbClr>
                </a:gs>
                <a:gs pos="14286">
                  <a:srgbClr val="454241">
                    <a:alpha val="2379"/>
                  </a:srgbClr>
                </a:gs>
                <a:gs pos="28571">
                  <a:srgbClr val="454241">
                    <a:alpha val="1852"/>
                  </a:srgbClr>
                </a:gs>
                <a:gs pos="42857">
                  <a:srgbClr val="454241">
                    <a:alpha val="1219"/>
                  </a:srgbClr>
                </a:gs>
                <a:gs pos="57143">
                  <a:srgbClr val="454241">
                    <a:alpha val="677"/>
                  </a:srgbClr>
                </a:gs>
                <a:gs pos="71429">
                  <a:srgbClr val="454241">
                    <a:alpha val="318"/>
                  </a:srgbClr>
                </a:gs>
                <a:gs pos="85714">
                  <a:srgbClr val="454241">
                    <a:alpha val="126"/>
                  </a:srgbClr>
                </a:gs>
                <a:gs pos="100000">
                  <a:srgbClr val="454241">
                    <a:alpha val="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8" name="Splat 688"/>
            <p:cNvSpPr>
              <a:spLocks noGrp="1"/>
            </p:cNvSpPr>
            <p:nvPr/>
          </p:nvSpPr>
          <p:spPr>
            <a:xfrm rot="-10772540">
              <a:off x="179701" y="2843163"/>
              <a:ext cx="518460" cy="509722"/>
            </a:xfrm>
            <a:prstGeom prst="ellipse">
              <a:avLst/>
            </a:prstGeom>
            <a:gradFill>
              <a:gsLst>
                <a:gs pos="0">
                  <a:srgbClr val="242C2F">
                    <a:alpha val="9294"/>
                  </a:srgbClr>
                </a:gs>
                <a:gs pos="14286">
                  <a:srgbClr val="242C2F">
                    <a:alpha val="8576"/>
                  </a:srgbClr>
                </a:gs>
                <a:gs pos="28571">
                  <a:srgbClr val="242C2F">
                    <a:alpha val="6725"/>
                  </a:srgbClr>
                </a:gs>
                <a:gs pos="42857">
                  <a:srgbClr val="242C2F">
                    <a:alpha val="4464"/>
                  </a:srgbClr>
                </a:gs>
                <a:gs pos="57143">
                  <a:srgbClr val="242C2F">
                    <a:alpha val="2498"/>
                  </a:srgbClr>
                </a:gs>
                <a:gs pos="71429">
                  <a:srgbClr val="242C2F">
                    <a:alpha val="1177"/>
                  </a:srgbClr>
                </a:gs>
                <a:gs pos="85714">
                  <a:srgbClr val="242C2F">
                    <a:alpha val="467"/>
                  </a:srgbClr>
                </a:gs>
                <a:gs pos="100000">
                  <a:srgbClr val="242C2F">
                    <a:alpha val="1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9" name="Splat 689"/>
            <p:cNvSpPr>
              <a:spLocks noGrp="1"/>
            </p:cNvSpPr>
            <p:nvPr/>
          </p:nvSpPr>
          <p:spPr>
            <a:xfrm rot="5302797">
              <a:off x="142905" y="-23766"/>
              <a:ext cx="528217" cy="526156"/>
            </a:xfrm>
            <a:prstGeom prst="ellipse">
              <a:avLst/>
            </a:prstGeom>
            <a:gradFill>
              <a:gsLst>
                <a:gs pos="0">
                  <a:srgbClr val="4A4A4A">
                    <a:alpha val="1364"/>
                  </a:srgbClr>
                </a:gs>
                <a:gs pos="14286">
                  <a:srgbClr val="4A4A4A">
                    <a:alpha val="1255"/>
                  </a:srgbClr>
                </a:gs>
                <a:gs pos="28571">
                  <a:srgbClr val="4A4A4A">
                    <a:alpha val="975"/>
                  </a:srgbClr>
                </a:gs>
                <a:gs pos="42857">
                  <a:srgbClr val="4A4A4A">
                    <a:alpha val="641"/>
                  </a:srgbClr>
                </a:gs>
                <a:gs pos="57143">
                  <a:srgbClr val="4A4A4A">
                    <a:alpha val="356"/>
                  </a:srgbClr>
                </a:gs>
                <a:gs pos="71429">
                  <a:srgbClr val="4A4A4A">
                    <a:alpha val="167"/>
                  </a:srgbClr>
                </a:gs>
                <a:gs pos="85714">
                  <a:srgbClr val="4A4A4A">
                    <a:alpha val="66"/>
                  </a:srgbClr>
                </a:gs>
                <a:gs pos="100000">
                  <a:srgbClr val="4A4A4A">
                    <a:alpha val="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0" name="Splat 690"/>
            <p:cNvSpPr>
              <a:spLocks noGrp="1"/>
            </p:cNvSpPr>
            <p:nvPr/>
          </p:nvSpPr>
          <p:spPr>
            <a:xfrm rot="10779370">
              <a:off x="1960646" y="337836"/>
              <a:ext cx="520897" cy="517384"/>
            </a:xfrm>
            <a:prstGeom prst="ellipse">
              <a:avLst/>
            </a:prstGeom>
            <a:gradFill>
              <a:gsLst>
                <a:gs pos="0">
                  <a:srgbClr val="3E3E3E">
                    <a:alpha val="1487"/>
                  </a:srgbClr>
                </a:gs>
                <a:gs pos="14286">
                  <a:srgbClr val="3E3E3E">
                    <a:alpha val="1368"/>
                  </a:srgbClr>
                </a:gs>
                <a:gs pos="28571">
                  <a:srgbClr val="3E3E3E">
                    <a:alpha val="1064"/>
                  </a:srgbClr>
                </a:gs>
                <a:gs pos="42857">
                  <a:srgbClr val="3E3E3E">
                    <a:alpha val="699"/>
                  </a:srgbClr>
                </a:gs>
                <a:gs pos="57143">
                  <a:srgbClr val="3E3E3E">
                    <a:alpha val="388"/>
                  </a:srgbClr>
                </a:gs>
                <a:gs pos="71429">
                  <a:srgbClr val="3E3E3E">
                    <a:alpha val="182"/>
                  </a:srgbClr>
                </a:gs>
                <a:gs pos="85714">
                  <a:srgbClr val="3E3E3E">
                    <a:alpha val="72"/>
                  </a:srgbClr>
                </a:gs>
                <a:gs pos="100000">
                  <a:srgbClr val="3E3E3E">
                    <a:alpha val="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1" name="Splat 691"/>
            <p:cNvSpPr>
              <a:spLocks noGrp="1"/>
            </p:cNvSpPr>
            <p:nvPr/>
          </p:nvSpPr>
          <p:spPr>
            <a:xfrm rot="4875741">
              <a:off x="2747328" y="1523104"/>
              <a:ext cx="474444" cy="466022"/>
            </a:xfrm>
            <a:prstGeom prst="ellipse">
              <a:avLst/>
            </a:prstGeom>
            <a:gradFill>
              <a:gsLst>
                <a:gs pos="0">
                  <a:srgbClr val="585857">
                    <a:alpha val="5711"/>
                  </a:srgbClr>
                </a:gs>
                <a:gs pos="14286">
                  <a:srgbClr val="585857">
                    <a:alpha val="5262"/>
                  </a:srgbClr>
                </a:gs>
                <a:gs pos="28571">
                  <a:srgbClr val="585857">
                    <a:alpha val="4110"/>
                  </a:srgbClr>
                </a:gs>
                <a:gs pos="42857">
                  <a:srgbClr val="585857">
                    <a:alpha val="2715"/>
                  </a:srgbClr>
                </a:gs>
                <a:gs pos="57143">
                  <a:srgbClr val="585857">
                    <a:alpha val="1514"/>
                  </a:srgbClr>
                </a:gs>
                <a:gs pos="71429">
                  <a:srgbClr val="585857">
                    <a:alpha val="711"/>
                  </a:srgbClr>
                </a:gs>
                <a:gs pos="85714">
                  <a:srgbClr val="585857">
                    <a:alpha val="282"/>
                  </a:srgbClr>
                </a:gs>
                <a:gs pos="100000">
                  <a:srgbClr val="585857">
                    <a:alpha val="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2" name="Splat 692"/>
            <p:cNvSpPr>
              <a:spLocks noGrp="1"/>
            </p:cNvSpPr>
            <p:nvPr/>
          </p:nvSpPr>
          <p:spPr>
            <a:xfrm rot="5394296">
              <a:off x="678890" y="543918"/>
              <a:ext cx="524627" cy="524533"/>
            </a:xfrm>
            <a:prstGeom prst="ellipse">
              <a:avLst/>
            </a:prstGeom>
            <a:gradFill>
              <a:gsLst>
                <a:gs pos="0">
                  <a:srgbClr val="3B3937">
                    <a:alpha val="1326"/>
                  </a:srgbClr>
                </a:gs>
                <a:gs pos="14286">
                  <a:srgbClr val="3B3937">
                    <a:alpha val="1219"/>
                  </a:srgbClr>
                </a:gs>
                <a:gs pos="28571">
                  <a:srgbClr val="3B3937">
                    <a:alpha val="948"/>
                  </a:srgbClr>
                </a:gs>
                <a:gs pos="42857">
                  <a:srgbClr val="3B3937">
                    <a:alpha val="623"/>
                  </a:srgbClr>
                </a:gs>
                <a:gs pos="57143">
                  <a:srgbClr val="3B3937">
                    <a:alpha val="346"/>
                  </a:srgbClr>
                </a:gs>
                <a:gs pos="71429">
                  <a:srgbClr val="3B3937">
                    <a:alpha val="162"/>
                  </a:srgbClr>
                </a:gs>
                <a:gs pos="85714">
                  <a:srgbClr val="3B3937">
                    <a:alpha val="64"/>
                  </a:srgbClr>
                </a:gs>
                <a:gs pos="100000">
                  <a:srgbClr val="3B3937">
                    <a:alpha val="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3" name="Splat 693"/>
            <p:cNvSpPr>
              <a:spLocks noGrp="1"/>
            </p:cNvSpPr>
            <p:nvPr/>
          </p:nvSpPr>
          <p:spPr>
            <a:xfrm rot="5392488">
              <a:off x="614844" y="721710"/>
              <a:ext cx="500931" cy="496655"/>
            </a:xfrm>
            <a:prstGeom prst="ellipse">
              <a:avLst/>
            </a:prstGeom>
            <a:gradFill>
              <a:gsLst>
                <a:gs pos="0">
                  <a:srgbClr val="52514E">
                    <a:alpha val="2048"/>
                  </a:srgbClr>
                </a:gs>
                <a:gs pos="14286">
                  <a:srgbClr val="52514E">
                    <a:alpha val="1884"/>
                  </a:srgbClr>
                </a:gs>
                <a:gs pos="28571">
                  <a:srgbClr val="52514E">
                    <a:alpha val="1466"/>
                  </a:srgbClr>
                </a:gs>
                <a:gs pos="42857">
                  <a:srgbClr val="52514E">
                    <a:alpha val="964"/>
                  </a:srgbClr>
                </a:gs>
                <a:gs pos="57143">
                  <a:srgbClr val="52514E">
                    <a:alpha val="535"/>
                  </a:srgbClr>
                </a:gs>
                <a:gs pos="71429">
                  <a:srgbClr val="52514E">
                    <a:alpha val="251"/>
                  </a:srgbClr>
                </a:gs>
                <a:gs pos="85714">
                  <a:srgbClr val="52514E">
                    <a:alpha val="99"/>
                  </a:srgbClr>
                </a:gs>
                <a:gs pos="100000">
                  <a:srgbClr val="52514E">
                    <a:alpha val="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4" name="Splat 694"/>
            <p:cNvSpPr>
              <a:spLocks noGrp="1"/>
            </p:cNvSpPr>
            <p:nvPr/>
          </p:nvSpPr>
          <p:spPr>
            <a:xfrm rot="5395021">
              <a:off x="724488" y="2606714"/>
              <a:ext cx="527342" cy="525682"/>
            </a:xfrm>
            <a:prstGeom prst="ellipse">
              <a:avLst/>
            </a:prstGeom>
            <a:gradFill>
              <a:gsLst>
                <a:gs pos="0">
                  <a:srgbClr val="3E3C3C">
                    <a:alpha val="3401"/>
                  </a:srgbClr>
                </a:gs>
                <a:gs pos="14286">
                  <a:srgbClr val="3E3C3C">
                    <a:alpha val="3130"/>
                  </a:srgbClr>
                </a:gs>
                <a:gs pos="28571">
                  <a:srgbClr val="3E3C3C">
                    <a:alpha val="2439"/>
                  </a:srgbClr>
                </a:gs>
                <a:gs pos="42857">
                  <a:srgbClr val="3E3C3C">
                    <a:alpha val="1606"/>
                  </a:srgbClr>
                </a:gs>
                <a:gs pos="57143">
                  <a:srgbClr val="3E3C3C">
                    <a:alpha val="893"/>
                  </a:srgbClr>
                </a:gs>
                <a:gs pos="71429">
                  <a:srgbClr val="3E3C3C">
                    <a:alpha val="419"/>
                  </a:srgbClr>
                </a:gs>
                <a:gs pos="85714">
                  <a:srgbClr val="3E3C3C">
                    <a:alpha val="166"/>
                  </a:srgbClr>
                </a:gs>
                <a:gs pos="100000">
                  <a:srgbClr val="3E3C3C">
                    <a:alpha val="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5" name="Splat 695"/>
            <p:cNvSpPr>
              <a:spLocks noGrp="1"/>
            </p:cNvSpPr>
            <p:nvPr/>
          </p:nvSpPr>
          <p:spPr>
            <a:xfrm rot="-10081222">
              <a:off x="428021" y="567847"/>
              <a:ext cx="526823" cy="504693"/>
            </a:xfrm>
            <a:prstGeom prst="ellipse">
              <a:avLst/>
            </a:prstGeom>
            <a:gradFill>
              <a:gsLst>
                <a:gs pos="0">
                  <a:srgbClr val="010202">
                    <a:alpha val="1988"/>
                  </a:srgbClr>
                </a:gs>
                <a:gs pos="14286">
                  <a:srgbClr val="010202">
                    <a:alpha val="1829"/>
                  </a:srgbClr>
                </a:gs>
                <a:gs pos="28571">
                  <a:srgbClr val="010202">
                    <a:alpha val="1423"/>
                  </a:srgbClr>
                </a:gs>
                <a:gs pos="42857">
                  <a:srgbClr val="010202">
                    <a:alpha val="936"/>
                  </a:srgbClr>
                </a:gs>
                <a:gs pos="57143">
                  <a:srgbClr val="010202">
                    <a:alpha val="520"/>
                  </a:srgbClr>
                </a:gs>
                <a:gs pos="71429">
                  <a:srgbClr val="010202">
                    <a:alpha val="244"/>
                  </a:srgbClr>
                </a:gs>
                <a:gs pos="85714">
                  <a:srgbClr val="010202">
                    <a:alpha val="96"/>
                  </a:srgbClr>
                </a:gs>
                <a:gs pos="100000">
                  <a:srgbClr val="010202">
                    <a:alpha val="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6" name="Splat 696"/>
            <p:cNvSpPr>
              <a:spLocks noGrp="1"/>
            </p:cNvSpPr>
            <p:nvPr/>
          </p:nvSpPr>
          <p:spPr>
            <a:xfrm rot="6918073">
              <a:off x="1958474" y="238582"/>
              <a:ext cx="530505" cy="505181"/>
            </a:xfrm>
            <a:prstGeom prst="ellipse">
              <a:avLst/>
            </a:prstGeom>
            <a:gradFill>
              <a:gsLst>
                <a:gs pos="0">
                  <a:srgbClr val="686867">
                    <a:alpha val="1435"/>
                  </a:srgbClr>
                </a:gs>
                <a:gs pos="14286">
                  <a:srgbClr val="686867">
                    <a:alpha val="1320"/>
                  </a:srgbClr>
                </a:gs>
                <a:gs pos="28571">
                  <a:srgbClr val="686867">
                    <a:alpha val="1026"/>
                  </a:srgbClr>
                </a:gs>
                <a:gs pos="42857">
                  <a:srgbClr val="686867">
                    <a:alpha val="674"/>
                  </a:srgbClr>
                </a:gs>
                <a:gs pos="57143">
                  <a:srgbClr val="686867">
                    <a:alpha val="374"/>
                  </a:srgbClr>
                </a:gs>
                <a:gs pos="71429">
                  <a:srgbClr val="686867">
                    <a:alpha val="175"/>
                  </a:srgbClr>
                </a:gs>
                <a:gs pos="85714">
                  <a:srgbClr val="686867">
                    <a:alpha val="69"/>
                  </a:srgbClr>
                </a:gs>
                <a:gs pos="100000">
                  <a:srgbClr val="686867">
                    <a:alpha val="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7" name="Splat 697"/>
            <p:cNvSpPr>
              <a:spLocks noGrp="1"/>
            </p:cNvSpPr>
            <p:nvPr/>
          </p:nvSpPr>
          <p:spPr>
            <a:xfrm rot="10702044">
              <a:off x="671139" y="968176"/>
              <a:ext cx="520880" cy="517708"/>
            </a:xfrm>
            <a:prstGeom prst="ellipse">
              <a:avLst/>
            </a:prstGeom>
            <a:gradFill>
              <a:gsLst>
                <a:gs pos="0">
                  <a:srgbClr val="36393A">
                    <a:alpha val="3298"/>
                  </a:srgbClr>
                </a:gs>
                <a:gs pos="14286">
                  <a:srgbClr val="36393A">
                    <a:alpha val="3035"/>
                  </a:srgbClr>
                </a:gs>
                <a:gs pos="28571">
                  <a:srgbClr val="36393A">
                    <a:alpha val="2365"/>
                  </a:srgbClr>
                </a:gs>
                <a:gs pos="42857">
                  <a:srgbClr val="36393A">
                    <a:alpha val="1558"/>
                  </a:srgbClr>
                </a:gs>
                <a:gs pos="57143">
                  <a:srgbClr val="36393A">
                    <a:alpha val="866"/>
                  </a:srgbClr>
                </a:gs>
                <a:gs pos="71429">
                  <a:srgbClr val="36393A">
                    <a:alpha val="406"/>
                  </a:srgbClr>
                </a:gs>
                <a:gs pos="85714">
                  <a:srgbClr val="36393A">
                    <a:alpha val="161"/>
                  </a:srgbClr>
                </a:gs>
                <a:gs pos="100000">
                  <a:srgbClr val="36393A">
                    <a:alpha val="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8" name="Splat 698"/>
            <p:cNvSpPr>
              <a:spLocks noGrp="1"/>
            </p:cNvSpPr>
            <p:nvPr/>
          </p:nvSpPr>
          <p:spPr>
            <a:xfrm rot="5075596">
              <a:off x="1830306" y="624668"/>
              <a:ext cx="541989" cy="532692"/>
            </a:xfrm>
            <a:prstGeom prst="ellipse">
              <a:avLst/>
            </a:prstGeom>
            <a:gradFill>
              <a:gsLst>
                <a:gs pos="0">
                  <a:srgbClr val="151316">
                    <a:alpha val="1895"/>
                  </a:srgbClr>
                </a:gs>
                <a:gs pos="14286">
                  <a:srgbClr val="151316">
                    <a:alpha val="1743"/>
                  </a:srgbClr>
                </a:gs>
                <a:gs pos="28571">
                  <a:srgbClr val="151316">
                    <a:alpha val="1356"/>
                  </a:srgbClr>
                </a:gs>
                <a:gs pos="42857">
                  <a:srgbClr val="151316">
                    <a:alpha val="891"/>
                  </a:srgbClr>
                </a:gs>
                <a:gs pos="57143">
                  <a:srgbClr val="151316">
                    <a:alpha val="495"/>
                  </a:srgbClr>
                </a:gs>
                <a:gs pos="71429">
                  <a:srgbClr val="151316">
                    <a:alpha val="232"/>
                  </a:srgbClr>
                </a:gs>
                <a:gs pos="85714">
                  <a:srgbClr val="151316">
                    <a:alpha val="92"/>
                  </a:srgbClr>
                </a:gs>
                <a:gs pos="100000">
                  <a:srgbClr val="151316">
                    <a:alpha val="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9" name="Splat 699"/>
            <p:cNvSpPr>
              <a:spLocks noGrp="1"/>
            </p:cNvSpPr>
            <p:nvPr/>
          </p:nvSpPr>
          <p:spPr>
            <a:xfrm rot="5446436">
              <a:off x="522836" y="334463"/>
              <a:ext cx="497104" cy="496727"/>
            </a:xfrm>
            <a:prstGeom prst="ellipse">
              <a:avLst/>
            </a:prstGeom>
            <a:gradFill>
              <a:gsLst>
                <a:gs pos="0">
                  <a:srgbClr val="535252">
                    <a:alpha val="2437"/>
                  </a:srgbClr>
                </a:gs>
                <a:gs pos="14286">
                  <a:srgbClr val="535252">
                    <a:alpha val="2242"/>
                  </a:srgbClr>
                </a:gs>
                <a:gs pos="28571">
                  <a:srgbClr val="535252">
                    <a:alpha val="1745"/>
                  </a:srgbClr>
                </a:gs>
                <a:gs pos="42857">
                  <a:srgbClr val="535252">
                    <a:alpha val="1148"/>
                  </a:srgbClr>
                </a:gs>
                <a:gs pos="57143">
                  <a:srgbClr val="535252">
                    <a:alpha val="638"/>
                  </a:srgbClr>
                </a:gs>
                <a:gs pos="71429">
                  <a:srgbClr val="535252">
                    <a:alpha val="299"/>
                  </a:srgbClr>
                </a:gs>
                <a:gs pos="85714">
                  <a:srgbClr val="535252">
                    <a:alpha val="118"/>
                  </a:srgbClr>
                </a:gs>
                <a:gs pos="100000">
                  <a:srgbClr val="535252">
                    <a:alpha val="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0" name="Splat 700"/>
            <p:cNvSpPr>
              <a:spLocks noGrp="1"/>
            </p:cNvSpPr>
            <p:nvPr/>
          </p:nvSpPr>
          <p:spPr>
            <a:xfrm rot="10560966">
              <a:off x="-213823" y="1573243"/>
              <a:ext cx="558124" cy="442963"/>
            </a:xfrm>
            <a:prstGeom prst="ellipse">
              <a:avLst/>
            </a:prstGeom>
            <a:gradFill>
              <a:gsLst>
                <a:gs pos="0">
                  <a:srgbClr val="707070">
                    <a:alpha val="3599"/>
                  </a:srgbClr>
                </a:gs>
                <a:gs pos="14286">
                  <a:srgbClr val="707070">
                    <a:alpha val="3312"/>
                  </a:srgbClr>
                </a:gs>
                <a:gs pos="28571">
                  <a:srgbClr val="707070">
                    <a:alpha val="2582"/>
                  </a:srgbClr>
                </a:gs>
                <a:gs pos="42857">
                  <a:srgbClr val="707070">
                    <a:alpha val="1701"/>
                  </a:srgbClr>
                </a:gs>
                <a:gs pos="57143">
                  <a:srgbClr val="707070">
                    <a:alpha val="946"/>
                  </a:srgbClr>
                </a:gs>
                <a:gs pos="71429">
                  <a:srgbClr val="707070">
                    <a:alpha val="444"/>
                  </a:srgbClr>
                </a:gs>
                <a:gs pos="85714">
                  <a:srgbClr val="707070">
                    <a:alpha val="176"/>
                  </a:srgbClr>
                </a:gs>
                <a:gs pos="100000">
                  <a:srgbClr val="707070">
                    <a:alpha val="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1" name="Splat 701"/>
            <p:cNvSpPr>
              <a:spLocks noGrp="1"/>
            </p:cNvSpPr>
            <p:nvPr/>
          </p:nvSpPr>
          <p:spPr>
            <a:xfrm rot="3807036">
              <a:off x="1654269" y="3008258"/>
              <a:ext cx="531001" cy="458139"/>
            </a:xfrm>
            <a:prstGeom prst="ellipse">
              <a:avLst/>
            </a:prstGeom>
            <a:gradFill>
              <a:gsLst>
                <a:gs pos="0">
                  <a:srgbClr val="000103">
                    <a:alpha val="2617"/>
                  </a:srgbClr>
                </a:gs>
                <a:gs pos="14286">
                  <a:srgbClr val="000103">
                    <a:alpha val="2408"/>
                  </a:srgbClr>
                </a:gs>
                <a:gs pos="28571">
                  <a:srgbClr val="000103">
                    <a:alpha val="1875"/>
                  </a:srgbClr>
                </a:gs>
                <a:gs pos="42857">
                  <a:srgbClr val="000103">
                    <a:alpha val="1234"/>
                  </a:srgbClr>
                </a:gs>
                <a:gs pos="57143">
                  <a:srgbClr val="000103">
                    <a:alpha val="686"/>
                  </a:srgbClr>
                </a:gs>
                <a:gs pos="71429">
                  <a:srgbClr val="000103">
                    <a:alpha val="321"/>
                  </a:srgbClr>
                </a:gs>
                <a:gs pos="85714">
                  <a:srgbClr val="000103">
                    <a:alpha val="127"/>
                  </a:srgbClr>
                </a:gs>
                <a:gs pos="100000">
                  <a:srgbClr val="000103">
                    <a:alpha val="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2" name="Splat 702"/>
            <p:cNvSpPr>
              <a:spLocks noGrp="1"/>
            </p:cNvSpPr>
            <p:nvPr/>
          </p:nvSpPr>
          <p:spPr>
            <a:xfrm rot="-10617717">
              <a:off x="2158008" y="2830425"/>
              <a:ext cx="523616" cy="521289"/>
            </a:xfrm>
            <a:prstGeom prst="ellipse">
              <a:avLst/>
            </a:prstGeom>
            <a:gradFill>
              <a:gsLst>
                <a:gs pos="0">
                  <a:srgbClr val="4B4B4B">
                    <a:alpha val="2911"/>
                  </a:srgbClr>
                </a:gs>
                <a:gs pos="14286">
                  <a:srgbClr val="4B4B4B">
                    <a:alpha val="2679"/>
                  </a:srgbClr>
                </a:gs>
                <a:gs pos="28571">
                  <a:srgbClr val="4B4B4B">
                    <a:alpha val="2086"/>
                  </a:srgbClr>
                </a:gs>
                <a:gs pos="42857">
                  <a:srgbClr val="4B4B4B">
                    <a:alpha val="1374"/>
                  </a:srgbClr>
                </a:gs>
                <a:gs pos="57143">
                  <a:srgbClr val="4B4B4B">
                    <a:alpha val="763"/>
                  </a:srgbClr>
                </a:gs>
                <a:gs pos="71429">
                  <a:srgbClr val="4B4B4B">
                    <a:alpha val="358"/>
                  </a:srgbClr>
                </a:gs>
                <a:gs pos="85714">
                  <a:srgbClr val="4B4B4B">
                    <a:alpha val="142"/>
                  </a:srgbClr>
                </a:gs>
                <a:gs pos="100000">
                  <a:srgbClr val="4B4B4B">
                    <a:alpha val="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3" name="Splat 703"/>
            <p:cNvSpPr>
              <a:spLocks noGrp="1"/>
            </p:cNvSpPr>
            <p:nvPr/>
          </p:nvSpPr>
          <p:spPr>
            <a:xfrm rot="-10777380">
              <a:off x="2709504" y="430997"/>
              <a:ext cx="508455" cy="505316"/>
            </a:xfrm>
            <a:prstGeom prst="ellipse">
              <a:avLst/>
            </a:prstGeom>
            <a:gradFill>
              <a:gsLst>
                <a:gs pos="0">
                  <a:srgbClr val="393733">
                    <a:alpha val="1501"/>
                  </a:srgbClr>
                </a:gs>
                <a:gs pos="14286">
                  <a:srgbClr val="393733">
                    <a:alpha val="1381"/>
                  </a:srgbClr>
                </a:gs>
                <a:gs pos="28571">
                  <a:srgbClr val="393733">
                    <a:alpha val="1074"/>
                  </a:srgbClr>
                </a:gs>
                <a:gs pos="42857">
                  <a:srgbClr val="393733">
                    <a:alpha val="706"/>
                  </a:srgbClr>
                </a:gs>
                <a:gs pos="57143">
                  <a:srgbClr val="393733">
                    <a:alpha val="392"/>
                  </a:srgbClr>
                </a:gs>
                <a:gs pos="71429">
                  <a:srgbClr val="393733">
                    <a:alpha val="183"/>
                  </a:srgbClr>
                </a:gs>
                <a:gs pos="85714">
                  <a:srgbClr val="393733">
                    <a:alpha val="73"/>
                  </a:srgbClr>
                </a:gs>
                <a:gs pos="100000">
                  <a:srgbClr val="393733">
                    <a:alpha val="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4" name="Splat 704"/>
            <p:cNvSpPr>
              <a:spLocks noGrp="1"/>
            </p:cNvSpPr>
            <p:nvPr/>
          </p:nvSpPr>
          <p:spPr>
            <a:xfrm rot="5399274">
              <a:off x="-246118" y="475700"/>
              <a:ext cx="515396" cy="503098"/>
            </a:xfrm>
            <a:prstGeom prst="ellipse">
              <a:avLst/>
            </a:prstGeom>
            <a:gradFill>
              <a:gsLst>
                <a:gs pos="0">
                  <a:srgbClr val="333536">
                    <a:alpha val="3198"/>
                  </a:srgbClr>
                </a:gs>
                <a:gs pos="14286">
                  <a:srgbClr val="333536">
                    <a:alpha val="2943"/>
                  </a:srgbClr>
                </a:gs>
                <a:gs pos="28571">
                  <a:srgbClr val="333536">
                    <a:alpha val="2293"/>
                  </a:srgbClr>
                </a:gs>
                <a:gs pos="42857">
                  <a:srgbClr val="333536">
                    <a:alpha val="1510"/>
                  </a:srgbClr>
                </a:gs>
                <a:gs pos="57143">
                  <a:srgbClr val="333536">
                    <a:alpha val="839"/>
                  </a:srgbClr>
                </a:gs>
                <a:gs pos="71429">
                  <a:srgbClr val="333536">
                    <a:alpha val="394"/>
                  </a:srgbClr>
                </a:gs>
                <a:gs pos="85714">
                  <a:srgbClr val="333536">
                    <a:alpha val="156"/>
                  </a:srgbClr>
                </a:gs>
                <a:gs pos="100000">
                  <a:srgbClr val="333536">
                    <a:alpha val="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5" name="Splat 705"/>
            <p:cNvSpPr>
              <a:spLocks noGrp="1"/>
            </p:cNvSpPr>
            <p:nvPr/>
          </p:nvSpPr>
          <p:spPr>
            <a:xfrm rot="5378851">
              <a:off x="157245" y="2508135"/>
              <a:ext cx="518685" cy="518478"/>
            </a:xfrm>
            <a:prstGeom prst="ellipse">
              <a:avLst/>
            </a:prstGeom>
            <a:gradFill>
              <a:gsLst>
                <a:gs pos="0">
                  <a:srgbClr val="3E3D3E">
                    <a:alpha val="2327"/>
                  </a:srgbClr>
                </a:gs>
                <a:gs pos="14286">
                  <a:srgbClr val="3E3D3E">
                    <a:alpha val="2140"/>
                  </a:srgbClr>
                </a:gs>
                <a:gs pos="28571">
                  <a:srgbClr val="3E3D3E">
                    <a:alpha val="1666"/>
                  </a:srgbClr>
                </a:gs>
                <a:gs pos="42857">
                  <a:srgbClr val="3E3D3E">
                    <a:alpha val="1096"/>
                  </a:srgbClr>
                </a:gs>
                <a:gs pos="57143">
                  <a:srgbClr val="3E3D3E">
                    <a:alpha val="609"/>
                  </a:srgbClr>
                </a:gs>
                <a:gs pos="71429">
                  <a:srgbClr val="3E3D3E">
                    <a:alpha val="285"/>
                  </a:srgbClr>
                </a:gs>
                <a:gs pos="85714">
                  <a:srgbClr val="3E3D3E">
                    <a:alpha val="113"/>
                  </a:srgbClr>
                </a:gs>
                <a:gs pos="100000">
                  <a:srgbClr val="3E3D3E">
                    <a:alpha val="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6" name="Splat 706"/>
            <p:cNvSpPr>
              <a:spLocks noGrp="1"/>
            </p:cNvSpPr>
            <p:nvPr/>
          </p:nvSpPr>
          <p:spPr>
            <a:xfrm rot="6843368">
              <a:off x="1355238" y="-139634"/>
              <a:ext cx="474387" cy="279267"/>
            </a:xfrm>
            <a:prstGeom prst="ellipse">
              <a:avLst/>
            </a:prstGeom>
            <a:gradFill>
              <a:gsLst>
                <a:gs pos="0">
                  <a:srgbClr val="818283">
                    <a:alpha val="7949"/>
                  </a:srgbClr>
                </a:gs>
                <a:gs pos="14286">
                  <a:srgbClr val="818283">
                    <a:alpha val="7331"/>
                  </a:srgbClr>
                </a:gs>
                <a:gs pos="28571">
                  <a:srgbClr val="818283">
                    <a:alpha val="5740"/>
                  </a:srgbClr>
                </a:gs>
                <a:gs pos="42857">
                  <a:srgbClr val="818283">
                    <a:alpha val="3803"/>
                  </a:srgbClr>
                </a:gs>
                <a:gs pos="57143">
                  <a:srgbClr val="818283">
                    <a:alpha val="2125"/>
                  </a:srgbClr>
                </a:gs>
                <a:gs pos="71429">
                  <a:srgbClr val="818283">
                    <a:alpha val="1001"/>
                  </a:srgbClr>
                </a:gs>
                <a:gs pos="85714">
                  <a:srgbClr val="818283">
                    <a:alpha val="397"/>
                  </a:srgbClr>
                </a:gs>
                <a:gs pos="100000">
                  <a:srgbClr val="818283">
                    <a:alpha val="1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7" name="Splat 707"/>
            <p:cNvSpPr>
              <a:spLocks noGrp="1"/>
            </p:cNvSpPr>
            <p:nvPr/>
          </p:nvSpPr>
          <p:spPr>
            <a:xfrm rot="-10700364">
              <a:off x="682364" y="2490984"/>
              <a:ext cx="527324" cy="521494"/>
            </a:xfrm>
            <a:prstGeom prst="ellipse">
              <a:avLst/>
            </a:prstGeom>
            <a:gradFill>
              <a:gsLst>
                <a:gs pos="0">
                  <a:srgbClr val="393838">
                    <a:alpha val="2691"/>
                  </a:srgbClr>
                </a:gs>
                <a:gs pos="14286">
                  <a:srgbClr val="393838">
                    <a:alpha val="2476"/>
                  </a:srgbClr>
                </a:gs>
                <a:gs pos="28571">
                  <a:srgbClr val="393838">
                    <a:alpha val="1928"/>
                  </a:srgbClr>
                </a:gs>
                <a:gs pos="42857">
                  <a:srgbClr val="393838">
                    <a:alpha val="1269"/>
                  </a:srgbClr>
                </a:gs>
                <a:gs pos="57143">
                  <a:srgbClr val="393838">
                    <a:alpha val="705"/>
                  </a:srgbClr>
                </a:gs>
                <a:gs pos="71429">
                  <a:srgbClr val="393838">
                    <a:alpha val="331"/>
                  </a:srgbClr>
                </a:gs>
                <a:gs pos="85714">
                  <a:srgbClr val="393838">
                    <a:alpha val="131"/>
                  </a:srgbClr>
                </a:gs>
                <a:gs pos="100000">
                  <a:srgbClr val="393838">
                    <a:alpha val="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8" name="Splat 708"/>
            <p:cNvSpPr>
              <a:spLocks noGrp="1"/>
            </p:cNvSpPr>
            <p:nvPr/>
          </p:nvSpPr>
          <p:spPr>
            <a:xfrm rot="-10674015">
              <a:off x="315272" y="2967276"/>
              <a:ext cx="523223" cy="520627"/>
            </a:xfrm>
            <a:prstGeom prst="ellipse">
              <a:avLst/>
            </a:prstGeom>
            <a:gradFill>
              <a:gsLst>
                <a:gs pos="0">
                  <a:srgbClr val="464546">
                    <a:alpha val="1257"/>
                  </a:srgbClr>
                </a:gs>
                <a:gs pos="14286">
                  <a:srgbClr val="464546">
                    <a:alpha val="1156"/>
                  </a:srgbClr>
                </a:gs>
                <a:gs pos="28571">
                  <a:srgbClr val="464546">
                    <a:alpha val="898"/>
                  </a:srgbClr>
                </a:gs>
                <a:gs pos="42857">
                  <a:srgbClr val="464546">
                    <a:alpha val="590"/>
                  </a:srgbClr>
                </a:gs>
                <a:gs pos="57143">
                  <a:srgbClr val="464546">
                    <a:alpha val="327"/>
                  </a:srgbClr>
                </a:gs>
                <a:gs pos="71429">
                  <a:srgbClr val="464546">
                    <a:alpha val="153"/>
                  </a:srgbClr>
                </a:gs>
                <a:gs pos="85714">
                  <a:srgbClr val="464546">
                    <a:alpha val="61"/>
                  </a:srgbClr>
                </a:gs>
                <a:gs pos="100000">
                  <a:srgbClr val="464546">
                    <a:alpha val="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9" name="Splat 709"/>
            <p:cNvSpPr>
              <a:spLocks noGrp="1"/>
            </p:cNvSpPr>
            <p:nvPr/>
          </p:nvSpPr>
          <p:spPr>
            <a:xfrm rot="-8667594">
              <a:off x="1948194" y="757214"/>
              <a:ext cx="461981" cy="432681"/>
            </a:xfrm>
            <a:prstGeom prst="ellipse">
              <a:avLst/>
            </a:prstGeom>
            <a:gradFill>
              <a:gsLst>
                <a:gs pos="0">
                  <a:srgbClr val="6C6C6C">
                    <a:alpha val="6540"/>
                  </a:srgbClr>
                </a:gs>
                <a:gs pos="14286">
                  <a:srgbClr val="6C6C6C">
                    <a:alpha val="6027"/>
                  </a:srgbClr>
                </a:gs>
                <a:gs pos="28571">
                  <a:srgbClr val="6C6C6C">
                    <a:alpha val="4712"/>
                  </a:srgbClr>
                </a:gs>
                <a:gs pos="42857">
                  <a:srgbClr val="6C6C6C">
                    <a:alpha val="3117"/>
                  </a:srgbClr>
                </a:gs>
                <a:gs pos="57143">
                  <a:srgbClr val="6C6C6C">
                    <a:alpha val="1739"/>
                  </a:srgbClr>
                </a:gs>
                <a:gs pos="71429">
                  <a:srgbClr val="6C6C6C">
                    <a:alpha val="818"/>
                  </a:srgbClr>
                </a:gs>
                <a:gs pos="85714">
                  <a:srgbClr val="6C6C6C">
                    <a:alpha val="324"/>
                  </a:srgbClr>
                </a:gs>
                <a:gs pos="100000">
                  <a:srgbClr val="6C6C6C">
                    <a:alpha val="1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0" name="Splat 710"/>
            <p:cNvSpPr>
              <a:spLocks noGrp="1"/>
            </p:cNvSpPr>
            <p:nvPr/>
          </p:nvSpPr>
          <p:spPr>
            <a:xfrm rot="-10487826">
              <a:off x="600338" y="18381"/>
              <a:ext cx="534521" cy="502476"/>
            </a:xfrm>
            <a:prstGeom prst="ellipse">
              <a:avLst/>
            </a:prstGeom>
            <a:gradFill>
              <a:gsLst>
                <a:gs pos="0">
                  <a:srgbClr val="686666">
                    <a:alpha val="3250"/>
                  </a:srgbClr>
                </a:gs>
                <a:gs pos="14286">
                  <a:srgbClr val="686666">
                    <a:alpha val="2991"/>
                  </a:srgbClr>
                </a:gs>
                <a:gs pos="28571">
                  <a:srgbClr val="686666">
                    <a:alpha val="2330"/>
                  </a:srgbClr>
                </a:gs>
                <a:gs pos="42857">
                  <a:srgbClr val="686666">
                    <a:alpha val="1535"/>
                  </a:srgbClr>
                </a:gs>
                <a:gs pos="57143">
                  <a:srgbClr val="686666">
                    <a:alpha val="853"/>
                  </a:srgbClr>
                </a:gs>
                <a:gs pos="71429">
                  <a:srgbClr val="686666">
                    <a:alpha val="400"/>
                  </a:srgbClr>
                </a:gs>
                <a:gs pos="85714">
                  <a:srgbClr val="686666">
                    <a:alpha val="159"/>
                  </a:srgbClr>
                </a:gs>
                <a:gs pos="100000">
                  <a:srgbClr val="686666">
                    <a:alpha val="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1" name="Splat 711"/>
            <p:cNvSpPr>
              <a:spLocks noGrp="1"/>
            </p:cNvSpPr>
            <p:nvPr/>
          </p:nvSpPr>
          <p:spPr>
            <a:xfrm rot="5440867">
              <a:off x="195294" y="2847159"/>
              <a:ext cx="514545" cy="506451"/>
            </a:xfrm>
            <a:prstGeom prst="ellipse">
              <a:avLst/>
            </a:prstGeom>
            <a:gradFill>
              <a:gsLst>
                <a:gs pos="0">
                  <a:srgbClr val="474542">
                    <a:alpha val="6859"/>
                  </a:srgbClr>
                </a:gs>
                <a:gs pos="14286">
                  <a:srgbClr val="474542">
                    <a:alpha val="6322"/>
                  </a:srgbClr>
                </a:gs>
                <a:gs pos="28571">
                  <a:srgbClr val="474542">
                    <a:alpha val="4945"/>
                  </a:srgbClr>
                </a:gs>
                <a:gs pos="42857">
                  <a:srgbClr val="474542">
                    <a:alpha val="3271"/>
                  </a:srgbClr>
                </a:gs>
                <a:gs pos="57143">
                  <a:srgbClr val="474542">
                    <a:alpha val="1826"/>
                  </a:srgbClr>
                </a:gs>
                <a:gs pos="71429">
                  <a:srgbClr val="474542">
                    <a:alpha val="859"/>
                  </a:srgbClr>
                </a:gs>
                <a:gs pos="85714">
                  <a:srgbClr val="474542">
                    <a:alpha val="341"/>
                  </a:srgbClr>
                </a:gs>
                <a:gs pos="100000">
                  <a:srgbClr val="474542">
                    <a:alpha val="1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2" name="Splat 712"/>
            <p:cNvSpPr>
              <a:spLocks noGrp="1"/>
            </p:cNvSpPr>
            <p:nvPr/>
          </p:nvSpPr>
          <p:spPr>
            <a:xfrm rot="10673921">
              <a:off x="690619" y="946233"/>
              <a:ext cx="517784" cy="507472"/>
            </a:xfrm>
            <a:prstGeom prst="ellipse">
              <a:avLst/>
            </a:prstGeom>
            <a:gradFill>
              <a:gsLst>
                <a:gs pos="0">
                  <a:srgbClr val="303332">
                    <a:alpha val="2541"/>
                  </a:srgbClr>
                </a:gs>
                <a:gs pos="14286">
                  <a:srgbClr val="303332">
                    <a:alpha val="2337"/>
                  </a:srgbClr>
                </a:gs>
                <a:gs pos="28571">
                  <a:srgbClr val="303332">
                    <a:alpha val="1820"/>
                  </a:srgbClr>
                </a:gs>
                <a:gs pos="42857">
                  <a:srgbClr val="303332">
                    <a:alpha val="1197"/>
                  </a:srgbClr>
                </a:gs>
                <a:gs pos="57143">
                  <a:srgbClr val="303332">
                    <a:alpha val="665"/>
                  </a:srgbClr>
                </a:gs>
                <a:gs pos="71429">
                  <a:srgbClr val="303332">
                    <a:alpha val="312"/>
                  </a:srgbClr>
                </a:gs>
                <a:gs pos="85714">
                  <a:srgbClr val="303332">
                    <a:alpha val="123"/>
                  </a:srgbClr>
                </a:gs>
                <a:gs pos="100000">
                  <a:srgbClr val="303332">
                    <a:alpha val="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3" name="Splat 713"/>
            <p:cNvSpPr>
              <a:spLocks noGrp="1"/>
            </p:cNvSpPr>
            <p:nvPr/>
          </p:nvSpPr>
          <p:spPr>
            <a:xfrm rot="-10134371">
              <a:off x="2728610" y="1102230"/>
              <a:ext cx="564841" cy="432502"/>
            </a:xfrm>
            <a:prstGeom prst="ellipse">
              <a:avLst/>
            </a:prstGeom>
            <a:gradFill>
              <a:gsLst>
                <a:gs pos="0">
                  <a:srgbClr val="120F07">
                    <a:alpha val="2312"/>
                  </a:srgbClr>
                </a:gs>
                <a:gs pos="14286">
                  <a:srgbClr val="120F07">
                    <a:alpha val="2127"/>
                  </a:srgbClr>
                </a:gs>
                <a:gs pos="28571">
                  <a:srgbClr val="120F07">
                    <a:alpha val="1655"/>
                  </a:srgbClr>
                </a:gs>
                <a:gs pos="42857">
                  <a:srgbClr val="120F07">
                    <a:alpha val="1089"/>
                  </a:srgbClr>
                </a:gs>
                <a:gs pos="57143">
                  <a:srgbClr val="120F07">
                    <a:alpha val="605"/>
                  </a:srgbClr>
                </a:gs>
                <a:gs pos="71429">
                  <a:srgbClr val="120F07">
                    <a:alpha val="284"/>
                  </a:srgbClr>
                </a:gs>
                <a:gs pos="85714">
                  <a:srgbClr val="120F07">
                    <a:alpha val="112"/>
                  </a:srgbClr>
                </a:gs>
                <a:gs pos="100000">
                  <a:srgbClr val="120F07">
                    <a:alpha val="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4" name="Splat 714"/>
            <p:cNvSpPr>
              <a:spLocks noGrp="1"/>
            </p:cNvSpPr>
            <p:nvPr/>
          </p:nvSpPr>
          <p:spPr>
            <a:xfrm rot="3383613">
              <a:off x="1777503" y="3319256"/>
              <a:ext cx="518717" cy="494595"/>
            </a:xfrm>
            <a:prstGeom prst="ellipse">
              <a:avLst/>
            </a:prstGeom>
            <a:gradFill>
              <a:gsLst>
                <a:gs pos="0">
                  <a:srgbClr val="03000F">
                    <a:alpha val="5841"/>
                  </a:srgbClr>
                </a:gs>
                <a:gs pos="14286">
                  <a:srgbClr val="03000F">
                    <a:alpha val="5381"/>
                  </a:srgbClr>
                </a:gs>
                <a:gs pos="28571">
                  <a:srgbClr val="03000F">
                    <a:alpha val="4204"/>
                  </a:srgbClr>
                </a:gs>
                <a:gs pos="42857">
                  <a:srgbClr val="03000F">
                    <a:alpha val="2778"/>
                  </a:srgbClr>
                </a:gs>
                <a:gs pos="57143">
                  <a:srgbClr val="03000F">
                    <a:alpha val="1549"/>
                  </a:srgbClr>
                </a:gs>
                <a:gs pos="71429">
                  <a:srgbClr val="03000F">
                    <a:alpha val="728"/>
                  </a:srgbClr>
                </a:gs>
                <a:gs pos="85714">
                  <a:srgbClr val="03000F">
                    <a:alpha val="289"/>
                  </a:srgbClr>
                </a:gs>
                <a:gs pos="100000">
                  <a:srgbClr val="03000F">
                    <a:alpha val="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5" name="Splat 715"/>
            <p:cNvSpPr>
              <a:spLocks noGrp="1"/>
            </p:cNvSpPr>
            <p:nvPr/>
          </p:nvSpPr>
          <p:spPr>
            <a:xfrm rot="4839386">
              <a:off x="-109332" y="2859113"/>
              <a:ext cx="543428" cy="500588"/>
            </a:xfrm>
            <a:prstGeom prst="ellipse">
              <a:avLst/>
            </a:prstGeom>
            <a:gradFill>
              <a:gsLst>
                <a:gs pos="0">
                  <a:srgbClr val="646666">
                    <a:alpha val="2570"/>
                  </a:srgbClr>
                </a:gs>
                <a:gs pos="14286">
                  <a:srgbClr val="646666">
                    <a:alpha val="2365"/>
                  </a:srgbClr>
                </a:gs>
                <a:gs pos="28571">
                  <a:srgbClr val="646666">
                    <a:alpha val="1841"/>
                  </a:srgbClr>
                </a:gs>
                <a:gs pos="42857">
                  <a:srgbClr val="646666">
                    <a:alpha val="1211"/>
                  </a:srgbClr>
                </a:gs>
                <a:gs pos="57143">
                  <a:srgbClr val="646666">
                    <a:alpha val="673"/>
                  </a:srgbClr>
                </a:gs>
                <a:gs pos="71429">
                  <a:srgbClr val="646666">
                    <a:alpha val="316"/>
                  </a:srgbClr>
                </a:gs>
                <a:gs pos="85714">
                  <a:srgbClr val="646666">
                    <a:alpha val="125"/>
                  </a:srgbClr>
                </a:gs>
                <a:gs pos="100000">
                  <a:srgbClr val="646666">
                    <a:alpha val="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6" name="Splat 716"/>
            <p:cNvSpPr>
              <a:spLocks noGrp="1"/>
            </p:cNvSpPr>
            <p:nvPr/>
          </p:nvSpPr>
          <p:spPr>
            <a:xfrm rot="9992253">
              <a:off x="286424" y="1159327"/>
              <a:ext cx="534200" cy="485946"/>
            </a:xfrm>
            <a:prstGeom prst="ellipse">
              <a:avLst/>
            </a:prstGeom>
            <a:gradFill>
              <a:gsLst>
                <a:gs pos="0">
                  <a:srgbClr val="000701">
                    <a:alpha val="2236"/>
                  </a:srgbClr>
                </a:gs>
                <a:gs pos="14286">
                  <a:srgbClr val="000701">
                    <a:alpha val="2057"/>
                  </a:srgbClr>
                </a:gs>
                <a:gs pos="28571">
                  <a:srgbClr val="000701">
                    <a:alpha val="1601"/>
                  </a:srgbClr>
                </a:gs>
                <a:gs pos="42857">
                  <a:srgbClr val="000701">
                    <a:alpha val="1053"/>
                  </a:srgbClr>
                </a:gs>
                <a:gs pos="57143">
                  <a:srgbClr val="000701">
                    <a:alpha val="585"/>
                  </a:srgbClr>
                </a:gs>
                <a:gs pos="71429">
                  <a:srgbClr val="000701">
                    <a:alpha val="274"/>
                  </a:srgbClr>
                </a:gs>
                <a:gs pos="85714">
                  <a:srgbClr val="000701">
                    <a:alpha val="109"/>
                  </a:srgbClr>
                </a:gs>
                <a:gs pos="100000">
                  <a:srgbClr val="000701">
                    <a:alpha val="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7" name="Splat 717"/>
            <p:cNvSpPr>
              <a:spLocks noGrp="1"/>
            </p:cNvSpPr>
            <p:nvPr/>
          </p:nvSpPr>
          <p:spPr>
            <a:xfrm rot="5475229">
              <a:off x="1051055" y="2467215"/>
              <a:ext cx="513329" cy="511435"/>
            </a:xfrm>
            <a:prstGeom prst="ellipse">
              <a:avLst/>
            </a:prstGeom>
            <a:gradFill>
              <a:gsLst>
                <a:gs pos="0">
                  <a:srgbClr val="4F4E4F">
                    <a:alpha val="1949"/>
                  </a:srgbClr>
                </a:gs>
                <a:gs pos="14286">
                  <a:srgbClr val="4F4E4F">
                    <a:alpha val="1792"/>
                  </a:srgbClr>
                </a:gs>
                <a:gs pos="28571">
                  <a:srgbClr val="4F4E4F">
                    <a:alpha val="1394"/>
                  </a:srgbClr>
                </a:gs>
                <a:gs pos="42857">
                  <a:srgbClr val="4F4E4F">
                    <a:alpha val="917"/>
                  </a:srgbClr>
                </a:gs>
                <a:gs pos="57143">
                  <a:srgbClr val="4F4E4F">
                    <a:alpha val="509"/>
                  </a:srgbClr>
                </a:gs>
                <a:gs pos="71429">
                  <a:srgbClr val="4F4E4F">
                    <a:alpha val="239"/>
                  </a:srgbClr>
                </a:gs>
                <a:gs pos="85714">
                  <a:srgbClr val="4F4E4F">
                    <a:alpha val="94"/>
                  </a:srgbClr>
                </a:gs>
                <a:gs pos="100000">
                  <a:srgbClr val="4F4E4F">
                    <a:alpha val="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8" name="Splat 718"/>
            <p:cNvSpPr>
              <a:spLocks noGrp="1"/>
            </p:cNvSpPr>
            <p:nvPr/>
          </p:nvSpPr>
          <p:spPr>
            <a:xfrm rot="-10764435">
              <a:off x="345099" y="2358475"/>
              <a:ext cx="519969" cy="518502"/>
            </a:xfrm>
            <a:prstGeom prst="ellipse">
              <a:avLst/>
            </a:prstGeom>
            <a:gradFill>
              <a:gsLst>
                <a:gs pos="0">
                  <a:srgbClr val="424141">
                    <a:alpha val="1825"/>
                  </a:srgbClr>
                </a:gs>
                <a:gs pos="14286">
                  <a:srgbClr val="424141">
                    <a:alpha val="1678"/>
                  </a:srgbClr>
                </a:gs>
                <a:gs pos="28571">
                  <a:srgbClr val="424141">
                    <a:alpha val="1306"/>
                  </a:srgbClr>
                </a:gs>
                <a:gs pos="42857">
                  <a:srgbClr val="424141">
                    <a:alpha val="858"/>
                  </a:srgbClr>
                </a:gs>
                <a:gs pos="57143">
                  <a:srgbClr val="424141">
                    <a:alpha val="476"/>
                  </a:srgbClr>
                </a:gs>
                <a:gs pos="71429">
                  <a:srgbClr val="424141">
                    <a:alpha val="223"/>
                  </a:srgbClr>
                </a:gs>
                <a:gs pos="85714">
                  <a:srgbClr val="424141">
                    <a:alpha val="88"/>
                  </a:srgbClr>
                </a:gs>
                <a:gs pos="100000">
                  <a:srgbClr val="424141">
                    <a:alpha val="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9" name="Splat 719"/>
            <p:cNvSpPr>
              <a:spLocks noGrp="1"/>
            </p:cNvSpPr>
            <p:nvPr/>
          </p:nvSpPr>
          <p:spPr>
            <a:xfrm rot="5406026">
              <a:off x="1004910" y="2581052"/>
              <a:ext cx="520029" cy="516536"/>
            </a:xfrm>
            <a:prstGeom prst="ellipse">
              <a:avLst/>
            </a:prstGeom>
            <a:gradFill>
              <a:gsLst>
                <a:gs pos="0">
                  <a:srgbClr val="4C4B4A">
                    <a:alpha val="2564"/>
                  </a:srgbClr>
                </a:gs>
                <a:gs pos="14286">
                  <a:srgbClr val="4C4B4A">
                    <a:alpha val="2359"/>
                  </a:srgbClr>
                </a:gs>
                <a:gs pos="28571">
                  <a:srgbClr val="4C4B4A">
                    <a:alpha val="1837"/>
                  </a:srgbClr>
                </a:gs>
                <a:gs pos="42857">
                  <a:srgbClr val="4C4B4A">
                    <a:alpha val="1209"/>
                  </a:srgbClr>
                </a:gs>
                <a:gs pos="57143">
                  <a:srgbClr val="4C4B4A">
                    <a:alpha val="672"/>
                  </a:srgbClr>
                </a:gs>
                <a:gs pos="71429">
                  <a:srgbClr val="4C4B4A">
                    <a:alpha val="315"/>
                  </a:srgbClr>
                </a:gs>
                <a:gs pos="85714">
                  <a:srgbClr val="4C4B4A">
                    <a:alpha val="125"/>
                  </a:srgbClr>
                </a:gs>
                <a:gs pos="100000">
                  <a:srgbClr val="4C4B4A">
                    <a:alpha val="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0" name="Splat 720"/>
            <p:cNvSpPr>
              <a:spLocks noGrp="1"/>
            </p:cNvSpPr>
            <p:nvPr/>
          </p:nvSpPr>
          <p:spPr>
            <a:xfrm rot="10779960">
              <a:off x="258986" y="2520377"/>
              <a:ext cx="498484" cy="498033"/>
            </a:xfrm>
            <a:prstGeom prst="ellipse">
              <a:avLst/>
            </a:prstGeom>
            <a:gradFill>
              <a:gsLst>
                <a:gs pos="0">
                  <a:srgbClr val="454443">
                    <a:alpha val="1407"/>
                  </a:srgbClr>
                </a:gs>
                <a:gs pos="14286">
                  <a:srgbClr val="454443">
                    <a:alpha val="1294"/>
                  </a:srgbClr>
                </a:gs>
                <a:gs pos="28571">
                  <a:srgbClr val="454443">
                    <a:alpha val="1006"/>
                  </a:srgbClr>
                </a:gs>
                <a:gs pos="42857">
                  <a:srgbClr val="454443">
                    <a:alpha val="661"/>
                  </a:srgbClr>
                </a:gs>
                <a:gs pos="57143">
                  <a:srgbClr val="454443">
                    <a:alpha val="367"/>
                  </a:srgbClr>
                </a:gs>
                <a:gs pos="71429">
                  <a:srgbClr val="454443">
                    <a:alpha val="172"/>
                  </a:srgbClr>
                </a:gs>
                <a:gs pos="85714">
                  <a:srgbClr val="454443">
                    <a:alpha val="68"/>
                  </a:srgbClr>
                </a:gs>
                <a:gs pos="100000">
                  <a:srgbClr val="454443">
                    <a:alpha val="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1" name="Splat 721"/>
            <p:cNvSpPr>
              <a:spLocks noGrp="1"/>
            </p:cNvSpPr>
            <p:nvPr/>
          </p:nvSpPr>
          <p:spPr>
            <a:xfrm rot="3734475">
              <a:off x="2643947" y="3107704"/>
              <a:ext cx="537819" cy="467059"/>
            </a:xfrm>
            <a:prstGeom prst="ellipse">
              <a:avLst/>
            </a:prstGeom>
            <a:gradFill>
              <a:gsLst>
                <a:gs pos="0">
                  <a:srgbClr val="000500">
                    <a:alpha val="15784"/>
                  </a:srgbClr>
                </a:gs>
                <a:gs pos="14286">
                  <a:srgbClr val="000500">
                    <a:alpha val="14606"/>
                  </a:srgbClr>
                </a:gs>
                <a:gs pos="28571">
                  <a:srgbClr val="000500">
                    <a:alpha val="11538"/>
                  </a:srgbClr>
                </a:gs>
                <a:gs pos="42857">
                  <a:srgbClr val="000500">
                    <a:alpha val="7727"/>
                  </a:srgbClr>
                </a:gs>
                <a:gs pos="57143">
                  <a:srgbClr val="000500">
                    <a:alpha val="4358"/>
                  </a:srgbClr>
                </a:gs>
                <a:gs pos="71429">
                  <a:srgbClr val="000500">
                    <a:alpha val="2064"/>
                  </a:srgbClr>
                </a:gs>
                <a:gs pos="85714">
                  <a:srgbClr val="000500">
                    <a:alpha val="821"/>
                  </a:srgbClr>
                </a:gs>
                <a:gs pos="100000">
                  <a:srgbClr val="000500">
                    <a:alpha val="2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2" name="Splat 722"/>
            <p:cNvSpPr>
              <a:spLocks noGrp="1"/>
            </p:cNvSpPr>
            <p:nvPr/>
          </p:nvSpPr>
          <p:spPr>
            <a:xfrm rot="10760545">
              <a:off x="689424" y="2279815"/>
              <a:ext cx="512176" cy="511222"/>
            </a:xfrm>
            <a:prstGeom prst="ellipse">
              <a:avLst/>
            </a:prstGeom>
            <a:gradFill>
              <a:gsLst>
                <a:gs pos="0">
                  <a:srgbClr val="373636">
                    <a:alpha val="2878"/>
                  </a:srgbClr>
                </a:gs>
                <a:gs pos="14286">
                  <a:srgbClr val="373636">
                    <a:alpha val="2648"/>
                  </a:srgbClr>
                </a:gs>
                <a:gs pos="28571">
                  <a:srgbClr val="373636">
                    <a:alpha val="2062"/>
                  </a:srgbClr>
                </a:gs>
                <a:gs pos="42857">
                  <a:srgbClr val="373636">
                    <a:alpha val="1358"/>
                  </a:srgbClr>
                </a:gs>
                <a:gs pos="57143">
                  <a:srgbClr val="373636">
                    <a:alpha val="755"/>
                  </a:srgbClr>
                </a:gs>
                <a:gs pos="71429">
                  <a:srgbClr val="373636">
                    <a:alpha val="354"/>
                  </a:srgbClr>
                </a:gs>
                <a:gs pos="85714">
                  <a:srgbClr val="373636">
                    <a:alpha val="140"/>
                  </a:srgbClr>
                </a:gs>
                <a:gs pos="100000">
                  <a:srgbClr val="373636">
                    <a:alpha val="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3" name="Splat 723"/>
            <p:cNvSpPr>
              <a:spLocks noGrp="1"/>
            </p:cNvSpPr>
            <p:nvPr/>
          </p:nvSpPr>
          <p:spPr>
            <a:xfrm rot="6531272">
              <a:off x="-204596" y="2797687"/>
              <a:ext cx="472220" cy="440840"/>
            </a:xfrm>
            <a:prstGeom prst="ellipse">
              <a:avLst/>
            </a:prstGeom>
            <a:gradFill>
              <a:gsLst>
                <a:gs pos="0">
                  <a:srgbClr val="000103">
                    <a:alpha val="14957"/>
                  </a:srgbClr>
                </a:gs>
                <a:gs pos="14286">
                  <a:srgbClr val="000103">
                    <a:alpha val="13836"/>
                  </a:srgbClr>
                </a:gs>
                <a:gs pos="28571">
                  <a:srgbClr val="000103">
                    <a:alpha val="10919"/>
                  </a:srgbClr>
                </a:gs>
                <a:gs pos="42857">
                  <a:srgbClr val="000103">
                    <a:alpha val="7304"/>
                  </a:srgbClr>
                </a:gs>
                <a:gs pos="57143">
                  <a:srgbClr val="000103">
                    <a:alpha val="4115"/>
                  </a:srgbClr>
                </a:gs>
                <a:gs pos="71429">
                  <a:srgbClr val="000103">
                    <a:alpha val="1948"/>
                  </a:srgbClr>
                </a:gs>
                <a:gs pos="85714">
                  <a:srgbClr val="000103">
                    <a:alpha val="775"/>
                  </a:srgbClr>
                </a:gs>
                <a:gs pos="100000">
                  <a:srgbClr val="000103">
                    <a:alpha val="2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4" name="Splat 724"/>
            <p:cNvSpPr>
              <a:spLocks noGrp="1"/>
            </p:cNvSpPr>
            <p:nvPr/>
          </p:nvSpPr>
          <p:spPr>
            <a:xfrm rot="-10793109">
              <a:off x="1954726" y="339836"/>
              <a:ext cx="527439" cy="523543"/>
            </a:xfrm>
            <a:prstGeom prst="ellipse">
              <a:avLst/>
            </a:prstGeom>
            <a:gradFill>
              <a:gsLst>
                <a:gs pos="0">
                  <a:srgbClr val="464544">
                    <a:alpha val="1309"/>
                  </a:srgbClr>
                </a:gs>
                <a:gs pos="14286">
                  <a:srgbClr val="464544">
                    <a:alpha val="1204"/>
                  </a:srgbClr>
                </a:gs>
                <a:gs pos="28571">
                  <a:srgbClr val="464544">
                    <a:alpha val="936"/>
                  </a:srgbClr>
                </a:gs>
                <a:gs pos="42857">
                  <a:srgbClr val="464544">
                    <a:alpha val="615"/>
                  </a:srgbClr>
                </a:gs>
                <a:gs pos="57143">
                  <a:srgbClr val="464544">
                    <a:alpha val="341"/>
                  </a:srgbClr>
                </a:gs>
                <a:gs pos="71429">
                  <a:srgbClr val="464544">
                    <a:alpha val="160"/>
                  </a:srgbClr>
                </a:gs>
                <a:gs pos="85714">
                  <a:srgbClr val="464544">
                    <a:alpha val="63"/>
                  </a:srgbClr>
                </a:gs>
                <a:gs pos="100000">
                  <a:srgbClr val="464544">
                    <a:alpha val="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5" name="Splat 725"/>
            <p:cNvSpPr>
              <a:spLocks noGrp="1"/>
            </p:cNvSpPr>
            <p:nvPr/>
          </p:nvSpPr>
          <p:spPr>
            <a:xfrm rot="5380941">
              <a:off x="130397" y="3060378"/>
              <a:ext cx="510613" cy="509928"/>
            </a:xfrm>
            <a:prstGeom prst="ellipse">
              <a:avLst/>
            </a:prstGeom>
            <a:gradFill>
              <a:gsLst>
                <a:gs pos="0">
                  <a:srgbClr val="363636">
                    <a:alpha val="4255"/>
                  </a:srgbClr>
                </a:gs>
                <a:gs pos="14286">
                  <a:srgbClr val="363636">
                    <a:alpha val="3918"/>
                  </a:srgbClr>
                </a:gs>
                <a:gs pos="28571">
                  <a:srgbClr val="363636">
                    <a:alpha val="3056"/>
                  </a:srgbClr>
                </a:gs>
                <a:gs pos="42857">
                  <a:srgbClr val="363636">
                    <a:alpha val="2015"/>
                  </a:srgbClr>
                </a:gs>
                <a:gs pos="57143">
                  <a:srgbClr val="363636">
                    <a:alpha val="1122"/>
                  </a:srgbClr>
                </a:gs>
                <a:gs pos="71429">
                  <a:srgbClr val="363636">
                    <a:alpha val="527"/>
                  </a:srgbClr>
                </a:gs>
                <a:gs pos="85714">
                  <a:srgbClr val="363636">
                    <a:alpha val="209"/>
                  </a:srgbClr>
                </a:gs>
                <a:gs pos="100000">
                  <a:srgbClr val="363636">
                    <a:alpha val="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6" name="Splat 726"/>
            <p:cNvSpPr>
              <a:spLocks noGrp="1"/>
            </p:cNvSpPr>
            <p:nvPr/>
          </p:nvSpPr>
          <p:spPr>
            <a:xfrm rot="6677811">
              <a:off x="2309889" y="2781043"/>
              <a:ext cx="539892" cy="471324"/>
            </a:xfrm>
            <a:prstGeom prst="ellipse">
              <a:avLst/>
            </a:prstGeom>
            <a:gradFill>
              <a:gsLst>
                <a:gs pos="0">
                  <a:srgbClr val="696868">
                    <a:alpha val="2938"/>
                  </a:srgbClr>
                </a:gs>
                <a:gs pos="14286">
                  <a:srgbClr val="696868">
                    <a:alpha val="2703"/>
                  </a:srgbClr>
                </a:gs>
                <a:gs pos="28571">
                  <a:srgbClr val="696868">
                    <a:alpha val="2105"/>
                  </a:srgbClr>
                </a:gs>
                <a:gs pos="42857">
                  <a:srgbClr val="696868">
                    <a:alpha val="1386"/>
                  </a:srgbClr>
                </a:gs>
                <a:gs pos="57143">
                  <a:srgbClr val="696868">
                    <a:alpha val="770"/>
                  </a:srgbClr>
                </a:gs>
                <a:gs pos="71429">
                  <a:srgbClr val="696868">
                    <a:alpha val="361"/>
                  </a:srgbClr>
                </a:gs>
                <a:gs pos="85714">
                  <a:srgbClr val="696868">
                    <a:alpha val="143"/>
                  </a:srgbClr>
                </a:gs>
                <a:gs pos="100000">
                  <a:srgbClr val="696868">
                    <a:alpha val="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7" name="Splat 727"/>
            <p:cNvSpPr>
              <a:spLocks noGrp="1"/>
            </p:cNvSpPr>
            <p:nvPr/>
          </p:nvSpPr>
          <p:spPr>
            <a:xfrm rot="5380598">
              <a:off x="1065176" y="2591441"/>
              <a:ext cx="525765" cy="525411"/>
            </a:xfrm>
            <a:prstGeom prst="ellipse">
              <a:avLst/>
            </a:prstGeom>
            <a:gradFill>
              <a:gsLst>
                <a:gs pos="0">
                  <a:srgbClr val="4B4B4B">
                    <a:alpha val="2519"/>
                  </a:srgbClr>
                </a:gs>
                <a:gs pos="14286">
                  <a:srgbClr val="4B4B4B">
                    <a:alpha val="2318"/>
                  </a:srgbClr>
                </a:gs>
                <a:gs pos="28571">
                  <a:srgbClr val="4B4B4B">
                    <a:alpha val="1804"/>
                  </a:srgbClr>
                </a:gs>
                <a:gs pos="42857">
                  <a:srgbClr val="4B4B4B">
                    <a:alpha val="1187"/>
                  </a:srgbClr>
                </a:gs>
                <a:gs pos="57143">
                  <a:srgbClr val="4B4B4B">
                    <a:alpha val="660"/>
                  </a:srgbClr>
                </a:gs>
                <a:gs pos="71429">
                  <a:srgbClr val="4B4B4B">
                    <a:alpha val="309"/>
                  </a:srgbClr>
                </a:gs>
                <a:gs pos="85714">
                  <a:srgbClr val="4B4B4B">
                    <a:alpha val="122"/>
                  </a:srgbClr>
                </a:gs>
                <a:gs pos="100000">
                  <a:srgbClr val="4B4B4B">
                    <a:alpha val="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8" name="Splat 728"/>
            <p:cNvSpPr>
              <a:spLocks noGrp="1"/>
            </p:cNvSpPr>
            <p:nvPr/>
          </p:nvSpPr>
          <p:spPr>
            <a:xfrm rot="10100774">
              <a:off x="1860308" y="2912956"/>
              <a:ext cx="526899" cy="514099"/>
            </a:xfrm>
            <a:prstGeom prst="ellipse">
              <a:avLst/>
            </a:prstGeom>
            <a:gradFill>
              <a:gsLst>
                <a:gs pos="0">
                  <a:srgbClr val="535253">
                    <a:alpha val="1247"/>
                  </a:srgbClr>
                </a:gs>
                <a:gs pos="14286">
                  <a:srgbClr val="535253">
                    <a:alpha val="1146"/>
                  </a:srgbClr>
                </a:gs>
                <a:gs pos="28571">
                  <a:srgbClr val="535253">
                    <a:alpha val="891"/>
                  </a:srgbClr>
                </a:gs>
                <a:gs pos="42857">
                  <a:srgbClr val="535253">
                    <a:alpha val="586"/>
                  </a:srgbClr>
                </a:gs>
                <a:gs pos="57143">
                  <a:srgbClr val="535253">
                    <a:alpha val="325"/>
                  </a:srgbClr>
                </a:gs>
                <a:gs pos="71429">
                  <a:srgbClr val="535253">
                    <a:alpha val="152"/>
                  </a:srgbClr>
                </a:gs>
                <a:gs pos="85714">
                  <a:srgbClr val="535253">
                    <a:alpha val="60"/>
                  </a:srgbClr>
                </a:gs>
                <a:gs pos="100000">
                  <a:srgbClr val="535253">
                    <a:alpha val="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9" name="Splat 729"/>
            <p:cNvSpPr>
              <a:spLocks noGrp="1"/>
            </p:cNvSpPr>
            <p:nvPr/>
          </p:nvSpPr>
          <p:spPr>
            <a:xfrm rot="10475445">
              <a:off x="1524130" y="256678"/>
              <a:ext cx="505630" cy="498886"/>
            </a:xfrm>
            <a:prstGeom prst="ellipse">
              <a:avLst/>
            </a:prstGeom>
            <a:gradFill>
              <a:gsLst>
                <a:gs pos="0">
                  <a:srgbClr val="403F3E">
                    <a:alpha val="4345"/>
                  </a:srgbClr>
                </a:gs>
                <a:gs pos="14286">
                  <a:srgbClr val="403F3E">
                    <a:alpha val="4000"/>
                  </a:srgbClr>
                </a:gs>
                <a:gs pos="28571">
                  <a:srgbClr val="403F3E">
                    <a:alpha val="3120"/>
                  </a:srgbClr>
                </a:gs>
                <a:gs pos="42857">
                  <a:srgbClr val="403F3E">
                    <a:alpha val="2058"/>
                  </a:srgbClr>
                </a:gs>
                <a:gs pos="57143">
                  <a:srgbClr val="403F3E">
                    <a:alpha val="1145"/>
                  </a:srgbClr>
                </a:gs>
                <a:gs pos="71429">
                  <a:srgbClr val="403F3E">
                    <a:alpha val="538"/>
                  </a:srgbClr>
                </a:gs>
                <a:gs pos="85714">
                  <a:srgbClr val="403F3E">
                    <a:alpha val="213"/>
                  </a:srgbClr>
                </a:gs>
                <a:gs pos="100000">
                  <a:srgbClr val="403F3E">
                    <a:alpha val="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0" name="Splat 730"/>
            <p:cNvSpPr>
              <a:spLocks noGrp="1"/>
            </p:cNvSpPr>
            <p:nvPr/>
          </p:nvSpPr>
          <p:spPr>
            <a:xfrm rot="5402159">
              <a:off x="2479955" y="2630270"/>
              <a:ext cx="503789" cy="502406"/>
            </a:xfrm>
            <a:prstGeom prst="ellipse">
              <a:avLst/>
            </a:prstGeom>
            <a:gradFill>
              <a:gsLst>
                <a:gs pos="0">
                  <a:srgbClr val="3B3937">
                    <a:alpha val="1198"/>
                  </a:srgbClr>
                </a:gs>
                <a:gs pos="14286">
                  <a:srgbClr val="3B3937">
                    <a:alpha val="1101"/>
                  </a:srgbClr>
                </a:gs>
                <a:gs pos="28571">
                  <a:srgbClr val="3B3937">
                    <a:alpha val="856"/>
                  </a:srgbClr>
                </a:gs>
                <a:gs pos="42857">
                  <a:srgbClr val="3B3937">
                    <a:alpha val="562"/>
                  </a:srgbClr>
                </a:gs>
                <a:gs pos="57143">
                  <a:srgbClr val="3B3937">
                    <a:alpha val="312"/>
                  </a:srgbClr>
                </a:gs>
                <a:gs pos="71429">
                  <a:srgbClr val="3B3937">
                    <a:alpha val="146"/>
                  </a:srgbClr>
                </a:gs>
                <a:gs pos="85714">
                  <a:srgbClr val="3B3937">
                    <a:alpha val="58"/>
                  </a:srgbClr>
                </a:gs>
                <a:gs pos="100000">
                  <a:srgbClr val="3B3937">
                    <a:alpha val="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1" name="Splat 731"/>
            <p:cNvSpPr>
              <a:spLocks noGrp="1"/>
            </p:cNvSpPr>
            <p:nvPr/>
          </p:nvSpPr>
          <p:spPr>
            <a:xfrm rot="-10787354">
              <a:off x="-135008" y="-42336"/>
              <a:ext cx="492531" cy="490268"/>
            </a:xfrm>
            <a:prstGeom prst="ellipse">
              <a:avLst/>
            </a:prstGeom>
            <a:gradFill>
              <a:gsLst>
                <a:gs pos="0">
                  <a:srgbClr val="2E2F2E">
                    <a:alpha val="2197"/>
                  </a:srgbClr>
                </a:gs>
                <a:gs pos="14286">
                  <a:srgbClr val="2E2F2E">
                    <a:alpha val="2021"/>
                  </a:srgbClr>
                </a:gs>
                <a:gs pos="28571">
                  <a:srgbClr val="2E2F2E">
                    <a:alpha val="1573"/>
                  </a:srgbClr>
                </a:gs>
                <a:gs pos="42857">
                  <a:srgbClr val="2E2F2E">
                    <a:alpha val="1034"/>
                  </a:srgbClr>
                </a:gs>
                <a:gs pos="57143">
                  <a:srgbClr val="2E2F2E">
                    <a:alpha val="574"/>
                  </a:srgbClr>
                </a:gs>
                <a:gs pos="71429">
                  <a:srgbClr val="2E2F2E">
                    <a:alpha val="269"/>
                  </a:srgbClr>
                </a:gs>
                <a:gs pos="85714">
                  <a:srgbClr val="2E2F2E">
                    <a:alpha val="107"/>
                  </a:srgbClr>
                </a:gs>
                <a:gs pos="100000">
                  <a:srgbClr val="2E2F2E">
                    <a:alpha val="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2" name="Splat 732"/>
            <p:cNvSpPr>
              <a:spLocks noGrp="1"/>
            </p:cNvSpPr>
            <p:nvPr/>
          </p:nvSpPr>
          <p:spPr>
            <a:xfrm rot="5906725">
              <a:off x="255355" y="810043"/>
              <a:ext cx="539111" cy="456630"/>
            </a:xfrm>
            <a:prstGeom prst="ellipse">
              <a:avLst/>
            </a:prstGeom>
            <a:gradFill>
              <a:gsLst>
                <a:gs pos="0">
                  <a:srgbClr val="6A6968">
                    <a:alpha val="2086"/>
                  </a:srgbClr>
                </a:gs>
                <a:gs pos="14286">
                  <a:srgbClr val="6A6968">
                    <a:alpha val="1919"/>
                  </a:srgbClr>
                </a:gs>
                <a:gs pos="28571">
                  <a:srgbClr val="6A6968">
                    <a:alpha val="1493"/>
                  </a:srgbClr>
                </a:gs>
                <a:gs pos="42857">
                  <a:srgbClr val="6A6968">
                    <a:alpha val="982"/>
                  </a:srgbClr>
                </a:gs>
                <a:gs pos="57143">
                  <a:srgbClr val="6A6968">
                    <a:alpha val="545"/>
                  </a:srgbClr>
                </a:gs>
                <a:gs pos="71429">
                  <a:srgbClr val="6A6968">
                    <a:alpha val="256"/>
                  </a:srgbClr>
                </a:gs>
                <a:gs pos="85714">
                  <a:srgbClr val="6A6968">
                    <a:alpha val="101"/>
                  </a:srgbClr>
                </a:gs>
                <a:gs pos="100000">
                  <a:srgbClr val="6A6968">
                    <a:alpha val="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3" name="Splat 733"/>
            <p:cNvSpPr>
              <a:spLocks noGrp="1"/>
            </p:cNvSpPr>
            <p:nvPr/>
          </p:nvSpPr>
          <p:spPr>
            <a:xfrm rot="-10789766">
              <a:off x="634958" y="2775222"/>
              <a:ext cx="498960" cy="498355"/>
            </a:xfrm>
            <a:prstGeom prst="ellipse">
              <a:avLst/>
            </a:prstGeom>
            <a:gradFill>
              <a:gsLst>
                <a:gs pos="0">
                  <a:srgbClr val="434244">
                    <a:alpha val="5953"/>
                  </a:srgbClr>
                </a:gs>
                <a:gs pos="14286">
                  <a:srgbClr val="434244">
                    <a:alpha val="5485"/>
                  </a:srgbClr>
                </a:gs>
                <a:gs pos="28571">
                  <a:srgbClr val="434244">
                    <a:alpha val="4286"/>
                  </a:srgbClr>
                </a:gs>
                <a:gs pos="42857">
                  <a:srgbClr val="434244">
                    <a:alpha val="2832"/>
                  </a:srgbClr>
                </a:gs>
                <a:gs pos="57143">
                  <a:srgbClr val="434244">
                    <a:alpha val="1579"/>
                  </a:srgbClr>
                </a:gs>
                <a:gs pos="71429">
                  <a:srgbClr val="434244">
                    <a:alpha val="742"/>
                  </a:srgbClr>
                </a:gs>
                <a:gs pos="85714">
                  <a:srgbClr val="434244">
                    <a:alpha val="294"/>
                  </a:srgbClr>
                </a:gs>
                <a:gs pos="100000">
                  <a:srgbClr val="434244">
                    <a:alpha val="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4" name="Splat 734"/>
            <p:cNvSpPr>
              <a:spLocks noGrp="1"/>
            </p:cNvSpPr>
            <p:nvPr/>
          </p:nvSpPr>
          <p:spPr>
            <a:xfrm rot="-10370972">
              <a:off x="1899119" y="2818041"/>
              <a:ext cx="525578" cy="515678"/>
            </a:xfrm>
            <a:prstGeom prst="ellipse">
              <a:avLst/>
            </a:prstGeom>
            <a:gradFill>
              <a:gsLst>
                <a:gs pos="0">
                  <a:srgbClr val="535150">
                    <a:alpha val="3327"/>
                  </a:srgbClr>
                </a:gs>
                <a:gs pos="14286">
                  <a:srgbClr val="535150">
                    <a:alpha val="3062"/>
                  </a:srgbClr>
                </a:gs>
                <a:gs pos="28571">
                  <a:srgbClr val="535150">
                    <a:alpha val="2386"/>
                  </a:srgbClr>
                </a:gs>
                <a:gs pos="42857">
                  <a:srgbClr val="535150">
                    <a:alpha val="1571"/>
                  </a:srgbClr>
                </a:gs>
                <a:gs pos="57143">
                  <a:srgbClr val="535150">
                    <a:alpha val="874"/>
                  </a:srgbClr>
                </a:gs>
                <a:gs pos="71429">
                  <a:srgbClr val="535150">
                    <a:alpha val="410"/>
                  </a:srgbClr>
                </a:gs>
                <a:gs pos="85714">
                  <a:srgbClr val="535150">
                    <a:alpha val="162"/>
                  </a:srgbClr>
                </a:gs>
                <a:gs pos="100000">
                  <a:srgbClr val="535150">
                    <a:alpha val="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5" name="Splat 735"/>
            <p:cNvSpPr>
              <a:spLocks noGrp="1"/>
            </p:cNvSpPr>
            <p:nvPr/>
          </p:nvSpPr>
          <p:spPr>
            <a:xfrm rot="-10727024">
              <a:off x="81490" y="2670602"/>
              <a:ext cx="480066" cy="479014"/>
            </a:xfrm>
            <a:prstGeom prst="ellipse">
              <a:avLst/>
            </a:prstGeom>
            <a:gradFill>
              <a:gsLst>
                <a:gs pos="0">
                  <a:srgbClr val="424344">
                    <a:alpha val="4742"/>
                  </a:srgbClr>
                </a:gs>
                <a:gs pos="14286">
                  <a:srgbClr val="424344">
                    <a:alpha val="4367"/>
                  </a:srgbClr>
                </a:gs>
                <a:gs pos="28571">
                  <a:srgbClr val="424344">
                    <a:alpha val="3407"/>
                  </a:srgbClr>
                </a:gs>
                <a:gs pos="42857">
                  <a:srgbClr val="424344">
                    <a:alpha val="2248"/>
                  </a:srgbClr>
                </a:gs>
                <a:gs pos="57143">
                  <a:srgbClr val="424344">
                    <a:alpha val="1252"/>
                  </a:srgbClr>
                </a:gs>
                <a:gs pos="71429">
                  <a:srgbClr val="424344">
                    <a:alpha val="588"/>
                  </a:srgbClr>
                </a:gs>
                <a:gs pos="85714">
                  <a:srgbClr val="424344">
                    <a:alpha val="233"/>
                  </a:srgbClr>
                </a:gs>
                <a:gs pos="100000">
                  <a:srgbClr val="424344">
                    <a:alpha val="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6" name="Splat 736"/>
            <p:cNvSpPr>
              <a:spLocks noGrp="1"/>
            </p:cNvSpPr>
            <p:nvPr/>
          </p:nvSpPr>
          <p:spPr>
            <a:xfrm rot="5475364">
              <a:off x="170236" y="509529"/>
              <a:ext cx="494012" cy="492473"/>
            </a:xfrm>
            <a:prstGeom prst="ellipse">
              <a:avLst/>
            </a:prstGeom>
            <a:gradFill>
              <a:gsLst>
                <a:gs pos="0">
                  <a:srgbClr val="303234">
                    <a:alpha val="3085"/>
                  </a:srgbClr>
                </a:gs>
                <a:gs pos="14286">
                  <a:srgbClr val="303234">
                    <a:alpha val="2839"/>
                  </a:srgbClr>
                </a:gs>
                <a:gs pos="28571">
                  <a:srgbClr val="303234">
                    <a:alpha val="2211"/>
                  </a:srgbClr>
                </a:gs>
                <a:gs pos="42857">
                  <a:srgbClr val="303234">
                    <a:alpha val="1456"/>
                  </a:srgbClr>
                </a:gs>
                <a:gs pos="57143">
                  <a:srgbClr val="303234">
                    <a:alpha val="809"/>
                  </a:srgbClr>
                </a:gs>
                <a:gs pos="71429">
                  <a:srgbClr val="303234">
                    <a:alpha val="380"/>
                  </a:srgbClr>
                </a:gs>
                <a:gs pos="85714">
                  <a:srgbClr val="303234">
                    <a:alpha val="150"/>
                  </a:srgbClr>
                </a:gs>
                <a:gs pos="100000">
                  <a:srgbClr val="303234">
                    <a:alpha val="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7" name="Splat 737"/>
            <p:cNvSpPr>
              <a:spLocks noGrp="1"/>
            </p:cNvSpPr>
            <p:nvPr/>
          </p:nvSpPr>
          <p:spPr>
            <a:xfrm rot="10685785">
              <a:off x="980350" y="-2062"/>
              <a:ext cx="508312" cy="499809"/>
            </a:xfrm>
            <a:prstGeom prst="ellipse">
              <a:avLst/>
            </a:prstGeom>
            <a:gradFill>
              <a:gsLst>
                <a:gs pos="0">
                  <a:srgbClr val="484746">
                    <a:alpha val="1988"/>
                  </a:srgbClr>
                </a:gs>
                <a:gs pos="14286">
                  <a:srgbClr val="484746">
                    <a:alpha val="1829"/>
                  </a:srgbClr>
                </a:gs>
                <a:gs pos="28571">
                  <a:srgbClr val="484746">
                    <a:alpha val="1423"/>
                  </a:srgbClr>
                </a:gs>
                <a:gs pos="42857">
                  <a:srgbClr val="484746">
                    <a:alpha val="936"/>
                  </a:srgbClr>
                </a:gs>
                <a:gs pos="57143">
                  <a:srgbClr val="484746">
                    <a:alpha val="520"/>
                  </a:srgbClr>
                </a:gs>
                <a:gs pos="71429">
                  <a:srgbClr val="484746">
                    <a:alpha val="244"/>
                  </a:srgbClr>
                </a:gs>
                <a:gs pos="85714">
                  <a:srgbClr val="484746">
                    <a:alpha val="96"/>
                  </a:srgbClr>
                </a:gs>
                <a:gs pos="100000">
                  <a:srgbClr val="484746">
                    <a:alpha val="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8" name="Splat 738"/>
            <p:cNvSpPr>
              <a:spLocks noGrp="1"/>
            </p:cNvSpPr>
            <p:nvPr/>
          </p:nvSpPr>
          <p:spPr>
            <a:xfrm rot="5134948">
              <a:off x="634765" y="570046"/>
              <a:ext cx="514223" cy="495569"/>
            </a:xfrm>
            <a:prstGeom prst="ellipse">
              <a:avLst/>
            </a:prstGeom>
            <a:gradFill>
              <a:gsLst>
                <a:gs pos="0">
                  <a:srgbClr val="2E2D2D">
                    <a:alpha val="4322"/>
                  </a:srgbClr>
                </a:gs>
                <a:gs pos="14286">
                  <a:srgbClr val="2E2D2D">
                    <a:alpha val="3980"/>
                  </a:srgbClr>
                </a:gs>
                <a:gs pos="28571">
                  <a:srgbClr val="2E2D2D">
                    <a:alpha val="3104"/>
                  </a:srgbClr>
                </a:gs>
                <a:gs pos="42857">
                  <a:srgbClr val="2E2D2D">
                    <a:alpha val="2047"/>
                  </a:srgbClr>
                </a:gs>
                <a:gs pos="57143">
                  <a:srgbClr val="2E2D2D">
                    <a:alpha val="1139"/>
                  </a:srgbClr>
                </a:gs>
                <a:gs pos="71429">
                  <a:srgbClr val="2E2D2D">
                    <a:alpha val="535"/>
                  </a:srgbClr>
                </a:gs>
                <a:gs pos="85714">
                  <a:srgbClr val="2E2D2D">
                    <a:alpha val="212"/>
                  </a:srgbClr>
                </a:gs>
                <a:gs pos="100000">
                  <a:srgbClr val="2E2D2D">
                    <a:alpha val="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9" name="Splat 739"/>
            <p:cNvSpPr>
              <a:spLocks noGrp="1"/>
            </p:cNvSpPr>
            <p:nvPr/>
          </p:nvSpPr>
          <p:spPr>
            <a:xfrm rot="-10580266">
              <a:off x="358492" y="2996031"/>
              <a:ext cx="509821" cy="504854"/>
            </a:xfrm>
            <a:prstGeom prst="ellipse">
              <a:avLst/>
            </a:prstGeom>
            <a:gradFill>
              <a:gsLst>
                <a:gs pos="0">
                  <a:srgbClr val="3C4143">
                    <a:alpha val="2111"/>
                  </a:srgbClr>
                </a:gs>
                <a:gs pos="14286">
                  <a:srgbClr val="3C4143">
                    <a:alpha val="1942"/>
                  </a:srgbClr>
                </a:gs>
                <a:gs pos="28571">
                  <a:srgbClr val="3C4143">
                    <a:alpha val="1511"/>
                  </a:srgbClr>
                </a:gs>
                <a:gs pos="42857">
                  <a:srgbClr val="3C4143">
                    <a:alpha val="994"/>
                  </a:srgbClr>
                </a:gs>
                <a:gs pos="57143">
                  <a:srgbClr val="3C4143">
                    <a:alpha val="552"/>
                  </a:srgbClr>
                </a:gs>
                <a:gs pos="71429">
                  <a:srgbClr val="3C4143">
                    <a:alpha val="259"/>
                  </a:srgbClr>
                </a:gs>
                <a:gs pos="85714">
                  <a:srgbClr val="3C4143">
                    <a:alpha val="102"/>
                  </a:srgbClr>
                </a:gs>
                <a:gs pos="100000">
                  <a:srgbClr val="3C4143">
                    <a:alpha val="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0" name="Splat 740"/>
            <p:cNvSpPr>
              <a:spLocks noGrp="1"/>
            </p:cNvSpPr>
            <p:nvPr/>
          </p:nvSpPr>
          <p:spPr>
            <a:xfrm rot="5399956">
              <a:off x="368354" y="114549"/>
              <a:ext cx="501800" cy="501490"/>
            </a:xfrm>
            <a:prstGeom prst="ellipse">
              <a:avLst/>
            </a:prstGeom>
            <a:gradFill>
              <a:gsLst>
                <a:gs pos="0">
                  <a:srgbClr val="383838">
                    <a:alpha val="1748"/>
                  </a:srgbClr>
                </a:gs>
                <a:gs pos="14286">
                  <a:srgbClr val="383838">
                    <a:alpha val="1608"/>
                  </a:srgbClr>
                </a:gs>
                <a:gs pos="28571">
                  <a:srgbClr val="383838">
                    <a:alpha val="1251"/>
                  </a:srgbClr>
                </a:gs>
                <a:gs pos="42857">
                  <a:srgbClr val="383838">
                    <a:alpha val="822"/>
                  </a:srgbClr>
                </a:gs>
                <a:gs pos="57143">
                  <a:srgbClr val="383838">
                    <a:alpha val="456"/>
                  </a:srgbClr>
                </a:gs>
                <a:gs pos="71429">
                  <a:srgbClr val="383838">
                    <a:alpha val="214"/>
                  </a:srgbClr>
                </a:gs>
                <a:gs pos="85714">
                  <a:srgbClr val="383838">
                    <a:alpha val="85"/>
                  </a:srgbClr>
                </a:gs>
                <a:gs pos="100000">
                  <a:srgbClr val="383838">
                    <a:alpha val="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1" name="Splat 741"/>
            <p:cNvSpPr>
              <a:spLocks noGrp="1"/>
            </p:cNvSpPr>
            <p:nvPr/>
          </p:nvSpPr>
          <p:spPr>
            <a:xfrm rot="-10135932">
              <a:off x="1511125" y="602770"/>
              <a:ext cx="507062" cy="499569"/>
            </a:xfrm>
            <a:prstGeom prst="ellipse">
              <a:avLst/>
            </a:prstGeom>
            <a:gradFill>
              <a:gsLst>
                <a:gs pos="0">
                  <a:srgbClr val="1F1E1E">
                    <a:alpha val="3767"/>
                  </a:srgbClr>
                </a:gs>
                <a:gs pos="14286">
                  <a:srgbClr val="1F1E1E">
                    <a:alpha val="3468"/>
                  </a:srgbClr>
                </a:gs>
                <a:gs pos="28571">
                  <a:srgbClr val="1F1E1E">
                    <a:alpha val="2703"/>
                  </a:srgbClr>
                </a:gs>
                <a:gs pos="42857">
                  <a:srgbClr val="1F1E1E">
                    <a:alpha val="1781"/>
                  </a:srgbClr>
                </a:gs>
                <a:gs pos="57143">
                  <a:srgbClr val="1F1E1E">
                    <a:alpha val="991"/>
                  </a:srgbClr>
                </a:gs>
                <a:gs pos="71429">
                  <a:srgbClr val="1F1E1E">
                    <a:alpha val="465"/>
                  </a:srgbClr>
                </a:gs>
                <a:gs pos="85714">
                  <a:srgbClr val="1F1E1E">
                    <a:alpha val="184"/>
                  </a:srgbClr>
                </a:gs>
                <a:gs pos="100000">
                  <a:srgbClr val="1F1E1E">
                    <a:alpha val="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2" name="Splat 742"/>
            <p:cNvSpPr>
              <a:spLocks noGrp="1"/>
            </p:cNvSpPr>
            <p:nvPr/>
          </p:nvSpPr>
          <p:spPr>
            <a:xfrm rot="5118536">
              <a:off x="2504919" y="2660857"/>
              <a:ext cx="508663" cy="504520"/>
            </a:xfrm>
            <a:prstGeom prst="ellipse">
              <a:avLst/>
            </a:prstGeom>
            <a:gradFill>
              <a:gsLst>
                <a:gs pos="0">
                  <a:srgbClr val="1B1E1D">
                    <a:alpha val="5291"/>
                  </a:srgbClr>
                </a:gs>
                <a:gs pos="14286">
                  <a:srgbClr val="1B1E1D">
                    <a:alpha val="4874"/>
                  </a:srgbClr>
                </a:gs>
                <a:gs pos="28571">
                  <a:srgbClr val="1B1E1D">
                    <a:alpha val="3805"/>
                  </a:srgbClr>
                </a:gs>
                <a:gs pos="42857">
                  <a:srgbClr val="1B1E1D">
                    <a:alpha val="2513"/>
                  </a:srgbClr>
                </a:gs>
                <a:gs pos="57143">
                  <a:srgbClr val="1B1E1D">
                    <a:alpha val="1400"/>
                  </a:srgbClr>
                </a:gs>
                <a:gs pos="71429">
                  <a:srgbClr val="1B1E1D">
                    <a:alpha val="658"/>
                  </a:srgbClr>
                </a:gs>
                <a:gs pos="85714">
                  <a:srgbClr val="1B1E1D">
                    <a:alpha val="261"/>
                  </a:srgbClr>
                </a:gs>
                <a:gs pos="100000">
                  <a:srgbClr val="1B1E1D">
                    <a:alpha val="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3" name="Splat 743"/>
            <p:cNvSpPr>
              <a:spLocks noGrp="1"/>
            </p:cNvSpPr>
            <p:nvPr/>
          </p:nvSpPr>
          <p:spPr>
            <a:xfrm rot="5319574">
              <a:off x="1227283" y="636007"/>
              <a:ext cx="519000" cy="478209"/>
            </a:xfrm>
            <a:prstGeom prst="ellipse">
              <a:avLst/>
            </a:prstGeom>
            <a:gradFill>
              <a:gsLst>
                <a:gs pos="0">
                  <a:srgbClr val="000700">
                    <a:alpha val="2286"/>
                  </a:srgbClr>
                </a:gs>
                <a:gs pos="14286">
                  <a:srgbClr val="000700">
                    <a:alpha val="2103"/>
                  </a:srgbClr>
                </a:gs>
                <a:gs pos="28571">
                  <a:srgbClr val="000700">
                    <a:alpha val="1637"/>
                  </a:srgbClr>
                </a:gs>
                <a:gs pos="42857">
                  <a:srgbClr val="000700">
                    <a:alpha val="1076"/>
                  </a:srgbClr>
                </a:gs>
                <a:gs pos="57143">
                  <a:srgbClr val="000700">
                    <a:alpha val="598"/>
                  </a:srgbClr>
                </a:gs>
                <a:gs pos="71429">
                  <a:srgbClr val="000700">
                    <a:alpha val="280"/>
                  </a:srgbClr>
                </a:gs>
                <a:gs pos="85714">
                  <a:srgbClr val="000700">
                    <a:alpha val="111"/>
                  </a:srgbClr>
                </a:gs>
                <a:gs pos="100000">
                  <a:srgbClr val="000700">
                    <a:alpha val="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4" name="Splat 744"/>
            <p:cNvSpPr>
              <a:spLocks noGrp="1"/>
            </p:cNvSpPr>
            <p:nvPr/>
          </p:nvSpPr>
          <p:spPr>
            <a:xfrm rot="5787229">
              <a:off x="2180737" y="3357305"/>
              <a:ext cx="635907" cy="455415"/>
            </a:xfrm>
            <a:prstGeom prst="ellipse">
              <a:avLst/>
            </a:prstGeom>
            <a:gradFill>
              <a:gsLst>
                <a:gs pos="0">
                  <a:srgbClr val="030601">
                    <a:alpha val="7137"/>
                  </a:srgbClr>
                </a:gs>
                <a:gs pos="14286">
                  <a:srgbClr val="030601">
                    <a:alpha val="6579"/>
                  </a:srgbClr>
                </a:gs>
                <a:gs pos="28571">
                  <a:srgbClr val="030601">
                    <a:alpha val="5147"/>
                  </a:srgbClr>
                </a:gs>
                <a:gs pos="42857">
                  <a:srgbClr val="030601">
                    <a:alpha val="3406"/>
                  </a:srgbClr>
                </a:gs>
                <a:gs pos="57143">
                  <a:srgbClr val="030601">
                    <a:alpha val="1902"/>
                  </a:srgbClr>
                </a:gs>
                <a:gs pos="71429">
                  <a:srgbClr val="030601">
                    <a:alpha val="895"/>
                  </a:srgbClr>
                </a:gs>
                <a:gs pos="85714">
                  <a:srgbClr val="030601">
                    <a:alpha val="355"/>
                  </a:srgbClr>
                </a:gs>
                <a:gs pos="100000">
                  <a:srgbClr val="030601">
                    <a:alpha val="1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5" name="Splat 745"/>
            <p:cNvSpPr>
              <a:spLocks noGrp="1"/>
            </p:cNvSpPr>
            <p:nvPr/>
          </p:nvSpPr>
          <p:spPr>
            <a:xfrm rot="5398068">
              <a:off x="1633236" y="862704"/>
              <a:ext cx="497881" cy="495386"/>
            </a:xfrm>
            <a:prstGeom prst="ellipse">
              <a:avLst/>
            </a:prstGeom>
            <a:gradFill>
              <a:gsLst>
                <a:gs pos="0">
                  <a:srgbClr val="3F3F3F">
                    <a:alpha val="1373"/>
                  </a:srgbClr>
                </a:gs>
                <a:gs pos="14286">
                  <a:srgbClr val="3F3F3F">
                    <a:alpha val="1263"/>
                  </a:srgbClr>
                </a:gs>
                <a:gs pos="28571">
                  <a:srgbClr val="3F3F3F">
                    <a:alpha val="982"/>
                  </a:srgbClr>
                </a:gs>
                <a:gs pos="42857">
                  <a:srgbClr val="3F3F3F">
                    <a:alpha val="645"/>
                  </a:srgbClr>
                </a:gs>
                <a:gs pos="57143">
                  <a:srgbClr val="3F3F3F">
                    <a:alpha val="358"/>
                  </a:srgbClr>
                </a:gs>
                <a:gs pos="71429">
                  <a:srgbClr val="3F3F3F">
                    <a:alpha val="168"/>
                  </a:srgbClr>
                </a:gs>
                <a:gs pos="85714">
                  <a:srgbClr val="3F3F3F">
                    <a:alpha val="66"/>
                  </a:srgbClr>
                </a:gs>
                <a:gs pos="100000">
                  <a:srgbClr val="3F3F3F">
                    <a:alpha val="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6" name="Splat 746"/>
            <p:cNvSpPr>
              <a:spLocks noGrp="1"/>
            </p:cNvSpPr>
            <p:nvPr/>
          </p:nvSpPr>
          <p:spPr>
            <a:xfrm rot="10782629">
              <a:off x="230460" y="2471447"/>
              <a:ext cx="510298" cy="507957"/>
            </a:xfrm>
            <a:prstGeom prst="ellipse">
              <a:avLst/>
            </a:prstGeom>
            <a:gradFill>
              <a:gsLst>
                <a:gs pos="0">
                  <a:srgbClr val="4C4A4A">
                    <a:alpha val="2863"/>
                  </a:srgbClr>
                </a:gs>
                <a:gs pos="14286">
                  <a:srgbClr val="4C4A4A">
                    <a:alpha val="2635"/>
                  </a:srgbClr>
                </a:gs>
                <a:gs pos="28571">
                  <a:srgbClr val="4C4A4A">
                    <a:alpha val="2052"/>
                  </a:srgbClr>
                </a:gs>
                <a:gs pos="42857">
                  <a:srgbClr val="4C4A4A">
                    <a:alpha val="1351"/>
                  </a:srgbClr>
                </a:gs>
                <a:gs pos="57143">
                  <a:srgbClr val="4C4A4A">
                    <a:alpha val="751"/>
                  </a:srgbClr>
                </a:gs>
                <a:gs pos="71429">
                  <a:srgbClr val="4C4A4A">
                    <a:alpha val="352"/>
                  </a:srgbClr>
                </a:gs>
                <a:gs pos="85714">
                  <a:srgbClr val="4C4A4A">
                    <a:alpha val="139"/>
                  </a:srgbClr>
                </a:gs>
                <a:gs pos="100000">
                  <a:srgbClr val="4C4A4A">
                    <a:alpha val="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7" name="Splat 747"/>
            <p:cNvSpPr>
              <a:spLocks noGrp="1"/>
            </p:cNvSpPr>
            <p:nvPr/>
          </p:nvSpPr>
          <p:spPr>
            <a:xfrm rot="5233193">
              <a:off x="746859" y="464338"/>
              <a:ext cx="513867" cy="465596"/>
            </a:xfrm>
            <a:prstGeom prst="ellipse">
              <a:avLst/>
            </a:prstGeom>
            <a:gradFill>
              <a:gsLst>
                <a:gs pos="0">
                  <a:srgbClr val="6B6A6A">
                    <a:alpha val="2202"/>
                  </a:srgbClr>
                </a:gs>
                <a:gs pos="14286">
                  <a:srgbClr val="6B6A6A">
                    <a:alpha val="2026"/>
                  </a:srgbClr>
                </a:gs>
                <a:gs pos="28571">
                  <a:srgbClr val="6B6A6A">
                    <a:alpha val="1576"/>
                  </a:srgbClr>
                </a:gs>
                <a:gs pos="42857">
                  <a:srgbClr val="6B6A6A">
                    <a:alpha val="1037"/>
                  </a:srgbClr>
                </a:gs>
                <a:gs pos="57143">
                  <a:srgbClr val="6B6A6A">
                    <a:alpha val="576"/>
                  </a:srgbClr>
                </a:gs>
                <a:gs pos="71429">
                  <a:srgbClr val="6B6A6A">
                    <a:alpha val="270"/>
                  </a:srgbClr>
                </a:gs>
                <a:gs pos="85714">
                  <a:srgbClr val="6B6A6A">
                    <a:alpha val="107"/>
                  </a:srgbClr>
                </a:gs>
                <a:gs pos="100000">
                  <a:srgbClr val="6B6A6A">
                    <a:alpha val="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8" name="Splat 748"/>
            <p:cNvSpPr>
              <a:spLocks noGrp="1"/>
            </p:cNvSpPr>
            <p:nvPr/>
          </p:nvSpPr>
          <p:spPr>
            <a:xfrm rot="10675872">
              <a:off x="2313056" y="-161220"/>
              <a:ext cx="490319" cy="489570"/>
            </a:xfrm>
            <a:prstGeom prst="ellipse">
              <a:avLst/>
            </a:prstGeom>
            <a:gradFill>
              <a:gsLst>
                <a:gs pos="0">
                  <a:srgbClr val="474646">
                    <a:alpha val="2192"/>
                  </a:srgbClr>
                </a:gs>
                <a:gs pos="14286">
                  <a:srgbClr val="474646">
                    <a:alpha val="2016"/>
                  </a:srgbClr>
                </a:gs>
                <a:gs pos="28571">
                  <a:srgbClr val="474646">
                    <a:alpha val="1569"/>
                  </a:srgbClr>
                </a:gs>
                <a:gs pos="42857">
                  <a:srgbClr val="474646">
                    <a:alpha val="1032"/>
                  </a:srgbClr>
                </a:gs>
                <a:gs pos="57143">
                  <a:srgbClr val="474646">
                    <a:alpha val="573"/>
                  </a:srgbClr>
                </a:gs>
                <a:gs pos="71429">
                  <a:srgbClr val="474646">
                    <a:alpha val="269"/>
                  </a:srgbClr>
                </a:gs>
                <a:gs pos="85714">
                  <a:srgbClr val="474646">
                    <a:alpha val="106"/>
                  </a:srgbClr>
                </a:gs>
                <a:gs pos="100000">
                  <a:srgbClr val="474646">
                    <a:alpha val="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9" name="Splat 749"/>
            <p:cNvSpPr>
              <a:spLocks noGrp="1"/>
            </p:cNvSpPr>
            <p:nvPr/>
          </p:nvSpPr>
          <p:spPr>
            <a:xfrm rot="5546600">
              <a:off x="-114735" y="-245770"/>
              <a:ext cx="520582" cy="513553"/>
            </a:xfrm>
            <a:prstGeom prst="ellipse">
              <a:avLst/>
            </a:prstGeom>
            <a:gradFill>
              <a:gsLst>
                <a:gs pos="0">
                  <a:srgbClr val="303231">
                    <a:alpha val="3423"/>
                  </a:srgbClr>
                </a:gs>
                <a:gs pos="14286">
                  <a:srgbClr val="303231">
                    <a:alpha val="3151"/>
                  </a:srgbClr>
                </a:gs>
                <a:gs pos="28571">
                  <a:srgbClr val="303231">
                    <a:alpha val="2455"/>
                  </a:srgbClr>
                </a:gs>
                <a:gs pos="42857">
                  <a:srgbClr val="303231">
                    <a:alpha val="1617"/>
                  </a:srgbClr>
                </a:gs>
                <a:gs pos="57143">
                  <a:srgbClr val="303231">
                    <a:alpha val="899"/>
                  </a:srgbClr>
                </a:gs>
                <a:gs pos="71429">
                  <a:srgbClr val="303231">
                    <a:alpha val="422"/>
                  </a:srgbClr>
                </a:gs>
                <a:gs pos="85714">
                  <a:srgbClr val="303231">
                    <a:alpha val="167"/>
                  </a:srgbClr>
                </a:gs>
                <a:gs pos="100000">
                  <a:srgbClr val="303231">
                    <a:alpha val="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0" name="Splat 750"/>
            <p:cNvSpPr>
              <a:spLocks noGrp="1"/>
            </p:cNvSpPr>
            <p:nvPr/>
          </p:nvSpPr>
          <p:spPr>
            <a:xfrm rot="-9546464">
              <a:off x="2068189" y="631307"/>
              <a:ext cx="539346" cy="517424"/>
            </a:xfrm>
            <a:prstGeom prst="ellipse">
              <a:avLst/>
            </a:prstGeom>
            <a:gradFill>
              <a:gsLst>
                <a:gs pos="0">
                  <a:srgbClr val="434344">
                    <a:alpha val="2862"/>
                  </a:srgbClr>
                </a:gs>
                <a:gs pos="14286">
                  <a:srgbClr val="434344">
                    <a:alpha val="2633"/>
                  </a:srgbClr>
                </a:gs>
                <a:gs pos="28571">
                  <a:srgbClr val="434344">
                    <a:alpha val="2051"/>
                  </a:srgbClr>
                </a:gs>
                <a:gs pos="42857">
                  <a:srgbClr val="434344">
                    <a:alpha val="1350"/>
                  </a:srgbClr>
                </a:gs>
                <a:gs pos="57143">
                  <a:srgbClr val="434344">
                    <a:alpha val="750"/>
                  </a:srgbClr>
                </a:gs>
                <a:gs pos="71429">
                  <a:srgbClr val="434344">
                    <a:alpha val="352"/>
                  </a:srgbClr>
                </a:gs>
                <a:gs pos="85714">
                  <a:srgbClr val="434344">
                    <a:alpha val="139"/>
                  </a:srgbClr>
                </a:gs>
                <a:gs pos="100000">
                  <a:srgbClr val="434344">
                    <a:alpha val="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1" name="Splat 751"/>
            <p:cNvSpPr>
              <a:spLocks noGrp="1"/>
            </p:cNvSpPr>
            <p:nvPr/>
          </p:nvSpPr>
          <p:spPr>
            <a:xfrm rot="10718265">
              <a:off x="2176546" y="2748930"/>
              <a:ext cx="510788" cy="506024"/>
            </a:xfrm>
            <a:prstGeom prst="ellipse">
              <a:avLst/>
            </a:prstGeom>
            <a:gradFill>
              <a:gsLst>
                <a:gs pos="0">
                  <a:srgbClr val="474749">
                    <a:alpha val="3361"/>
                  </a:srgbClr>
                </a:gs>
                <a:gs pos="14286">
                  <a:srgbClr val="474749">
                    <a:alpha val="3093"/>
                  </a:srgbClr>
                </a:gs>
                <a:gs pos="28571">
                  <a:srgbClr val="474749">
                    <a:alpha val="2410"/>
                  </a:srgbClr>
                </a:gs>
                <a:gs pos="42857">
                  <a:srgbClr val="474749">
                    <a:alpha val="1588"/>
                  </a:srgbClr>
                </a:gs>
                <a:gs pos="57143">
                  <a:srgbClr val="474749">
                    <a:alpha val="883"/>
                  </a:srgbClr>
                </a:gs>
                <a:gs pos="71429">
                  <a:srgbClr val="474749">
                    <a:alpha val="414"/>
                  </a:srgbClr>
                </a:gs>
                <a:gs pos="85714">
                  <a:srgbClr val="474749">
                    <a:alpha val="164"/>
                  </a:srgbClr>
                </a:gs>
                <a:gs pos="100000">
                  <a:srgbClr val="474749">
                    <a:alpha val="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2" name="Splat 752"/>
            <p:cNvSpPr>
              <a:spLocks noGrp="1"/>
            </p:cNvSpPr>
            <p:nvPr/>
          </p:nvSpPr>
          <p:spPr>
            <a:xfrm rot="-10752828">
              <a:off x="125344" y="409670"/>
              <a:ext cx="502140" cy="498339"/>
            </a:xfrm>
            <a:prstGeom prst="ellipse">
              <a:avLst/>
            </a:prstGeom>
            <a:gradFill>
              <a:gsLst>
                <a:gs pos="0">
                  <a:srgbClr val="514F4F">
                    <a:alpha val="2058"/>
                  </a:srgbClr>
                </a:gs>
                <a:gs pos="14286">
                  <a:srgbClr val="514F4F">
                    <a:alpha val="1893"/>
                  </a:srgbClr>
                </a:gs>
                <a:gs pos="28571">
                  <a:srgbClr val="514F4F">
                    <a:alpha val="1473"/>
                  </a:srgbClr>
                </a:gs>
                <a:gs pos="42857">
                  <a:srgbClr val="514F4F">
                    <a:alpha val="968"/>
                  </a:srgbClr>
                </a:gs>
                <a:gs pos="57143">
                  <a:srgbClr val="514F4F">
                    <a:alpha val="538"/>
                  </a:srgbClr>
                </a:gs>
                <a:gs pos="71429">
                  <a:srgbClr val="514F4F">
                    <a:alpha val="252"/>
                  </a:srgbClr>
                </a:gs>
                <a:gs pos="85714">
                  <a:srgbClr val="514F4F">
                    <a:alpha val="100"/>
                  </a:srgbClr>
                </a:gs>
                <a:gs pos="100000">
                  <a:srgbClr val="514F4F">
                    <a:alpha val="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3" name="Splat 753"/>
            <p:cNvSpPr>
              <a:spLocks noGrp="1"/>
            </p:cNvSpPr>
            <p:nvPr/>
          </p:nvSpPr>
          <p:spPr>
            <a:xfrm rot="-9520945">
              <a:off x="2133851" y="3374101"/>
              <a:ext cx="465066" cy="391641"/>
            </a:xfrm>
            <a:prstGeom prst="ellipse">
              <a:avLst/>
            </a:prstGeom>
            <a:gradFill>
              <a:gsLst>
                <a:gs pos="0">
                  <a:srgbClr val="737271">
                    <a:alpha val="3962"/>
                  </a:srgbClr>
                </a:gs>
                <a:gs pos="14286">
                  <a:srgbClr val="737271">
                    <a:alpha val="3648"/>
                  </a:srgbClr>
                </a:gs>
                <a:gs pos="28571">
                  <a:srgbClr val="737271">
                    <a:alpha val="2844"/>
                  </a:srgbClr>
                </a:gs>
                <a:gs pos="42857">
                  <a:srgbClr val="737271">
                    <a:alpha val="1875"/>
                  </a:srgbClr>
                </a:gs>
                <a:gs pos="57143">
                  <a:srgbClr val="737271">
                    <a:alpha val="1043"/>
                  </a:srgbClr>
                </a:gs>
                <a:gs pos="71429">
                  <a:srgbClr val="737271">
                    <a:alpha val="490"/>
                  </a:srgbClr>
                </a:gs>
                <a:gs pos="85714">
                  <a:srgbClr val="737271">
                    <a:alpha val="194"/>
                  </a:srgbClr>
                </a:gs>
                <a:gs pos="100000">
                  <a:srgbClr val="737271">
                    <a:alpha val="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4" name="Splat 754"/>
            <p:cNvSpPr>
              <a:spLocks noGrp="1"/>
            </p:cNvSpPr>
            <p:nvPr/>
          </p:nvSpPr>
          <p:spPr>
            <a:xfrm rot="5756489">
              <a:off x="2555821" y="2576810"/>
              <a:ext cx="506005" cy="501261"/>
            </a:xfrm>
            <a:prstGeom prst="ellipse">
              <a:avLst/>
            </a:prstGeom>
            <a:gradFill>
              <a:gsLst>
                <a:gs pos="0">
                  <a:srgbClr val="343738">
                    <a:alpha val="1233"/>
                  </a:srgbClr>
                </a:gs>
                <a:gs pos="14286">
                  <a:srgbClr val="343738">
                    <a:alpha val="1134"/>
                  </a:srgbClr>
                </a:gs>
                <a:gs pos="28571">
                  <a:srgbClr val="343738">
                    <a:alpha val="881"/>
                  </a:srgbClr>
                </a:gs>
                <a:gs pos="42857">
                  <a:srgbClr val="343738">
                    <a:alpha val="579"/>
                  </a:srgbClr>
                </a:gs>
                <a:gs pos="57143">
                  <a:srgbClr val="343738">
                    <a:alpha val="321"/>
                  </a:srgbClr>
                </a:gs>
                <a:gs pos="71429">
                  <a:srgbClr val="343738">
                    <a:alpha val="150"/>
                  </a:srgbClr>
                </a:gs>
                <a:gs pos="85714">
                  <a:srgbClr val="343738">
                    <a:alpha val="60"/>
                  </a:srgbClr>
                </a:gs>
                <a:gs pos="100000">
                  <a:srgbClr val="343738">
                    <a:alpha val="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5" name="Splat 755"/>
            <p:cNvSpPr>
              <a:spLocks noGrp="1"/>
            </p:cNvSpPr>
            <p:nvPr/>
          </p:nvSpPr>
          <p:spPr>
            <a:xfrm rot="5489064">
              <a:off x="956128" y="1607397"/>
              <a:ext cx="511370" cy="471455"/>
            </a:xfrm>
            <a:prstGeom prst="ellipse">
              <a:avLst/>
            </a:prstGeom>
            <a:gradFill>
              <a:gsLst>
                <a:gs pos="0">
                  <a:srgbClr val="6C6D6B">
                    <a:alpha val="1752"/>
                  </a:srgbClr>
                </a:gs>
                <a:gs pos="14286">
                  <a:srgbClr val="6C6D6B">
                    <a:alpha val="1611"/>
                  </a:srgbClr>
                </a:gs>
                <a:gs pos="28571">
                  <a:srgbClr val="6C6D6B">
                    <a:alpha val="1253"/>
                  </a:srgbClr>
                </a:gs>
                <a:gs pos="42857">
                  <a:srgbClr val="6C6D6B">
                    <a:alpha val="824"/>
                  </a:srgbClr>
                </a:gs>
                <a:gs pos="57143">
                  <a:srgbClr val="6C6D6B">
                    <a:alpha val="457"/>
                  </a:srgbClr>
                </a:gs>
                <a:gs pos="71429">
                  <a:srgbClr val="6C6D6B">
                    <a:alpha val="214"/>
                  </a:srgbClr>
                </a:gs>
                <a:gs pos="85714">
                  <a:srgbClr val="6C6D6B">
                    <a:alpha val="85"/>
                  </a:srgbClr>
                </a:gs>
                <a:gs pos="100000">
                  <a:srgbClr val="6C6D6B">
                    <a:alpha val="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6" name="Splat 756"/>
            <p:cNvSpPr>
              <a:spLocks noGrp="1"/>
            </p:cNvSpPr>
            <p:nvPr/>
          </p:nvSpPr>
          <p:spPr>
            <a:xfrm rot="5353025">
              <a:off x="491439" y="2864693"/>
              <a:ext cx="512510" cy="511674"/>
            </a:xfrm>
            <a:prstGeom prst="ellipse">
              <a:avLst/>
            </a:prstGeom>
            <a:gradFill>
              <a:gsLst>
                <a:gs pos="0">
                  <a:srgbClr val="3C3D3D">
                    <a:alpha val="5309"/>
                  </a:srgbClr>
                </a:gs>
                <a:gs pos="14286">
                  <a:srgbClr val="3C3D3D">
                    <a:alpha val="4891"/>
                  </a:srgbClr>
                </a:gs>
                <a:gs pos="28571">
                  <a:srgbClr val="3C3D3D">
                    <a:alpha val="3819"/>
                  </a:srgbClr>
                </a:gs>
                <a:gs pos="42857">
                  <a:srgbClr val="3C3D3D">
                    <a:alpha val="2521"/>
                  </a:srgbClr>
                </a:gs>
                <a:gs pos="57143">
                  <a:srgbClr val="3C3D3D">
                    <a:alpha val="1405"/>
                  </a:srgbClr>
                </a:gs>
                <a:gs pos="71429">
                  <a:srgbClr val="3C3D3D">
                    <a:alpha val="660"/>
                  </a:srgbClr>
                </a:gs>
                <a:gs pos="85714">
                  <a:srgbClr val="3C3D3D">
                    <a:alpha val="262"/>
                  </a:srgbClr>
                </a:gs>
                <a:gs pos="100000">
                  <a:srgbClr val="3C3D3D">
                    <a:alpha val="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7" name="Splat 757"/>
            <p:cNvSpPr>
              <a:spLocks noGrp="1"/>
            </p:cNvSpPr>
            <p:nvPr/>
          </p:nvSpPr>
          <p:spPr>
            <a:xfrm rot="5099135">
              <a:off x="2171563" y="2890462"/>
              <a:ext cx="519292" cy="511848"/>
            </a:xfrm>
            <a:prstGeom prst="ellipse">
              <a:avLst/>
            </a:prstGeom>
            <a:gradFill>
              <a:gsLst>
                <a:gs pos="0">
                  <a:srgbClr val="3A393B">
                    <a:alpha val="5510"/>
                  </a:srgbClr>
                </a:gs>
                <a:gs pos="14286">
                  <a:srgbClr val="3A393B">
                    <a:alpha val="5076"/>
                  </a:srgbClr>
                </a:gs>
                <a:gs pos="28571">
                  <a:srgbClr val="3A393B">
                    <a:alpha val="3964"/>
                  </a:srgbClr>
                </a:gs>
                <a:gs pos="42857">
                  <a:srgbClr val="3A393B">
                    <a:alpha val="2618"/>
                  </a:srgbClr>
                </a:gs>
                <a:gs pos="57143">
                  <a:srgbClr val="3A393B">
                    <a:alpha val="1459"/>
                  </a:srgbClr>
                </a:gs>
                <a:gs pos="71429">
                  <a:srgbClr val="3A393B">
                    <a:alpha val="686"/>
                  </a:srgbClr>
                </a:gs>
                <a:gs pos="85714">
                  <a:srgbClr val="3A393B">
                    <a:alpha val="272"/>
                  </a:srgbClr>
                </a:gs>
                <a:gs pos="100000">
                  <a:srgbClr val="3A393B">
                    <a:alpha val="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8" name="Splat 758"/>
            <p:cNvSpPr>
              <a:spLocks noGrp="1"/>
            </p:cNvSpPr>
            <p:nvPr/>
          </p:nvSpPr>
          <p:spPr>
            <a:xfrm rot="3762450">
              <a:off x="494020" y="496810"/>
              <a:ext cx="517485" cy="461863"/>
            </a:xfrm>
            <a:prstGeom prst="ellipse">
              <a:avLst/>
            </a:prstGeom>
            <a:gradFill>
              <a:gsLst>
                <a:gs pos="0">
                  <a:srgbClr val="696868">
                    <a:alpha val="3397"/>
                  </a:srgbClr>
                </a:gs>
                <a:gs pos="14286">
                  <a:srgbClr val="696868">
                    <a:alpha val="3126"/>
                  </a:srgbClr>
                </a:gs>
                <a:gs pos="28571">
                  <a:srgbClr val="696868">
                    <a:alpha val="2436"/>
                  </a:srgbClr>
                </a:gs>
                <a:gs pos="42857">
                  <a:srgbClr val="696868">
                    <a:alpha val="1605"/>
                  </a:srgbClr>
                </a:gs>
                <a:gs pos="57143">
                  <a:srgbClr val="696868">
                    <a:alpha val="892"/>
                  </a:srgbClr>
                </a:gs>
                <a:gs pos="71429">
                  <a:srgbClr val="696868">
                    <a:alpha val="419"/>
                  </a:srgbClr>
                </a:gs>
                <a:gs pos="85714">
                  <a:srgbClr val="696868">
                    <a:alpha val="166"/>
                  </a:srgbClr>
                </a:gs>
                <a:gs pos="100000">
                  <a:srgbClr val="696868">
                    <a:alpha val="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9" name="Splat 759"/>
            <p:cNvSpPr>
              <a:spLocks noGrp="1"/>
            </p:cNvSpPr>
            <p:nvPr/>
          </p:nvSpPr>
          <p:spPr>
            <a:xfrm rot="5725685">
              <a:off x="2161280" y="-65207"/>
              <a:ext cx="491881" cy="486457"/>
            </a:xfrm>
            <a:prstGeom prst="ellipse">
              <a:avLst/>
            </a:prstGeom>
            <a:gradFill>
              <a:gsLst>
                <a:gs pos="0">
                  <a:srgbClr val="3C3C3C">
                    <a:alpha val="1683"/>
                  </a:srgbClr>
                </a:gs>
                <a:gs pos="14286">
                  <a:srgbClr val="3C3C3C">
                    <a:alpha val="1548"/>
                  </a:srgbClr>
                </a:gs>
                <a:gs pos="28571">
                  <a:srgbClr val="3C3C3C">
                    <a:alpha val="1204"/>
                  </a:srgbClr>
                </a:gs>
                <a:gs pos="42857">
                  <a:srgbClr val="3C3C3C">
                    <a:alpha val="791"/>
                  </a:srgbClr>
                </a:gs>
                <a:gs pos="57143">
                  <a:srgbClr val="3C3C3C">
                    <a:alpha val="439"/>
                  </a:srgbClr>
                </a:gs>
                <a:gs pos="71429">
                  <a:srgbClr val="3C3C3C">
                    <a:alpha val="206"/>
                  </a:srgbClr>
                </a:gs>
                <a:gs pos="85714">
                  <a:srgbClr val="3C3C3C">
                    <a:alpha val="81"/>
                  </a:srgbClr>
                </a:gs>
                <a:gs pos="100000">
                  <a:srgbClr val="3C3C3C">
                    <a:alpha val="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0" name="Splat 760"/>
            <p:cNvSpPr>
              <a:spLocks noGrp="1"/>
            </p:cNvSpPr>
            <p:nvPr/>
          </p:nvSpPr>
          <p:spPr>
            <a:xfrm rot="-10672496">
              <a:off x="674747" y="910449"/>
              <a:ext cx="498859" cy="493899"/>
            </a:xfrm>
            <a:prstGeom prst="ellipse">
              <a:avLst/>
            </a:prstGeom>
            <a:gradFill>
              <a:gsLst>
                <a:gs pos="0">
                  <a:srgbClr val="3A4040">
                    <a:alpha val="3624"/>
                  </a:srgbClr>
                </a:gs>
                <a:gs pos="14286">
                  <a:srgbClr val="3A4040">
                    <a:alpha val="3336"/>
                  </a:srgbClr>
                </a:gs>
                <a:gs pos="28571">
                  <a:srgbClr val="3A4040">
                    <a:alpha val="2600"/>
                  </a:srgbClr>
                </a:gs>
                <a:gs pos="42857">
                  <a:srgbClr val="3A4040">
                    <a:alpha val="1713"/>
                  </a:srgbClr>
                </a:gs>
                <a:gs pos="57143">
                  <a:srgbClr val="3A4040">
                    <a:alpha val="953"/>
                  </a:srgbClr>
                </a:gs>
                <a:gs pos="71429">
                  <a:srgbClr val="3A4040">
                    <a:alpha val="447"/>
                  </a:srgbClr>
                </a:gs>
                <a:gs pos="85714">
                  <a:srgbClr val="3A4040">
                    <a:alpha val="177"/>
                  </a:srgbClr>
                </a:gs>
                <a:gs pos="100000">
                  <a:srgbClr val="3A4040">
                    <a:alpha val="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1" name="Splat 761"/>
            <p:cNvSpPr>
              <a:spLocks noGrp="1"/>
            </p:cNvSpPr>
            <p:nvPr/>
          </p:nvSpPr>
          <p:spPr>
            <a:xfrm rot="5474517">
              <a:off x="963139" y="421784"/>
              <a:ext cx="511181" cy="507506"/>
            </a:xfrm>
            <a:prstGeom prst="ellipse">
              <a:avLst/>
            </a:prstGeom>
            <a:gradFill>
              <a:gsLst>
                <a:gs pos="0">
                  <a:srgbClr val="373838">
                    <a:alpha val="1598"/>
                  </a:srgbClr>
                </a:gs>
                <a:gs pos="14286">
                  <a:srgbClr val="373838">
                    <a:alpha val="1469"/>
                  </a:srgbClr>
                </a:gs>
                <a:gs pos="28571">
                  <a:srgbClr val="373838">
                    <a:alpha val="1143"/>
                  </a:srgbClr>
                </a:gs>
                <a:gs pos="42857">
                  <a:srgbClr val="373838">
                    <a:alpha val="751"/>
                  </a:srgbClr>
                </a:gs>
                <a:gs pos="57143">
                  <a:srgbClr val="373838">
                    <a:alpha val="417"/>
                  </a:srgbClr>
                </a:gs>
                <a:gs pos="71429">
                  <a:srgbClr val="373838">
                    <a:alpha val="195"/>
                  </a:srgbClr>
                </a:gs>
                <a:gs pos="85714">
                  <a:srgbClr val="373838">
                    <a:alpha val="77"/>
                  </a:srgbClr>
                </a:gs>
                <a:gs pos="100000">
                  <a:srgbClr val="373838">
                    <a:alpha val="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2" name="Splat 762"/>
            <p:cNvSpPr>
              <a:spLocks noGrp="1"/>
            </p:cNvSpPr>
            <p:nvPr/>
          </p:nvSpPr>
          <p:spPr>
            <a:xfrm rot="10608179">
              <a:off x="623312" y="930657"/>
              <a:ext cx="507394" cy="499815"/>
            </a:xfrm>
            <a:prstGeom prst="ellipse">
              <a:avLst/>
            </a:prstGeom>
            <a:gradFill>
              <a:gsLst>
                <a:gs pos="0">
                  <a:srgbClr val="383D3E">
                    <a:alpha val="4786"/>
                  </a:srgbClr>
                </a:gs>
                <a:gs pos="14286">
                  <a:srgbClr val="383D3E">
                    <a:alpha val="4408"/>
                  </a:srgbClr>
                </a:gs>
                <a:gs pos="28571">
                  <a:srgbClr val="383D3E">
                    <a:alpha val="3439"/>
                  </a:srgbClr>
                </a:gs>
                <a:gs pos="42857">
                  <a:srgbClr val="383D3E">
                    <a:alpha val="2270"/>
                  </a:srgbClr>
                </a:gs>
                <a:gs pos="57143">
                  <a:srgbClr val="383D3E">
                    <a:alpha val="1264"/>
                  </a:srgbClr>
                </a:gs>
                <a:gs pos="71429">
                  <a:srgbClr val="383D3E">
                    <a:alpha val="594"/>
                  </a:srgbClr>
                </a:gs>
                <a:gs pos="85714">
                  <a:srgbClr val="383D3E">
                    <a:alpha val="235"/>
                  </a:srgbClr>
                </a:gs>
                <a:gs pos="100000">
                  <a:srgbClr val="383D3E">
                    <a:alpha val="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3" name="Splat 763"/>
            <p:cNvSpPr>
              <a:spLocks noGrp="1"/>
            </p:cNvSpPr>
            <p:nvPr/>
          </p:nvSpPr>
          <p:spPr>
            <a:xfrm rot="5367718">
              <a:off x="919420" y="2236575"/>
              <a:ext cx="464647" cy="463973"/>
            </a:xfrm>
            <a:prstGeom prst="ellipse">
              <a:avLst/>
            </a:prstGeom>
            <a:gradFill>
              <a:gsLst>
                <a:gs pos="0">
                  <a:srgbClr val="525352">
                    <a:alpha val="2197"/>
                  </a:srgbClr>
                </a:gs>
                <a:gs pos="14286">
                  <a:srgbClr val="525352">
                    <a:alpha val="2021"/>
                  </a:srgbClr>
                </a:gs>
                <a:gs pos="28571">
                  <a:srgbClr val="525352">
                    <a:alpha val="1573"/>
                  </a:srgbClr>
                </a:gs>
                <a:gs pos="42857">
                  <a:srgbClr val="525352">
                    <a:alpha val="1034"/>
                  </a:srgbClr>
                </a:gs>
                <a:gs pos="57143">
                  <a:srgbClr val="525352">
                    <a:alpha val="574"/>
                  </a:srgbClr>
                </a:gs>
                <a:gs pos="71429">
                  <a:srgbClr val="525352">
                    <a:alpha val="269"/>
                  </a:srgbClr>
                </a:gs>
                <a:gs pos="85714">
                  <a:srgbClr val="525352">
                    <a:alpha val="107"/>
                  </a:srgbClr>
                </a:gs>
                <a:gs pos="100000">
                  <a:srgbClr val="525352">
                    <a:alpha val="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4" name="Splat 764"/>
            <p:cNvSpPr>
              <a:spLocks noGrp="1"/>
            </p:cNvSpPr>
            <p:nvPr/>
          </p:nvSpPr>
          <p:spPr>
            <a:xfrm rot="-10433293">
              <a:off x="1433886" y="2474577"/>
              <a:ext cx="498603" cy="489123"/>
            </a:xfrm>
            <a:prstGeom prst="ellipse">
              <a:avLst/>
            </a:prstGeom>
            <a:gradFill>
              <a:gsLst>
                <a:gs pos="0">
                  <a:srgbClr val="4F4F4E">
                    <a:alpha val="4177"/>
                  </a:srgbClr>
                </a:gs>
                <a:gs pos="14286">
                  <a:srgbClr val="4F4F4E">
                    <a:alpha val="3846"/>
                  </a:srgbClr>
                </a:gs>
                <a:gs pos="28571">
                  <a:srgbClr val="4F4F4E">
                    <a:alpha val="2999"/>
                  </a:srgbClr>
                </a:gs>
                <a:gs pos="42857">
                  <a:srgbClr val="4F4F4E">
                    <a:alpha val="1977"/>
                  </a:srgbClr>
                </a:gs>
                <a:gs pos="57143">
                  <a:srgbClr val="4F4F4E">
                    <a:alpha val="1101"/>
                  </a:srgbClr>
                </a:gs>
                <a:gs pos="71429">
                  <a:srgbClr val="4F4F4E">
                    <a:alpha val="517"/>
                  </a:srgbClr>
                </a:gs>
                <a:gs pos="85714">
                  <a:srgbClr val="4F4F4E">
                    <a:alpha val="205"/>
                  </a:srgbClr>
                </a:gs>
                <a:gs pos="100000">
                  <a:srgbClr val="4F4F4E">
                    <a:alpha val="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5" name="Splat 765"/>
            <p:cNvSpPr>
              <a:spLocks noGrp="1"/>
            </p:cNvSpPr>
            <p:nvPr/>
          </p:nvSpPr>
          <p:spPr>
            <a:xfrm rot="10790266">
              <a:off x="1184016" y="3391751"/>
              <a:ext cx="503243" cy="502604"/>
            </a:xfrm>
            <a:prstGeom prst="ellipse">
              <a:avLst/>
            </a:prstGeom>
            <a:gradFill>
              <a:gsLst>
                <a:gs pos="0">
                  <a:srgbClr val="444443">
                    <a:alpha val="5698"/>
                  </a:srgbClr>
                </a:gs>
                <a:gs pos="14286">
                  <a:srgbClr val="444443">
                    <a:alpha val="5250"/>
                  </a:srgbClr>
                </a:gs>
                <a:gs pos="28571">
                  <a:srgbClr val="444443">
                    <a:alpha val="4101"/>
                  </a:srgbClr>
                </a:gs>
                <a:gs pos="42857">
                  <a:srgbClr val="444443">
                    <a:alpha val="2709"/>
                  </a:srgbClr>
                </a:gs>
                <a:gs pos="57143">
                  <a:srgbClr val="444443">
                    <a:alpha val="1510"/>
                  </a:srgbClr>
                </a:gs>
                <a:gs pos="71429">
                  <a:srgbClr val="444443">
                    <a:alpha val="710"/>
                  </a:srgbClr>
                </a:gs>
                <a:gs pos="85714">
                  <a:srgbClr val="444443">
                    <a:alpha val="281"/>
                  </a:srgbClr>
                </a:gs>
                <a:gs pos="100000">
                  <a:srgbClr val="444443">
                    <a:alpha val="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6" name="Splat 766"/>
            <p:cNvSpPr>
              <a:spLocks noGrp="1"/>
            </p:cNvSpPr>
            <p:nvPr/>
          </p:nvSpPr>
          <p:spPr>
            <a:xfrm rot="10633471">
              <a:off x="1957155" y="64197"/>
              <a:ext cx="504507" cy="436995"/>
            </a:xfrm>
            <a:prstGeom prst="ellipse">
              <a:avLst/>
            </a:prstGeom>
            <a:gradFill>
              <a:gsLst>
                <a:gs pos="0">
                  <a:srgbClr val="727170">
                    <a:alpha val="2023"/>
                  </a:srgbClr>
                </a:gs>
                <a:gs pos="14286">
                  <a:srgbClr val="727170">
                    <a:alpha val="1861"/>
                  </a:srgbClr>
                </a:gs>
                <a:gs pos="28571">
                  <a:srgbClr val="727170">
                    <a:alpha val="1448"/>
                  </a:srgbClr>
                </a:gs>
                <a:gs pos="42857">
                  <a:srgbClr val="727170">
                    <a:alpha val="952"/>
                  </a:srgbClr>
                </a:gs>
                <a:gs pos="57143">
                  <a:srgbClr val="727170">
                    <a:alpha val="529"/>
                  </a:srgbClr>
                </a:gs>
                <a:gs pos="71429">
                  <a:srgbClr val="727170">
                    <a:alpha val="248"/>
                  </a:srgbClr>
                </a:gs>
                <a:gs pos="85714">
                  <a:srgbClr val="727170">
                    <a:alpha val="98"/>
                  </a:srgbClr>
                </a:gs>
                <a:gs pos="100000">
                  <a:srgbClr val="727170">
                    <a:alpha val="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7" name="Splat 767"/>
            <p:cNvSpPr>
              <a:spLocks noGrp="1"/>
            </p:cNvSpPr>
            <p:nvPr/>
          </p:nvSpPr>
          <p:spPr>
            <a:xfrm rot="-10748003">
              <a:off x="431621" y="2996090"/>
              <a:ext cx="509493" cy="508077"/>
            </a:xfrm>
            <a:prstGeom prst="ellipse">
              <a:avLst/>
            </a:prstGeom>
            <a:gradFill>
              <a:gsLst>
                <a:gs pos="0">
                  <a:srgbClr val="3A393A">
                    <a:alpha val="3298"/>
                  </a:srgbClr>
                </a:gs>
                <a:gs pos="14286">
                  <a:srgbClr val="3A393A">
                    <a:alpha val="3036"/>
                  </a:srgbClr>
                </a:gs>
                <a:gs pos="28571">
                  <a:srgbClr val="3A393A">
                    <a:alpha val="2365"/>
                  </a:srgbClr>
                </a:gs>
                <a:gs pos="42857">
                  <a:srgbClr val="3A393A">
                    <a:alpha val="1558"/>
                  </a:srgbClr>
                </a:gs>
                <a:gs pos="57143">
                  <a:srgbClr val="3A393A">
                    <a:alpha val="866"/>
                  </a:srgbClr>
                </a:gs>
                <a:gs pos="71429">
                  <a:srgbClr val="3A393A">
                    <a:alpha val="406"/>
                  </a:srgbClr>
                </a:gs>
                <a:gs pos="85714">
                  <a:srgbClr val="3A393A">
                    <a:alpha val="161"/>
                  </a:srgbClr>
                </a:gs>
                <a:gs pos="100000">
                  <a:srgbClr val="3A393A">
                    <a:alpha val="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8" name="Splat 768"/>
            <p:cNvSpPr>
              <a:spLocks noGrp="1"/>
            </p:cNvSpPr>
            <p:nvPr/>
          </p:nvSpPr>
          <p:spPr>
            <a:xfrm rot="10775621">
              <a:off x="844867" y="2998203"/>
              <a:ext cx="498121" cy="495913"/>
            </a:xfrm>
            <a:prstGeom prst="ellipse">
              <a:avLst/>
            </a:prstGeom>
            <a:gradFill>
              <a:gsLst>
                <a:gs pos="0">
                  <a:srgbClr val="3C3D3D">
                    <a:alpha val="1559"/>
                  </a:srgbClr>
                </a:gs>
                <a:gs pos="14286">
                  <a:srgbClr val="3C3D3D">
                    <a:alpha val="1434"/>
                  </a:srgbClr>
                </a:gs>
                <a:gs pos="28571">
                  <a:srgbClr val="3C3D3D">
                    <a:alpha val="1115"/>
                  </a:srgbClr>
                </a:gs>
                <a:gs pos="42857">
                  <a:srgbClr val="3C3D3D">
                    <a:alpha val="733"/>
                  </a:srgbClr>
                </a:gs>
                <a:gs pos="57143">
                  <a:srgbClr val="3C3D3D">
                    <a:alpha val="407"/>
                  </a:srgbClr>
                </a:gs>
                <a:gs pos="71429">
                  <a:srgbClr val="3C3D3D">
                    <a:alpha val="191"/>
                  </a:srgbClr>
                </a:gs>
                <a:gs pos="85714">
                  <a:srgbClr val="3C3D3D">
                    <a:alpha val="75"/>
                  </a:srgbClr>
                </a:gs>
                <a:gs pos="100000">
                  <a:srgbClr val="3C3D3D">
                    <a:alpha val="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9" name="Splat 769"/>
            <p:cNvSpPr>
              <a:spLocks noGrp="1"/>
            </p:cNvSpPr>
            <p:nvPr/>
          </p:nvSpPr>
          <p:spPr>
            <a:xfrm rot="5715439">
              <a:off x="260253" y="2614745"/>
              <a:ext cx="514408" cy="510776"/>
            </a:xfrm>
            <a:prstGeom prst="ellipse">
              <a:avLst/>
            </a:prstGeom>
            <a:gradFill>
              <a:gsLst>
                <a:gs pos="0">
                  <a:srgbClr val="3E3F3E">
                    <a:alpha val="5297"/>
                  </a:srgbClr>
                </a:gs>
                <a:gs pos="14286">
                  <a:srgbClr val="3E3F3E">
                    <a:alpha val="4879"/>
                  </a:srgbClr>
                </a:gs>
                <a:gs pos="28571">
                  <a:srgbClr val="3E3F3E">
                    <a:alpha val="3810"/>
                  </a:srgbClr>
                </a:gs>
                <a:gs pos="42857">
                  <a:srgbClr val="3E3F3E">
                    <a:alpha val="2515"/>
                  </a:srgbClr>
                </a:gs>
                <a:gs pos="57143">
                  <a:srgbClr val="3E3F3E">
                    <a:alpha val="1402"/>
                  </a:srgbClr>
                </a:gs>
                <a:gs pos="71429">
                  <a:srgbClr val="3E3F3E">
                    <a:alpha val="659"/>
                  </a:srgbClr>
                </a:gs>
                <a:gs pos="85714">
                  <a:srgbClr val="3E3F3E">
                    <a:alpha val="261"/>
                  </a:srgbClr>
                </a:gs>
                <a:gs pos="100000">
                  <a:srgbClr val="3E3F3E">
                    <a:alpha val="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0" name="Splat 770"/>
            <p:cNvSpPr>
              <a:spLocks noGrp="1"/>
            </p:cNvSpPr>
            <p:nvPr/>
          </p:nvSpPr>
          <p:spPr>
            <a:xfrm rot="-10569687">
              <a:off x="1871840" y="3360166"/>
              <a:ext cx="496877" cy="491724"/>
            </a:xfrm>
            <a:prstGeom prst="ellipse">
              <a:avLst/>
            </a:prstGeom>
            <a:gradFill>
              <a:gsLst>
                <a:gs pos="0">
                  <a:srgbClr val="282B2D">
                    <a:alpha val="3043"/>
                  </a:srgbClr>
                </a:gs>
                <a:gs pos="14286">
                  <a:srgbClr val="282B2D">
                    <a:alpha val="2800"/>
                  </a:srgbClr>
                </a:gs>
                <a:gs pos="28571">
                  <a:srgbClr val="282B2D">
                    <a:alpha val="2181"/>
                  </a:srgbClr>
                </a:gs>
                <a:gs pos="42857">
                  <a:srgbClr val="282B2D">
                    <a:alpha val="1436"/>
                  </a:srgbClr>
                </a:gs>
                <a:gs pos="57143">
                  <a:srgbClr val="282B2D">
                    <a:alpha val="798"/>
                  </a:srgbClr>
                </a:gs>
                <a:gs pos="71429">
                  <a:srgbClr val="282B2D">
                    <a:alpha val="374"/>
                  </a:srgbClr>
                </a:gs>
                <a:gs pos="85714">
                  <a:srgbClr val="282B2D">
                    <a:alpha val="148"/>
                  </a:srgbClr>
                </a:gs>
                <a:gs pos="100000">
                  <a:srgbClr val="282B2D">
                    <a:alpha val="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1" name="Splat 771"/>
            <p:cNvSpPr>
              <a:spLocks noGrp="1"/>
            </p:cNvSpPr>
            <p:nvPr/>
          </p:nvSpPr>
          <p:spPr>
            <a:xfrm rot="-9129994">
              <a:off x="477707" y="2035889"/>
              <a:ext cx="560128" cy="527067"/>
            </a:xfrm>
            <a:prstGeom prst="ellipse">
              <a:avLst/>
            </a:prstGeom>
            <a:gradFill>
              <a:gsLst>
                <a:gs pos="0">
                  <a:srgbClr val="090005">
                    <a:alpha val="1510"/>
                  </a:srgbClr>
                </a:gs>
                <a:gs pos="14286">
                  <a:srgbClr val="090005">
                    <a:alpha val="1388"/>
                  </a:srgbClr>
                </a:gs>
                <a:gs pos="28571">
                  <a:srgbClr val="090005">
                    <a:alpha val="1080"/>
                  </a:srgbClr>
                </a:gs>
                <a:gs pos="42857">
                  <a:srgbClr val="090005">
                    <a:alpha val="709"/>
                  </a:srgbClr>
                </a:gs>
                <a:gs pos="57143">
                  <a:srgbClr val="090005">
                    <a:alpha val="394"/>
                  </a:srgbClr>
                </a:gs>
                <a:gs pos="71429">
                  <a:srgbClr val="090005">
                    <a:alpha val="185"/>
                  </a:srgbClr>
                </a:gs>
                <a:gs pos="85714">
                  <a:srgbClr val="090005">
                    <a:alpha val="73"/>
                  </a:srgbClr>
                </a:gs>
                <a:gs pos="100000">
                  <a:srgbClr val="090005">
                    <a:alpha val="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2" name="Splat 772"/>
            <p:cNvSpPr>
              <a:spLocks noGrp="1"/>
            </p:cNvSpPr>
            <p:nvPr/>
          </p:nvSpPr>
          <p:spPr>
            <a:xfrm rot="5892031">
              <a:off x="1200517" y="699715"/>
              <a:ext cx="533260" cy="444364"/>
            </a:xfrm>
            <a:prstGeom prst="ellipse">
              <a:avLst/>
            </a:prstGeom>
            <a:gradFill>
              <a:gsLst>
                <a:gs pos="0">
                  <a:srgbClr val="000301">
                    <a:alpha val="3971"/>
                  </a:srgbClr>
                </a:gs>
                <a:gs pos="14286">
                  <a:srgbClr val="000301">
                    <a:alpha val="3655"/>
                  </a:srgbClr>
                </a:gs>
                <a:gs pos="28571">
                  <a:srgbClr val="000301">
                    <a:alpha val="2850"/>
                  </a:srgbClr>
                </a:gs>
                <a:gs pos="42857">
                  <a:srgbClr val="000301">
                    <a:alpha val="1879"/>
                  </a:srgbClr>
                </a:gs>
                <a:gs pos="57143">
                  <a:srgbClr val="000301">
                    <a:alpha val="1045"/>
                  </a:srgbClr>
                </a:gs>
                <a:gs pos="71429">
                  <a:srgbClr val="000301">
                    <a:alpha val="491"/>
                  </a:srgbClr>
                </a:gs>
                <a:gs pos="85714">
                  <a:srgbClr val="000301">
                    <a:alpha val="194"/>
                  </a:srgbClr>
                </a:gs>
                <a:gs pos="100000">
                  <a:srgbClr val="000301">
                    <a:alpha val="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3" name="Splat 773"/>
            <p:cNvSpPr>
              <a:spLocks noGrp="1"/>
            </p:cNvSpPr>
            <p:nvPr/>
          </p:nvSpPr>
          <p:spPr>
            <a:xfrm rot="4123986">
              <a:off x="179488" y="749973"/>
              <a:ext cx="505253" cy="471379"/>
            </a:xfrm>
            <a:prstGeom prst="ellipse">
              <a:avLst/>
            </a:prstGeom>
            <a:gradFill>
              <a:gsLst>
                <a:gs pos="0">
                  <a:srgbClr val="17191A">
                    <a:alpha val="5249"/>
                  </a:srgbClr>
                </a:gs>
                <a:gs pos="14286">
                  <a:srgbClr val="17191A">
                    <a:alpha val="4835"/>
                  </a:srgbClr>
                </a:gs>
                <a:gs pos="28571">
                  <a:srgbClr val="17191A">
                    <a:alpha val="3775"/>
                  </a:srgbClr>
                </a:gs>
                <a:gs pos="42857">
                  <a:srgbClr val="17191A">
                    <a:alpha val="2492"/>
                  </a:srgbClr>
                </a:gs>
                <a:gs pos="57143">
                  <a:srgbClr val="17191A">
                    <a:alpha val="1389"/>
                  </a:srgbClr>
                </a:gs>
                <a:gs pos="71429">
                  <a:srgbClr val="17191A">
                    <a:alpha val="652"/>
                  </a:srgbClr>
                </a:gs>
                <a:gs pos="85714">
                  <a:srgbClr val="17191A">
                    <a:alpha val="259"/>
                  </a:srgbClr>
                </a:gs>
                <a:gs pos="100000">
                  <a:srgbClr val="17191A">
                    <a:alpha val="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4" name="Splat 774"/>
            <p:cNvSpPr>
              <a:spLocks noGrp="1"/>
            </p:cNvSpPr>
            <p:nvPr/>
          </p:nvSpPr>
          <p:spPr>
            <a:xfrm rot="5499555">
              <a:off x="624672" y="3324927"/>
              <a:ext cx="517783" cy="508077"/>
            </a:xfrm>
            <a:prstGeom prst="ellipse">
              <a:avLst/>
            </a:prstGeom>
            <a:gradFill>
              <a:gsLst>
                <a:gs pos="0">
                  <a:srgbClr val="333336">
                    <a:alpha val="7363"/>
                  </a:srgbClr>
                </a:gs>
                <a:gs pos="14286">
                  <a:srgbClr val="333336">
                    <a:alpha val="6788"/>
                  </a:srgbClr>
                </a:gs>
                <a:gs pos="28571">
                  <a:srgbClr val="333336">
                    <a:alpha val="5312"/>
                  </a:srgbClr>
                </a:gs>
                <a:gs pos="42857">
                  <a:srgbClr val="333336">
                    <a:alpha val="3517"/>
                  </a:srgbClr>
                </a:gs>
                <a:gs pos="57143">
                  <a:srgbClr val="333336">
                    <a:alpha val="1964"/>
                  </a:srgbClr>
                </a:gs>
                <a:gs pos="71429">
                  <a:srgbClr val="333336">
                    <a:alpha val="924"/>
                  </a:srgbClr>
                </a:gs>
                <a:gs pos="85714">
                  <a:srgbClr val="333336">
                    <a:alpha val="367"/>
                  </a:srgbClr>
                </a:gs>
                <a:gs pos="100000">
                  <a:srgbClr val="333336">
                    <a:alpha val="1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5" name="Splat 775"/>
            <p:cNvSpPr>
              <a:spLocks noGrp="1"/>
            </p:cNvSpPr>
            <p:nvPr/>
          </p:nvSpPr>
          <p:spPr>
            <a:xfrm rot="5740113">
              <a:off x="1503095" y="2827125"/>
              <a:ext cx="517865" cy="516379"/>
            </a:xfrm>
            <a:prstGeom prst="ellipse">
              <a:avLst/>
            </a:prstGeom>
            <a:gradFill>
              <a:gsLst>
                <a:gs pos="0">
                  <a:srgbClr val="393C3C">
                    <a:alpha val="2651"/>
                  </a:srgbClr>
                </a:gs>
                <a:gs pos="14286">
                  <a:srgbClr val="393C3C">
                    <a:alpha val="2440"/>
                  </a:srgbClr>
                </a:gs>
                <a:gs pos="28571">
                  <a:srgbClr val="393C3C">
                    <a:alpha val="1899"/>
                  </a:srgbClr>
                </a:gs>
                <a:gs pos="42857">
                  <a:srgbClr val="393C3C">
                    <a:alpha val="1250"/>
                  </a:srgbClr>
                </a:gs>
                <a:gs pos="57143">
                  <a:srgbClr val="393C3C">
                    <a:alpha val="695"/>
                  </a:srgbClr>
                </a:gs>
                <a:gs pos="71429">
                  <a:srgbClr val="393C3C">
                    <a:alpha val="326"/>
                  </a:srgbClr>
                </a:gs>
                <a:gs pos="85714">
                  <a:srgbClr val="393C3C">
                    <a:alpha val="129"/>
                  </a:srgbClr>
                </a:gs>
                <a:gs pos="100000">
                  <a:srgbClr val="393C3C">
                    <a:alpha val="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6" name="Splat 776"/>
            <p:cNvSpPr>
              <a:spLocks noGrp="1"/>
            </p:cNvSpPr>
            <p:nvPr/>
          </p:nvSpPr>
          <p:spPr>
            <a:xfrm rot="-10658085">
              <a:off x="562399" y="2498044"/>
              <a:ext cx="522838" cy="518529"/>
            </a:xfrm>
            <a:prstGeom prst="ellipse">
              <a:avLst/>
            </a:prstGeom>
            <a:gradFill>
              <a:gsLst>
                <a:gs pos="0">
                  <a:srgbClr val="414243">
                    <a:alpha val="2862"/>
                  </a:srgbClr>
                </a:gs>
                <a:gs pos="14286">
                  <a:srgbClr val="414243">
                    <a:alpha val="2634"/>
                  </a:srgbClr>
                </a:gs>
                <a:gs pos="28571">
                  <a:srgbClr val="414243">
                    <a:alpha val="2051"/>
                  </a:srgbClr>
                </a:gs>
                <a:gs pos="42857">
                  <a:srgbClr val="414243">
                    <a:alpha val="1350"/>
                  </a:srgbClr>
                </a:gs>
                <a:gs pos="57143">
                  <a:srgbClr val="414243">
                    <a:alpha val="750"/>
                  </a:srgbClr>
                </a:gs>
                <a:gs pos="71429">
                  <a:srgbClr val="414243">
                    <a:alpha val="352"/>
                  </a:srgbClr>
                </a:gs>
                <a:gs pos="85714">
                  <a:srgbClr val="414243">
                    <a:alpha val="139"/>
                  </a:srgbClr>
                </a:gs>
                <a:gs pos="100000">
                  <a:srgbClr val="414243">
                    <a:alpha val="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7" name="Splat 777"/>
            <p:cNvSpPr>
              <a:spLocks noGrp="1"/>
            </p:cNvSpPr>
            <p:nvPr/>
          </p:nvSpPr>
          <p:spPr>
            <a:xfrm rot="-10679518">
              <a:off x="1952077" y="2746039"/>
              <a:ext cx="511716" cy="502913"/>
            </a:xfrm>
            <a:prstGeom prst="ellipse">
              <a:avLst/>
            </a:prstGeom>
            <a:gradFill>
              <a:gsLst>
                <a:gs pos="0">
                  <a:srgbClr val="494B4B">
                    <a:alpha val="1254"/>
                  </a:srgbClr>
                </a:gs>
                <a:gs pos="14286">
                  <a:srgbClr val="494B4B">
                    <a:alpha val="1153"/>
                  </a:srgbClr>
                </a:gs>
                <a:gs pos="28571">
                  <a:srgbClr val="494B4B">
                    <a:alpha val="896"/>
                  </a:srgbClr>
                </a:gs>
                <a:gs pos="42857">
                  <a:srgbClr val="494B4B">
                    <a:alpha val="589"/>
                  </a:srgbClr>
                </a:gs>
                <a:gs pos="57143">
                  <a:srgbClr val="494B4B">
                    <a:alpha val="327"/>
                  </a:srgbClr>
                </a:gs>
                <a:gs pos="71429">
                  <a:srgbClr val="494B4B">
                    <a:alpha val="153"/>
                  </a:srgbClr>
                </a:gs>
                <a:gs pos="85714">
                  <a:srgbClr val="494B4B">
                    <a:alpha val="61"/>
                  </a:srgbClr>
                </a:gs>
                <a:gs pos="100000">
                  <a:srgbClr val="494B4B">
                    <a:alpha val="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8" name="Splat 778"/>
            <p:cNvSpPr>
              <a:spLocks noGrp="1"/>
            </p:cNvSpPr>
            <p:nvPr/>
          </p:nvSpPr>
          <p:spPr>
            <a:xfrm rot="4715875">
              <a:off x="2611017" y="2631589"/>
              <a:ext cx="482433" cy="465964"/>
            </a:xfrm>
            <a:prstGeom prst="ellipse">
              <a:avLst/>
            </a:prstGeom>
            <a:gradFill>
              <a:gsLst>
                <a:gs pos="0">
                  <a:srgbClr val="575756">
                    <a:alpha val="6091"/>
                  </a:srgbClr>
                </a:gs>
                <a:gs pos="14286">
                  <a:srgbClr val="575756">
                    <a:alpha val="5612"/>
                  </a:srgbClr>
                </a:gs>
                <a:gs pos="28571">
                  <a:srgbClr val="575756">
                    <a:alpha val="4385"/>
                  </a:srgbClr>
                </a:gs>
                <a:gs pos="42857">
                  <a:srgbClr val="575756">
                    <a:alpha val="2899"/>
                  </a:srgbClr>
                </a:gs>
                <a:gs pos="57143">
                  <a:srgbClr val="575756">
                    <a:alpha val="1617"/>
                  </a:srgbClr>
                </a:gs>
                <a:gs pos="71429">
                  <a:srgbClr val="575756">
                    <a:alpha val="760"/>
                  </a:srgbClr>
                </a:gs>
                <a:gs pos="85714">
                  <a:srgbClr val="575756">
                    <a:alpha val="301"/>
                  </a:srgbClr>
                </a:gs>
                <a:gs pos="100000">
                  <a:srgbClr val="575756">
                    <a:alpha val="1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9" name="Splat 779"/>
            <p:cNvSpPr>
              <a:spLocks noGrp="1"/>
            </p:cNvSpPr>
            <p:nvPr/>
          </p:nvSpPr>
          <p:spPr>
            <a:xfrm rot="10715007">
              <a:off x="2211109" y="2884492"/>
              <a:ext cx="496295" cy="492311"/>
            </a:xfrm>
            <a:prstGeom prst="ellipse">
              <a:avLst/>
            </a:prstGeom>
            <a:gradFill>
              <a:gsLst>
                <a:gs pos="0">
                  <a:srgbClr val="4D4B4B">
                    <a:alpha val="3492"/>
                  </a:srgbClr>
                </a:gs>
                <a:gs pos="14286">
                  <a:srgbClr val="4D4B4B">
                    <a:alpha val="3214"/>
                  </a:srgbClr>
                </a:gs>
                <a:gs pos="28571">
                  <a:srgbClr val="4D4B4B">
                    <a:alpha val="2505"/>
                  </a:srgbClr>
                </a:gs>
                <a:gs pos="42857">
                  <a:srgbClr val="4D4B4B">
                    <a:alpha val="1650"/>
                  </a:srgbClr>
                </a:gs>
                <a:gs pos="57143">
                  <a:srgbClr val="4D4B4B">
                    <a:alpha val="918"/>
                  </a:srgbClr>
                </a:gs>
                <a:gs pos="71429">
                  <a:srgbClr val="4D4B4B">
                    <a:alpha val="431"/>
                  </a:srgbClr>
                </a:gs>
                <a:gs pos="85714">
                  <a:srgbClr val="4D4B4B">
                    <a:alpha val="171"/>
                  </a:srgbClr>
                </a:gs>
                <a:gs pos="100000">
                  <a:srgbClr val="4D4B4B">
                    <a:alpha val="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0" name="Splat 780"/>
            <p:cNvSpPr>
              <a:spLocks noGrp="1"/>
            </p:cNvSpPr>
            <p:nvPr/>
          </p:nvSpPr>
          <p:spPr>
            <a:xfrm rot="9867174">
              <a:off x="2252600" y="2852939"/>
              <a:ext cx="515631" cy="499448"/>
            </a:xfrm>
            <a:prstGeom prst="ellipse">
              <a:avLst/>
            </a:prstGeom>
            <a:gradFill>
              <a:gsLst>
                <a:gs pos="0">
                  <a:srgbClr val="5F5E5E">
                    <a:alpha val="1674"/>
                  </a:srgbClr>
                </a:gs>
                <a:gs pos="14286">
                  <a:srgbClr val="5F5E5E">
                    <a:alpha val="1540"/>
                  </a:srgbClr>
                </a:gs>
                <a:gs pos="28571">
                  <a:srgbClr val="5F5E5E">
                    <a:alpha val="1197"/>
                  </a:srgbClr>
                </a:gs>
                <a:gs pos="42857">
                  <a:srgbClr val="5F5E5E">
                    <a:alpha val="787"/>
                  </a:srgbClr>
                </a:gs>
                <a:gs pos="57143">
                  <a:srgbClr val="5F5E5E">
                    <a:alpha val="437"/>
                  </a:srgbClr>
                </a:gs>
                <a:gs pos="71429">
                  <a:srgbClr val="5F5E5E">
                    <a:alpha val="205"/>
                  </a:srgbClr>
                </a:gs>
                <a:gs pos="85714">
                  <a:srgbClr val="5F5E5E">
                    <a:alpha val="81"/>
                  </a:srgbClr>
                </a:gs>
                <a:gs pos="100000">
                  <a:srgbClr val="5F5E5E">
                    <a:alpha val="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1" name="Splat 781"/>
            <p:cNvSpPr>
              <a:spLocks noGrp="1"/>
            </p:cNvSpPr>
            <p:nvPr/>
          </p:nvSpPr>
          <p:spPr>
            <a:xfrm rot="5458633">
              <a:off x="627122" y="2953671"/>
              <a:ext cx="518208" cy="514600"/>
            </a:xfrm>
            <a:prstGeom prst="ellipse">
              <a:avLst/>
            </a:prstGeom>
            <a:gradFill>
              <a:gsLst>
                <a:gs pos="0">
                  <a:srgbClr val="4F4F50">
                    <a:alpha val="4287"/>
                  </a:srgbClr>
                </a:gs>
                <a:gs pos="14286">
                  <a:srgbClr val="4F4F50">
                    <a:alpha val="3947"/>
                  </a:srgbClr>
                </a:gs>
                <a:gs pos="28571">
                  <a:srgbClr val="4F4F50">
                    <a:alpha val="3078"/>
                  </a:srgbClr>
                </a:gs>
                <a:gs pos="42857">
                  <a:srgbClr val="4F4F50">
                    <a:alpha val="2030"/>
                  </a:srgbClr>
                </a:gs>
                <a:gs pos="57143">
                  <a:srgbClr val="4F4F50">
                    <a:alpha val="1130"/>
                  </a:srgbClr>
                </a:gs>
                <a:gs pos="71429">
                  <a:srgbClr val="4F4F50">
                    <a:alpha val="531"/>
                  </a:srgbClr>
                </a:gs>
                <a:gs pos="85714">
                  <a:srgbClr val="4F4F50">
                    <a:alpha val="210"/>
                  </a:srgbClr>
                </a:gs>
                <a:gs pos="100000">
                  <a:srgbClr val="4F4F50">
                    <a:alpha val="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2" name="Splat 782"/>
            <p:cNvSpPr>
              <a:spLocks noGrp="1"/>
            </p:cNvSpPr>
            <p:nvPr/>
          </p:nvSpPr>
          <p:spPr>
            <a:xfrm rot="4998719">
              <a:off x="-124933" y="-40323"/>
              <a:ext cx="486842" cy="484604"/>
            </a:xfrm>
            <a:prstGeom prst="ellipse">
              <a:avLst/>
            </a:prstGeom>
            <a:gradFill>
              <a:gsLst>
                <a:gs pos="0">
                  <a:srgbClr val="222224">
                    <a:alpha val="4678"/>
                  </a:srgbClr>
                </a:gs>
                <a:gs pos="14286">
                  <a:srgbClr val="222224">
                    <a:alpha val="4308"/>
                  </a:srgbClr>
                </a:gs>
                <a:gs pos="28571">
                  <a:srgbClr val="222224">
                    <a:alpha val="3361"/>
                  </a:srgbClr>
                </a:gs>
                <a:gs pos="42857">
                  <a:srgbClr val="222224">
                    <a:alpha val="2218"/>
                  </a:srgbClr>
                </a:gs>
                <a:gs pos="57143">
                  <a:srgbClr val="222224">
                    <a:alpha val="1235"/>
                  </a:srgbClr>
                </a:gs>
                <a:gs pos="71429">
                  <a:srgbClr val="222224">
                    <a:alpha val="580"/>
                  </a:srgbClr>
                </a:gs>
                <a:gs pos="85714">
                  <a:srgbClr val="222224">
                    <a:alpha val="230"/>
                  </a:srgbClr>
                </a:gs>
                <a:gs pos="100000">
                  <a:srgbClr val="222224">
                    <a:alpha val="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3" name="Splat 783"/>
            <p:cNvSpPr>
              <a:spLocks noGrp="1"/>
            </p:cNvSpPr>
            <p:nvPr/>
          </p:nvSpPr>
          <p:spPr>
            <a:xfrm rot="10786036">
              <a:off x="208963" y="2047729"/>
              <a:ext cx="499669" cy="498519"/>
            </a:xfrm>
            <a:prstGeom prst="ellipse">
              <a:avLst/>
            </a:prstGeom>
            <a:gradFill>
              <a:gsLst>
                <a:gs pos="0">
                  <a:srgbClr val="50504F">
                    <a:alpha val="2138"/>
                  </a:srgbClr>
                </a:gs>
                <a:gs pos="14286">
                  <a:srgbClr val="50504F">
                    <a:alpha val="1967"/>
                  </a:srgbClr>
                </a:gs>
                <a:gs pos="28571">
                  <a:srgbClr val="50504F">
                    <a:alpha val="1531"/>
                  </a:srgbClr>
                </a:gs>
                <a:gs pos="42857">
                  <a:srgbClr val="50504F">
                    <a:alpha val="1007"/>
                  </a:srgbClr>
                </a:gs>
                <a:gs pos="57143">
                  <a:srgbClr val="50504F">
                    <a:alpha val="559"/>
                  </a:srgbClr>
                </a:gs>
                <a:gs pos="71429">
                  <a:srgbClr val="50504F">
                    <a:alpha val="262"/>
                  </a:srgbClr>
                </a:gs>
                <a:gs pos="85714">
                  <a:srgbClr val="50504F">
                    <a:alpha val="104"/>
                  </a:srgbClr>
                </a:gs>
                <a:gs pos="100000">
                  <a:srgbClr val="50504F">
                    <a:alpha val="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4" name="Splat 784"/>
            <p:cNvSpPr>
              <a:spLocks noGrp="1"/>
            </p:cNvSpPr>
            <p:nvPr/>
          </p:nvSpPr>
          <p:spPr>
            <a:xfrm rot="5299098">
              <a:off x="2417127" y="858457"/>
              <a:ext cx="475790" cy="467726"/>
            </a:xfrm>
            <a:prstGeom prst="ellipse">
              <a:avLst/>
            </a:prstGeom>
            <a:gradFill>
              <a:gsLst>
                <a:gs pos="0">
                  <a:srgbClr val="4E4E4D">
                    <a:alpha val="2560"/>
                  </a:srgbClr>
                </a:gs>
                <a:gs pos="14286">
                  <a:srgbClr val="4E4E4D">
                    <a:alpha val="2355"/>
                  </a:srgbClr>
                </a:gs>
                <a:gs pos="28571">
                  <a:srgbClr val="4E4E4D">
                    <a:alpha val="1833"/>
                  </a:srgbClr>
                </a:gs>
                <a:gs pos="42857">
                  <a:srgbClr val="4E4E4D">
                    <a:alpha val="1206"/>
                  </a:srgbClr>
                </a:gs>
                <a:gs pos="57143">
                  <a:srgbClr val="4E4E4D">
                    <a:alpha val="670"/>
                  </a:srgbClr>
                </a:gs>
                <a:gs pos="71429">
                  <a:srgbClr val="4E4E4D">
                    <a:alpha val="314"/>
                  </a:srgbClr>
                </a:gs>
                <a:gs pos="85714">
                  <a:srgbClr val="4E4E4D">
                    <a:alpha val="124"/>
                  </a:srgbClr>
                </a:gs>
                <a:gs pos="100000">
                  <a:srgbClr val="4E4E4D">
                    <a:alpha val="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5" name="Splat 785"/>
            <p:cNvSpPr>
              <a:spLocks noGrp="1"/>
            </p:cNvSpPr>
            <p:nvPr/>
          </p:nvSpPr>
          <p:spPr>
            <a:xfrm rot="5282654">
              <a:off x="216225" y="3264066"/>
              <a:ext cx="498475" cy="496444"/>
            </a:xfrm>
            <a:prstGeom prst="ellipse">
              <a:avLst/>
            </a:prstGeom>
            <a:gradFill>
              <a:gsLst>
                <a:gs pos="0">
                  <a:srgbClr val="4F4D4C">
                    <a:alpha val="1595"/>
                  </a:srgbClr>
                </a:gs>
                <a:gs pos="14286">
                  <a:srgbClr val="4F4D4C">
                    <a:alpha val="1467"/>
                  </a:srgbClr>
                </a:gs>
                <a:gs pos="28571">
                  <a:srgbClr val="4F4D4C">
                    <a:alpha val="1141"/>
                  </a:srgbClr>
                </a:gs>
                <a:gs pos="42857">
                  <a:srgbClr val="4F4D4C">
                    <a:alpha val="750"/>
                  </a:srgbClr>
                </a:gs>
                <a:gs pos="57143">
                  <a:srgbClr val="4F4D4C">
                    <a:alpha val="416"/>
                  </a:srgbClr>
                </a:gs>
                <a:gs pos="71429">
                  <a:srgbClr val="4F4D4C">
                    <a:alpha val="195"/>
                  </a:srgbClr>
                </a:gs>
                <a:gs pos="85714">
                  <a:srgbClr val="4F4D4C">
                    <a:alpha val="77"/>
                  </a:srgbClr>
                </a:gs>
                <a:gs pos="100000">
                  <a:srgbClr val="4F4D4C">
                    <a:alpha val="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6" name="Splat 786"/>
            <p:cNvSpPr>
              <a:spLocks noGrp="1"/>
            </p:cNvSpPr>
            <p:nvPr/>
          </p:nvSpPr>
          <p:spPr>
            <a:xfrm rot="5386687">
              <a:off x="582251" y="187782"/>
              <a:ext cx="511819" cy="510775"/>
            </a:xfrm>
            <a:prstGeom prst="ellipse">
              <a:avLst/>
            </a:prstGeom>
            <a:gradFill>
              <a:gsLst>
                <a:gs pos="0">
                  <a:srgbClr val="383838">
                    <a:alpha val="4447"/>
                  </a:srgbClr>
                </a:gs>
                <a:gs pos="14286">
                  <a:srgbClr val="383838">
                    <a:alpha val="4095"/>
                  </a:srgbClr>
                </a:gs>
                <a:gs pos="28571">
                  <a:srgbClr val="383838">
                    <a:alpha val="3194"/>
                  </a:srgbClr>
                </a:gs>
                <a:gs pos="42857">
                  <a:srgbClr val="383838">
                    <a:alpha val="2107"/>
                  </a:srgbClr>
                </a:gs>
                <a:gs pos="57143">
                  <a:srgbClr val="383838">
                    <a:alpha val="1173"/>
                  </a:srgbClr>
                </a:gs>
                <a:gs pos="71429">
                  <a:srgbClr val="383838">
                    <a:alpha val="551"/>
                  </a:srgbClr>
                </a:gs>
                <a:gs pos="85714">
                  <a:srgbClr val="383838">
                    <a:alpha val="218"/>
                  </a:srgbClr>
                </a:gs>
                <a:gs pos="100000">
                  <a:srgbClr val="383838">
                    <a:alpha val="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7" name="Splat 787"/>
            <p:cNvSpPr>
              <a:spLocks noGrp="1"/>
            </p:cNvSpPr>
            <p:nvPr/>
          </p:nvSpPr>
          <p:spPr>
            <a:xfrm rot="-10612442">
              <a:off x="17603" y="2961117"/>
              <a:ext cx="500046" cy="496626"/>
            </a:xfrm>
            <a:prstGeom prst="ellipse">
              <a:avLst/>
            </a:prstGeom>
            <a:gradFill>
              <a:gsLst>
                <a:gs pos="0">
                  <a:srgbClr val="444240">
                    <a:alpha val="5721"/>
                  </a:srgbClr>
                </a:gs>
                <a:gs pos="14286">
                  <a:srgbClr val="444240">
                    <a:alpha val="5270"/>
                  </a:srgbClr>
                </a:gs>
                <a:gs pos="28571">
                  <a:srgbClr val="444240">
                    <a:alpha val="4117"/>
                  </a:srgbClr>
                </a:gs>
                <a:gs pos="42857">
                  <a:srgbClr val="444240">
                    <a:alpha val="2720"/>
                  </a:srgbClr>
                </a:gs>
                <a:gs pos="57143">
                  <a:srgbClr val="444240">
                    <a:alpha val="1516"/>
                  </a:srgbClr>
                </a:gs>
                <a:gs pos="71429">
                  <a:srgbClr val="444240">
                    <a:alpha val="713"/>
                  </a:srgbClr>
                </a:gs>
                <a:gs pos="85714">
                  <a:srgbClr val="444240">
                    <a:alpha val="282"/>
                  </a:srgbClr>
                </a:gs>
                <a:gs pos="100000">
                  <a:srgbClr val="444240">
                    <a:alpha val="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8" name="Splat 788"/>
            <p:cNvSpPr>
              <a:spLocks noGrp="1"/>
            </p:cNvSpPr>
            <p:nvPr/>
          </p:nvSpPr>
          <p:spPr>
            <a:xfrm rot="5261702">
              <a:off x="271150" y="645451"/>
              <a:ext cx="496249" cy="489248"/>
            </a:xfrm>
            <a:prstGeom prst="ellipse">
              <a:avLst/>
            </a:prstGeom>
            <a:gradFill>
              <a:gsLst>
                <a:gs pos="0">
                  <a:srgbClr val="585757">
                    <a:alpha val="4180"/>
                  </a:srgbClr>
                </a:gs>
                <a:gs pos="14286">
                  <a:srgbClr val="585757">
                    <a:alpha val="3848"/>
                  </a:srgbClr>
                </a:gs>
                <a:gs pos="28571">
                  <a:srgbClr val="585757">
                    <a:alpha val="3001"/>
                  </a:srgbClr>
                </a:gs>
                <a:gs pos="42857">
                  <a:srgbClr val="585757">
                    <a:alpha val="1979"/>
                  </a:srgbClr>
                </a:gs>
                <a:gs pos="57143">
                  <a:srgbClr val="585757">
                    <a:alpha val="1101"/>
                  </a:srgbClr>
                </a:gs>
                <a:gs pos="71429">
                  <a:srgbClr val="585757">
                    <a:alpha val="517"/>
                  </a:srgbClr>
                </a:gs>
                <a:gs pos="85714">
                  <a:srgbClr val="585757">
                    <a:alpha val="205"/>
                  </a:srgbClr>
                </a:gs>
                <a:gs pos="100000">
                  <a:srgbClr val="585757">
                    <a:alpha val="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9" name="Splat 789"/>
            <p:cNvSpPr>
              <a:spLocks noGrp="1"/>
            </p:cNvSpPr>
            <p:nvPr/>
          </p:nvSpPr>
          <p:spPr>
            <a:xfrm rot="5996762">
              <a:off x="1100335" y="1742742"/>
              <a:ext cx="550105" cy="379356"/>
            </a:xfrm>
            <a:prstGeom prst="ellipse">
              <a:avLst/>
            </a:prstGeom>
            <a:gradFill>
              <a:gsLst>
                <a:gs pos="0">
                  <a:srgbClr val="626261">
                    <a:alpha val="6601"/>
                  </a:srgbClr>
                </a:gs>
                <a:gs pos="14286">
                  <a:srgbClr val="626261">
                    <a:alpha val="6083"/>
                  </a:srgbClr>
                </a:gs>
                <a:gs pos="28571">
                  <a:srgbClr val="626261">
                    <a:alpha val="4756"/>
                  </a:srgbClr>
                </a:gs>
                <a:gs pos="42857">
                  <a:srgbClr val="626261">
                    <a:alpha val="3146"/>
                  </a:srgbClr>
                </a:gs>
                <a:gs pos="57143">
                  <a:srgbClr val="626261">
                    <a:alpha val="1756"/>
                  </a:srgbClr>
                </a:gs>
                <a:gs pos="71429">
                  <a:srgbClr val="626261">
                    <a:alpha val="826"/>
                  </a:srgbClr>
                </a:gs>
                <a:gs pos="85714">
                  <a:srgbClr val="626261">
                    <a:alpha val="327"/>
                  </a:srgbClr>
                </a:gs>
                <a:gs pos="100000">
                  <a:srgbClr val="626261">
                    <a:alpha val="1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0" name="Splat 790"/>
            <p:cNvSpPr>
              <a:spLocks noGrp="1"/>
            </p:cNvSpPr>
            <p:nvPr/>
          </p:nvSpPr>
          <p:spPr>
            <a:xfrm rot="-10770387">
              <a:off x="784416" y="249597"/>
              <a:ext cx="480852" cy="476534"/>
            </a:xfrm>
            <a:prstGeom prst="ellipse">
              <a:avLst/>
            </a:prstGeom>
            <a:gradFill>
              <a:gsLst>
                <a:gs pos="0">
                  <a:srgbClr val="474849">
                    <a:alpha val="1208"/>
                  </a:srgbClr>
                </a:gs>
                <a:gs pos="14286">
                  <a:srgbClr val="474849">
                    <a:alpha val="1111"/>
                  </a:srgbClr>
                </a:gs>
                <a:gs pos="28571">
                  <a:srgbClr val="474849">
                    <a:alpha val="864"/>
                  </a:srgbClr>
                </a:gs>
                <a:gs pos="42857">
                  <a:srgbClr val="474849">
                    <a:alpha val="567"/>
                  </a:srgbClr>
                </a:gs>
                <a:gs pos="57143">
                  <a:srgbClr val="474849">
                    <a:alpha val="315"/>
                  </a:srgbClr>
                </a:gs>
                <a:gs pos="71429">
                  <a:srgbClr val="474849">
                    <a:alpha val="147"/>
                  </a:srgbClr>
                </a:gs>
                <a:gs pos="85714">
                  <a:srgbClr val="474849">
                    <a:alpha val="58"/>
                  </a:srgbClr>
                </a:gs>
                <a:gs pos="100000">
                  <a:srgbClr val="474849">
                    <a:alpha val="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1" name="Splat 791"/>
            <p:cNvSpPr>
              <a:spLocks noGrp="1"/>
            </p:cNvSpPr>
            <p:nvPr/>
          </p:nvSpPr>
          <p:spPr>
            <a:xfrm rot="5351412">
              <a:off x="-258728" y="450931"/>
              <a:ext cx="517457" cy="494388"/>
            </a:xfrm>
            <a:prstGeom prst="ellipse">
              <a:avLst/>
            </a:prstGeom>
            <a:gradFill>
              <a:gsLst>
                <a:gs pos="0">
                  <a:srgbClr val="060008">
                    <a:alpha val="3922"/>
                  </a:srgbClr>
                </a:gs>
                <a:gs pos="14286">
                  <a:srgbClr val="060008">
                    <a:alpha val="3610"/>
                  </a:srgbClr>
                </a:gs>
                <a:gs pos="28571">
                  <a:srgbClr val="060008">
                    <a:alpha val="2815"/>
                  </a:srgbClr>
                </a:gs>
                <a:gs pos="42857">
                  <a:srgbClr val="060008">
                    <a:alpha val="1855"/>
                  </a:srgbClr>
                </a:gs>
                <a:gs pos="57143">
                  <a:srgbClr val="060008">
                    <a:alpha val="1032"/>
                  </a:srgbClr>
                </a:gs>
                <a:gs pos="71429">
                  <a:srgbClr val="060008">
                    <a:alpha val="485"/>
                  </a:srgbClr>
                </a:gs>
                <a:gs pos="85714">
                  <a:srgbClr val="060008">
                    <a:alpha val="192"/>
                  </a:srgbClr>
                </a:gs>
                <a:gs pos="100000">
                  <a:srgbClr val="060008">
                    <a:alpha val="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2" name="Splat 792"/>
            <p:cNvSpPr>
              <a:spLocks noGrp="1"/>
            </p:cNvSpPr>
            <p:nvPr/>
          </p:nvSpPr>
          <p:spPr>
            <a:xfrm rot="8927270">
              <a:off x="2122132" y="1646881"/>
              <a:ext cx="311578" cy="101845"/>
            </a:xfrm>
            <a:prstGeom prst="ellipse">
              <a:avLst/>
            </a:prstGeom>
            <a:gradFill>
              <a:gsLst>
                <a:gs pos="0">
                  <a:srgbClr val="4C4B4C">
                    <a:alpha val="18159"/>
                  </a:srgbClr>
                </a:gs>
                <a:gs pos="14286">
                  <a:srgbClr val="4C4B4C">
                    <a:alpha val="16822"/>
                  </a:srgbClr>
                </a:gs>
                <a:gs pos="28571">
                  <a:srgbClr val="4C4B4C">
                    <a:alpha val="13326"/>
                  </a:srgbClr>
                </a:gs>
                <a:gs pos="42857">
                  <a:srgbClr val="4C4B4C">
                    <a:alpha val="8954"/>
                  </a:srgbClr>
                </a:gs>
                <a:gs pos="57143">
                  <a:srgbClr val="4C4B4C">
                    <a:alpha val="5065"/>
                  </a:srgbClr>
                </a:gs>
                <a:gs pos="71429">
                  <a:srgbClr val="4C4B4C">
                    <a:alpha val="2404"/>
                  </a:srgbClr>
                </a:gs>
                <a:gs pos="85714">
                  <a:srgbClr val="4C4B4C">
                    <a:alpha val="957"/>
                  </a:srgbClr>
                </a:gs>
                <a:gs pos="100000">
                  <a:srgbClr val="4C4B4C">
                    <a:alpha val="3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3" name="Splat 793"/>
            <p:cNvSpPr>
              <a:spLocks noGrp="1"/>
            </p:cNvSpPr>
            <p:nvPr/>
          </p:nvSpPr>
          <p:spPr>
            <a:xfrm rot="10790500">
              <a:off x="639755" y="2752216"/>
              <a:ext cx="502688" cy="501665"/>
            </a:xfrm>
            <a:prstGeom prst="ellipse">
              <a:avLst/>
            </a:prstGeom>
            <a:gradFill>
              <a:gsLst>
                <a:gs pos="0">
                  <a:srgbClr val="3B3A3A">
                    <a:alpha val="7908"/>
                  </a:srgbClr>
                </a:gs>
                <a:gs pos="14286">
                  <a:srgbClr val="3B3A3A">
                    <a:alpha val="7292"/>
                  </a:srgbClr>
                </a:gs>
                <a:gs pos="28571">
                  <a:srgbClr val="3B3A3A">
                    <a:alpha val="5709"/>
                  </a:srgbClr>
                </a:gs>
                <a:gs pos="42857">
                  <a:srgbClr val="3B3A3A">
                    <a:alpha val="3783"/>
                  </a:srgbClr>
                </a:gs>
                <a:gs pos="57143">
                  <a:srgbClr val="3B3A3A">
                    <a:alpha val="2114"/>
                  </a:srgbClr>
                </a:gs>
                <a:gs pos="71429">
                  <a:srgbClr val="3B3A3A">
                    <a:alpha val="995"/>
                  </a:srgbClr>
                </a:gs>
                <a:gs pos="85714">
                  <a:srgbClr val="3B3A3A">
                    <a:alpha val="395"/>
                  </a:srgbClr>
                </a:gs>
                <a:gs pos="100000">
                  <a:srgbClr val="3B3A3A">
                    <a:alpha val="1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4" name="Splat 794"/>
            <p:cNvSpPr>
              <a:spLocks noGrp="1"/>
            </p:cNvSpPr>
            <p:nvPr/>
          </p:nvSpPr>
          <p:spPr>
            <a:xfrm rot="10745004">
              <a:off x="629276" y="974883"/>
              <a:ext cx="511726" cy="508335"/>
            </a:xfrm>
            <a:prstGeom prst="ellipse">
              <a:avLst/>
            </a:prstGeom>
            <a:gradFill>
              <a:gsLst>
                <a:gs pos="0">
                  <a:srgbClr val="494848">
                    <a:alpha val="4156"/>
                  </a:srgbClr>
                </a:gs>
                <a:gs pos="14286">
                  <a:srgbClr val="494848">
                    <a:alpha val="3827"/>
                  </a:srgbClr>
                </a:gs>
                <a:gs pos="28571">
                  <a:srgbClr val="494848">
                    <a:alpha val="2984"/>
                  </a:srgbClr>
                </a:gs>
                <a:gs pos="42857">
                  <a:srgbClr val="494848">
                    <a:alpha val="1968"/>
                  </a:srgbClr>
                </a:gs>
                <a:gs pos="57143">
                  <a:srgbClr val="494848">
                    <a:alpha val="1095"/>
                  </a:srgbClr>
                </a:gs>
                <a:gs pos="71429">
                  <a:srgbClr val="494848">
                    <a:alpha val="514"/>
                  </a:srgbClr>
                </a:gs>
                <a:gs pos="85714">
                  <a:srgbClr val="494848">
                    <a:alpha val="204"/>
                  </a:srgbClr>
                </a:gs>
                <a:gs pos="100000">
                  <a:srgbClr val="494848">
                    <a:alpha val="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5" name="Splat 795"/>
            <p:cNvSpPr>
              <a:spLocks noGrp="1"/>
            </p:cNvSpPr>
            <p:nvPr/>
          </p:nvSpPr>
          <p:spPr>
            <a:xfrm rot="6545056">
              <a:off x="-264456" y="2805688"/>
              <a:ext cx="529674" cy="491333"/>
            </a:xfrm>
            <a:prstGeom prst="ellipse">
              <a:avLst/>
            </a:prstGeom>
            <a:gradFill>
              <a:gsLst>
                <a:gs pos="0">
                  <a:srgbClr val="000E01">
                    <a:alpha val="3610"/>
                  </a:srgbClr>
                </a:gs>
                <a:gs pos="14286">
                  <a:srgbClr val="000E01">
                    <a:alpha val="3323"/>
                  </a:srgbClr>
                </a:gs>
                <a:gs pos="28571">
                  <a:srgbClr val="000E01">
                    <a:alpha val="2590"/>
                  </a:srgbClr>
                </a:gs>
                <a:gs pos="42857">
                  <a:srgbClr val="000E01">
                    <a:alpha val="1706"/>
                  </a:srgbClr>
                </a:gs>
                <a:gs pos="57143">
                  <a:srgbClr val="000E01">
                    <a:alpha val="949"/>
                  </a:srgbClr>
                </a:gs>
                <a:gs pos="71429">
                  <a:srgbClr val="000E01">
                    <a:alpha val="445"/>
                  </a:srgbClr>
                </a:gs>
                <a:gs pos="85714">
                  <a:srgbClr val="000E01">
                    <a:alpha val="176"/>
                  </a:srgbClr>
                </a:gs>
                <a:gs pos="100000">
                  <a:srgbClr val="000E01">
                    <a:alpha val="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6" name="Splat 796"/>
            <p:cNvSpPr>
              <a:spLocks noGrp="1"/>
            </p:cNvSpPr>
            <p:nvPr/>
          </p:nvSpPr>
          <p:spPr>
            <a:xfrm rot="6183562">
              <a:off x="940558" y="409927"/>
              <a:ext cx="527502" cy="515558"/>
            </a:xfrm>
            <a:prstGeom prst="ellipse">
              <a:avLst/>
            </a:prstGeom>
            <a:gradFill>
              <a:gsLst>
                <a:gs pos="0">
                  <a:srgbClr val="0A0105">
                    <a:alpha val="1482"/>
                  </a:srgbClr>
                </a:gs>
                <a:gs pos="14286">
                  <a:srgbClr val="0A0105">
                    <a:alpha val="1363"/>
                  </a:srgbClr>
                </a:gs>
                <a:gs pos="28571">
                  <a:srgbClr val="0A0105">
                    <a:alpha val="1060"/>
                  </a:srgbClr>
                </a:gs>
                <a:gs pos="42857">
                  <a:srgbClr val="0A0105">
                    <a:alpha val="697"/>
                  </a:srgbClr>
                </a:gs>
                <a:gs pos="57143">
                  <a:srgbClr val="0A0105">
                    <a:alpha val="387"/>
                  </a:srgbClr>
                </a:gs>
                <a:gs pos="71429">
                  <a:srgbClr val="0A0105">
                    <a:alpha val="181"/>
                  </a:srgbClr>
                </a:gs>
                <a:gs pos="85714">
                  <a:srgbClr val="0A0105">
                    <a:alpha val="72"/>
                  </a:srgbClr>
                </a:gs>
                <a:gs pos="100000">
                  <a:srgbClr val="0A0105">
                    <a:alpha val="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7" name="Splat 797"/>
            <p:cNvSpPr>
              <a:spLocks noGrp="1"/>
            </p:cNvSpPr>
            <p:nvPr/>
          </p:nvSpPr>
          <p:spPr>
            <a:xfrm rot="-10789580">
              <a:off x="1485657" y="592951"/>
              <a:ext cx="510810" cy="509484"/>
            </a:xfrm>
            <a:prstGeom prst="ellipse">
              <a:avLst/>
            </a:prstGeom>
            <a:gradFill>
              <a:gsLst>
                <a:gs pos="0">
                  <a:srgbClr val="333434">
                    <a:alpha val="1494"/>
                  </a:srgbClr>
                </a:gs>
                <a:gs pos="14286">
                  <a:srgbClr val="333434">
                    <a:alpha val="1374"/>
                  </a:srgbClr>
                </a:gs>
                <a:gs pos="28571">
                  <a:srgbClr val="333434">
                    <a:alpha val="1068"/>
                  </a:srgbClr>
                </a:gs>
                <a:gs pos="42857">
                  <a:srgbClr val="333434">
                    <a:alpha val="702"/>
                  </a:srgbClr>
                </a:gs>
                <a:gs pos="57143">
                  <a:srgbClr val="333434">
                    <a:alpha val="390"/>
                  </a:srgbClr>
                </a:gs>
                <a:gs pos="71429">
                  <a:srgbClr val="333434">
                    <a:alpha val="183"/>
                  </a:srgbClr>
                </a:gs>
                <a:gs pos="85714">
                  <a:srgbClr val="333434">
                    <a:alpha val="72"/>
                  </a:srgbClr>
                </a:gs>
                <a:gs pos="100000">
                  <a:srgbClr val="333434">
                    <a:alpha val="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8" name="Splat 798"/>
            <p:cNvSpPr>
              <a:spLocks noGrp="1"/>
            </p:cNvSpPr>
            <p:nvPr/>
          </p:nvSpPr>
          <p:spPr>
            <a:xfrm rot="4874375">
              <a:off x="654092" y="728183"/>
              <a:ext cx="516589" cy="487218"/>
            </a:xfrm>
            <a:prstGeom prst="ellipse">
              <a:avLst/>
            </a:prstGeom>
            <a:gradFill>
              <a:gsLst>
                <a:gs pos="0">
                  <a:srgbClr val="25272A">
                    <a:alpha val="4135"/>
                  </a:srgbClr>
                </a:gs>
                <a:gs pos="14286">
                  <a:srgbClr val="25272A">
                    <a:alpha val="3807"/>
                  </a:srgbClr>
                </a:gs>
                <a:gs pos="28571">
                  <a:srgbClr val="25272A">
                    <a:alpha val="2969"/>
                  </a:srgbClr>
                </a:gs>
                <a:gs pos="42857">
                  <a:srgbClr val="25272A">
                    <a:alpha val="1957"/>
                  </a:srgbClr>
                </a:gs>
                <a:gs pos="57143">
                  <a:srgbClr val="25272A">
                    <a:alpha val="1089"/>
                  </a:srgbClr>
                </a:gs>
                <a:gs pos="71429">
                  <a:srgbClr val="25272A">
                    <a:alpha val="511"/>
                  </a:srgbClr>
                </a:gs>
                <a:gs pos="85714">
                  <a:srgbClr val="25272A">
                    <a:alpha val="203"/>
                  </a:srgbClr>
                </a:gs>
                <a:gs pos="100000">
                  <a:srgbClr val="25272A">
                    <a:alpha val="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9" name="Splat 799"/>
            <p:cNvSpPr>
              <a:spLocks noGrp="1"/>
            </p:cNvSpPr>
            <p:nvPr/>
          </p:nvSpPr>
          <p:spPr>
            <a:xfrm rot="-10642102">
              <a:off x="1459434" y="3342532"/>
              <a:ext cx="503875" cy="499525"/>
            </a:xfrm>
            <a:prstGeom prst="ellipse">
              <a:avLst/>
            </a:prstGeom>
            <a:gradFill>
              <a:gsLst>
                <a:gs pos="0">
                  <a:srgbClr val="4B4A48">
                    <a:alpha val="2693"/>
                  </a:srgbClr>
                </a:gs>
                <a:gs pos="14286">
                  <a:srgbClr val="4B4A48">
                    <a:alpha val="2478"/>
                  </a:srgbClr>
                </a:gs>
                <a:gs pos="28571">
                  <a:srgbClr val="4B4A48">
                    <a:alpha val="1929"/>
                  </a:srgbClr>
                </a:gs>
                <a:gs pos="42857">
                  <a:srgbClr val="4B4A48">
                    <a:alpha val="1270"/>
                  </a:srgbClr>
                </a:gs>
                <a:gs pos="57143">
                  <a:srgbClr val="4B4A48">
                    <a:alpha val="706"/>
                  </a:srgbClr>
                </a:gs>
                <a:gs pos="71429">
                  <a:srgbClr val="4B4A48">
                    <a:alpha val="331"/>
                  </a:srgbClr>
                </a:gs>
                <a:gs pos="85714">
                  <a:srgbClr val="4B4A48">
                    <a:alpha val="131"/>
                  </a:srgbClr>
                </a:gs>
                <a:gs pos="100000">
                  <a:srgbClr val="4B4A48">
                    <a:alpha val="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0" name="Splat 800"/>
            <p:cNvSpPr>
              <a:spLocks noGrp="1"/>
            </p:cNvSpPr>
            <p:nvPr/>
          </p:nvSpPr>
          <p:spPr>
            <a:xfrm rot="5146091">
              <a:off x="-80978" y="1820923"/>
              <a:ext cx="504412" cy="411523"/>
            </a:xfrm>
            <a:prstGeom prst="ellipse">
              <a:avLst/>
            </a:prstGeom>
            <a:gradFill>
              <a:gsLst>
                <a:gs pos="0">
                  <a:srgbClr val="706F70">
                    <a:alpha val="3562"/>
                  </a:srgbClr>
                </a:gs>
                <a:gs pos="14286">
                  <a:srgbClr val="706F70">
                    <a:alpha val="3279"/>
                  </a:srgbClr>
                </a:gs>
                <a:gs pos="28571">
                  <a:srgbClr val="706F70">
                    <a:alpha val="2555"/>
                  </a:srgbClr>
                </a:gs>
                <a:gs pos="42857">
                  <a:srgbClr val="706F70">
                    <a:alpha val="1683"/>
                  </a:srgbClr>
                </a:gs>
                <a:gs pos="57143">
                  <a:srgbClr val="706F70">
                    <a:alpha val="936"/>
                  </a:srgbClr>
                </a:gs>
                <a:gs pos="71429">
                  <a:srgbClr val="706F70">
                    <a:alpha val="439"/>
                  </a:srgbClr>
                </a:gs>
                <a:gs pos="85714">
                  <a:srgbClr val="706F70">
                    <a:alpha val="174"/>
                  </a:srgbClr>
                </a:gs>
                <a:gs pos="100000">
                  <a:srgbClr val="706F70">
                    <a:alpha val="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1" name="Splat 801"/>
            <p:cNvSpPr>
              <a:spLocks noGrp="1"/>
            </p:cNvSpPr>
            <p:nvPr/>
          </p:nvSpPr>
          <p:spPr>
            <a:xfrm rot="5898582">
              <a:off x="451110" y="2006514"/>
              <a:ext cx="497582" cy="491141"/>
            </a:xfrm>
            <a:prstGeom prst="ellipse">
              <a:avLst/>
            </a:prstGeom>
            <a:gradFill>
              <a:gsLst>
                <a:gs pos="0">
                  <a:srgbClr val="22201D">
                    <a:alpha val="4689"/>
                  </a:srgbClr>
                </a:gs>
                <a:gs pos="14286">
                  <a:srgbClr val="22201D">
                    <a:alpha val="4318"/>
                  </a:srgbClr>
                </a:gs>
                <a:gs pos="28571">
                  <a:srgbClr val="22201D">
                    <a:alpha val="3369"/>
                  </a:srgbClr>
                </a:gs>
                <a:gs pos="42857">
                  <a:srgbClr val="22201D">
                    <a:alpha val="2223"/>
                  </a:srgbClr>
                </a:gs>
                <a:gs pos="57143">
                  <a:srgbClr val="22201D">
                    <a:alpha val="1238"/>
                  </a:srgbClr>
                </a:gs>
                <a:gs pos="71429">
                  <a:srgbClr val="22201D">
                    <a:alpha val="581"/>
                  </a:srgbClr>
                </a:gs>
                <a:gs pos="85714">
                  <a:srgbClr val="22201D">
                    <a:alpha val="230"/>
                  </a:srgbClr>
                </a:gs>
                <a:gs pos="100000">
                  <a:srgbClr val="22201D">
                    <a:alpha val="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2" name="Splat 802"/>
            <p:cNvSpPr>
              <a:spLocks noGrp="1"/>
            </p:cNvSpPr>
            <p:nvPr/>
          </p:nvSpPr>
          <p:spPr>
            <a:xfrm rot="5463949">
              <a:off x="680255" y="903246"/>
              <a:ext cx="491478" cy="487970"/>
            </a:xfrm>
            <a:prstGeom prst="ellipse">
              <a:avLst/>
            </a:prstGeom>
            <a:gradFill>
              <a:gsLst>
                <a:gs pos="0">
                  <a:srgbClr val="4B4847">
                    <a:alpha val="4452"/>
                  </a:srgbClr>
                </a:gs>
                <a:gs pos="14286">
                  <a:srgbClr val="4B4847">
                    <a:alpha val="4099"/>
                  </a:srgbClr>
                </a:gs>
                <a:gs pos="28571">
                  <a:srgbClr val="4B4847">
                    <a:alpha val="3197"/>
                  </a:srgbClr>
                </a:gs>
                <a:gs pos="42857">
                  <a:srgbClr val="4B4847">
                    <a:alpha val="2109"/>
                  </a:srgbClr>
                </a:gs>
                <a:gs pos="57143">
                  <a:srgbClr val="4B4847">
                    <a:alpha val="1174"/>
                  </a:srgbClr>
                </a:gs>
                <a:gs pos="71429">
                  <a:srgbClr val="4B4847">
                    <a:alpha val="551"/>
                  </a:srgbClr>
                </a:gs>
                <a:gs pos="85714">
                  <a:srgbClr val="4B4847">
                    <a:alpha val="218"/>
                  </a:srgbClr>
                </a:gs>
                <a:gs pos="100000">
                  <a:srgbClr val="4B4847">
                    <a:alpha val="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3" name="Splat 803"/>
            <p:cNvSpPr>
              <a:spLocks noGrp="1"/>
            </p:cNvSpPr>
            <p:nvPr/>
          </p:nvSpPr>
          <p:spPr>
            <a:xfrm rot="5273057">
              <a:off x="460763" y="3072159"/>
              <a:ext cx="518134" cy="512299"/>
            </a:xfrm>
            <a:prstGeom prst="ellipse">
              <a:avLst/>
            </a:prstGeom>
            <a:gradFill>
              <a:gsLst>
                <a:gs pos="0">
                  <a:srgbClr val="3B3D3E">
                    <a:alpha val="2876"/>
                  </a:srgbClr>
                </a:gs>
                <a:gs pos="14286">
                  <a:srgbClr val="3B3D3E">
                    <a:alpha val="2646"/>
                  </a:srgbClr>
                </a:gs>
                <a:gs pos="28571">
                  <a:srgbClr val="3B3D3E">
                    <a:alpha val="2061"/>
                  </a:srgbClr>
                </a:gs>
                <a:gs pos="42857">
                  <a:srgbClr val="3B3D3E">
                    <a:alpha val="1357"/>
                  </a:srgbClr>
                </a:gs>
                <a:gs pos="57143">
                  <a:srgbClr val="3B3D3E">
                    <a:alpha val="754"/>
                  </a:srgbClr>
                </a:gs>
                <a:gs pos="71429">
                  <a:srgbClr val="3B3D3E">
                    <a:alpha val="354"/>
                  </a:srgbClr>
                </a:gs>
                <a:gs pos="85714">
                  <a:srgbClr val="3B3D3E">
                    <a:alpha val="140"/>
                  </a:srgbClr>
                </a:gs>
                <a:gs pos="100000">
                  <a:srgbClr val="3B3D3E">
                    <a:alpha val="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4" name="Splat 804"/>
            <p:cNvSpPr>
              <a:spLocks noGrp="1"/>
            </p:cNvSpPr>
            <p:nvPr/>
          </p:nvSpPr>
          <p:spPr>
            <a:xfrm rot="10420151">
              <a:off x="1878348" y="2826259"/>
              <a:ext cx="511307" cy="505405"/>
            </a:xfrm>
            <a:prstGeom prst="ellipse">
              <a:avLst/>
            </a:prstGeom>
            <a:gradFill>
              <a:gsLst>
                <a:gs pos="0">
                  <a:srgbClr val="404243">
                    <a:alpha val="1976"/>
                  </a:srgbClr>
                </a:gs>
                <a:gs pos="14286">
                  <a:srgbClr val="404243">
                    <a:alpha val="1818"/>
                  </a:srgbClr>
                </a:gs>
                <a:gs pos="28571">
                  <a:srgbClr val="404243">
                    <a:alpha val="1414"/>
                  </a:srgbClr>
                </a:gs>
                <a:gs pos="42857">
                  <a:srgbClr val="404243">
                    <a:alpha val="930"/>
                  </a:srgbClr>
                </a:gs>
                <a:gs pos="57143">
                  <a:srgbClr val="404243">
                    <a:alpha val="516"/>
                  </a:srgbClr>
                </a:gs>
                <a:gs pos="71429">
                  <a:srgbClr val="404243">
                    <a:alpha val="242"/>
                  </a:srgbClr>
                </a:gs>
                <a:gs pos="85714">
                  <a:srgbClr val="404243">
                    <a:alpha val="96"/>
                  </a:srgbClr>
                </a:gs>
                <a:gs pos="100000">
                  <a:srgbClr val="404243">
                    <a:alpha val="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5" name="Splat 805"/>
            <p:cNvSpPr>
              <a:spLocks noGrp="1"/>
            </p:cNvSpPr>
            <p:nvPr/>
          </p:nvSpPr>
          <p:spPr>
            <a:xfrm rot="-9025278">
              <a:off x="2565851" y="2559968"/>
              <a:ext cx="567593" cy="388623"/>
            </a:xfrm>
            <a:prstGeom prst="ellipse">
              <a:avLst/>
            </a:prstGeom>
            <a:gradFill>
              <a:gsLst>
                <a:gs pos="0">
                  <a:srgbClr val="000500">
                    <a:alpha val="8075"/>
                  </a:srgbClr>
                </a:gs>
                <a:gs pos="14286">
                  <a:srgbClr val="000500">
                    <a:alpha val="7447"/>
                  </a:srgbClr>
                </a:gs>
                <a:gs pos="28571">
                  <a:srgbClr val="000500">
                    <a:alpha val="5832"/>
                  </a:srgbClr>
                </a:gs>
                <a:gs pos="42857">
                  <a:srgbClr val="000500">
                    <a:alpha val="3865"/>
                  </a:srgbClr>
                </a:gs>
                <a:gs pos="57143">
                  <a:srgbClr val="000500">
                    <a:alpha val="2160"/>
                  </a:srgbClr>
                </a:gs>
                <a:gs pos="71429">
                  <a:srgbClr val="000500">
                    <a:alpha val="1017"/>
                  </a:srgbClr>
                </a:gs>
                <a:gs pos="85714">
                  <a:srgbClr val="000500">
                    <a:alpha val="403"/>
                  </a:srgbClr>
                </a:gs>
                <a:gs pos="100000">
                  <a:srgbClr val="000500">
                    <a:alpha val="1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6" name="Splat 806"/>
            <p:cNvSpPr>
              <a:spLocks noGrp="1"/>
            </p:cNvSpPr>
            <p:nvPr/>
          </p:nvSpPr>
          <p:spPr>
            <a:xfrm rot="-9255914">
              <a:off x="1822355" y="917082"/>
              <a:ext cx="498654" cy="465841"/>
            </a:xfrm>
            <a:prstGeom prst="ellipse">
              <a:avLst/>
            </a:prstGeom>
            <a:gradFill>
              <a:gsLst>
                <a:gs pos="0">
                  <a:srgbClr val="545554">
                    <a:alpha val="4449"/>
                  </a:srgbClr>
                </a:gs>
                <a:gs pos="14286">
                  <a:srgbClr val="545554">
                    <a:alpha val="4096"/>
                  </a:srgbClr>
                </a:gs>
                <a:gs pos="28571">
                  <a:srgbClr val="545554">
                    <a:alpha val="3195"/>
                  </a:srgbClr>
                </a:gs>
                <a:gs pos="42857">
                  <a:srgbClr val="545554">
                    <a:alpha val="2108"/>
                  </a:srgbClr>
                </a:gs>
                <a:gs pos="57143">
                  <a:srgbClr val="545554">
                    <a:alpha val="1173"/>
                  </a:srgbClr>
                </a:gs>
                <a:gs pos="71429">
                  <a:srgbClr val="545554">
                    <a:alpha val="551"/>
                  </a:srgbClr>
                </a:gs>
                <a:gs pos="85714">
                  <a:srgbClr val="545554">
                    <a:alpha val="218"/>
                  </a:srgbClr>
                </a:gs>
                <a:gs pos="100000">
                  <a:srgbClr val="545554">
                    <a:alpha val="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7" name="Splat 807"/>
            <p:cNvSpPr>
              <a:spLocks noGrp="1"/>
            </p:cNvSpPr>
            <p:nvPr/>
          </p:nvSpPr>
          <p:spPr>
            <a:xfrm rot="-10699142">
              <a:off x="53097" y="2959899"/>
              <a:ext cx="512887" cy="496891"/>
            </a:xfrm>
            <a:prstGeom prst="ellipse">
              <a:avLst/>
            </a:prstGeom>
            <a:gradFill>
              <a:gsLst>
                <a:gs pos="0">
                  <a:srgbClr val="505150">
                    <a:alpha val="10430"/>
                  </a:srgbClr>
                </a:gs>
                <a:gs pos="14286">
                  <a:srgbClr val="505150">
                    <a:alpha val="9628"/>
                  </a:srgbClr>
                </a:gs>
                <a:gs pos="28571">
                  <a:srgbClr val="505150">
                    <a:alpha val="7559"/>
                  </a:srgbClr>
                </a:gs>
                <a:gs pos="42857">
                  <a:srgbClr val="505150">
                    <a:alpha val="5025"/>
                  </a:srgbClr>
                </a:gs>
                <a:gs pos="57143">
                  <a:srgbClr val="505150">
                    <a:alpha val="2816"/>
                  </a:srgbClr>
                </a:gs>
                <a:gs pos="71429">
                  <a:srgbClr val="505150">
                    <a:alpha val="1328"/>
                  </a:srgbClr>
                </a:gs>
                <a:gs pos="85714">
                  <a:srgbClr val="505150">
                    <a:alpha val="527"/>
                  </a:srgbClr>
                </a:gs>
                <a:gs pos="100000">
                  <a:srgbClr val="505150">
                    <a:alpha val="1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8" name="Splat 808"/>
            <p:cNvSpPr>
              <a:spLocks noGrp="1"/>
            </p:cNvSpPr>
            <p:nvPr/>
          </p:nvSpPr>
          <p:spPr>
            <a:xfrm rot="4385437">
              <a:off x="405709" y="3031838"/>
              <a:ext cx="513210" cy="504429"/>
            </a:xfrm>
            <a:prstGeom prst="ellipse">
              <a:avLst/>
            </a:prstGeom>
            <a:gradFill>
              <a:gsLst>
                <a:gs pos="0">
                  <a:srgbClr val="35312D">
                    <a:alpha val="1708"/>
                  </a:srgbClr>
                </a:gs>
                <a:gs pos="14286">
                  <a:srgbClr val="35312D">
                    <a:alpha val="1571"/>
                  </a:srgbClr>
                </a:gs>
                <a:gs pos="28571">
                  <a:srgbClr val="35312D">
                    <a:alpha val="1222"/>
                  </a:srgbClr>
                </a:gs>
                <a:gs pos="42857">
                  <a:srgbClr val="35312D">
                    <a:alpha val="803"/>
                  </a:srgbClr>
                </a:gs>
                <a:gs pos="57143">
                  <a:srgbClr val="35312D">
                    <a:alpha val="446"/>
                  </a:srgbClr>
                </a:gs>
                <a:gs pos="71429">
                  <a:srgbClr val="35312D">
                    <a:alpha val="209"/>
                  </a:srgbClr>
                </a:gs>
                <a:gs pos="85714">
                  <a:srgbClr val="35312D">
                    <a:alpha val="83"/>
                  </a:srgbClr>
                </a:gs>
                <a:gs pos="100000">
                  <a:srgbClr val="35312D">
                    <a:alpha val="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9" name="Splat 809"/>
            <p:cNvSpPr>
              <a:spLocks noGrp="1"/>
            </p:cNvSpPr>
            <p:nvPr/>
          </p:nvSpPr>
          <p:spPr>
            <a:xfrm rot="-10575620">
              <a:off x="878616" y="3125933"/>
              <a:ext cx="491825" cy="487051"/>
            </a:xfrm>
            <a:prstGeom prst="ellipse">
              <a:avLst/>
            </a:prstGeom>
            <a:gradFill>
              <a:gsLst>
                <a:gs pos="0">
                  <a:srgbClr val="565552">
                    <a:alpha val="3427"/>
                  </a:srgbClr>
                </a:gs>
                <a:gs pos="14286">
                  <a:srgbClr val="565552">
                    <a:alpha val="3154"/>
                  </a:srgbClr>
                </a:gs>
                <a:gs pos="28571">
                  <a:srgbClr val="565552">
                    <a:alpha val="2458"/>
                  </a:srgbClr>
                </a:gs>
                <a:gs pos="42857">
                  <a:srgbClr val="565552">
                    <a:alpha val="1619"/>
                  </a:srgbClr>
                </a:gs>
                <a:gs pos="57143">
                  <a:srgbClr val="565552">
                    <a:alpha val="900"/>
                  </a:srgbClr>
                </a:gs>
                <a:gs pos="71429">
                  <a:srgbClr val="565552">
                    <a:alpha val="423"/>
                  </a:srgbClr>
                </a:gs>
                <a:gs pos="85714">
                  <a:srgbClr val="565552">
                    <a:alpha val="167"/>
                  </a:srgbClr>
                </a:gs>
                <a:gs pos="100000">
                  <a:srgbClr val="565552">
                    <a:alpha val="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0" name="Splat 810"/>
            <p:cNvSpPr>
              <a:spLocks noGrp="1"/>
            </p:cNvSpPr>
            <p:nvPr/>
          </p:nvSpPr>
          <p:spPr>
            <a:xfrm rot="5304531">
              <a:off x="564176" y="1435799"/>
              <a:ext cx="510575" cy="508616"/>
            </a:xfrm>
            <a:prstGeom prst="ellipse">
              <a:avLst/>
            </a:prstGeom>
            <a:gradFill>
              <a:gsLst>
                <a:gs pos="0">
                  <a:srgbClr val="50504F">
                    <a:alpha val="3547"/>
                  </a:srgbClr>
                </a:gs>
                <a:gs pos="14286">
                  <a:srgbClr val="50504F">
                    <a:alpha val="3265"/>
                  </a:srgbClr>
                </a:gs>
                <a:gs pos="28571">
                  <a:srgbClr val="50504F">
                    <a:alpha val="2545"/>
                  </a:srgbClr>
                </a:gs>
                <a:gs pos="42857">
                  <a:srgbClr val="50504F">
                    <a:alpha val="1676"/>
                  </a:srgbClr>
                </a:gs>
                <a:gs pos="57143">
                  <a:srgbClr val="50504F">
                    <a:alpha val="932"/>
                  </a:srgbClr>
                </a:gs>
                <a:gs pos="71429">
                  <a:srgbClr val="50504F">
                    <a:alpha val="438"/>
                  </a:srgbClr>
                </a:gs>
                <a:gs pos="85714">
                  <a:srgbClr val="50504F">
                    <a:alpha val="173"/>
                  </a:srgbClr>
                </a:gs>
                <a:gs pos="100000">
                  <a:srgbClr val="50504F">
                    <a:alpha val="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1" name="Splat 811"/>
            <p:cNvSpPr>
              <a:spLocks noGrp="1"/>
            </p:cNvSpPr>
            <p:nvPr/>
          </p:nvSpPr>
          <p:spPr>
            <a:xfrm rot="-10637174">
              <a:off x="1862268" y="266946"/>
              <a:ext cx="511293" cy="504860"/>
            </a:xfrm>
            <a:prstGeom prst="ellipse">
              <a:avLst/>
            </a:prstGeom>
            <a:gradFill>
              <a:gsLst>
                <a:gs pos="0">
                  <a:srgbClr val="4C4C4B">
                    <a:alpha val="5679"/>
                  </a:srgbClr>
                </a:gs>
                <a:gs pos="14286">
                  <a:srgbClr val="4C4C4B">
                    <a:alpha val="5232"/>
                  </a:srgbClr>
                </a:gs>
                <a:gs pos="28571">
                  <a:srgbClr val="4C4C4B">
                    <a:alpha val="4086"/>
                  </a:srgbClr>
                </a:gs>
                <a:gs pos="42857">
                  <a:srgbClr val="4C4C4B">
                    <a:alpha val="2700"/>
                  </a:srgbClr>
                </a:gs>
                <a:gs pos="57143">
                  <a:srgbClr val="4C4C4B">
                    <a:alpha val="1505"/>
                  </a:srgbClr>
                </a:gs>
                <a:gs pos="71429">
                  <a:srgbClr val="4C4C4B">
                    <a:alpha val="707"/>
                  </a:srgbClr>
                </a:gs>
                <a:gs pos="85714">
                  <a:srgbClr val="4C4C4B">
                    <a:alpha val="280"/>
                  </a:srgbClr>
                </a:gs>
                <a:gs pos="100000">
                  <a:srgbClr val="4C4C4B">
                    <a:alpha val="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2" name="Splat 812"/>
            <p:cNvSpPr>
              <a:spLocks noGrp="1"/>
            </p:cNvSpPr>
            <p:nvPr/>
          </p:nvSpPr>
          <p:spPr>
            <a:xfrm rot="-9988319">
              <a:off x="2277962" y="2380887"/>
              <a:ext cx="195230" cy="49215"/>
            </a:xfrm>
            <a:prstGeom prst="ellipse">
              <a:avLst/>
            </a:prstGeom>
            <a:gradFill>
              <a:gsLst>
                <a:gs pos="0">
                  <a:srgbClr val="8D8D8E">
                    <a:alpha val="1443"/>
                  </a:srgbClr>
                </a:gs>
                <a:gs pos="14286">
                  <a:srgbClr val="8D8D8E">
                    <a:alpha val="1327"/>
                  </a:srgbClr>
                </a:gs>
                <a:gs pos="28571">
                  <a:srgbClr val="8D8D8E">
                    <a:alpha val="1032"/>
                  </a:srgbClr>
                </a:gs>
                <a:gs pos="42857">
                  <a:srgbClr val="8D8D8E">
                    <a:alpha val="678"/>
                  </a:srgbClr>
                </a:gs>
                <a:gs pos="57143">
                  <a:srgbClr val="8D8D8E">
                    <a:alpha val="376"/>
                  </a:srgbClr>
                </a:gs>
                <a:gs pos="71429">
                  <a:srgbClr val="8D8D8E">
                    <a:alpha val="176"/>
                  </a:srgbClr>
                </a:gs>
                <a:gs pos="85714">
                  <a:srgbClr val="8D8D8E">
                    <a:alpha val="70"/>
                  </a:srgbClr>
                </a:gs>
                <a:gs pos="100000">
                  <a:srgbClr val="8D8D8E">
                    <a:alpha val="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3" name="Splat 813"/>
            <p:cNvSpPr>
              <a:spLocks noGrp="1"/>
            </p:cNvSpPr>
            <p:nvPr/>
          </p:nvSpPr>
          <p:spPr>
            <a:xfrm rot="10552396">
              <a:off x="-17498" y="3070462"/>
              <a:ext cx="508498" cy="501863"/>
            </a:xfrm>
            <a:prstGeom prst="ellipse">
              <a:avLst/>
            </a:prstGeom>
            <a:gradFill>
              <a:gsLst>
                <a:gs pos="0">
                  <a:srgbClr val="010500">
                    <a:alpha val="6155"/>
                  </a:srgbClr>
                </a:gs>
                <a:gs pos="14286">
                  <a:srgbClr val="010500">
                    <a:alpha val="5671"/>
                  </a:srgbClr>
                </a:gs>
                <a:gs pos="28571">
                  <a:srgbClr val="010500">
                    <a:alpha val="4432"/>
                  </a:srgbClr>
                </a:gs>
                <a:gs pos="42857">
                  <a:srgbClr val="010500">
                    <a:alpha val="2930"/>
                  </a:srgbClr>
                </a:gs>
                <a:gs pos="57143">
                  <a:srgbClr val="010500">
                    <a:alpha val="1634"/>
                  </a:srgbClr>
                </a:gs>
                <a:gs pos="71429">
                  <a:srgbClr val="010500">
                    <a:alpha val="768"/>
                  </a:srgbClr>
                </a:gs>
                <a:gs pos="85714">
                  <a:srgbClr val="010500">
                    <a:alpha val="305"/>
                  </a:srgbClr>
                </a:gs>
                <a:gs pos="100000">
                  <a:srgbClr val="010500">
                    <a:alpha val="1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4" name="Splat 814"/>
            <p:cNvSpPr>
              <a:spLocks noGrp="1"/>
            </p:cNvSpPr>
            <p:nvPr/>
          </p:nvSpPr>
          <p:spPr>
            <a:xfrm rot="-10772847">
              <a:off x="2687766" y="439852"/>
              <a:ext cx="505984" cy="505482"/>
            </a:xfrm>
            <a:prstGeom prst="ellipse">
              <a:avLst/>
            </a:prstGeom>
            <a:gradFill>
              <a:gsLst>
                <a:gs pos="0">
                  <a:srgbClr val="353837">
                    <a:alpha val="2126"/>
                  </a:srgbClr>
                </a:gs>
                <a:gs pos="14286">
                  <a:srgbClr val="353837">
                    <a:alpha val="1956"/>
                  </a:srgbClr>
                </a:gs>
                <a:gs pos="28571">
                  <a:srgbClr val="353837">
                    <a:alpha val="1522"/>
                  </a:srgbClr>
                </a:gs>
                <a:gs pos="42857">
                  <a:srgbClr val="353837">
                    <a:alpha val="1001"/>
                  </a:srgbClr>
                </a:gs>
                <a:gs pos="57143">
                  <a:srgbClr val="353837">
                    <a:alpha val="556"/>
                  </a:srgbClr>
                </a:gs>
                <a:gs pos="71429">
                  <a:srgbClr val="353837">
                    <a:alpha val="261"/>
                  </a:srgbClr>
                </a:gs>
                <a:gs pos="85714">
                  <a:srgbClr val="353837">
                    <a:alpha val="103"/>
                  </a:srgbClr>
                </a:gs>
                <a:gs pos="100000">
                  <a:srgbClr val="353837">
                    <a:alpha val="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5" name="Splat 815"/>
            <p:cNvSpPr>
              <a:spLocks noGrp="1"/>
            </p:cNvSpPr>
            <p:nvPr/>
          </p:nvSpPr>
          <p:spPr>
            <a:xfrm rot="5137992">
              <a:off x="898828" y="1057108"/>
              <a:ext cx="494328" cy="491325"/>
            </a:xfrm>
            <a:prstGeom prst="ellipse">
              <a:avLst/>
            </a:prstGeom>
            <a:gradFill>
              <a:gsLst>
                <a:gs pos="0">
                  <a:srgbClr val="383A3B">
                    <a:alpha val="4033"/>
                  </a:srgbClr>
                </a:gs>
                <a:gs pos="14286">
                  <a:srgbClr val="383A3B">
                    <a:alpha val="3713"/>
                  </a:srgbClr>
                </a:gs>
                <a:gs pos="28571">
                  <a:srgbClr val="383A3B">
                    <a:alpha val="2895"/>
                  </a:srgbClr>
                </a:gs>
                <a:gs pos="42857">
                  <a:srgbClr val="383A3B">
                    <a:alpha val="1909"/>
                  </a:srgbClr>
                </a:gs>
                <a:gs pos="57143">
                  <a:srgbClr val="383A3B">
                    <a:alpha val="1062"/>
                  </a:srgbClr>
                </a:gs>
                <a:gs pos="71429">
                  <a:srgbClr val="383A3B">
                    <a:alpha val="499"/>
                  </a:srgbClr>
                </a:gs>
                <a:gs pos="85714">
                  <a:srgbClr val="383A3B">
                    <a:alpha val="197"/>
                  </a:srgbClr>
                </a:gs>
                <a:gs pos="100000">
                  <a:srgbClr val="383A3B">
                    <a:alpha val="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6" name="Splat 816"/>
            <p:cNvSpPr>
              <a:spLocks noGrp="1"/>
            </p:cNvSpPr>
            <p:nvPr/>
          </p:nvSpPr>
          <p:spPr>
            <a:xfrm rot="5364456">
              <a:off x="1469462" y="2749225"/>
              <a:ext cx="506662" cy="506136"/>
            </a:xfrm>
            <a:prstGeom prst="ellipse">
              <a:avLst/>
            </a:prstGeom>
            <a:gradFill>
              <a:gsLst>
                <a:gs pos="0">
                  <a:srgbClr val="4C4A49">
                    <a:alpha val="5791"/>
                  </a:srgbClr>
                </a:gs>
                <a:gs pos="14286">
                  <a:srgbClr val="4C4A49">
                    <a:alpha val="5335"/>
                  </a:srgbClr>
                </a:gs>
                <a:gs pos="28571">
                  <a:srgbClr val="4C4A49">
                    <a:alpha val="4168"/>
                  </a:srgbClr>
                </a:gs>
                <a:gs pos="42857">
                  <a:srgbClr val="4C4A49">
                    <a:alpha val="2754"/>
                  </a:srgbClr>
                </a:gs>
                <a:gs pos="57143">
                  <a:srgbClr val="4C4A49">
                    <a:alpha val="1535"/>
                  </a:srgbClr>
                </a:gs>
                <a:gs pos="71429">
                  <a:srgbClr val="4C4A49">
                    <a:alpha val="722"/>
                  </a:srgbClr>
                </a:gs>
                <a:gs pos="85714">
                  <a:srgbClr val="4C4A49">
                    <a:alpha val="286"/>
                  </a:srgbClr>
                </a:gs>
                <a:gs pos="100000">
                  <a:srgbClr val="4C4A49">
                    <a:alpha val="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7" name="Splat 817"/>
            <p:cNvSpPr>
              <a:spLocks noGrp="1"/>
            </p:cNvSpPr>
            <p:nvPr/>
          </p:nvSpPr>
          <p:spPr>
            <a:xfrm rot="-10772806">
              <a:off x="338510" y="1630700"/>
              <a:ext cx="501165" cy="499463"/>
            </a:xfrm>
            <a:prstGeom prst="ellipse">
              <a:avLst/>
            </a:prstGeom>
            <a:gradFill>
              <a:gsLst>
                <a:gs pos="0">
                  <a:srgbClr val="484948">
                    <a:alpha val="2619"/>
                  </a:srgbClr>
                </a:gs>
                <a:gs pos="14286">
                  <a:srgbClr val="484948">
                    <a:alpha val="2410"/>
                  </a:srgbClr>
                </a:gs>
                <a:gs pos="28571">
                  <a:srgbClr val="484948">
                    <a:alpha val="1876"/>
                  </a:srgbClr>
                </a:gs>
                <a:gs pos="42857">
                  <a:srgbClr val="484948">
                    <a:alpha val="1235"/>
                  </a:srgbClr>
                </a:gs>
                <a:gs pos="57143">
                  <a:srgbClr val="484948">
                    <a:alpha val="686"/>
                  </a:srgbClr>
                </a:gs>
                <a:gs pos="71429">
                  <a:srgbClr val="484948">
                    <a:alpha val="322"/>
                  </a:srgbClr>
                </a:gs>
                <a:gs pos="85714">
                  <a:srgbClr val="484948">
                    <a:alpha val="127"/>
                  </a:srgbClr>
                </a:gs>
                <a:gs pos="100000">
                  <a:srgbClr val="484948">
                    <a:alpha val="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8" name="Splat 818"/>
            <p:cNvSpPr>
              <a:spLocks noGrp="1"/>
            </p:cNvSpPr>
            <p:nvPr/>
          </p:nvSpPr>
          <p:spPr>
            <a:xfrm rot="6315177">
              <a:off x="2401817" y="3349461"/>
              <a:ext cx="555237" cy="377962"/>
            </a:xfrm>
            <a:prstGeom prst="ellipse">
              <a:avLst/>
            </a:prstGeom>
            <a:gradFill>
              <a:gsLst>
                <a:gs pos="0">
                  <a:srgbClr val="6C6C6B">
                    <a:alpha val="7150"/>
                  </a:srgbClr>
                </a:gs>
                <a:gs pos="14286">
                  <a:srgbClr val="6C6C6B">
                    <a:alpha val="6591"/>
                  </a:srgbClr>
                </a:gs>
                <a:gs pos="28571">
                  <a:srgbClr val="6C6C6B">
                    <a:alpha val="5156"/>
                  </a:srgbClr>
                </a:gs>
                <a:gs pos="42857">
                  <a:srgbClr val="6C6C6B">
                    <a:alpha val="3413"/>
                  </a:srgbClr>
                </a:gs>
                <a:gs pos="57143">
                  <a:srgbClr val="6C6C6B">
                    <a:alpha val="1906"/>
                  </a:srgbClr>
                </a:gs>
                <a:gs pos="71429">
                  <a:srgbClr val="6C6C6B">
                    <a:alpha val="897"/>
                  </a:srgbClr>
                </a:gs>
                <a:gs pos="85714">
                  <a:srgbClr val="6C6C6B">
                    <a:alpha val="356"/>
                  </a:srgbClr>
                </a:gs>
                <a:gs pos="100000">
                  <a:srgbClr val="6C6C6B">
                    <a:alpha val="1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9" name="Splat 819"/>
            <p:cNvSpPr>
              <a:spLocks noGrp="1"/>
            </p:cNvSpPr>
            <p:nvPr/>
          </p:nvSpPr>
          <p:spPr>
            <a:xfrm rot="-9639174">
              <a:off x="598270" y="-46580"/>
              <a:ext cx="493552" cy="451586"/>
            </a:xfrm>
            <a:prstGeom prst="ellipse">
              <a:avLst/>
            </a:prstGeom>
            <a:gradFill>
              <a:gsLst>
                <a:gs pos="0">
                  <a:srgbClr val="020500">
                    <a:alpha val="7390"/>
                  </a:srgbClr>
                </a:gs>
                <a:gs pos="14286">
                  <a:srgbClr val="020500">
                    <a:alpha val="6813"/>
                  </a:srgbClr>
                </a:gs>
                <a:gs pos="28571">
                  <a:srgbClr val="020500">
                    <a:alpha val="5331"/>
                  </a:srgbClr>
                </a:gs>
                <a:gs pos="42857">
                  <a:srgbClr val="020500">
                    <a:alpha val="3530"/>
                  </a:srgbClr>
                </a:gs>
                <a:gs pos="57143">
                  <a:srgbClr val="020500">
                    <a:alpha val="1971"/>
                  </a:srgbClr>
                </a:gs>
                <a:gs pos="71429">
                  <a:srgbClr val="020500">
                    <a:alpha val="928"/>
                  </a:srgbClr>
                </a:gs>
                <a:gs pos="85714">
                  <a:srgbClr val="020500">
                    <a:alpha val="368"/>
                  </a:srgbClr>
                </a:gs>
                <a:gs pos="100000">
                  <a:srgbClr val="020500">
                    <a:alpha val="1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0" name="Splat 820"/>
            <p:cNvSpPr>
              <a:spLocks noGrp="1"/>
            </p:cNvSpPr>
            <p:nvPr/>
          </p:nvSpPr>
          <p:spPr>
            <a:xfrm rot="5616512">
              <a:off x="233670" y="2632392"/>
              <a:ext cx="521472" cy="513991"/>
            </a:xfrm>
            <a:prstGeom prst="ellipse">
              <a:avLst/>
            </a:prstGeom>
            <a:gradFill>
              <a:gsLst>
                <a:gs pos="0">
                  <a:srgbClr val="434343">
                    <a:alpha val="5541"/>
                  </a:srgbClr>
                </a:gs>
                <a:gs pos="14286">
                  <a:srgbClr val="434343">
                    <a:alpha val="5105"/>
                  </a:srgbClr>
                </a:gs>
                <a:gs pos="28571">
                  <a:srgbClr val="434343">
                    <a:alpha val="3987"/>
                  </a:srgbClr>
                </a:gs>
                <a:gs pos="42857">
                  <a:srgbClr val="434343">
                    <a:alpha val="2633"/>
                  </a:srgbClr>
                </a:gs>
                <a:gs pos="57143">
                  <a:srgbClr val="434343">
                    <a:alpha val="1468"/>
                  </a:srgbClr>
                </a:gs>
                <a:gs pos="71429">
                  <a:srgbClr val="434343">
                    <a:alpha val="690"/>
                  </a:srgbClr>
                </a:gs>
                <a:gs pos="85714">
                  <a:srgbClr val="434343">
                    <a:alpha val="273"/>
                  </a:srgbClr>
                </a:gs>
                <a:gs pos="100000">
                  <a:srgbClr val="434343">
                    <a:alpha val="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1" name="Splat 821"/>
            <p:cNvSpPr>
              <a:spLocks noGrp="1"/>
            </p:cNvSpPr>
            <p:nvPr/>
          </p:nvSpPr>
          <p:spPr>
            <a:xfrm rot="-9963401">
              <a:off x="1463232" y="1563709"/>
              <a:ext cx="455542" cy="442744"/>
            </a:xfrm>
            <a:prstGeom prst="ellipse">
              <a:avLst/>
            </a:prstGeom>
            <a:gradFill>
              <a:gsLst>
                <a:gs pos="0">
                  <a:srgbClr val="525151">
                    <a:alpha val="2984"/>
                  </a:srgbClr>
                </a:gs>
                <a:gs pos="14286">
                  <a:srgbClr val="525151">
                    <a:alpha val="2746"/>
                  </a:srgbClr>
                </a:gs>
                <a:gs pos="28571">
                  <a:srgbClr val="525151">
                    <a:alpha val="2139"/>
                  </a:srgbClr>
                </a:gs>
                <a:gs pos="42857">
                  <a:srgbClr val="525151">
                    <a:alpha val="1408"/>
                  </a:srgbClr>
                </a:gs>
                <a:gs pos="57143">
                  <a:srgbClr val="525151">
                    <a:alpha val="783"/>
                  </a:srgbClr>
                </a:gs>
                <a:gs pos="71429">
                  <a:srgbClr val="525151">
                    <a:alpha val="367"/>
                  </a:srgbClr>
                </a:gs>
                <a:gs pos="85714">
                  <a:srgbClr val="525151">
                    <a:alpha val="145"/>
                  </a:srgbClr>
                </a:gs>
                <a:gs pos="100000">
                  <a:srgbClr val="525151">
                    <a:alpha val="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2" name="Splat 822"/>
            <p:cNvSpPr>
              <a:spLocks noGrp="1"/>
            </p:cNvSpPr>
            <p:nvPr/>
          </p:nvSpPr>
          <p:spPr>
            <a:xfrm rot="5411643">
              <a:off x="1733502" y="2484345"/>
              <a:ext cx="498552" cy="498135"/>
            </a:xfrm>
            <a:prstGeom prst="ellipse">
              <a:avLst/>
            </a:prstGeom>
            <a:gradFill>
              <a:gsLst>
                <a:gs pos="0">
                  <a:srgbClr val="434342">
                    <a:alpha val="3868"/>
                  </a:srgbClr>
                </a:gs>
                <a:gs pos="14286">
                  <a:srgbClr val="434342">
                    <a:alpha val="3561"/>
                  </a:srgbClr>
                </a:gs>
                <a:gs pos="28571">
                  <a:srgbClr val="434342">
                    <a:alpha val="2776"/>
                  </a:srgbClr>
                </a:gs>
                <a:gs pos="42857">
                  <a:srgbClr val="434342">
                    <a:alpha val="1830"/>
                  </a:srgbClr>
                </a:gs>
                <a:gs pos="57143">
                  <a:srgbClr val="434342">
                    <a:alpha val="1018"/>
                  </a:srgbClr>
                </a:gs>
                <a:gs pos="71429">
                  <a:srgbClr val="434342">
                    <a:alpha val="478"/>
                  </a:srgbClr>
                </a:gs>
                <a:gs pos="85714">
                  <a:srgbClr val="434342">
                    <a:alpha val="189"/>
                  </a:srgbClr>
                </a:gs>
                <a:gs pos="100000">
                  <a:srgbClr val="434342">
                    <a:alpha val="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3" name="Splat 823"/>
            <p:cNvSpPr>
              <a:spLocks noGrp="1"/>
            </p:cNvSpPr>
            <p:nvPr/>
          </p:nvSpPr>
          <p:spPr>
            <a:xfrm rot="-10677252">
              <a:off x="426127" y="2978136"/>
              <a:ext cx="511245" cy="509242"/>
            </a:xfrm>
            <a:prstGeom prst="ellipse">
              <a:avLst/>
            </a:prstGeom>
            <a:gradFill>
              <a:gsLst>
                <a:gs pos="0">
                  <a:srgbClr val="3F4042">
                    <a:alpha val="7570"/>
                  </a:srgbClr>
                </a:gs>
                <a:gs pos="14286">
                  <a:srgbClr val="3F4042">
                    <a:alpha val="6980"/>
                  </a:srgbClr>
                </a:gs>
                <a:gs pos="28571">
                  <a:srgbClr val="3F4042">
                    <a:alpha val="5463"/>
                  </a:srgbClr>
                </a:gs>
                <a:gs pos="42857">
                  <a:srgbClr val="3F4042">
                    <a:alpha val="3618"/>
                  </a:srgbClr>
                </a:gs>
                <a:gs pos="57143">
                  <a:srgbClr val="3F4042">
                    <a:alpha val="2021"/>
                  </a:srgbClr>
                </a:gs>
                <a:gs pos="71429">
                  <a:srgbClr val="3F4042">
                    <a:alpha val="951"/>
                  </a:srgbClr>
                </a:gs>
                <a:gs pos="85714">
                  <a:srgbClr val="3F4042">
                    <a:alpha val="377"/>
                  </a:srgbClr>
                </a:gs>
                <a:gs pos="100000">
                  <a:srgbClr val="3F4042">
                    <a:alpha val="1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4" name="Splat 824"/>
            <p:cNvSpPr>
              <a:spLocks noGrp="1"/>
            </p:cNvSpPr>
            <p:nvPr/>
          </p:nvSpPr>
          <p:spPr>
            <a:xfrm rot="-10567801">
              <a:off x="595484" y="2560531"/>
              <a:ext cx="512307" cy="510042"/>
            </a:xfrm>
            <a:prstGeom prst="ellipse">
              <a:avLst/>
            </a:prstGeom>
            <a:gradFill>
              <a:gsLst>
                <a:gs pos="0">
                  <a:srgbClr val="454340">
                    <a:alpha val="7339"/>
                  </a:srgbClr>
                </a:gs>
                <a:gs pos="14286">
                  <a:srgbClr val="454340">
                    <a:alpha val="6766"/>
                  </a:srgbClr>
                </a:gs>
                <a:gs pos="28571">
                  <a:srgbClr val="454340">
                    <a:alpha val="5294"/>
                  </a:srgbClr>
                </a:gs>
                <a:gs pos="42857">
                  <a:srgbClr val="454340">
                    <a:alpha val="3505"/>
                  </a:srgbClr>
                </a:gs>
                <a:gs pos="57143">
                  <a:srgbClr val="454340">
                    <a:alpha val="1957"/>
                  </a:srgbClr>
                </a:gs>
                <a:gs pos="71429">
                  <a:srgbClr val="454340">
                    <a:alpha val="921"/>
                  </a:srgbClr>
                </a:gs>
                <a:gs pos="85714">
                  <a:srgbClr val="454340">
                    <a:alpha val="365"/>
                  </a:srgbClr>
                </a:gs>
                <a:gs pos="100000">
                  <a:srgbClr val="454340">
                    <a:alpha val="1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5" name="Splat 825"/>
            <p:cNvSpPr>
              <a:spLocks noGrp="1"/>
            </p:cNvSpPr>
            <p:nvPr/>
          </p:nvSpPr>
          <p:spPr>
            <a:xfrm rot="-10606067">
              <a:off x="2212149" y="449093"/>
              <a:ext cx="508132" cy="503341"/>
            </a:xfrm>
            <a:prstGeom prst="ellipse">
              <a:avLst/>
            </a:prstGeom>
            <a:gradFill>
              <a:gsLst>
                <a:gs pos="0">
                  <a:srgbClr val="3F4041">
                    <a:alpha val="1267"/>
                  </a:srgbClr>
                </a:gs>
                <a:gs pos="14286">
                  <a:srgbClr val="3F4041">
                    <a:alpha val="1165"/>
                  </a:srgbClr>
                </a:gs>
                <a:gs pos="28571">
                  <a:srgbClr val="3F4041">
                    <a:alpha val="906"/>
                  </a:srgbClr>
                </a:gs>
                <a:gs pos="42857">
                  <a:srgbClr val="3F4041">
                    <a:alpha val="595"/>
                  </a:srgbClr>
                </a:gs>
                <a:gs pos="57143">
                  <a:srgbClr val="3F4041">
                    <a:alpha val="330"/>
                  </a:srgbClr>
                </a:gs>
                <a:gs pos="71429">
                  <a:srgbClr val="3F4041">
                    <a:alpha val="155"/>
                  </a:srgbClr>
                </a:gs>
                <a:gs pos="85714">
                  <a:srgbClr val="3F4041">
                    <a:alpha val="61"/>
                  </a:srgbClr>
                </a:gs>
                <a:gs pos="100000">
                  <a:srgbClr val="3F4041">
                    <a:alpha val="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6" name="Splat 826"/>
            <p:cNvSpPr>
              <a:spLocks noGrp="1"/>
            </p:cNvSpPr>
            <p:nvPr/>
          </p:nvSpPr>
          <p:spPr>
            <a:xfrm rot="-10668530">
              <a:off x="297080" y="2930850"/>
              <a:ext cx="486965" cy="485439"/>
            </a:xfrm>
            <a:prstGeom prst="ellipse">
              <a:avLst/>
            </a:prstGeom>
            <a:gradFill>
              <a:gsLst>
                <a:gs pos="0">
                  <a:srgbClr val="414342">
                    <a:alpha val="12557"/>
                  </a:srgbClr>
                </a:gs>
                <a:gs pos="14286">
                  <a:srgbClr val="414342">
                    <a:alpha val="11603"/>
                  </a:srgbClr>
                </a:gs>
                <a:gs pos="28571">
                  <a:srgbClr val="414342">
                    <a:alpha val="9132"/>
                  </a:srgbClr>
                </a:gs>
                <a:gs pos="42857">
                  <a:srgbClr val="414342">
                    <a:alpha val="6088"/>
                  </a:srgbClr>
                </a:gs>
                <a:gs pos="57143">
                  <a:srgbClr val="414342">
                    <a:alpha val="3421"/>
                  </a:srgbClr>
                </a:gs>
                <a:gs pos="71429">
                  <a:srgbClr val="414342">
                    <a:alpha val="1616"/>
                  </a:srgbClr>
                </a:gs>
                <a:gs pos="85714">
                  <a:srgbClr val="414342">
                    <a:alpha val="642"/>
                  </a:srgbClr>
                </a:gs>
                <a:gs pos="100000">
                  <a:srgbClr val="414342">
                    <a:alpha val="2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7" name="Splat 827"/>
            <p:cNvSpPr>
              <a:spLocks noGrp="1"/>
            </p:cNvSpPr>
            <p:nvPr/>
          </p:nvSpPr>
          <p:spPr>
            <a:xfrm rot="5289805">
              <a:off x="193526" y="123235"/>
              <a:ext cx="495559" cy="489453"/>
            </a:xfrm>
            <a:prstGeom prst="ellipse">
              <a:avLst/>
            </a:prstGeom>
            <a:gradFill>
              <a:gsLst>
                <a:gs pos="0">
                  <a:srgbClr val="4F4F4D">
                    <a:alpha val="4124"/>
                  </a:srgbClr>
                </a:gs>
                <a:gs pos="14286">
                  <a:srgbClr val="4F4F4D">
                    <a:alpha val="3797"/>
                  </a:srgbClr>
                </a:gs>
                <a:gs pos="28571">
                  <a:srgbClr val="4F4F4D">
                    <a:alpha val="2961"/>
                  </a:srgbClr>
                </a:gs>
                <a:gs pos="42857">
                  <a:srgbClr val="4F4F4D">
                    <a:alpha val="1952"/>
                  </a:srgbClr>
                </a:gs>
                <a:gs pos="57143">
                  <a:srgbClr val="4F4F4D">
                    <a:alpha val="1086"/>
                  </a:srgbClr>
                </a:gs>
                <a:gs pos="71429">
                  <a:srgbClr val="4F4F4D">
                    <a:alpha val="510"/>
                  </a:srgbClr>
                </a:gs>
                <a:gs pos="85714">
                  <a:srgbClr val="4F4F4D">
                    <a:alpha val="202"/>
                  </a:srgbClr>
                </a:gs>
                <a:gs pos="100000">
                  <a:srgbClr val="4F4F4D">
                    <a:alpha val="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8" name="Splat 828"/>
            <p:cNvSpPr>
              <a:spLocks noGrp="1"/>
            </p:cNvSpPr>
            <p:nvPr/>
          </p:nvSpPr>
          <p:spPr>
            <a:xfrm rot="5408971">
              <a:off x="81725" y="3362657"/>
              <a:ext cx="507942" cy="506677"/>
            </a:xfrm>
            <a:prstGeom prst="ellipse">
              <a:avLst/>
            </a:prstGeom>
            <a:gradFill>
              <a:gsLst>
                <a:gs pos="0">
                  <a:srgbClr val="3D3E3D">
                    <a:alpha val="1401"/>
                  </a:srgbClr>
                </a:gs>
                <a:gs pos="14286">
                  <a:srgbClr val="3D3E3D">
                    <a:alpha val="1288"/>
                  </a:srgbClr>
                </a:gs>
                <a:gs pos="28571">
                  <a:srgbClr val="3D3E3D">
                    <a:alpha val="1001"/>
                  </a:srgbClr>
                </a:gs>
                <a:gs pos="42857">
                  <a:srgbClr val="3D3E3D">
                    <a:alpha val="658"/>
                  </a:srgbClr>
                </a:gs>
                <a:gs pos="57143">
                  <a:srgbClr val="3D3E3D">
                    <a:alpha val="365"/>
                  </a:srgbClr>
                </a:gs>
                <a:gs pos="71429">
                  <a:srgbClr val="3D3E3D">
                    <a:alpha val="171"/>
                  </a:srgbClr>
                </a:gs>
                <a:gs pos="85714">
                  <a:srgbClr val="3D3E3D">
                    <a:alpha val="68"/>
                  </a:srgbClr>
                </a:gs>
                <a:gs pos="100000">
                  <a:srgbClr val="3D3E3D">
                    <a:alpha val="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9" name="Splat 829"/>
            <p:cNvSpPr>
              <a:spLocks noGrp="1"/>
            </p:cNvSpPr>
            <p:nvPr/>
          </p:nvSpPr>
          <p:spPr>
            <a:xfrm rot="5072136">
              <a:off x="2581150" y="-161258"/>
              <a:ext cx="493484" cy="490652"/>
            </a:xfrm>
            <a:prstGeom prst="ellipse">
              <a:avLst/>
            </a:prstGeom>
            <a:gradFill>
              <a:gsLst>
                <a:gs pos="0">
                  <a:srgbClr val="393738">
                    <a:alpha val="5263"/>
                  </a:srgbClr>
                </a:gs>
                <a:gs pos="14286">
                  <a:srgbClr val="393738">
                    <a:alpha val="4847"/>
                  </a:srgbClr>
                </a:gs>
                <a:gs pos="28571">
                  <a:srgbClr val="393738">
                    <a:alpha val="3785"/>
                  </a:srgbClr>
                </a:gs>
                <a:gs pos="42857">
                  <a:srgbClr val="393738">
                    <a:alpha val="2499"/>
                  </a:srgbClr>
                </a:gs>
                <a:gs pos="57143">
                  <a:srgbClr val="393738">
                    <a:alpha val="1392"/>
                  </a:srgbClr>
                </a:gs>
                <a:gs pos="71429">
                  <a:srgbClr val="393738">
                    <a:alpha val="654"/>
                  </a:srgbClr>
                </a:gs>
                <a:gs pos="85714">
                  <a:srgbClr val="393738">
                    <a:alpha val="259"/>
                  </a:srgbClr>
                </a:gs>
                <a:gs pos="100000">
                  <a:srgbClr val="393738">
                    <a:alpha val="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0" name="Splat 830"/>
            <p:cNvSpPr>
              <a:spLocks noGrp="1"/>
            </p:cNvSpPr>
            <p:nvPr/>
          </p:nvSpPr>
          <p:spPr>
            <a:xfrm rot="5029218">
              <a:off x="149466" y="-165313"/>
              <a:ext cx="480457" cy="479681"/>
            </a:xfrm>
            <a:prstGeom prst="ellipse">
              <a:avLst/>
            </a:prstGeom>
            <a:gradFill>
              <a:gsLst>
                <a:gs pos="0">
                  <a:srgbClr val="252A2B">
                    <a:alpha val="10013"/>
                  </a:srgbClr>
                </a:gs>
                <a:gs pos="14286">
                  <a:srgbClr val="252A2B">
                    <a:alpha val="9242"/>
                  </a:srgbClr>
                </a:gs>
                <a:gs pos="28571">
                  <a:srgbClr val="252A2B">
                    <a:alpha val="7253"/>
                  </a:srgbClr>
                </a:gs>
                <a:gs pos="42857">
                  <a:srgbClr val="252A2B">
                    <a:alpha val="4819"/>
                  </a:srgbClr>
                </a:gs>
                <a:gs pos="57143">
                  <a:srgbClr val="252A2B">
                    <a:alpha val="2699"/>
                  </a:srgbClr>
                </a:gs>
                <a:gs pos="71429">
                  <a:srgbClr val="252A2B">
                    <a:alpha val="1273"/>
                  </a:srgbClr>
                </a:gs>
                <a:gs pos="85714">
                  <a:srgbClr val="252A2B">
                    <a:alpha val="505"/>
                  </a:srgbClr>
                </a:gs>
                <a:gs pos="100000">
                  <a:srgbClr val="252A2B">
                    <a:alpha val="1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1" name="Splat 831"/>
            <p:cNvSpPr>
              <a:spLocks noGrp="1"/>
            </p:cNvSpPr>
            <p:nvPr/>
          </p:nvSpPr>
          <p:spPr>
            <a:xfrm rot="5378845">
              <a:off x="2579034" y="535993"/>
              <a:ext cx="496838" cy="493720"/>
            </a:xfrm>
            <a:prstGeom prst="ellipse">
              <a:avLst/>
            </a:prstGeom>
            <a:gradFill>
              <a:gsLst>
                <a:gs pos="0">
                  <a:srgbClr val="525150">
                    <a:alpha val="2397"/>
                  </a:srgbClr>
                </a:gs>
                <a:gs pos="14286">
                  <a:srgbClr val="525150">
                    <a:alpha val="2205"/>
                  </a:srgbClr>
                </a:gs>
                <a:gs pos="28571">
                  <a:srgbClr val="525150">
                    <a:alpha val="1716"/>
                  </a:srgbClr>
                </a:gs>
                <a:gs pos="42857">
                  <a:srgbClr val="525150">
                    <a:alpha val="1129"/>
                  </a:srgbClr>
                </a:gs>
                <a:gs pos="57143">
                  <a:srgbClr val="525150">
                    <a:alpha val="627"/>
                  </a:srgbClr>
                </a:gs>
                <a:gs pos="71429">
                  <a:srgbClr val="525150">
                    <a:alpha val="294"/>
                  </a:srgbClr>
                </a:gs>
                <a:gs pos="85714">
                  <a:srgbClr val="525150">
                    <a:alpha val="116"/>
                  </a:srgbClr>
                </a:gs>
                <a:gs pos="100000">
                  <a:srgbClr val="525150">
                    <a:alpha val="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2" name="Splat 832"/>
            <p:cNvSpPr>
              <a:spLocks noGrp="1"/>
            </p:cNvSpPr>
            <p:nvPr/>
          </p:nvSpPr>
          <p:spPr>
            <a:xfrm rot="7441757">
              <a:off x="836497" y="3254819"/>
              <a:ext cx="474932" cy="454960"/>
            </a:xfrm>
            <a:prstGeom prst="ellipse">
              <a:avLst/>
            </a:prstGeom>
            <a:gradFill>
              <a:gsLst>
                <a:gs pos="0">
                  <a:srgbClr val="060600">
                    <a:alpha val="6451"/>
                  </a:srgbClr>
                </a:gs>
                <a:gs pos="14286">
                  <a:srgbClr val="060600">
                    <a:alpha val="5945"/>
                  </a:srgbClr>
                </a:gs>
                <a:gs pos="28571">
                  <a:srgbClr val="060600">
                    <a:alpha val="4647"/>
                  </a:srgbClr>
                </a:gs>
                <a:gs pos="42857">
                  <a:srgbClr val="060600">
                    <a:alpha val="3073"/>
                  </a:srgbClr>
                </a:gs>
                <a:gs pos="57143">
                  <a:srgbClr val="060600">
                    <a:alpha val="1715"/>
                  </a:srgbClr>
                </a:gs>
                <a:gs pos="71429">
                  <a:srgbClr val="060600">
                    <a:alpha val="806"/>
                  </a:srgbClr>
                </a:gs>
                <a:gs pos="85714">
                  <a:srgbClr val="060600">
                    <a:alpha val="320"/>
                  </a:srgbClr>
                </a:gs>
                <a:gs pos="100000">
                  <a:srgbClr val="060600">
                    <a:alpha val="1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3" name="Splat 833"/>
            <p:cNvSpPr>
              <a:spLocks noGrp="1"/>
            </p:cNvSpPr>
            <p:nvPr/>
          </p:nvSpPr>
          <p:spPr>
            <a:xfrm rot="2882932">
              <a:off x="1888822" y="401603"/>
              <a:ext cx="511292" cy="480265"/>
            </a:xfrm>
            <a:prstGeom prst="ellipse">
              <a:avLst/>
            </a:prstGeom>
            <a:gradFill>
              <a:gsLst>
                <a:gs pos="0">
                  <a:srgbClr val="050412">
                    <a:alpha val="2317"/>
                  </a:srgbClr>
                </a:gs>
                <a:gs pos="14286">
                  <a:srgbClr val="050412">
                    <a:alpha val="2131"/>
                  </a:srgbClr>
                </a:gs>
                <a:gs pos="28571">
                  <a:srgbClr val="050412">
                    <a:alpha val="1659"/>
                  </a:srgbClr>
                </a:gs>
                <a:gs pos="42857">
                  <a:srgbClr val="050412">
                    <a:alpha val="1091"/>
                  </a:srgbClr>
                </a:gs>
                <a:gs pos="57143">
                  <a:srgbClr val="050412">
                    <a:alpha val="606"/>
                  </a:srgbClr>
                </a:gs>
                <a:gs pos="71429">
                  <a:srgbClr val="050412">
                    <a:alpha val="284"/>
                  </a:srgbClr>
                </a:gs>
                <a:gs pos="85714">
                  <a:srgbClr val="050412">
                    <a:alpha val="112"/>
                  </a:srgbClr>
                </a:gs>
                <a:gs pos="100000">
                  <a:srgbClr val="050412">
                    <a:alpha val="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4" name="Splat 834"/>
            <p:cNvSpPr>
              <a:spLocks noGrp="1"/>
            </p:cNvSpPr>
            <p:nvPr/>
          </p:nvSpPr>
          <p:spPr>
            <a:xfrm rot="-10236245">
              <a:off x="2163153" y="3232029"/>
              <a:ext cx="504540" cy="489671"/>
            </a:xfrm>
            <a:prstGeom prst="ellipse">
              <a:avLst/>
            </a:prstGeom>
            <a:gradFill>
              <a:gsLst>
                <a:gs pos="0">
                  <a:srgbClr val="010204">
                    <a:alpha val="3435"/>
                  </a:srgbClr>
                </a:gs>
                <a:gs pos="14286">
                  <a:srgbClr val="010204">
                    <a:alpha val="3161"/>
                  </a:srgbClr>
                </a:gs>
                <a:gs pos="28571">
                  <a:srgbClr val="010204">
                    <a:alpha val="2463"/>
                  </a:srgbClr>
                </a:gs>
                <a:gs pos="42857">
                  <a:srgbClr val="010204">
                    <a:alpha val="1623"/>
                  </a:srgbClr>
                </a:gs>
                <a:gs pos="57143">
                  <a:srgbClr val="010204">
                    <a:alpha val="902"/>
                  </a:srgbClr>
                </a:gs>
                <a:gs pos="71429">
                  <a:srgbClr val="010204">
                    <a:alpha val="423"/>
                  </a:srgbClr>
                </a:gs>
                <a:gs pos="85714">
                  <a:srgbClr val="010204">
                    <a:alpha val="168"/>
                  </a:srgbClr>
                </a:gs>
                <a:gs pos="100000">
                  <a:srgbClr val="010204">
                    <a:alpha val="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5" name="Splat 835"/>
            <p:cNvSpPr>
              <a:spLocks noGrp="1"/>
            </p:cNvSpPr>
            <p:nvPr/>
          </p:nvSpPr>
          <p:spPr>
            <a:xfrm rot="-10714911">
              <a:off x="2618659" y="600896"/>
              <a:ext cx="487663" cy="484334"/>
            </a:xfrm>
            <a:prstGeom prst="ellipse">
              <a:avLst/>
            </a:prstGeom>
            <a:gradFill>
              <a:gsLst>
                <a:gs pos="0">
                  <a:srgbClr val="535251">
                    <a:alpha val="1692"/>
                  </a:srgbClr>
                </a:gs>
                <a:gs pos="14286">
                  <a:srgbClr val="535251">
                    <a:alpha val="1556"/>
                  </a:srgbClr>
                </a:gs>
                <a:gs pos="28571">
                  <a:srgbClr val="535251">
                    <a:alpha val="1210"/>
                  </a:srgbClr>
                </a:gs>
                <a:gs pos="42857">
                  <a:srgbClr val="535251">
                    <a:alpha val="795"/>
                  </a:srgbClr>
                </a:gs>
                <a:gs pos="57143">
                  <a:srgbClr val="535251">
                    <a:alpha val="442"/>
                  </a:srgbClr>
                </a:gs>
                <a:gs pos="71429">
                  <a:srgbClr val="535251">
                    <a:alpha val="207"/>
                  </a:srgbClr>
                </a:gs>
                <a:gs pos="85714">
                  <a:srgbClr val="535251">
                    <a:alpha val="82"/>
                  </a:srgbClr>
                </a:gs>
                <a:gs pos="100000">
                  <a:srgbClr val="535251">
                    <a:alpha val="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6" name="Splat 836"/>
            <p:cNvSpPr>
              <a:spLocks noGrp="1"/>
            </p:cNvSpPr>
            <p:nvPr/>
          </p:nvSpPr>
          <p:spPr>
            <a:xfrm rot="5233842">
              <a:off x="106497" y="1319859"/>
              <a:ext cx="503025" cy="499145"/>
            </a:xfrm>
            <a:prstGeom prst="ellipse">
              <a:avLst/>
            </a:prstGeom>
            <a:gradFill>
              <a:gsLst>
                <a:gs pos="0">
                  <a:srgbClr val="4D4C4D">
                    <a:alpha val="1775"/>
                  </a:srgbClr>
                </a:gs>
                <a:gs pos="14286">
                  <a:srgbClr val="4D4C4D">
                    <a:alpha val="1633"/>
                  </a:srgbClr>
                </a:gs>
                <a:gs pos="28571">
                  <a:srgbClr val="4D4C4D">
                    <a:alpha val="1270"/>
                  </a:srgbClr>
                </a:gs>
                <a:gs pos="42857">
                  <a:srgbClr val="4D4C4D">
                    <a:alpha val="835"/>
                  </a:srgbClr>
                </a:gs>
                <a:gs pos="57143">
                  <a:srgbClr val="4D4C4D">
                    <a:alpha val="463"/>
                  </a:srgbClr>
                </a:gs>
                <a:gs pos="71429">
                  <a:srgbClr val="4D4C4D">
                    <a:alpha val="217"/>
                  </a:srgbClr>
                </a:gs>
                <a:gs pos="85714">
                  <a:srgbClr val="4D4C4D">
                    <a:alpha val="86"/>
                  </a:srgbClr>
                </a:gs>
                <a:gs pos="100000">
                  <a:srgbClr val="4D4C4D">
                    <a:alpha val="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7" name="Splat 837"/>
            <p:cNvSpPr>
              <a:spLocks noGrp="1"/>
            </p:cNvSpPr>
            <p:nvPr/>
          </p:nvSpPr>
          <p:spPr>
            <a:xfrm rot="5385374">
              <a:off x="886707" y="3023906"/>
              <a:ext cx="495167" cy="494906"/>
            </a:xfrm>
            <a:prstGeom prst="ellipse">
              <a:avLst/>
            </a:prstGeom>
            <a:gradFill>
              <a:gsLst>
                <a:gs pos="0">
                  <a:srgbClr val="393939">
                    <a:alpha val="3183"/>
                  </a:srgbClr>
                </a:gs>
                <a:gs pos="14286">
                  <a:srgbClr val="393939">
                    <a:alpha val="2929"/>
                  </a:srgbClr>
                </a:gs>
                <a:gs pos="28571">
                  <a:srgbClr val="393939">
                    <a:alpha val="2282"/>
                  </a:srgbClr>
                </a:gs>
                <a:gs pos="42857">
                  <a:srgbClr val="393939">
                    <a:alpha val="1503"/>
                  </a:srgbClr>
                </a:gs>
                <a:gs pos="57143">
                  <a:srgbClr val="393939">
                    <a:alpha val="836"/>
                  </a:srgbClr>
                </a:gs>
                <a:gs pos="71429">
                  <a:srgbClr val="393939">
                    <a:alpha val="392"/>
                  </a:srgbClr>
                </a:gs>
                <a:gs pos="85714">
                  <a:srgbClr val="393939">
                    <a:alpha val="155"/>
                  </a:srgbClr>
                </a:gs>
                <a:gs pos="100000">
                  <a:srgbClr val="393939">
                    <a:alpha val="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8" name="Splat 838"/>
            <p:cNvSpPr>
              <a:spLocks noGrp="1"/>
            </p:cNvSpPr>
            <p:nvPr/>
          </p:nvSpPr>
          <p:spPr>
            <a:xfrm rot="-10313467">
              <a:off x="836336" y="3094204"/>
              <a:ext cx="504769" cy="498203"/>
            </a:xfrm>
            <a:prstGeom prst="ellipse">
              <a:avLst/>
            </a:prstGeom>
            <a:gradFill>
              <a:gsLst>
                <a:gs pos="0">
                  <a:srgbClr val="535352">
                    <a:alpha val="3190"/>
                  </a:srgbClr>
                </a:gs>
                <a:gs pos="14286">
                  <a:srgbClr val="535352">
                    <a:alpha val="2936"/>
                  </a:srgbClr>
                </a:gs>
                <a:gs pos="28571">
                  <a:srgbClr val="535352">
                    <a:alpha val="2287"/>
                  </a:srgbClr>
                </a:gs>
                <a:gs pos="42857">
                  <a:srgbClr val="535352">
                    <a:alpha val="1506"/>
                  </a:srgbClr>
                </a:gs>
                <a:gs pos="57143">
                  <a:srgbClr val="535352">
                    <a:alpha val="837"/>
                  </a:srgbClr>
                </a:gs>
                <a:gs pos="71429">
                  <a:srgbClr val="535352">
                    <a:alpha val="393"/>
                  </a:srgbClr>
                </a:gs>
                <a:gs pos="85714">
                  <a:srgbClr val="535352">
                    <a:alpha val="156"/>
                  </a:srgbClr>
                </a:gs>
                <a:gs pos="100000">
                  <a:srgbClr val="535352">
                    <a:alpha val="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9" name="Splat 839"/>
            <p:cNvSpPr>
              <a:spLocks noGrp="1"/>
            </p:cNvSpPr>
            <p:nvPr/>
          </p:nvSpPr>
          <p:spPr>
            <a:xfrm rot="3123819">
              <a:off x="1373857" y="2850078"/>
              <a:ext cx="527073" cy="491666"/>
            </a:xfrm>
            <a:prstGeom prst="ellipse">
              <a:avLst/>
            </a:prstGeom>
            <a:gradFill>
              <a:gsLst>
                <a:gs pos="0">
                  <a:srgbClr val="0B0300">
                    <a:alpha val="4776"/>
                  </a:srgbClr>
                </a:gs>
                <a:gs pos="14286">
                  <a:srgbClr val="0B0300">
                    <a:alpha val="4398"/>
                  </a:srgbClr>
                </a:gs>
                <a:gs pos="28571">
                  <a:srgbClr val="0B0300">
                    <a:alpha val="3432"/>
                  </a:srgbClr>
                </a:gs>
                <a:gs pos="42857">
                  <a:srgbClr val="0B0300">
                    <a:alpha val="2265"/>
                  </a:srgbClr>
                </a:gs>
                <a:gs pos="57143">
                  <a:srgbClr val="0B0300">
                    <a:alpha val="1261"/>
                  </a:srgbClr>
                </a:gs>
                <a:gs pos="71429">
                  <a:srgbClr val="0B0300">
                    <a:alpha val="592"/>
                  </a:srgbClr>
                </a:gs>
                <a:gs pos="85714">
                  <a:srgbClr val="0B0300">
                    <a:alpha val="235"/>
                  </a:srgbClr>
                </a:gs>
                <a:gs pos="100000">
                  <a:srgbClr val="0B0300">
                    <a:alpha val="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0" name="Splat 840"/>
            <p:cNvSpPr>
              <a:spLocks noGrp="1"/>
            </p:cNvSpPr>
            <p:nvPr/>
          </p:nvSpPr>
          <p:spPr>
            <a:xfrm rot="6464636">
              <a:off x="505152" y="2176724"/>
              <a:ext cx="501702" cy="387507"/>
            </a:xfrm>
            <a:prstGeom prst="ellipse">
              <a:avLst/>
            </a:prstGeom>
            <a:gradFill>
              <a:gsLst>
                <a:gs pos="0">
                  <a:srgbClr val="6B6A6B">
                    <a:alpha val="4333"/>
                  </a:srgbClr>
                </a:gs>
                <a:gs pos="14286">
                  <a:srgbClr val="6B6A6B">
                    <a:alpha val="3990"/>
                  </a:srgbClr>
                </a:gs>
                <a:gs pos="28571">
                  <a:srgbClr val="6B6A6B">
                    <a:alpha val="3112"/>
                  </a:srgbClr>
                </a:gs>
                <a:gs pos="42857">
                  <a:srgbClr val="6B6A6B">
                    <a:alpha val="2052"/>
                  </a:srgbClr>
                </a:gs>
                <a:gs pos="57143">
                  <a:srgbClr val="6B6A6B">
                    <a:alpha val="1142"/>
                  </a:srgbClr>
                </a:gs>
                <a:gs pos="71429">
                  <a:srgbClr val="6B6A6B">
                    <a:alpha val="536"/>
                  </a:srgbClr>
                </a:gs>
                <a:gs pos="85714">
                  <a:srgbClr val="6B6A6B">
                    <a:alpha val="212"/>
                  </a:srgbClr>
                </a:gs>
                <a:gs pos="100000">
                  <a:srgbClr val="6B6A6B">
                    <a:alpha val="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1" name="Splat 841"/>
            <p:cNvSpPr>
              <a:spLocks noGrp="1"/>
            </p:cNvSpPr>
            <p:nvPr/>
          </p:nvSpPr>
          <p:spPr>
            <a:xfrm rot="4817349">
              <a:off x="2606785" y="1918658"/>
              <a:ext cx="389942" cy="294360"/>
            </a:xfrm>
            <a:prstGeom prst="ellipse">
              <a:avLst/>
            </a:prstGeom>
            <a:gradFill>
              <a:gsLst>
                <a:gs pos="0">
                  <a:srgbClr val="030000">
                    <a:alpha val="5611"/>
                  </a:srgbClr>
                </a:gs>
                <a:gs pos="14286">
                  <a:srgbClr val="030000">
                    <a:alpha val="5170"/>
                  </a:srgbClr>
                </a:gs>
                <a:gs pos="28571">
                  <a:srgbClr val="030000">
                    <a:alpha val="4038"/>
                  </a:srgbClr>
                </a:gs>
                <a:gs pos="42857">
                  <a:srgbClr val="030000">
                    <a:alpha val="2667"/>
                  </a:srgbClr>
                </a:gs>
                <a:gs pos="57143">
                  <a:srgbClr val="030000">
                    <a:alpha val="1487"/>
                  </a:srgbClr>
                </a:gs>
                <a:gs pos="71429">
                  <a:srgbClr val="030000">
                    <a:alpha val="699"/>
                  </a:srgbClr>
                </a:gs>
                <a:gs pos="85714">
                  <a:srgbClr val="030000">
                    <a:alpha val="277"/>
                  </a:srgbClr>
                </a:gs>
                <a:gs pos="100000">
                  <a:srgbClr val="030000">
                    <a:alpha val="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2" name="Splat 842"/>
            <p:cNvSpPr>
              <a:spLocks noGrp="1"/>
            </p:cNvSpPr>
            <p:nvPr/>
          </p:nvSpPr>
          <p:spPr>
            <a:xfrm rot="10309545">
              <a:off x="2222136" y="1676849"/>
              <a:ext cx="380963" cy="55943"/>
            </a:xfrm>
            <a:prstGeom prst="ellipse">
              <a:avLst/>
            </a:prstGeom>
            <a:gradFill>
              <a:gsLst>
                <a:gs pos="0">
                  <a:srgbClr val="61605F">
                    <a:alpha val="6993"/>
                  </a:srgbClr>
                </a:gs>
                <a:gs pos="14286">
                  <a:srgbClr val="61605F">
                    <a:alpha val="6446"/>
                  </a:srgbClr>
                </a:gs>
                <a:gs pos="28571">
                  <a:srgbClr val="61605F">
                    <a:alpha val="5042"/>
                  </a:srgbClr>
                </a:gs>
                <a:gs pos="42857">
                  <a:srgbClr val="61605F">
                    <a:alpha val="3337"/>
                  </a:srgbClr>
                </a:gs>
                <a:gs pos="57143">
                  <a:srgbClr val="61605F">
                    <a:alpha val="1863"/>
                  </a:srgbClr>
                </a:gs>
                <a:gs pos="71429">
                  <a:srgbClr val="61605F">
                    <a:alpha val="876"/>
                  </a:srgbClr>
                </a:gs>
                <a:gs pos="85714">
                  <a:srgbClr val="61605F">
                    <a:alpha val="347"/>
                  </a:srgbClr>
                </a:gs>
                <a:gs pos="100000">
                  <a:srgbClr val="61605F">
                    <a:alpha val="1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3" name="Splat 843"/>
            <p:cNvSpPr>
              <a:spLocks noGrp="1"/>
            </p:cNvSpPr>
            <p:nvPr/>
          </p:nvSpPr>
          <p:spPr>
            <a:xfrm rot="8727584">
              <a:off x="2009129" y="1539611"/>
              <a:ext cx="387046" cy="299378"/>
            </a:xfrm>
            <a:prstGeom prst="ellipse">
              <a:avLst/>
            </a:prstGeom>
            <a:gradFill>
              <a:gsLst>
                <a:gs pos="0">
                  <a:srgbClr val="000000">
                    <a:alpha val="32631"/>
                  </a:srgbClr>
                </a:gs>
                <a:gs pos="14286">
                  <a:srgbClr val="000000">
                    <a:alpha val="30444"/>
                  </a:srgbClr>
                </a:gs>
                <a:gs pos="28571">
                  <a:srgbClr val="000000">
                    <a:alpha val="24564"/>
                  </a:srgbClr>
                </a:gs>
                <a:gs pos="42857">
                  <a:srgbClr val="000000">
                    <a:alpha val="16881"/>
                  </a:srgbClr>
                </a:gs>
                <a:gs pos="57143">
                  <a:srgbClr val="000000">
                    <a:alpha val="9738"/>
                  </a:srgbClr>
                </a:gs>
                <a:gs pos="71429">
                  <a:srgbClr val="000000">
                    <a:alpha val="4682"/>
                  </a:srgbClr>
                </a:gs>
                <a:gs pos="85714">
                  <a:srgbClr val="000000">
                    <a:alpha val="1878"/>
                  </a:srgbClr>
                </a:gs>
                <a:gs pos="100000">
                  <a:srgbClr val="000000">
                    <a:alpha val="6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4" name="Splat 844"/>
            <p:cNvSpPr>
              <a:spLocks noGrp="1"/>
            </p:cNvSpPr>
            <p:nvPr/>
          </p:nvSpPr>
          <p:spPr>
            <a:xfrm rot="10194078">
              <a:off x="2043199" y="1748694"/>
              <a:ext cx="297238" cy="74223"/>
            </a:xfrm>
            <a:prstGeom prst="ellipse">
              <a:avLst/>
            </a:prstGeom>
            <a:gradFill>
              <a:gsLst>
                <a:gs pos="0">
                  <a:srgbClr val="E0E0E0">
                    <a:alpha val="6010"/>
                  </a:srgbClr>
                </a:gs>
                <a:gs pos="14286">
                  <a:srgbClr val="E0E0E0">
                    <a:alpha val="5537"/>
                  </a:srgbClr>
                </a:gs>
                <a:gs pos="28571">
                  <a:srgbClr val="E0E0E0">
                    <a:alpha val="4327"/>
                  </a:srgbClr>
                </a:gs>
                <a:gs pos="42857">
                  <a:srgbClr val="E0E0E0">
                    <a:alpha val="2860"/>
                  </a:srgbClr>
                </a:gs>
                <a:gs pos="57143">
                  <a:srgbClr val="E0E0E0">
                    <a:alpha val="1595"/>
                  </a:srgbClr>
                </a:gs>
                <a:gs pos="71429">
                  <a:srgbClr val="E0E0E0">
                    <a:alpha val="750"/>
                  </a:srgbClr>
                </a:gs>
                <a:gs pos="85714">
                  <a:srgbClr val="E0E0E0">
                    <a:alpha val="297"/>
                  </a:srgbClr>
                </a:gs>
                <a:gs pos="100000">
                  <a:srgbClr val="E0E0E0">
                    <a:alpha val="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5" name="Splat 845"/>
            <p:cNvSpPr>
              <a:spLocks noGrp="1"/>
            </p:cNvSpPr>
            <p:nvPr/>
          </p:nvSpPr>
          <p:spPr>
            <a:xfrm rot="-9412351">
              <a:off x="2159287" y="1625885"/>
              <a:ext cx="362961" cy="102694"/>
            </a:xfrm>
            <a:prstGeom prst="ellipse">
              <a:avLst/>
            </a:prstGeom>
            <a:gradFill>
              <a:gsLst>
                <a:gs pos="0">
                  <a:srgbClr val="0C020A">
                    <a:alpha val="24130"/>
                  </a:srgbClr>
                </a:gs>
                <a:gs pos="14286">
                  <a:srgbClr val="0C020A">
                    <a:alpha val="22416"/>
                  </a:srgbClr>
                </a:gs>
                <a:gs pos="28571">
                  <a:srgbClr val="0C020A">
                    <a:alpha val="17887"/>
                  </a:srgbClr>
                </a:gs>
                <a:gs pos="42857">
                  <a:srgbClr val="0C020A">
                    <a:alpha val="12126"/>
                  </a:srgbClr>
                </a:gs>
                <a:gs pos="57143">
                  <a:srgbClr val="0C020A">
                    <a:alpha val="6912"/>
                  </a:srgbClr>
                </a:gs>
                <a:gs pos="71429">
                  <a:srgbClr val="0C020A">
                    <a:alpha val="3297"/>
                  </a:srgbClr>
                </a:gs>
                <a:gs pos="85714">
                  <a:srgbClr val="0C020A">
                    <a:alpha val="1317"/>
                  </a:srgbClr>
                </a:gs>
                <a:gs pos="100000">
                  <a:srgbClr val="0C020A">
                    <a:alpha val="4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6" name="Splat 846"/>
            <p:cNvSpPr>
              <a:spLocks noGrp="1"/>
            </p:cNvSpPr>
            <p:nvPr/>
          </p:nvSpPr>
          <p:spPr>
            <a:xfrm rot="-9710255">
              <a:off x="2263762" y="1895457"/>
              <a:ext cx="435060" cy="153830"/>
            </a:xfrm>
            <a:prstGeom prst="ellipse">
              <a:avLst/>
            </a:prstGeom>
            <a:gradFill>
              <a:gsLst>
                <a:gs pos="0">
                  <a:srgbClr val="AEAFAF">
                    <a:alpha val="23966"/>
                  </a:srgbClr>
                </a:gs>
                <a:gs pos="14286">
                  <a:srgbClr val="AEAFAF">
                    <a:alpha val="22263"/>
                  </a:srgbClr>
                </a:gs>
                <a:gs pos="28571">
                  <a:srgbClr val="AEAFAF">
                    <a:alpha val="17761"/>
                  </a:srgbClr>
                </a:gs>
                <a:gs pos="42857">
                  <a:srgbClr val="AEAFAF">
                    <a:alpha val="12037"/>
                  </a:srgbClr>
                </a:gs>
                <a:gs pos="57143">
                  <a:srgbClr val="AEAFAF">
                    <a:alpha val="6860"/>
                  </a:srgbClr>
                </a:gs>
                <a:gs pos="71429">
                  <a:srgbClr val="AEAFAF">
                    <a:alpha val="3272"/>
                  </a:srgbClr>
                </a:gs>
                <a:gs pos="85714">
                  <a:srgbClr val="AEAFAF">
                    <a:alpha val="1307"/>
                  </a:srgbClr>
                </a:gs>
                <a:gs pos="100000">
                  <a:srgbClr val="AEAFAF">
                    <a:alpha val="4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7" name="Splat 847"/>
            <p:cNvSpPr>
              <a:spLocks noGrp="1"/>
            </p:cNvSpPr>
            <p:nvPr/>
          </p:nvSpPr>
          <p:spPr>
            <a:xfrm rot="8142857">
              <a:off x="2526441" y="2239233"/>
              <a:ext cx="317719" cy="99814"/>
            </a:xfrm>
            <a:prstGeom prst="ellipse">
              <a:avLst/>
            </a:prstGeom>
            <a:gradFill>
              <a:gsLst>
                <a:gs pos="0">
                  <a:srgbClr val="3A3A37">
                    <a:alpha val="32045"/>
                  </a:srgbClr>
                </a:gs>
                <a:gs pos="14286">
                  <a:srgbClr val="3A3A37">
                    <a:alpha val="29888"/>
                  </a:srgbClr>
                </a:gs>
                <a:gs pos="28571">
                  <a:srgbClr val="3A3A37">
                    <a:alpha val="24095"/>
                  </a:srgbClr>
                </a:gs>
                <a:gs pos="42857">
                  <a:srgbClr val="3A3A37">
                    <a:alpha val="16542"/>
                  </a:srgbClr>
                </a:gs>
                <a:gs pos="57143">
                  <a:srgbClr val="3A3A37">
                    <a:alpha val="9534"/>
                  </a:srgbClr>
                </a:gs>
                <a:gs pos="71429">
                  <a:srgbClr val="3A3A37">
                    <a:alpha val="4582"/>
                  </a:srgbClr>
                </a:gs>
                <a:gs pos="85714">
                  <a:srgbClr val="3A3A37">
                    <a:alpha val="1838"/>
                  </a:srgbClr>
                </a:gs>
                <a:gs pos="100000">
                  <a:srgbClr val="3A3A37">
                    <a:alpha val="6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8" name="Splat 848"/>
            <p:cNvSpPr>
              <a:spLocks noGrp="1"/>
            </p:cNvSpPr>
            <p:nvPr/>
          </p:nvSpPr>
          <p:spPr>
            <a:xfrm rot="-10004780">
              <a:off x="2492042" y="2291857"/>
              <a:ext cx="371625" cy="239464"/>
            </a:xfrm>
            <a:prstGeom prst="ellipse">
              <a:avLst/>
            </a:prstGeom>
            <a:gradFill>
              <a:gsLst>
                <a:gs pos="0">
                  <a:srgbClr val="000000">
                    <a:alpha val="31145"/>
                  </a:srgbClr>
                </a:gs>
                <a:gs pos="14286">
                  <a:srgbClr val="000000">
                    <a:alpha val="29035"/>
                  </a:srgbClr>
                </a:gs>
                <a:gs pos="28571">
                  <a:srgbClr val="000000">
                    <a:alpha val="23380"/>
                  </a:srgbClr>
                </a:gs>
                <a:gs pos="42857">
                  <a:srgbClr val="000000">
                    <a:alpha val="16027"/>
                  </a:srgbClr>
                </a:gs>
                <a:gs pos="57143">
                  <a:srgbClr val="000000">
                    <a:alpha val="9225"/>
                  </a:srgbClr>
                </a:gs>
                <a:gs pos="71429">
                  <a:srgbClr val="000000">
                    <a:alpha val="4430"/>
                  </a:srgbClr>
                </a:gs>
                <a:gs pos="85714">
                  <a:srgbClr val="000000">
                    <a:alpha val="1776"/>
                  </a:srgbClr>
                </a:gs>
                <a:gs pos="100000">
                  <a:srgbClr val="000000">
                    <a:alpha val="5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9" name="Splat 849"/>
            <p:cNvSpPr>
              <a:spLocks noGrp="1"/>
            </p:cNvSpPr>
            <p:nvPr/>
          </p:nvSpPr>
          <p:spPr>
            <a:xfrm rot="8055148">
              <a:off x="1842893" y="1759021"/>
              <a:ext cx="340109" cy="14100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0" name="Splat 850"/>
            <p:cNvSpPr>
              <a:spLocks noGrp="1"/>
            </p:cNvSpPr>
            <p:nvPr/>
          </p:nvSpPr>
          <p:spPr>
            <a:xfrm rot="-10005865">
              <a:off x="2230087" y="1554610"/>
              <a:ext cx="413772" cy="223290"/>
            </a:xfrm>
            <a:prstGeom prst="ellipse">
              <a:avLst/>
            </a:prstGeom>
            <a:gradFill>
              <a:gsLst>
                <a:gs pos="0">
                  <a:srgbClr val="000002">
                    <a:alpha val="30338"/>
                  </a:srgbClr>
                </a:gs>
                <a:gs pos="14286">
                  <a:srgbClr val="000002">
                    <a:alpha val="28271"/>
                  </a:srgbClr>
                </a:gs>
                <a:gs pos="28571">
                  <a:srgbClr val="000002">
                    <a:alpha val="22740"/>
                  </a:srgbClr>
                </a:gs>
                <a:gs pos="42857">
                  <a:srgbClr val="000002">
                    <a:alpha val="15568"/>
                  </a:srgbClr>
                </a:gs>
                <a:gs pos="57143">
                  <a:srgbClr val="000002">
                    <a:alpha val="8951"/>
                  </a:srgbClr>
                </a:gs>
                <a:gs pos="71429">
                  <a:srgbClr val="000002">
                    <a:alpha val="4294"/>
                  </a:srgbClr>
                </a:gs>
                <a:gs pos="85714">
                  <a:srgbClr val="000002">
                    <a:alpha val="1721"/>
                  </a:srgbClr>
                </a:gs>
                <a:gs pos="100000">
                  <a:srgbClr val="000002">
                    <a:alpha val="5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1" name="Splat 851"/>
            <p:cNvSpPr>
              <a:spLocks noGrp="1"/>
            </p:cNvSpPr>
            <p:nvPr/>
          </p:nvSpPr>
          <p:spPr>
            <a:xfrm rot="6796675">
              <a:off x="2587792" y="2120378"/>
              <a:ext cx="286496" cy="78953"/>
            </a:xfrm>
            <a:prstGeom prst="ellipse">
              <a:avLst/>
            </a:prstGeom>
            <a:gradFill>
              <a:gsLst>
                <a:gs pos="0">
                  <a:srgbClr val="000300">
                    <a:alpha val="27286"/>
                  </a:srgbClr>
                </a:gs>
                <a:gs pos="14286">
                  <a:srgbClr val="000300">
                    <a:alpha val="25388"/>
                  </a:srgbClr>
                </a:gs>
                <a:gs pos="28571">
                  <a:srgbClr val="000300">
                    <a:alpha val="20339"/>
                  </a:srgbClr>
                </a:gs>
                <a:gs pos="42857">
                  <a:srgbClr val="000300">
                    <a:alpha val="13856"/>
                  </a:srgbClr>
                </a:gs>
                <a:gs pos="57143">
                  <a:srgbClr val="000300">
                    <a:alpha val="7932"/>
                  </a:srgbClr>
                </a:gs>
                <a:gs pos="71429">
                  <a:srgbClr val="000300">
                    <a:alpha val="3795"/>
                  </a:srgbClr>
                </a:gs>
                <a:gs pos="85714">
                  <a:srgbClr val="000300">
                    <a:alpha val="1518"/>
                  </a:srgbClr>
                </a:gs>
                <a:gs pos="100000">
                  <a:srgbClr val="000300">
                    <a:alpha val="5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2" name="Splat 852"/>
            <p:cNvSpPr>
              <a:spLocks noGrp="1"/>
            </p:cNvSpPr>
            <p:nvPr/>
          </p:nvSpPr>
          <p:spPr>
            <a:xfrm rot="-9788491">
              <a:off x="2036756" y="1608400"/>
              <a:ext cx="367115" cy="97119"/>
            </a:xfrm>
            <a:prstGeom prst="ellipse">
              <a:avLst/>
            </a:prstGeom>
            <a:gradFill>
              <a:gsLst>
                <a:gs pos="0">
                  <a:srgbClr val="141312">
                    <a:alpha val="17320"/>
                  </a:srgbClr>
                </a:gs>
                <a:gs pos="14286">
                  <a:srgbClr val="141312">
                    <a:alpha val="16038"/>
                  </a:srgbClr>
                </a:gs>
                <a:gs pos="28571">
                  <a:srgbClr val="141312">
                    <a:alpha val="12692"/>
                  </a:srgbClr>
                </a:gs>
                <a:gs pos="42857">
                  <a:srgbClr val="141312">
                    <a:alpha val="8518"/>
                  </a:srgbClr>
                </a:gs>
                <a:gs pos="57143">
                  <a:srgbClr val="141312">
                    <a:alpha val="4813"/>
                  </a:srgbClr>
                </a:gs>
                <a:gs pos="71429">
                  <a:srgbClr val="141312">
                    <a:alpha val="2283"/>
                  </a:srgbClr>
                </a:gs>
                <a:gs pos="85714">
                  <a:srgbClr val="141312">
                    <a:alpha val="909"/>
                  </a:srgbClr>
                </a:gs>
                <a:gs pos="100000">
                  <a:srgbClr val="141312">
                    <a:alpha val="3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3" name="Splat 853"/>
            <p:cNvSpPr>
              <a:spLocks noGrp="1"/>
            </p:cNvSpPr>
            <p:nvPr/>
          </p:nvSpPr>
          <p:spPr>
            <a:xfrm rot="7810954">
              <a:off x="2561064" y="2175862"/>
              <a:ext cx="319004" cy="78804"/>
            </a:xfrm>
            <a:prstGeom prst="ellipse">
              <a:avLst/>
            </a:prstGeom>
            <a:gradFill>
              <a:gsLst>
                <a:gs pos="0">
                  <a:srgbClr val="383935">
                    <a:alpha val="19687"/>
                  </a:srgbClr>
                </a:gs>
                <a:gs pos="14286">
                  <a:srgbClr val="383935">
                    <a:alpha val="18250"/>
                  </a:srgbClr>
                </a:gs>
                <a:gs pos="28571">
                  <a:srgbClr val="383935">
                    <a:alpha val="14483"/>
                  </a:srgbClr>
                </a:gs>
                <a:gs pos="42857">
                  <a:srgbClr val="383935">
                    <a:alpha val="9753"/>
                  </a:srgbClr>
                </a:gs>
                <a:gs pos="57143">
                  <a:srgbClr val="383935">
                    <a:alpha val="5528"/>
                  </a:srgbClr>
                </a:gs>
                <a:gs pos="71429">
                  <a:srgbClr val="383935">
                    <a:alpha val="2627"/>
                  </a:srgbClr>
                </a:gs>
                <a:gs pos="85714">
                  <a:srgbClr val="383935">
                    <a:alpha val="1047"/>
                  </a:srgbClr>
                </a:gs>
                <a:gs pos="100000">
                  <a:srgbClr val="383935">
                    <a:alpha val="3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4" name="Splat 854"/>
            <p:cNvSpPr>
              <a:spLocks noGrp="1"/>
            </p:cNvSpPr>
            <p:nvPr/>
          </p:nvSpPr>
          <p:spPr>
            <a:xfrm rot="9042952">
              <a:off x="2120880" y="1668502"/>
              <a:ext cx="354046" cy="72049"/>
            </a:xfrm>
            <a:prstGeom prst="ellipse">
              <a:avLst/>
            </a:prstGeom>
            <a:gradFill>
              <a:gsLst>
                <a:gs pos="0">
                  <a:srgbClr val="393C3C">
                    <a:alpha val="10471"/>
                  </a:srgbClr>
                </a:gs>
                <a:gs pos="14286">
                  <a:srgbClr val="393C3C">
                    <a:alpha val="9667"/>
                  </a:srgbClr>
                </a:gs>
                <a:gs pos="28571">
                  <a:srgbClr val="393C3C">
                    <a:alpha val="7590"/>
                  </a:srgbClr>
                </a:gs>
                <a:gs pos="42857">
                  <a:srgbClr val="393C3C">
                    <a:alpha val="5046"/>
                  </a:srgbClr>
                </a:gs>
                <a:gs pos="57143">
                  <a:srgbClr val="393C3C">
                    <a:alpha val="2828"/>
                  </a:srgbClr>
                </a:gs>
                <a:gs pos="71429">
                  <a:srgbClr val="393C3C">
                    <a:alpha val="1334"/>
                  </a:srgbClr>
                </a:gs>
                <a:gs pos="85714">
                  <a:srgbClr val="393C3C">
                    <a:alpha val="530"/>
                  </a:srgbClr>
                </a:gs>
                <a:gs pos="100000">
                  <a:srgbClr val="393C3C">
                    <a:alpha val="1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5" name="Splat 855"/>
            <p:cNvSpPr>
              <a:spLocks noGrp="1"/>
            </p:cNvSpPr>
            <p:nvPr/>
          </p:nvSpPr>
          <p:spPr>
            <a:xfrm rot="-8112916">
              <a:off x="2388636" y="2324872"/>
              <a:ext cx="345526" cy="277650"/>
            </a:xfrm>
            <a:prstGeom prst="ellipse">
              <a:avLst/>
            </a:prstGeom>
            <a:gradFill>
              <a:gsLst>
                <a:gs pos="0">
                  <a:srgbClr val="000000">
                    <a:alpha val="18139"/>
                  </a:srgbClr>
                </a:gs>
                <a:gs pos="14286">
                  <a:srgbClr val="000000">
                    <a:alpha val="16803"/>
                  </a:srgbClr>
                </a:gs>
                <a:gs pos="28571">
                  <a:srgbClr val="000000">
                    <a:alpha val="13310"/>
                  </a:srgbClr>
                </a:gs>
                <a:gs pos="42857">
                  <a:srgbClr val="000000">
                    <a:alpha val="8943"/>
                  </a:srgbClr>
                </a:gs>
                <a:gs pos="57143">
                  <a:srgbClr val="000000">
                    <a:alpha val="5059"/>
                  </a:srgbClr>
                </a:gs>
                <a:gs pos="71429">
                  <a:srgbClr val="000000">
                    <a:alpha val="2401"/>
                  </a:srgbClr>
                </a:gs>
                <a:gs pos="85714">
                  <a:srgbClr val="000000">
                    <a:alpha val="956"/>
                  </a:srgbClr>
                </a:gs>
                <a:gs pos="100000">
                  <a:srgbClr val="000000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6" name="Splat 856"/>
            <p:cNvSpPr>
              <a:spLocks noGrp="1"/>
            </p:cNvSpPr>
            <p:nvPr/>
          </p:nvSpPr>
          <p:spPr>
            <a:xfrm rot="6204685">
              <a:off x="2277025" y="2339118"/>
              <a:ext cx="335360" cy="319305"/>
            </a:xfrm>
            <a:prstGeom prst="ellipse">
              <a:avLst/>
            </a:prstGeom>
            <a:gradFill>
              <a:gsLst>
                <a:gs pos="0">
                  <a:srgbClr val="000000">
                    <a:alpha val="32897"/>
                  </a:srgbClr>
                </a:gs>
                <a:gs pos="14286">
                  <a:srgbClr val="000000">
                    <a:alpha val="30697"/>
                  </a:srgbClr>
                </a:gs>
                <a:gs pos="28571">
                  <a:srgbClr val="000000">
                    <a:alpha val="24776"/>
                  </a:srgbClr>
                </a:gs>
                <a:gs pos="42857">
                  <a:srgbClr val="000000">
                    <a:alpha val="17034"/>
                  </a:srgbClr>
                </a:gs>
                <a:gs pos="57143">
                  <a:srgbClr val="000000">
                    <a:alpha val="9830"/>
                  </a:srgbClr>
                </a:gs>
                <a:gs pos="71429">
                  <a:srgbClr val="000000">
                    <a:alpha val="4728"/>
                  </a:srgbClr>
                </a:gs>
                <a:gs pos="85714">
                  <a:srgbClr val="000000">
                    <a:alpha val="1897"/>
                  </a:srgbClr>
                </a:gs>
                <a:gs pos="100000">
                  <a:srgbClr val="000000">
                    <a:alpha val="6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7" name="Splat 857"/>
            <p:cNvSpPr>
              <a:spLocks noGrp="1"/>
            </p:cNvSpPr>
            <p:nvPr/>
          </p:nvSpPr>
          <p:spPr>
            <a:xfrm rot="6329473">
              <a:off x="2591265" y="2059825"/>
              <a:ext cx="379083" cy="346463"/>
            </a:xfrm>
            <a:prstGeom prst="ellipse">
              <a:avLst/>
            </a:prstGeom>
            <a:gradFill>
              <a:gsLst>
                <a:gs pos="0">
                  <a:srgbClr val="060405">
                    <a:alpha val="16765"/>
                  </a:srgbClr>
                </a:gs>
                <a:gs pos="14286">
                  <a:srgbClr val="060405">
                    <a:alpha val="15520"/>
                  </a:srgbClr>
                </a:gs>
                <a:gs pos="28571">
                  <a:srgbClr val="060405">
                    <a:alpha val="12274"/>
                  </a:srgbClr>
                </a:gs>
                <a:gs pos="42857">
                  <a:srgbClr val="060405">
                    <a:alpha val="8231"/>
                  </a:srgbClr>
                </a:gs>
                <a:gs pos="57143">
                  <a:srgbClr val="060405">
                    <a:alpha val="4648"/>
                  </a:srgbClr>
                </a:gs>
                <a:gs pos="71429">
                  <a:srgbClr val="060405">
                    <a:alpha val="2203"/>
                  </a:srgbClr>
                </a:gs>
                <a:gs pos="85714">
                  <a:srgbClr val="060405">
                    <a:alpha val="877"/>
                  </a:srgbClr>
                </a:gs>
                <a:gs pos="100000">
                  <a:srgbClr val="060405">
                    <a:alpha val="2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8" name="Splat 858"/>
            <p:cNvSpPr>
              <a:spLocks noGrp="1"/>
            </p:cNvSpPr>
            <p:nvPr/>
          </p:nvSpPr>
          <p:spPr>
            <a:xfrm rot="7643110">
              <a:off x="2111925" y="2348253"/>
              <a:ext cx="346289" cy="300178"/>
            </a:xfrm>
            <a:prstGeom prst="ellipse">
              <a:avLst/>
            </a:prstGeom>
            <a:gradFill>
              <a:gsLst>
                <a:gs pos="0">
                  <a:srgbClr val="040001">
                    <a:alpha val="28362"/>
                  </a:srgbClr>
                </a:gs>
                <a:gs pos="14286">
                  <a:srgbClr val="040001">
                    <a:alpha val="26403"/>
                  </a:srgbClr>
                </a:gs>
                <a:gs pos="28571">
                  <a:srgbClr val="040001">
                    <a:alpha val="21182"/>
                  </a:srgbClr>
                </a:gs>
                <a:gs pos="42857">
                  <a:srgbClr val="040001">
                    <a:alpha val="14455"/>
                  </a:srgbClr>
                </a:gs>
                <a:gs pos="57143">
                  <a:srgbClr val="040001">
                    <a:alpha val="8288"/>
                  </a:srgbClr>
                </a:gs>
                <a:gs pos="71429">
                  <a:srgbClr val="040001">
                    <a:alpha val="3969"/>
                  </a:srgbClr>
                </a:gs>
                <a:gs pos="85714">
                  <a:srgbClr val="040001">
                    <a:alpha val="1589"/>
                  </a:srgbClr>
                </a:gs>
                <a:gs pos="100000">
                  <a:srgbClr val="040001">
                    <a:alpha val="5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9" name="Splat 859"/>
            <p:cNvSpPr>
              <a:spLocks noGrp="1"/>
            </p:cNvSpPr>
            <p:nvPr/>
          </p:nvSpPr>
          <p:spPr>
            <a:xfrm rot="9535570">
              <a:off x="2254705" y="1686963"/>
              <a:ext cx="448709" cy="70001"/>
            </a:xfrm>
            <a:prstGeom prst="ellipse">
              <a:avLst/>
            </a:prstGeom>
            <a:gradFill>
              <a:gsLst>
                <a:gs pos="0">
                  <a:srgbClr val="706F6A">
                    <a:alpha val="2017"/>
                  </a:srgbClr>
                </a:gs>
                <a:gs pos="14286">
                  <a:srgbClr val="706F6A">
                    <a:alpha val="1855"/>
                  </a:srgbClr>
                </a:gs>
                <a:gs pos="28571">
                  <a:srgbClr val="706F6A">
                    <a:alpha val="1444"/>
                  </a:srgbClr>
                </a:gs>
                <a:gs pos="42857">
                  <a:srgbClr val="706F6A">
                    <a:alpha val="949"/>
                  </a:srgbClr>
                </a:gs>
                <a:gs pos="57143">
                  <a:srgbClr val="706F6A">
                    <a:alpha val="527"/>
                  </a:srgbClr>
                </a:gs>
                <a:gs pos="71429">
                  <a:srgbClr val="706F6A">
                    <a:alpha val="247"/>
                  </a:srgbClr>
                </a:gs>
                <a:gs pos="85714">
                  <a:srgbClr val="706F6A">
                    <a:alpha val="98"/>
                  </a:srgbClr>
                </a:gs>
                <a:gs pos="100000">
                  <a:srgbClr val="706F6A">
                    <a:alpha val="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0" name="Splat 860"/>
            <p:cNvSpPr>
              <a:spLocks noGrp="1"/>
            </p:cNvSpPr>
            <p:nvPr/>
          </p:nvSpPr>
          <p:spPr>
            <a:xfrm rot="6721925">
              <a:off x="1831649" y="1928707"/>
              <a:ext cx="353520" cy="95335"/>
            </a:xfrm>
            <a:prstGeom prst="ellipse">
              <a:avLst/>
            </a:prstGeom>
            <a:gradFill>
              <a:gsLst>
                <a:gs pos="0">
                  <a:srgbClr val="323031">
                    <a:alpha val="28337"/>
                  </a:srgbClr>
                </a:gs>
                <a:gs pos="14286">
                  <a:srgbClr val="323031">
                    <a:alpha val="26379"/>
                  </a:srgbClr>
                </a:gs>
                <a:gs pos="28571">
                  <a:srgbClr val="323031">
                    <a:alpha val="21162"/>
                  </a:srgbClr>
                </a:gs>
                <a:gs pos="42857">
                  <a:srgbClr val="323031">
                    <a:alpha val="14441"/>
                  </a:srgbClr>
                </a:gs>
                <a:gs pos="57143">
                  <a:srgbClr val="323031">
                    <a:alpha val="8279"/>
                  </a:srgbClr>
                </a:gs>
                <a:gs pos="71429">
                  <a:srgbClr val="323031">
                    <a:alpha val="3965"/>
                  </a:srgbClr>
                </a:gs>
                <a:gs pos="85714">
                  <a:srgbClr val="323031">
                    <a:alpha val="1587"/>
                  </a:srgbClr>
                </a:gs>
                <a:gs pos="100000">
                  <a:srgbClr val="323031">
                    <a:alpha val="5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1" name="Splat 861"/>
            <p:cNvSpPr>
              <a:spLocks noGrp="1"/>
            </p:cNvSpPr>
            <p:nvPr/>
          </p:nvSpPr>
          <p:spPr>
            <a:xfrm rot="9870801">
              <a:off x="1843229" y="2183101"/>
              <a:ext cx="342098" cy="270730"/>
            </a:xfrm>
            <a:prstGeom prst="ellipse">
              <a:avLst/>
            </a:prstGeom>
            <a:gradFill>
              <a:gsLst>
                <a:gs pos="0">
                  <a:srgbClr val="000002">
                    <a:alpha val="18226"/>
                  </a:srgbClr>
                </a:gs>
                <a:gs pos="14286">
                  <a:srgbClr val="000002">
                    <a:alpha val="16884"/>
                  </a:srgbClr>
                </a:gs>
                <a:gs pos="28571">
                  <a:srgbClr val="000002">
                    <a:alpha val="13376"/>
                  </a:srgbClr>
                </a:gs>
                <a:gs pos="42857">
                  <a:srgbClr val="000002">
                    <a:alpha val="8988"/>
                  </a:srgbClr>
                </a:gs>
                <a:gs pos="57143">
                  <a:srgbClr val="000002">
                    <a:alpha val="5085"/>
                  </a:srgbClr>
                </a:gs>
                <a:gs pos="71429">
                  <a:srgbClr val="000002">
                    <a:alpha val="2413"/>
                  </a:srgbClr>
                </a:gs>
                <a:gs pos="85714">
                  <a:srgbClr val="000002">
                    <a:alpha val="961"/>
                  </a:srgbClr>
                </a:gs>
                <a:gs pos="100000">
                  <a:srgbClr val="000002">
                    <a:alpha val="3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2" name="Splat 862"/>
            <p:cNvSpPr>
              <a:spLocks noGrp="1"/>
            </p:cNvSpPr>
            <p:nvPr/>
          </p:nvSpPr>
          <p:spPr>
            <a:xfrm rot="7026838">
              <a:off x="2118538" y="2351952"/>
              <a:ext cx="344833" cy="305573"/>
            </a:xfrm>
            <a:prstGeom prst="ellipse">
              <a:avLst/>
            </a:prstGeom>
            <a:gradFill>
              <a:gsLst>
                <a:gs pos="0">
                  <a:srgbClr val="050001">
                    <a:alpha val="26794"/>
                  </a:srgbClr>
                </a:gs>
                <a:gs pos="14286">
                  <a:srgbClr val="050001">
                    <a:alpha val="24924"/>
                  </a:srgbClr>
                </a:gs>
                <a:gs pos="28571">
                  <a:srgbClr val="050001">
                    <a:alpha val="19955"/>
                  </a:srgbClr>
                </a:gs>
                <a:gs pos="42857">
                  <a:srgbClr val="050001">
                    <a:alpha val="13584"/>
                  </a:srgbClr>
                </a:gs>
                <a:gs pos="57143">
                  <a:srgbClr val="050001">
                    <a:alpha val="7771"/>
                  </a:srgbClr>
                </a:gs>
                <a:gs pos="71429">
                  <a:srgbClr val="050001">
                    <a:alpha val="3716"/>
                  </a:srgbClr>
                </a:gs>
                <a:gs pos="85714">
                  <a:srgbClr val="050001">
                    <a:alpha val="1486"/>
                  </a:srgbClr>
                </a:gs>
                <a:gs pos="100000">
                  <a:srgbClr val="050001">
                    <a:alpha val="4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3" name="Splat 863"/>
            <p:cNvSpPr>
              <a:spLocks noGrp="1"/>
            </p:cNvSpPr>
            <p:nvPr/>
          </p:nvSpPr>
          <p:spPr>
            <a:xfrm rot="-9513080">
              <a:off x="2511781" y="1830238"/>
              <a:ext cx="307743" cy="106416"/>
            </a:xfrm>
            <a:prstGeom prst="ellipse">
              <a:avLst/>
            </a:prstGeom>
            <a:gradFill>
              <a:gsLst>
                <a:gs pos="0">
                  <a:srgbClr val="00000E">
                    <a:alpha val="9087"/>
                  </a:srgbClr>
                </a:gs>
                <a:gs pos="14286">
                  <a:srgbClr val="00000E">
                    <a:alpha val="8383"/>
                  </a:srgbClr>
                </a:gs>
                <a:gs pos="28571">
                  <a:srgbClr val="00000E">
                    <a:alpha val="6572"/>
                  </a:srgbClr>
                </a:gs>
                <a:gs pos="42857">
                  <a:srgbClr val="00000E">
                    <a:alpha val="4361"/>
                  </a:srgbClr>
                </a:gs>
                <a:gs pos="57143">
                  <a:srgbClr val="00000E">
                    <a:alpha val="2441"/>
                  </a:srgbClr>
                </a:gs>
                <a:gs pos="71429">
                  <a:srgbClr val="00000E">
                    <a:alpha val="1150"/>
                  </a:srgbClr>
                </a:gs>
                <a:gs pos="85714">
                  <a:srgbClr val="00000E">
                    <a:alpha val="456"/>
                  </a:srgbClr>
                </a:gs>
                <a:gs pos="100000">
                  <a:srgbClr val="00000E">
                    <a:alpha val="1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4" name="Splat 864"/>
            <p:cNvSpPr>
              <a:spLocks noGrp="1"/>
            </p:cNvSpPr>
            <p:nvPr/>
          </p:nvSpPr>
          <p:spPr>
            <a:xfrm rot="8456208">
              <a:off x="2574496" y="2107644"/>
              <a:ext cx="299288" cy="93649"/>
            </a:xfrm>
            <a:prstGeom prst="ellipse">
              <a:avLst/>
            </a:prstGeom>
            <a:gradFill>
              <a:gsLst>
                <a:gs pos="0">
                  <a:srgbClr val="000908">
                    <a:alpha val="12944"/>
                  </a:srgbClr>
                </a:gs>
                <a:gs pos="14286">
                  <a:srgbClr val="000908">
                    <a:alpha val="11962"/>
                  </a:srgbClr>
                </a:gs>
                <a:gs pos="28571">
                  <a:srgbClr val="000908">
                    <a:alpha val="9419"/>
                  </a:srgbClr>
                </a:gs>
                <a:gs pos="42857">
                  <a:srgbClr val="000908">
                    <a:alpha val="6282"/>
                  </a:srgbClr>
                </a:gs>
                <a:gs pos="57143">
                  <a:srgbClr val="000908">
                    <a:alpha val="3531"/>
                  </a:srgbClr>
                </a:gs>
                <a:gs pos="71429">
                  <a:srgbClr val="000908">
                    <a:alpha val="1669"/>
                  </a:srgbClr>
                </a:gs>
                <a:gs pos="85714">
                  <a:srgbClr val="000908">
                    <a:alpha val="663"/>
                  </a:srgbClr>
                </a:gs>
                <a:gs pos="100000">
                  <a:srgbClr val="000908">
                    <a:alpha val="2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5" name="Splat 865"/>
            <p:cNvSpPr>
              <a:spLocks noGrp="1"/>
            </p:cNvSpPr>
            <p:nvPr/>
          </p:nvSpPr>
          <p:spPr>
            <a:xfrm rot="-10385670">
              <a:off x="2180665" y="1697398"/>
              <a:ext cx="311277" cy="79657"/>
            </a:xfrm>
            <a:prstGeom prst="ellipse">
              <a:avLst/>
            </a:prstGeom>
            <a:gradFill>
              <a:gsLst>
                <a:gs pos="0">
                  <a:srgbClr val="D9D9D7">
                    <a:alpha val="7064"/>
                  </a:srgbClr>
                </a:gs>
                <a:gs pos="14286">
                  <a:srgbClr val="D9D9D7">
                    <a:alpha val="6511"/>
                  </a:srgbClr>
                </a:gs>
                <a:gs pos="28571">
                  <a:srgbClr val="D9D9D7">
                    <a:alpha val="5094"/>
                  </a:srgbClr>
                </a:gs>
                <a:gs pos="42857">
                  <a:srgbClr val="D9D9D7">
                    <a:alpha val="3371"/>
                  </a:srgbClr>
                </a:gs>
                <a:gs pos="57143">
                  <a:srgbClr val="D9D9D7">
                    <a:alpha val="1882"/>
                  </a:srgbClr>
                </a:gs>
                <a:gs pos="71429">
                  <a:srgbClr val="D9D9D7">
                    <a:alpha val="885"/>
                  </a:srgbClr>
                </a:gs>
                <a:gs pos="85714">
                  <a:srgbClr val="D9D9D7">
                    <a:alpha val="351"/>
                  </a:srgbClr>
                </a:gs>
                <a:gs pos="100000">
                  <a:srgbClr val="D9D9D7">
                    <a:alpha val="1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6" name="Splat 866"/>
            <p:cNvSpPr>
              <a:spLocks noGrp="1"/>
            </p:cNvSpPr>
            <p:nvPr/>
          </p:nvSpPr>
          <p:spPr>
            <a:xfrm rot="9194196">
              <a:off x="1827459" y="2189001"/>
              <a:ext cx="351096" cy="265269"/>
            </a:xfrm>
            <a:prstGeom prst="ellipse">
              <a:avLst/>
            </a:prstGeom>
            <a:gradFill>
              <a:gsLst>
                <a:gs pos="0">
                  <a:srgbClr val="000001">
                    <a:alpha val="21774"/>
                  </a:srgbClr>
                </a:gs>
                <a:gs pos="14286">
                  <a:srgbClr val="000001">
                    <a:alpha val="20204"/>
                  </a:srgbClr>
                </a:gs>
                <a:gs pos="28571">
                  <a:srgbClr val="000001">
                    <a:alpha val="16075"/>
                  </a:srgbClr>
                </a:gs>
                <a:gs pos="42857">
                  <a:srgbClr val="000001">
                    <a:alpha val="10859"/>
                  </a:srgbClr>
                </a:gs>
                <a:gs pos="57143">
                  <a:srgbClr val="000001">
                    <a:alpha val="6171"/>
                  </a:srgbClr>
                </a:gs>
                <a:gs pos="71429">
                  <a:srgbClr val="000001">
                    <a:alpha val="2937"/>
                  </a:srgbClr>
                </a:gs>
                <a:gs pos="85714">
                  <a:srgbClr val="000001">
                    <a:alpha val="1172"/>
                  </a:srgbClr>
                </a:gs>
                <a:gs pos="100000">
                  <a:srgbClr val="000001">
                    <a:alpha val="3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7" name="Splat 867"/>
            <p:cNvSpPr>
              <a:spLocks noGrp="1"/>
            </p:cNvSpPr>
            <p:nvPr/>
          </p:nvSpPr>
          <p:spPr>
            <a:xfrm rot="-10033488">
              <a:off x="2142604" y="1682270"/>
              <a:ext cx="337761" cy="74079"/>
            </a:xfrm>
            <a:prstGeom prst="ellipse">
              <a:avLst/>
            </a:prstGeom>
            <a:gradFill>
              <a:gsLst>
                <a:gs pos="0">
                  <a:srgbClr val="767575">
                    <a:alpha val="6858"/>
                  </a:srgbClr>
                </a:gs>
                <a:gs pos="14286">
                  <a:srgbClr val="767575">
                    <a:alpha val="6322"/>
                  </a:srgbClr>
                </a:gs>
                <a:gs pos="28571">
                  <a:srgbClr val="767575">
                    <a:alpha val="4944"/>
                  </a:srgbClr>
                </a:gs>
                <a:gs pos="42857">
                  <a:srgbClr val="767575">
                    <a:alpha val="3271"/>
                  </a:srgbClr>
                </a:gs>
                <a:gs pos="57143">
                  <a:srgbClr val="767575">
                    <a:alpha val="1826"/>
                  </a:srgbClr>
                </a:gs>
                <a:gs pos="71429">
                  <a:srgbClr val="767575">
                    <a:alpha val="859"/>
                  </a:srgbClr>
                </a:gs>
                <a:gs pos="85714">
                  <a:srgbClr val="767575">
                    <a:alpha val="341"/>
                  </a:srgbClr>
                </a:gs>
                <a:gs pos="100000">
                  <a:srgbClr val="767575">
                    <a:alpha val="1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8" name="Splat 868"/>
            <p:cNvSpPr>
              <a:spLocks noGrp="1"/>
            </p:cNvSpPr>
            <p:nvPr/>
          </p:nvSpPr>
          <p:spPr>
            <a:xfrm rot="-9457314">
              <a:off x="2350167" y="1702897"/>
              <a:ext cx="345203" cy="65896"/>
            </a:xfrm>
            <a:prstGeom prst="ellipse">
              <a:avLst/>
            </a:prstGeom>
            <a:gradFill>
              <a:gsLst>
                <a:gs pos="0">
                  <a:srgbClr val="1B171B">
                    <a:alpha val="6908"/>
                  </a:srgbClr>
                </a:gs>
                <a:gs pos="14286">
                  <a:srgbClr val="1B171B">
                    <a:alpha val="6367"/>
                  </a:srgbClr>
                </a:gs>
                <a:gs pos="28571">
                  <a:srgbClr val="1B171B">
                    <a:alpha val="4980"/>
                  </a:srgbClr>
                </a:gs>
                <a:gs pos="42857">
                  <a:srgbClr val="1B171B">
                    <a:alpha val="3295"/>
                  </a:srgbClr>
                </a:gs>
                <a:gs pos="57143">
                  <a:srgbClr val="1B171B">
                    <a:alpha val="1839"/>
                  </a:srgbClr>
                </a:gs>
                <a:gs pos="71429">
                  <a:srgbClr val="1B171B">
                    <a:alpha val="865"/>
                  </a:srgbClr>
                </a:gs>
                <a:gs pos="85714">
                  <a:srgbClr val="1B171B">
                    <a:alpha val="343"/>
                  </a:srgbClr>
                </a:gs>
                <a:gs pos="100000">
                  <a:srgbClr val="1B171B">
                    <a:alpha val="1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9" name="Splat 869"/>
            <p:cNvSpPr>
              <a:spLocks noGrp="1"/>
            </p:cNvSpPr>
            <p:nvPr/>
          </p:nvSpPr>
          <p:spPr>
            <a:xfrm rot="5790206">
              <a:off x="1863463" y="1959974"/>
              <a:ext cx="328426" cy="96917"/>
            </a:xfrm>
            <a:prstGeom prst="ellipse">
              <a:avLst/>
            </a:prstGeom>
            <a:gradFill>
              <a:gsLst>
                <a:gs pos="0">
                  <a:srgbClr val="BCBBBB">
                    <a:alpha val="5512"/>
                  </a:srgbClr>
                </a:gs>
                <a:gs pos="14286">
                  <a:srgbClr val="BCBBBB">
                    <a:alpha val="5078"/>
                  </a:srgbClr>
                </a:gs>
                <a:gs pos="28571">
                  <a:srgbClr val="BCBBBB">
                    <a:alpha val="3966"/>
                  </a:srgbClr>
                </a:gs>
                <a:gs pos="42857">
                  <a:srgbClr val="BCBBBB">
                    <a:alpha val="2619"/>
                  </a:srgbClr>
                </a:gs>
                <a:gs pos="57143">
                  <a:srgbClr val="BCBBBB">
                    <a:alpha val="1460"/>
                  </a:srgbClr>
                </a:gs>
                <a:gs pos="71429">
                  <a:srgbClr val="BCBBBB">
                    <a:alpha val="686"/>
                  </a:srgbClr>
                </a:gs>
                <a:gs pos="85714">
                  <a:srgbClr val="BCBBBB">
                    <a:alpha val="272"/>
                  </a:srgbClr>
                </a:gs>
                <a:gs pos="100000">
                  <a:srgbClr val="BCBBBB">
                    <a:alpha val="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0" name="Splat 870"/>
            <p:cNvSpPr>
              <a:spLocks noGrp="1"/>
            </p:cNvSpPr>
            <p:nvPr/>
          </p:nvSpPr>
          <p:spPr>
            <a:xfrm rot="9589646">
              <a:off x="2287607" y="2379998"/>
              <a:ext cx="330434" cy="73807"/>
            </a:xfrm>
            <a:prstGeom prst="ellipse">
              <a:avLst/>
            </a:prstGeom>
            <a:gradFill>
              <a:gsLst>
                <a:gs pos="0">
                  <a:srgbClr val="090504">
                    <a:alpha val="2653"/>
                  </a:srgbClr>
                </a:gs>
                <a:gs pos="14286">
                  <a:srgbClr val="090504">
                    <a:alpha val="2441"/>
                  </a:srgbClr>
                </a:gs>
                <a:gs pos="28571">
                  <a:srgbClr val="090504">
                    <a:alpha val="1901"/>
                  </a:srgbClr>
                </a:gs>
                <a:gs pos="42857">
                  <a:srgbClr val="090504">
                    <a:alpha val="1251"/>
                  </a:srgbClr>
                </a:gs>
                <a:gs pos="57143">
                  <a:srgbClr val="090504">
                    <a:alpha val="695"/>
                  </a:srgbClr>
                </a:gs>
                <a:gs pos="71429">
                  <a:srgbClr val="090504">
                    <a:alpha val="326"/>
                  </a:srgbClr>
                </a:gs>
                <a:gs pos="85714">
                  <a:srgbClr val="090504">
                    <a:alpha val="129"/>
                  </a:srgbClr>
                </a:gs>
                <a:gs pos="100000">
                  <a:srgbClr val="090504">
                    <a:alpha val="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1" name="Splat 871"/>
            <p:cNvSpPr>
              <a:spLocks noGrp="1"/>
            </p:cNvSpPr>
            <p:nvPr/>
          </p:nvSpPr>
          <p:spPr>
            <a:xfrm rot="-10159660">
              <a:off x="1846612" y="2186940"/>
              <a:ext cx="363220" cy="323513"/>
            </a:xfrm>
            <a:prstGeom prst="ellipse">
              <a:avLst/>
            </a:prstGeom>
            <a:gradFill>
              <a:gsLst>
                <a:gs pos="0">
                  <a:srgbClr val="000100">
                    <a:alpha val="4845"/>
                  </a:srgbClr>
                </a:gs>
                <a:gs pos="14286">
                  <a:srgbClr val="000100">
                    <a:alpha val="4462"/>
                  </a:srgbClr>
                </a:gs>
                <a:gs pos="28571">
                  <a:srgbClr val="000100">
                    <a:alpha val="3482"/>
                  </a:srgbClr>
                </a:gs>
                <a:gs pos="42857">
                  <a:srgbClr val="000100">
                    <a:alpha val="2298"/>
                  </a:srgbClr>
                </a:gs>
                <a:gs pos="57143">
                  <a:srgbClr val="000100">
                    <a:alpha val="1280"/>
                  </a:srgbClr>
                </a:gs>
                <a:gs pos="71429">
                  <a:srgbClr val="000100">
                    <a:alpha val="601"/>
                  </a:srgbClr>
                </a:gs>
                <a:gs pos="85714">
                  <a:srgbClr val="000100">
                    <a:alpha val="238"/>
                  </a:srgbClr>
                </a:gs>
                <a:gs pos="100000">
                  <a:srgbClr val="000100">
                    <a:alpha val="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2" name="Splat 872"/>
            <p:cNvSpPr>
              <a:spLocks noGrp="1"/>
            </p:cNvSpPr>
            <p:nvPr/>
          </p:nvSpPr>
          <p:spPr>
            <a:xfrm rot="7478488">
              <a:off x="2469077" y="2281587"/>
              <a:ext cx="332046" cy="77668"/>
            </a:xfrm>
            <a:prstGeom prst="ellipse">
              <a:avLst/>
            </a:prstGeom>
            <a:gradFill>
              <a:gsLst>
                <a:gs pos="0">
                  <a:srgbClr val="050103">
                    <a:alpha val="9441"/>
                  </a:srgbClr>
                </a:gs>
                <a:gs pos="14286">
                  <a:srgbClr val="050103">
                    <a:alpha val="8712"/>
                  </a:srgbClr>
                </a:gs>
                <a:gs pos="28571">
                  <a:srgbClr val="050103">
                    <a:alpha val="6832"/>
                  </a:srgbClr>
                </a:gs>
                <a:gs pos="42857">
                  <a:srgbClr val="050103">
                    <a:alpha val="4536"/>
                  </a:srgbClr>
                </a:gs>
                <a:gs pos="57143">
                  <a:srgbClr val="050103">
                    <a:alpha val="2539"/>
                  </a:srgbClr>
                </a:gs>
                <a:gs pos="71429">
                  <a:srgbClr val="050103">
                    <a:alpha val="1197"/>
                  </a:srgbClr>
                </a:gs>
                <a:gs pos="85714">
                  <a:srgbClr val="050103">
                    <a:alpha val="475"/>
                  </a:srgbClr>
                </a:gs>
                <a:gs pos="100000">
                  <a:srgbClr val="050103">
                    <a:alpha val="1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3" name="Splat 873"/>
            <p:cNvSpPr>
              <a:spLocks noGrp="1"/>
            </p:cNvSpPr>
            <p:nvPr/>
          </p:nvSpPr>
          <p:spPr>
            <a:xfrm rot="10212344">
              <a:off x="2557699" y="2190148"/>
              <a:ext cx="363214" cy="260159"/>
            </a:xfrm>
            <a:prstGeom prst="ellipse">
              <a:avLst/>
            </a:prstGeom>
            <a:gradFill>
              <a:gsLst>
                <a:gs pos="0">
                  <a:srgbClr val="000400">
                    <a:alpha val="27423"/>
                  </a:srgbClr>
                </a:gs>
                <a:gs pos="14286">
                  <a:srgbClr val="000400">
                    <a:alpha val="25517"/>
                  </a:srgbClr>
                </a:gs>
                <a:gs pos="28571">
                  <a:srgbClr val="000400">
                    <a:alpha val="20446"/>
                  </a:srgbClr>
                </a:gs>
                <a:gs pos="42857">
                  <a:srgbClr val="000400">
                    <a:alpha val="13932"/>
                  </a:srgbClr>
                </a:gs>
                <a:gs pos="57143">
                  <a:srgbClr val="000400">
                    <a:alpha val="7977"/>
                  </a:srgbClr>
                </a:gs>
                <a:gs pos="71429">
                  <a:srgbClr val="000400">
                    <a:alpha val="3817"/>
                  </a:srgbClr>
                </a:gs>
                <a:gs pos="85714">
                  <a:srgbClr val="000400">
                    <a:alpha val="1527"/>
                  </a:srgbClr>
                </a:gs>
                <a:gs pos="100000">
                  <a:srgbClr val="000400">
                    <a:alpha val="5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4" name="Splat 874"/>
            <p:cNvSpPr>
              <a:spLocks noGrp="1"/>
            </p:cNvSpPr>
            <p:nvPr/>
          </p:nvSpPr>
          <p:spPr>
            <a:xfrm rot="3697858">
              <a:off x="2103670" y="2385099"/>
              <a:ext cx="359106" cy="296445"/>
            </a:xfrm>
            <a:prstGeom prst="ellipse">
              <a:avLst/>
            </a:prstGeom>
            <a:gradFill>
              <a:gsLst>
                <a:gs pos="0">
                  <a:srgbClr val="040002">
                    <a:alpha val="24851"/>
                  </a:srgbClr>
                </a:gs>
                <a:gs pos="14286">
                  <a:srgbClr val="040002">
                    <a:alpha val="23095"/>
                  </a:srgbClr>
                </a:gs>
                <a:gs pos="28571">
                  <a:srgbClr val="040002">
                    <a:alpha val="18445"/>
                  </a:srgbClr>
                </a:gs>
                <a:gs pos="42857">
                  <a:srgbClr val="040002">
                    <a:alpha val="12518"/>
                  </a:srgbClr>
                </a:gs>
                <a:gs pos="57143">
                  <a:srgbClr val="040002">
                    <a:alpha val="7142"/>
                  </a:srgbClr>
                </a:gs>
                <a:gs pos="71429">
                  <a:srgbClr val="040002">
                    <a:alpha val="3409"/>
                  </a:srgbClr>
                </a:gs>
                <a:gs pos="85714">
                  <a:srgbClr val="040002">
                    <a:alpha val="1362"/>
                  </a:srgbClr>
                </a:gs>
                <a:gs pos="100000">
                  <a:srgbClr val="040002">
                    <a:alpha val="4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5" name="Splat 875"/>
            <p:cNvSpPr>
              <a:spLocks noGrp="1"/>
            </p:cNvSpPr>
            <p:nvPr/>
          </p:nvSpPr>
          <p:spPr>
            <a:xfrm rot="9389820">
              <a:off x="2149891" y="1574179"/>
              <a:ext cx="368845" cy="103332"/>
            </a:xfrm>
            <a:prstGeom prst="ellipse">
              <a:avLst/>
            </a:prstGeom>
            <a:gradFill>
              <a:gsLst>
                <a:gs pos="0">
                  <a:srgbClr val="010203">
                    <a:alpha val="32968"/>
                  </a:srgbClr>
                </a:gs>
                <a:gs pos="14286">
                  <a:srgbClr val="010203">
                    <a:alpha val="30764"/>
                  </a:srgbClr>
                </a:gs>
                <a:gs pos="28571">
                  <a:srgbClr val="010203">
                    <a:alpha val="24833"/>
                  </a:srgbClr>
                </a:gs>
                <a:gs pos="42857">
                  <a:srgbClr val="010203">
                    <a:alpha val="17075"/>
                  </a:srgbClr>
                </a:gs>
                <a:gs pos="57143">
                  <a:srgbClr val="010203">
                    <a:alpha val="9855"/>
                  </a:srgbClr>
                </a:gs>
                <a:gs pos="71429">
                  <a:srgbClr val="010203">
                    <a:alpha val="4740"/>
                  </a:srgbClr>
                </a:gs>
                <a:gs pos="85714">
                  <a:srgbClr val="010203">
                    <a:alpha val="1902"/>
                  </a:srgbClr>
                </a:gs>
                <a:gs pos="100000">
                  <a:srgbClr val="0102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6" name="Splat 876"/>
            <p:cNvSpPr>
              <a:spLocks noGrp="1"/>
            </p:cNvSpPr>
            <p:nvPr/>
          </p:nvSpPr>
          <p:spPr>
            <a:xfrm rot="8841728">
              <a:off x="1777928" y="2153992"/>
              <a:ext cx="282652" cy="113344"/>
            </a:xfrm>
            <a:prstGeom prst="ellipse">
              <a:avLst/>
            </a:prstGeom>
            <a:gradFill>
              <a:gsLst>
                <a:gs pos="0">
                  <a:srgbClr val="000002">
                    <a:alpha val="25900"/>
                  </a:srgbClr>
                </a:gs>
                <a:gs pos="14286">
                  <a:srgbClr val="000002">
                    <a:alpha val="24081"/>
                  </a:srgbClr>
                </a:gs>
                <a:gs pos="28571">
                  <a:srgbClr val="000002">
                    <a:alpha val="19258"/>
                  </a:srgbClr>
                </a:gs>
                <a:gs pos="42857">
                  <a:srgbClr val="000002">
                    <a:alpha val="13091"/>
                  </a:srgbClr>
                </a:gs>
                <a:gs pos="57143">
                  <a:srgbClr val="000002">
                    <a:alpha val="7480"/>
                  </a:srgbClr>
                </a:gs>
                <a:gs pos="71429">
                  <a:srgbClr val="000002">
                    <a:alpha val="3574"/>
                  </a:srgbClr>
                </a:gs>
                <a:gs pos="85714">
                  <a:srgbClr val="000002">
                    <a:alpha val="1429"/>
                  </a:srgbClr>
                </a:gs>
                <a:gs pos="100000">
                  <a:srgbClr val="000002">
                    <a:alpha val="4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7" name="Splat 877"/>
            <p:cNvSpPr>
              <a:spLocks noGrp="1"/>
            </p:cNvSpPr>
            <p:nvPr/>
          </p:nvSpPr>
          <p:spPr>
            <a:xfrm rot="5194062">
              <a:off x="2428184" y="2308969"/>
              <a:ext cx="368773" cy="307360"/>
            </a:xfrm>
            <a:prstGeom prst="ellipse">
              <a:avLst/>
            </a:prstGeom>
            <a:gradFill>
              <a:gsLst>
                <a:gs pos="0">
                  <a:srgbClr val="000000">
                    <a:alpha val="24912"/>
                  </a:srgbClr>
                </a:gs>
                <a:gs pos="14286">
                  <a:srgbClr val="000000">
                    <a:alpha val="23151"/>
                  </a:srgbClr>
                </a:gs>
                <a:gs pos="28571">
                  <a:srgbClr val="000000">
                    <a:alpha val="18491"/>
                  </a:srgbClr>
                </a:gs>
                <a:gs pos="42857">
                  <a:srgbClr val="000000">
                    <a:alpha val="12551"/>
                  </a:srgbClr>
                </a:gs>
                <a:gs pos="57143">
                  <a:srgbClr val="000000">
                    <a:alpha val="7162"/>
                  </a:srgbClr>
                </a:gs>
                <a:gs pos="71429">
                  <a:srgbClr val="000000">
                    <a:alpha val="3419"/>
                  </a:srgbClr>
                </a:gs>
                <a:gs pos="85714">
                  <a:srgbClr val="000000">
                    <a:alpha val="1366"/>
                  </a:srgbClr>
                </a:gs>
                <a:gs pos="100000">
                  <a:srgbClr val="000000">
                    <a:alpha val="4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8" name="Splat 878"/>
            <p:cNvSpPr>
              <a:spLocks noGrp="1"/>
            </p:cNvSpPr>
            <p:nvPr/>
          </p:nvSpPr>
          <p:spPr>
            <a:xfrm rot="7132587">
              <a:off x="2413592" y="2305468"/>
              <a:ext cx="357464" cy="98702"/>
            </a:xfrm>
            <a:prstGeom prst="ellipse">
              <a:avLst/>
            </a:prstGeom>
            <a:gradFill>
              <a:gsLst>
                <a:gs pos="0">
                  <a:srgbClr val="656666">
                    <a:alpha val="10688"/>
                  </a:srgbClr>
                </a:gs>
                <a:gs pos="14286">
                  <a:srgbClr val="656666">
                    <a:alpha val="9868"/>
                  </a:srgbClr>
                </a:gs>
                <a:gs pos="28571">
                  <a:srgbClr val="656666">
                    <a:alpha val="7750"/>
                  </a:srgbClr>
                </a:gs>
                <a:gs pos="42857">
                  <a:srgbClr val="656666">
                    <a:alpha val="5154"/>
                  </a:srgbClr>
                </a:gs>
                <a:gs pos="57143">
                  <a:srgbClr val="656666">
                    <a:alpha val="2889"/>
                  </a:srgbClr>
                </a:gs>
                <a:gs pos="71429">
                  <a:srgbClr val="656666">
                    <a:alpha val="1363"/>
                  </a:srgbClr>
                </a:gs>
                <a:gs pos="85714">
                  <a:srgbClr val="656666">
                    <a:alpha val="541"/>
                  </a:srgbClr>
                </a:gs>
                <a:gs pos="100000">
                  <a:srgbClr val="656666">
                    <a:alpha val="1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9" name="Splat 879"/>
            <p:cNvSpPr>
              <a:spLocks noGrp="1"/>
            </p:cNvSpPr>
            <p:nvPr/>
          </p:nvSpPr>
          <p:spPr>
            <a:xfrm rot="7496480">
              <a:off x="2434656" y="2291656"/>
              <a:ext cx="375258" cy="78340"/>
            </a:xfrm>
            <a:prstGeom prst="ellipse">
              <a:avLst/>
            </a:prstGeom>
            <a:gradFill>
              <a:gsLst>
                <a:gs pos="0">
                  <a:srgbClr val="060203">
                    <a:alpha val="8623"/>
                  </a:srgbClr>
                </a:gs>
                <a:gs pos="14286">
                  <a:srgbClr val="060203">
                    <a:alpha val="7954"/>
                  </a:srgbClr>
                </a:gs>
                <a:gs pos="28571">
                  <a:srgbClr val="060203">
                    <a:alpha val="6233"/>
                  </a:srgbClr>
                </a:gs>
                <a:gs pos="42857">
                  <a:srgbClr val="060203">
                    <a:alpha val="4133"/>
                  </a:srgbClr>
                </a:gs>
                <a:gs pos="57143">
                  <a:srgbClr val="060203">
                    <a:alpha val="2312"/>
                  </a:srgbClr>
                </a:gs>
                <a:gs pos="71429">
                  <a:srgbClr val="060203">
                    <a:alpha val="1089"/>
                  </a:srgbClr>
                </a:gs>
                <a:gs pos="85714">
                  <a:srgbClr val="060203">
                    <a:alpha val="432"/>
                  </a:srgbClr>
                </a:gs>
                <a:gs pos="100000">
                  <a:srgbClr val="060203">
                    <a:alpha val="1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0" name="Splat 880"/>
            <p:cNvSpPr>
              <a:spLocks noGrp="1"/>
            </p:cNvSpPr>
            <p:nvPr/>
          </p:nvSpPr>
          <p:spPr>
            <a:xfrm rot="5546495">
              <a:off x="1830660" y="2079526"/>
              <a:ext cx="352209" cy="97806"/>
            </a:xfrm>
            <a:prstGeom prst="ellipse">
              <a:avLst/>
            </a:prstGeom>
            <a:gradFill>
              <a:gsLst>
                <a:gs pos="0">
                  <a:srgbClr val="080005">
                    <a:alpha val="21633"/>
                  </a:srgbClr>
                </a:gs>
                <a:gs pos="14286">
                  <a:srgbClr val="080005">
                    <a:alpha val="20072"/>
                  </a:srgbClr>
                </a:gs>
                <a:gs pos="28571">
                  <a:srgbClr val="080005">
                    <a:alpha val="15967"/>
                  </a:srgbClr>
                </a:gs>
                <a:gs pos="42857">
                  <a:srgbClr val="080005">
                    <a:alpha val="10784"/>
                  </a:srgbClr>
                </a:gs>
                <a:gs pos="57143">
                  <a:srgbClr val="080005">
                    <a:alpha val="6127"/>
                  </a:srgbClr>
                </a:gs>
                <a:gs pos="71429">
                  <a:srgbClr val="080005">
                    <a:alpha val="2916"/>
                  </a:srgbClr>
                </a:gs>
                <a:gs pos="85714">
                  <a:srgbClr val="080005">
                    <a:alpha val="1163"/>
                  </a:srgbClr>
                </a:gs>
                <a:gs pos="100000">
                  <a:srgbClr val="080005">
                    <a:alpha val="3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1" name="Splat 881"/>
            <p:cNvSpPr>
              <a:spLocks noGrp="1"/>
            </p:cNvSpPr>
            <p:nvPr/>
          </p:nvSpPr>
          <p:spPr>
            <a:xfrm rot="5912968">
              <a:off x="2523944" y="2085756"/>
              <a:ext cx="399335" cy="63379"/>
            </a:xfrm>
            <a:prstGeom prst="ellipse">
              <a:avLst/>
            </a:prstGeom>
            <a:gradFill>
              <a:gsLst>
                <a:gs pos="0">
                  <a:srgbClr val="5E5F5D">
                    <a:alpha val="5162"/>
                  </a:srgbClr>
                </a:gs>
                <a:gs pos="14286">
                  <a:srgbClr val="5E5F5D">
                    <a:alpha val="4755"/>
                  </a:srgbClr>
                </a:gs>
                <a:gs pos="28571">
                  <a:srgbClr val="5E5F5D">
                    <a:alpha val="3712"/>
                  </a:srgbClr>
                </a:gs>
                <a:gs pos="42857">
                  <a:srgbClr val="5E5F5D">
                    <a:alpha val="2451"/>
                  </a:srgbClr>
                </a:gs>
                <a:gs pos="57143">
                  <a:srgbClr val="5E5F5D">
                    <a:alpha val="1365"/>
                  </a:srgbClr>
                </a:gs>
                <a:gs pos="71429">
                  <a:srgbClr val="5E5F5D">
                    <a:alpha val="641"/>
                  </a:srgbClr>
                </a:gs>
                <a:gs pos="85714">
                  <a:srgbClr val="5E5F5D">
                    <a:alpha val="254"/>
                  </a:srgbClr>
                </a:gs>
                <a:gs pos="100000">
                  <a:srgbClr val="5E5F5D">
                    <a:alpha val="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2" name="Splat 882"/>
            <p:cNvSpPr>
              <a:spLocks noGrp="1"/>
            </p:cNvSpPr>
            <p:nvPr/>
          </p:nvSpPr>
          <p:spPr>
            <a:xfrm rot="7312694">
              <a:off x="1700648" y="1978560"/>
              <a:ext cx="450394" cy="123106"/>
            </a:xfrm>
            <a:prstGeom prst="ellipse">
              <a:avLst/>
            </a:prstGeom>
            <a:gradFill>
              <a:gsLst>
                <a:gs pos="0">
                  <a:srgbClr val="0A0608">
                    <a:alpha val="30476"/>
                  </a:srgbClr>
                </a:gs>
                <a:gs pos="14286">
                  <a:srgbClr val="0A0608">
                    <a:alpha val="28401"/>
                  </a:srgbClr>
                </a:gs>
                <a:gs pos="28571">
                  <a:srgbClr val="0A0608">
                    <a:alpha val="22849"/>
                  </a:srgbClr>
                </a:gs>
                <a:gs pos="42857">
                  <a:srgbClr val="0A0608">
                    <a:alpha val="15646"/>
                  </a:srgbClr>
                </a:gs>
                <a:gs pos="57143">
                  <a:srgbClr val="0A0608">
                    <a:alpha val="8997"/>
                  </a:srgbClr>
                </a:gs>
                <a:gs pos="71429">
                  <a:srgbClr val="0A0608">
                    <a:alpha val="4317"/>
                  </a:srgbClr>
                </a:gs>
                <a:gs pos="85714">
                  <a:srgbClr val="0A0608">
                    <a:alpha val="1730"/>
                  </a:srgbClr>
                </a:gs>
                <a:gs pos="100000">
                  <a:srgbClr val="0A0608">
                    <a:alpha val="5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3" name="Splat 883"/>
            <p:cNvSpPr>
              <a:spLocks noGrp="1"/>
            </p:cNvSpPr>
            <p:nvPr/>
          </p:nvSpPr>
          <p:spPr>
            <a:xfrm rot="3886151">
              <a:off x="2525277" y="1867915"/>
              <a:ext cx="326614" cy="77448"/>
            </a:xfrm>
            <a:prstGeom prst="ellipse">
              <a:avLst/>
            </a:prstGeom>
            <a:gradFill>
              <a:gsLst>
                <a:gs pos="0">
                  <a:srgbClr val="060106">
                    <a:alpha val="22618"/>
                  </a:srgbClr>
                </a:gs>
                <a:gs pos="14286">
                  <a:srgbClr val="060106">
                    <a:alpha val="20996"/>
                  </a:srgbClr>
                </a:gs>
                <a:gs pos="28571">
                  <a:srgbClr val="060106">
                    <a:alpha val="16722"/>
                  </a:srgbClr>
                </a:gs>
                <a:gs pos="42857">
                  <a:srgbClr val="060106">
                    <a:alpha val="11310"/>
                  </a:srgbClr>
                </a:gs>
                <a:gs pos="57143">
                  <a:srgbClr val="060106">
                    <a:alpha val="6434"/>
                  </a:srgbClr>
                </a:gs>
                <a:gs pos="71429">
                  <a:srgbClr val="060106">
                    <a:alpha val="3065"/>
                  </a:srgbClr>
                </a:gs>
                <a:gs pos="85714">
                  <a:srgbClr val="060106">
                    <a:alpha val="1223"/>
                  </a:srgbClr>
                </a:gs>
                <a:gs pos="100000">
                  <a:srgbClr val="060106">
                    <a:alpha val="4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4" name="Splat 884"/>
            <p:cNvSpPr>
              <a:spLocks noGrp="1"/>
            </p:cNvSpPr>
            <p:nvPr/>
          </p:nvSpPr>
          <p:spPr>
            <a:xfrm rot="9198549">
              <a:off x="2369309" y="2343955"/>
              <a:ext cx="390306" cy="70767"/>
            </a:xfrm>
            <a:prstGeom prst="ellipse">
              <a:avLst/>
            </a:prstGeom>
            <a:gradFill>
              <a:gsLst>
                <a:gs pos="0">
                  <a:srgbClr val="060000">
                    <a:alpha val="6403"/>
                  </a:srgbClr>
                </a:gs>
                <a:gs pos="14286">
                  <a:srgbClr val="060000">
                    <a:alpha val="5900"/>
                  </a:srgbClr>
                </a:gs>
                <a:gs pos="28571">
                  <a:srgbClr val="060000">
                    <a:alpha val="4612"/>
                  </a:srgbClr>
                </a:gs>
                <a:gs pos="42857">
                  <a:srgbClr val="060000">
                    <a:alpha val="3050"/>
                  </a:srgbClr>
                </a:gs>
                <a:gs pos="57143">
                  <a:srgbClr val="060000">
                    <a:alpha val="1702"/>
                  </a:srgbClr>
                </a:gs>
                <a:gs pos="71429">
                  <a:srgbClr val="060000">
                    <a:alpha val="800"/>
                  </a:srgbClr>
                </a:gs>
                <a:gs pos="85714">
                  <a:srgbClr val="060000">
                    <a:alpha val="317"/>
                  </a:srgbClr>
                </a:gs>
                <a:gs pos="100000">
                  <a:srgbClr val="060000">
                    <a:alpha val="1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5" name="Splat 885"/>
            <p:cNvSpPr>
              <a:spLocks noGrp="1"/>
            </p:cNvSpPr>
            <p:nvPr/>
          </p:nvSpPr>
          <p:spPr>
            <a:xfrm rot="9060463">
              <a:off x="1890893" y="2283624"/>
              <a:ext cx="376395" cy="270078"/>
            </a:xfrm>
            <a:prstGeom prst="ellipse">
              <a:avLst/>
            </a:prstGeom>
            <a:gradFill>
              <a:gsLst>
                <a:gs pos="0">
                  <a:srgbClr val="000000">
                    <a:alpha val="25052"/>
                  </a:srgbClr>
                </a:gs>
                <a:gs pos="14286">
                  <a:srgbClr val="000000">
                    <a:alpha val="23283"/>
                  </a:srgbClr>
                </a:gs>
                <a:gs pos="28571">
                  <a:srgbClr val="000000">
                    <a:alpha val="18600"/>
                  </a:srgbClr>
                </a:gs>
                <a:gs pos="42857">
                  <a:srgbClr val="000000">
                    <a:alpha val="12627"/>
                  </a:srgbClr>
                </a:gs>
                <a:gs pos="57143">
                  <a:srgbClr val="000000">
                    <a:alpha val="7207"/>
                  </a:srgbClr>
                </a:gs>
                <a:gs pos="71429">
                  <a:srgbClr val="000000">
                    <a:alpha val="3441"/>
                  </a:srgbClr>
                </a:gs>
                <a:gs pos="85714">
                  <a:srgbClr val="000000">
                    <a:alpha val="1375"/>
                  </a:srgbClr>
                </a:gs>
                <a:gs pos="100000">
                  <a:srgbClr val="000000">
                    <a:alpha val="4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6" name="Splat 886"/>
            <p:cNvSpPr>
              <a:spLocks noGrp="1"/>
            </p:cNvSpPr>
            <p:nvPr/>
          </p:nvSpPr>
          <p:spPr>
            <a:xfrm rot="8384238">
              <a:off x="1741839" y="1910246"/>
              <a:ext cx="337745" cy="140911"/>
            </a:xfrm>
            <a:prstGeom prst="ellipse">
              <a:avLst/>
            </a:prstGeom>
            <a:gradFill>
              <a:gsLst>
                <a:gs pos="0">
                  <a:srgbClr val="010000">
                    <a:alpha val="18936"/>
                  </a:srgbClr>
                </a:gs>
                <a:gs pos="14286">
                  <a:srgbClr val="010000">
                    <a:alpha val="17548"/>
                  </a:srgbClr>
                </a:gs>
                <a:gs pos="28571">
                  <a:srgbClr val="010000">
                    <a:alpha val="13913"/>
                  </a:srgbClr>
                </a:gs>
                <a:gs pos="42857">
                  <a:srgbClr val="010000">
                    <a:alpha val="9359"/>
                  </a:srgbClr>
                </a:gs>
                <a:gs pos="57143">
                  <a:srgbClr val="010000">
                    <a:alpha val="5299"/>
                  </a:srgbClr>
                </a:gs>
                <a:gs pos="71429">
                  <a:srgbClr val="010000">
                    <a:alpha val="2517"/>
                  </a:srgbClr>
                </a:gs>
                <a:gs pos="85714">
                  <a:srgbClr val="010000">
                    <a:alpha val="1003"/>
                  </a:srgbClr>
                </a:gs>
                <a:gs pos="100000">
                  <a:srgbClr val="010000">
                    <a:alpha val="3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7" name="Splat 887"/>
            <p:cNvSpPr>
              <a:spLocks noGrp="1"/>
            </p:cNvSpPr>
            <p:nvPr/>
          </p:nvSpPr>
          <p:spPr>
            <a:xfrm rot="-8726345">
              <a:off x="2077348" y="1572159"/>
              <a:ext cx="414775" cy="83194"/>
            </a:xfrm>
            <a:prstGeom prst="ellipse">
              <a:avLst/>
            </a:prstGeom>
            <a:gradFill>
              <a:gsLst>
                <a:gs pos="0">
                  <a:srgbClr val="1C1E1E">
                    <a:alpha val="14115"/>
                  </a:srgbClr>
                </a:gs>
                <a:gs pos="14286">
                  <a:srgbClr val="1C1E1E">
                    <a:alpha val="13051"/>
                  </a:srgbClr>
                </a:gs>
                <a:gs pos="28571">
                  <a:srgbClr val="1C1E1E">
                    <a:alpha val="10290"/>
                  </a:srgbClr>
                </a:gs>
                <a:gs pos="42857">
                  <a:srgbClr val="1C1E1E">
                    <a:alpha val="6875"/>
                  </a:srgbClr>
                </a:gs>
                <a:gs pos="57143">
                  <a:srgbClr val="1C1E1E">
                    <a:alpha val="3870"/>
                  </a:srgbClr>
                </a:gs>
                <a:gs pos="71429">
                  <a:srgbClr val="1C1E1E">
                    <a:alpha val="1830"/>
                  </a:srgbClr>
                </a:gs>
                <a:gs pos="85714">
                  <a:srgbClr val="1C1E1E">
                    <a:alpha val="728"/>
                  </a:srgbClr>
                </a:gs>
                <a:gs pos="100000">
                  <a:srgbClr val="1C1E1E">
                    <a:alpha val="2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8" name="Splat 888"/>
            <p:cNvSpPr>
              <a:spLocks noGrp="1"/>
            </p:cNvSpPr>
            <p:nvPr/>
          </p:nvSpPr>
          <p:spPr>
            <a:xfrm rot="9670231">
              <a:off x="2184499" y="1659715"/>
              <a:ext cx="336890" cy="92480"/>
            </a:xfrm>
            <a:prstGeom prst="ellipse">
              <a:avLst/>
            </a:prstGeom>
            <a:gradFill>
              <a:gsLst>
                <a:gs pos="0">
                  <a:srgbClr val="08000B">
                    <a:alpha val="11984"/>
                  </a:srgbClr>
                </a:gs>
                <a:gs pos="14286">
                  <a:srgbClr val="08000B">
                    <a:alpha val="11071"/>
                  </a:srgbClr>
                </a:gs>
                <a:gs pos="28571">
                  <a:srgbClr val="08000B">
                    <a:alpha val="8707"/>
                  </a:srgbClr>
                </a:gs>
                <a:gs pos="42857">
                  <a:srgbClr val="08000B">
                    <a:alpha val="5800"/>
                  </a:srgbClr>
                </a:gs>
                <a:gs pos="57143">
                  <a:srgbClr val="08000B">
                    <a:alpha val="3257"/>
                  </a:srgbClr>
                </a:gs>
                <a:gs pos="71429">
                  <a:srgbClr val="08000B">
                    <a:alpha val="1538"/>
                  </a:srgbClr>
                </a:gs>
                <a:gs pos="85714">
                  <a:srgbClr val="08000B">
                    <a:alpha val="611"/>
                  </a:srgbClr>
                </a:gs>
                <a:gs pos="100000">
                  <a:srgbClr val="08000B">
                    <a:alpha val="2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9" name="Splat 889"/>
            <p:cNvSpPr>
              <a:spLocks noGrp="1"/>
            </p:cNvSpPr>
            <p:nvPr/>
          </p:nvSpPr>
          <p:spPr>
            <a:xfrm rot="5621347">
              <a:off x="2533950" y="2056456"/>
              <a:ext cx="411266" cy="99362"/>
            </a:xfrm>
            <a:prstGeom prst="ellipse">
              <a:avLst/>
            </a:prstGeom>
            <a:gradFill>
              <a:gsLst>
                <a:gs pos="0">
                  <a:srgbClr val="494747">
                    <a:alpha val="10031"/>
                  </a:srgbClr>
                </a:gs>
                <a:gs pos="14286">
                  <a:srgbClr val="494747">
                    <a:alpha val="9259"/>
                  </a:srgbClr>
                </a:gs>
                <a:gs pos="28571">
                  <a:srgbClr val="494747">
                    <a:alpha val="7266"/>
                  </a:srgbClr>
                </a:gs>
                <a:gs pos="42857">
                  <a:srgbClr val="494747">
                    <a:alpha val="4828"/>
                  </a:srgbClr>
                </a:gs>
                <a:gs pos="57143">
                  <a:srgbClr val="494747">
                    <a:alpha val="2704"/>
                  </a:srgbClr>
                </a:gs>
                <a:gs pos="71429">
                  <a:srgbClr val="494747">
                    <a:alpha val="1275"/>
                  </a:srgbClr>
                </a:gs>
                <a:gs pos="85714">
                  <a:srgbClr val="494747">
                    <a:alpha val="506"/>
                  </a:srgbClr>
                </a:gs>
                <a:gs pos="100000">
                  <a:srgbClr val="494747">
                    <a:alpha val="1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0" name="Splat 890"/>
            <p:cNvSpPr>
              <a:spLocks noGrp="1"/>
            </p:cNvSpPr>
            <p:nvPr/>
          </p:nvSpPr>
          <p:spPr>
            <a:xfrm rot="6115636">
              <a:off x="2156044" y="2447852"/>
              <a:ext cx="330436" cy="236727"/>
            </a:xfrm>
            <a:prstGeom prst="ellipse">
              <a:avLst/>
            </a:prstGeom>
            <a:gradFill>
              <a:gsLst>
                <a:gs pos="0">
                  <a:srgbClr val="272323">
                    <a:alpha val="11458"/>
                  </a:srgbClr>
                </a:gs>
                <a:gs pos="14286">
                  <a:srgbClr val="272323">
                    <a:alpha val="10583"/>
                  </a:srgbClr>
                </a:gs>
                <a:gs pos="28571">
                  <a:srgbClr val="272323">
                    <a:alpha val="8318"/>
                  </a:srgbClr>
                </a:gs>
                <a:gs pos="42857">
                  <a:srgbClr val="272323">
                    <a:alpha val="5537"/>
                  </a:srgbClr>
                </a:gs>
                <a:gs pos="57143">
                  <a:srgbClr val="272323">
                    <a:alpha val="3107"/>
                  </a:srgbClr>
                </a:gs>
                <a:gs pos="71429">
                  <a:srgbClr val="272323">
                    <a:alpha val="1467"/>
                  </a:srgbClr>
                </a:gs>
                <a:gs pos="85714">
                  <a:srgbClr val="272323">
                    <a:alpha val="583"/>
                  </a:srgbClr>
                </a:gs>
                <a:gs pos="100000">
                  <a:srgbClr val="272323">
                    <a:alpha val="1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1" name="Splat 891"/>
            <p:cNvSpPr>
              <a:spLocks noGrp="1"/>
            </p:cNvSpPr>
            <p:nvPr/>
          </p:nvSpPr>
          <p:spPr>
            <a:xfrm rot="-9598606">
              <a:off x="2165729" y="1565429"/>
              <a:ext cx="387794" cy="99285"/>
            </a:xfrm>
            <a:prstGeom prst="ellipse">
              <a:avLst/>
            </a:prstGeom>
            <a:gradFill>
              <a:gsLst>
                <a:gs pos="0">
                  <a:srgbClr val="000002">
                    <a:alpha val="20786"/>
                  </a:srgbClr>
                </a:gs>
                <a:gs pos="14286">
                  <a:srgbClr val="000002">
                    <a:alpha val="19279"/>
                  </a:srgbClr>
                </a:gs>
                <a:gs pos="28571">
                  <a:srgbClr val="000002">
                    <a:alpha val="15320"/>
                  </a:srgbClr>
                </a:gs>
                <a:gs pos="42857">
                  <a:srgbClr val="000002">
                    <a:alpha val="10334"/>
                  </a:srgbClr>
                </a:gs>
                <a:gs pos="57143">
                  <a:srgbClr val="000002">
                    <a:alpha val="5865"/>
                  </a:srgbClr>
                </a:gs>
                <a:gs pos="71429">
                  <a:srgbClr val="000002">
                    <a:alpha val="2789"/>
                  </a:srgbClr>
                </a:gs>
                <a:gs pos="85714">
                  <a:srgbClr val="000002">
                    <a:alpha val="1112"/>
                  </a:srgbClr>
                </a:gs>
                <a:gs pos="100000">
                  <a:srgbClr val="000002">
                    <a:alpha val="3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2" name="Splat 892"/>
            <p:cNvSpPr>
              <a:spLocks noGrp="1"/>
            </p:cNvSpPr>
            <p:nvPr/>
          </p:nvSpPr>
          <p:spPr>
            <a:xfrm rot="10156823">
              <a:off x="1324894" y="376985"/>
              <a:ext cx="453082" cy="223122"/>
            </a:xfrm>
            <a:prstGeom prst="ellipse">
              <a:avLst/>
            </a:prstGeom>
            <a:gradFill>
              <a:gsLst>
                <a:gs pos="0">
                  <a:srgbClr val="000D03">
                    <a:alpha val="32901"/>
                  </a:srgbClr>
                </a:gs>
                <a:gs pos="14286">
                  <a:srgbClr val="000D03">
                    <a:alpha val="30700"/>
                  </a:srgbClr>
                </a:gs>
                <a:gs pos="28571">
                  <a:srgbClr val="000D03">
                    <a:alpha val="24779"/>
                  </a:srgbClr>
                </a:gs>
                <a:gs pos="42857">
                  <a:srgbClr val="000D03">
                    <a:alpha val="17036"/>
                  </a:srgbClr>
                </a:gs>
                <a:gs pos="57143">
                  <a:srgbClr val="000D03">
                    <a:alpha val="9831"/>
                  </a:srgbClr>
                </a:gs>
                <a:gs pos="71429">
                  <a:srgbClr val="000D03">
                    <a:alpha val="4729"/>
                  </a:srgbClr>
                </a:gs>
                <a:gs pos="85714">
                  <a:srgbClr val="000D03">
                    <a:alpha val="1897"/>
                  </a:srgbClr>
                </a:gs>
                <a:gs pos="100000">
                  <a:srgbClr val="000D03">
                    <a:alpha val="6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3" name="Splat 893"/>
            <p:cNvSpPr>
              <a:spLocks noGrp="1"/>
            </p:cNvSpPr>
            <p:nvPr/>
          </p:nvSpPr>
          <p:spPr>
            <a:xfrm rot="-10622927">
              <a:off x="1515638" y="81560"/>
              <a:ext cx="361359" cy="160907"/>
            </a:xfrm>
            <a:prstGeom prst="ellipse">
              <a:avLst/>
            </a:prstGeom>
            <a:gradFill>
              <a:gsLst>
                <a:gs pos="0">
                  <a:srgbClr val="000001">
                    <a:alpha val="32968"/>
                  </a:srgbClr>
                </a:gs>
                <a:gs pos="14286">
                  <a:srgbClr val="000001">
                    <a:alpha val="30764"/>
                  </a:srgbClr>
                </a:gs>
                <a:gs pos="28571">
                  <a:srgbClr val="000001">
                    <a:alpha val="24833"/>
                  </a:srgbClr>
                </a:gs>
                <a:gs pos="42857">
                  <a:srgbClr val="000001">
                    <a:alpha val="17075"/>
                  </a:srgbClr>
                </a:gs>
                <a:gs pos="57143">
                  <a:srgbClr val="000001">
                    <a:alpha val="9855"/>
                  </a:srgbClr>
                </a:gs>
                <a:gs pos="71429">
                  <a:srgbClr val="000001">
                    <a:alpha val="4740"/>
                  </a:srgbClr>
                </a:gs>
                <a:gs pos="85714">
                  <a:srgbClr val="000001">
                    <a:alpha val="1902"/>
                  </a:srgbClr>
                </a:gs>
                <a:gs pos="100000">
                  <a:srgbClr val="00000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4" name="Splat 894"/>
            <p:cNvSpPr>
              <a:spLocks noGrp="1"/>
            </p:cNvSpPr>
            <p:nvPr/>
          </p:nvSpPr>
          <p:spPr>
            <a:xfrm rot="-8568649">
              <a:off x="1599357" y="1946"/>
              <a:ext cx="561958" cy="209917"/>
            </a:xfrm>
            <a:prstGeom prst="ellipse">
              <a:avLst/>
            </a:prstGeom>
            <a:gradFill>
              <a:gsLst>
                <a:gs pos="0">
                  <a:srgbClr val="030300">
                    <a:alpha val="31212"/>
                  </a:srgbClr>
                </a:gs>
                <a:gs pos="14286">
                  <a:srgbClr val="030300">
                    <a:alpha val="29099"/>
                  </a:srgbClr>
                </a:gs>
                <a:gs pos="28571">
                  <a:srgbClr val="030300">
                    <a:alpha val="23433"/>
                  </a:srgbClr>
                </a:gs>
                <a:gs pos="42857">
                  <a:srgbClr val="030300">
                    <a:alpha val="16066"/>
                  </a:srgbClr>
                </a:gs>
                <a:gs pos="57143">
                  <a:srgbClr val="030300">
                    <a:alpha val="9248"/>
                  </a:srgbClr>
                </a:gs>
                <a:gs pos="71429">
                  <a:srgbClr val="030300">
                    <a:alpha val="4441"/>
                  </a:srgbClr>
                </a:gs>
                <a:gs pos="85714">
                  <a:srgbClr val="030300">
                    <a:alpha val="1780"/>
                  </a:srgbClr>
                </a:gs>
                <a:gs pos="100000">
                  <a:srgbClr val="030300">
                    <a:alpha val="5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5" name="Splat 895"/>
            <p:cNvSpPr>
              <a:spLocks noGrp="1"/>
            </p:cNvSpPr>
            <p:nvPr/>
          </p:nvSpPr>
          <p:spPr>
            <a:xfrm rot="7104136">
              <a:off x="1691197" y="1787814"/>
              <a:ext cx="500936" cy="90324"/>
            </a:xfrm>
            <a:prstGeom prst="ellipse">
              <a:avLst/>
            </a:prstGeom>
            <a:gradFill>
              <a:gsLst>
                <a:gs pos="0">
                  <a:srgbClr val="000001">
                    <a:alpha val="9542"/>
                  </a:srgbClr>
                </a:gs>
                <a:gs pos="14286">
                  <a:srgbClr val="000001">
                    <a:alpha val="8805"/>
                  </a:srgbClr>
                </a:gs>
                <a:gs pos="28571">
                  <a:srgbClr val="000001">
                    <a:alpha val="6907"/>
                  </a:srgbClr>
                </a:gs>
                <a:gs pos="42857">
                  <a:srgbClr val="000001">
                    <a:alpha val="4586"/>
                  </a:srgbClr>
                </a:gs>
                <a:gs pos="57143">
                  <a:srgbClr val="000001">
                    <a:alpha val="2568"/>
                  </a:srgbClr>
                </a:gs>
                <a:gs pos="71429">
                  <a:srgbClr val="000001">
                    <a:alpha val="1210"/>
                  </a:srgbClr>
                </a:gs>
                <a:gs pos="85714">
                  <a:srgbClr val="000001">
                    <a:alpha val="480"/>
                  </a:srgbClr>
                </a:gs>
                <a:gs pos="100000">
                  <a:srgbClr val="000001">
                    <a:alpha val="1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6" name="Splat 896"/>
            <p:cNvSpPr>
              <a:spLocks noGrp="1"/>
            </p:cNvSpPr>
            <p:nvPr/>
          </p:nvSpPr>
          <p:spPr>
            <a:xfrm rot="10797745">
              <a:off x="2216931" y="528502"/>
              <a:ext cx="515006" cy="130561"/>
            </a:xfrm>
            <a:prstGeom prst="ellipse">
              <a:avLst/>
            </a:prstGeom>
            <a:gradFill>
              <a:gsLst>
                <a:gs pos="0">
                  <a:srgbClr val="010700">
                    <a:alpha val="15248"/>
                  </a:srgbClr>
                </a:gs>
                <a:gs pos="14286">
                  <a:srgbClr val="010700">
                    <a:alpha val="14107"/>
                  </a:srgbClr>
                </a:gs>
                <a:gs pos="28571">
                  <a:srgbClr val="010700">
                    <a:alpha val="11137"/>
                  </a:srgbClr>
                </a:gs>
                <a:gs pos="42857">
                  <a:srgbClr val="010700">
                    <a:alpha val="7452"/>
                  </a:srgbClr>
                </a:gs>
                <a:gs pos="57143">
                  <a:srgbClr val="010700">
                    <a:alpha val="4200"/>
                  </a:srgbClr>
                </a:gs>
                <a:gs pos="71429">
                  <a:srgbClr val="010700">
                    <a:alpha val="1989"/>
                  </a:srgbClr>
                </a:gs>
                <a:gs pos="85714">
                  <a:srgbClr val="010700">
                    <a:alpha val="791"/>
                  </a:srgbClr>
                </a:gs>
                <a:gs pos="100000">
                  <a:srgbClr val="010700">
                    <a:alpha val="2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7" name="Splat 897"/>
            <p:cNvSpPr>
              <a:spLocks noGrp="1"/>
            </p:cNvSpPr>
            <p:nvPr/>
          </p:nvSpPr>
          <p:spPr>
            <a:xfrm rot="2804300">
              <a:off x="1493960" y="321376"/>
              <a:ext cx="277310" cy="108595"/>
            </a:xfrm>
            <a:prstGeom prst="ellipse">
              <a:avLst/>
            </a:prstGeom>
            <a:gradFill>
              <a:gsLst>
                <a:gs pos="0">
                  <a:srgbClr val="8C898A">
                    <a:alpha val="6715"/>
                  </a:srgbClr>
                </a:gs>
                <a:gs pos="14286">
                  <a:srgbClr val="8C898A">
                    <a:alpha val="6189"/>
                  </a:srgbClr>
                </a:gs>
                <a:gs pos="28571">
                  <a:srgbClr val="8C898A">
                    <a:alpha val="4839"/>
                  </a:srgbClr>
                </a:gs>
                <a:gs pos="42857">
                  <a:srgbClr val="8C898A">
                    <a:alpha val="3201"/>
                  </a:srgbClr>
                </a:gs>
                <a:gs pos="57143">
                  <a:srgbClr val="8C898A">
                    <a:alpha val="1787"/>
                  </a:srgbClr>
                </a:gs>
                <a:gs pos="71429">
                  <a:srgbClr val="8C898A">
                    <a:alpha val="840"/>
                  </a:srgbClr>
                </a:gs>
                <a:gs pos="85714">
                  <a:srgbClr val="8C898A">
                    <a:alpha val="333"/>
                  </a:srgbClr>
                </a:gs>
                <a:gs pos="100000">
                  <a:srgbClr val="8C898A">
                    <a:alpha val="1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8" name="Splat 898"/>
            <p:cNvSpPr>
              <a:spLocks noGrp="1"/>
            </p:cNvSpPr>
            <p:nvPr/>
          </p:nvSpPr>
          <p:spPr>
            <a:xfrm rot="5284511">
              <a:off x="2767929" y="1515018"/>
              <a:ext cx="307543" cy="262025"/>
            </a:xfrm>
            <a:prstGeom prst="ellipse">
              <a:avLst/>
            </a:prstGeom>
            <a:gradFill>
              <a:gsLst>
                <a:gs pos="0">
                  <a:srgbClr val="050003">
                    <a:alpha val="29759"/>
                  </a:srgbClr>
                </a:gs>
                <a:gs pos="14286">
                  <a:srgbClr val="050003">
                    <a:alpha val="27723"/>
                  </a:srgbClr>
                </a:gs>
                <a:gs pos="28571">
                  <a:srgbClr val="050003">
                    <a:alpha val="22282"/>
                  </a:srgbClr>
                </a:gs>
                <a:gs pos="42857">
                  <a:srgbClr val="050003">
                    <a:alpha val="15240"/>
                  </a:srgbClr>
                </a:gs>
                <a:gs pos="57143">
                  <a:srgbClr val="050003">
                    <a:alpha val="8755"/>
                  </a:srgbClr>
                </a:gs>
                <a:gs pos="71429">
                  <a:srgbClr val="050003">
                    <a:alpha val="4198"/>
                  </a:srgbClr>
                </a:gs>
                <a:gs pos="85714">
                  <a:srgbClr val="050003">
                    <a:alpha val="1682"/>
                  </a:srgbClr>
                </a:gs>
                <a:gs pos="100000">
                  <a:srgbClr val="050003">
                    <a:alpha val="5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9" name="Splat 899"/>
            <p:cNvSpPr>
              <a:spLocks noGrp="1"/>
            </p:cNvSpPr>
            <p:nvPr/>
          </p:nvSpPr>
          <p:spPr>
            <a:xfrm rot="-10183845">
              <a:off x="1376651" y="957521"/>
              <a:ext cx="510820" cy="143761"/>
            </a:xfrm>
            <a:prstGeom prst="ellipse">
              <a:avLst/>
            </a:prstGeom>
            <a:gradFill>
              <a:gsLst>
                <a:gs pos="0">
                  <a:srgbClr val="0E0B11">
                    <a:alpha val="30922"/>
                  </a:srgbClr>
                </a:gs>
                <a:gs pos="14286">
                  <a:srgbClr val="0E0B11">
                    <a:alpha val="28824"/>
                  </a:srgbClr>
                </a:gs>
                <a:gs pos="28571">
                  <a:srgbClr val="0E0B11">
                    <a:alpha val="23202"/>
                  </a:srgbClr>
                </a:gs>
                <a:gs pos="42857">
                  <a:srgbClr val="0E0B11">
                    <a:alpha val="15900"/>
                  </a:srgbClr>
                </a:gs>
                <a:gs pos="57143">
                  <a:srgbClr val="0E0B11">
                    <a:alpha val="9149"/>
                  </a:srgbClr>
                </a:gs>
                <a:gs pos="71429">
                  <a:srgbClr val="0E0B11">
                    <a:alpha val="4392"/>
                  </a:srgbClr>
                </a:gs>
                <a:gs pos="85714">
                  <a:srgbClr val="0E0B11">
                    <a:alpha val="1760"/>
                  </a:srgbClr>
                </a:gs>
                <a:gs pos="100000">
                  <a:srgbClr val="0E0B11">
                    <a:alpha val="5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0" name="Splat 900"/>
            <p:cNvSpPr>
              <a:spLocks noGrp="1"/>
            </p:cNvSpPr>
            <p:nvPr/>
          </p:nvSpPr>
          <p:spPr>
            <a:xfrm rot="6470948">
              <a:off x="1518587" y="903367"/>
              <a:ext cx="301371" cy="179943"/>
            </a:xfrm>
            <a:prstGeom prst="ellipse">
              <a:avLst/>
            </a:prstGeom>
            <a:gradFill>
              <a:gsLst>
                <a:gs pos="0">
                  <a:srgbClr val="050003">
                    <a:alpha val="21602"/>
                  </a:srgbClr>
                </a:gs>
                <a:gs pos="14286">
                  <a:srgbClr val="050003">
                    <a:alpha val="20043"/>
                  </a:srgbClr>
                </a:gs>
                <a:gs pos="28571">
                  <a:srgbClr val="050003">
                    <a:alpha val="15943"/>
                  </a:srgbClr>
                </a:gs>
                <a:gs pos="42857">
                  <a:srgbClr val="050003">
                    <a:alpha val="10767"/>
                  </a:srgbClr>
                </a:gs>
                <a:gs pos="57143">
                  <a:srgbClr val="050003">
                    <a:alpha val="6117"/>
                  </a:srgbClr>
                </a:gs>
                <a:gs pos="71429">
                  <a:srgbClr val="050003">
                    <a:alpha val="2911"/>
                  </a:srgbClr>
                </a:gs>
                <a:gs pos="85714">
                  <a:srgbClr val="050003">
                    <a:alpha val="1162"/>
                  </a:srgbClr>
                </a:gs>
                <a:gs pos="100000">
                  <a:srgbClr val="050003">
                    <a:alpha val="3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1" name="Splat 901"/>
            <p:cNvSpPr>
              <a:spLocks noGrp="1"/>
            </p:cNvSpPr>
            <p:nvPr/>
          </p:nvSpPr>
          <p:spPr>
            <a:xfrm rot="-8756578">
              <a:off x="2057729" y="2520199"/>
              <a:ext cx="432015" cy="118494"/>
            </a:xfrm>
            <a:prstGeom prst="ellipse">
              <a:avLst/>
            </a:prstGeom>
            <a:gradFill>
              <a:gsLst>
                <a:gs pos="0">
                  <a:srgbClr val="6E6E6E">
                    <a:alpha val="2629"/>
                  </a:srgbClr>
                </a:gs>
                <a:gs pos="14286">
                  <a:srgbClr val="6E6E6E">
                    <a:alpha val="2419"/>
                  </a:srgbClr>
                </a:gs>
                <a:gs pos="28571">
                  <a:srgbClr val="6E6E6E">
                    <a:alpha val="1884"/>
                  </a:srgbClr>
                </a:gs>
                <a:gs pos="42857">
                  <a:srgbClr val="6E6E6E">
                    <a:alpha val="1240"/>
                  </a:srgbClr>
                </a:gs>
                <a:gs pos="57143">
                  <a:srgbClr val="6E6E6E">
                    <a:alpha val="689"/>
                  </a:srgbClr>
                </a:gs>
                <a:gs pos="71429">
                  <a:srgbClr val="6E6E6E">
                    <a:alpha val="323"/>
                  </a:srgbClr>
                </a:gs>
                <a:gs pos="85714">
                  <a:srgbClr val="6E6E6E">
                    <a:alpha val="128"/>
                  </a:srgbClr>
                </a:gs>
                <a:gs pos="100000">
                  <a:srgbClr val="6E6E6E">
                    <a:alpha val="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2" name="Splat 902"/>
            <p:cNvSpPr>
              <a:spLocks noGrp="1"/>
            </p:cNvSpPr>
            <p:nvPr/>
          </p:nvSpPr>
          <p:spPr>
            <a:xfrm rot="10730952">
              <a:off x="1723465" y="1652361"/>
              <a:ext cx="218200" cy="117296"/>
            </a:xfrm>
            <a:prstGeom prst="ellipse">
              <a:avLst/>
            </a:prstGeom>
            <a:gradFill>
              <a:gsLst>
                <a:gs pos="0">
                  <a:srgbClr val="8B8B8B">
                    <a:alpha val="5194"/>
                  </a:srgbClr>
                </a:gs>
                <a:gs pos="14286">
                  <a:srgbClr val="8B8B8B">
                    <a:alpha val="4784"/>
                  </a:srgbClr>
                </a:gs>
                <a:gs pos="28571">
                  <a:srgbClr val="8B8B8B">
                    <a:alpha val="3735"/>
                  </a:srgbClr>
                </a:gs>
                <a:gs pos="42857">
                  <a:srgbClr val="8B8B8B">
                    <a:alpha val="2466"/>
                  </a:srgbClr>
                </a:gs>
                <a:gs pos="57143">
                  <a:srgbClr val="8B8B8B">
                    <a:alpha val="1374"/>
                  </a:srgbClr>
                </a:gs>
                <a:gs pos="71429">
                  <a:srgbClr val="8B8B8B">
                    <a:alpha val="645"/>
                  </a:srgbClr>
                </a:gs>
                <a:gs pos="85714">
                  <a:srgbClr val="8B8B8B">
                    <a:alpha val="256"/>
                  </a:srgbClr>
                </a:gs>
                <a:gs pos="100000">
                  <a:srgbClr val="8B8B8B">
                    <a:alpha val="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3" name="Splat 903"/>
            <p:cNvSpPr>
              <a:spLocks noGrp="1"/>
            </p:cNvSpPr>
            <p:nvPr/>
          </p:nvSpPr>
          <p:spPr>
            <a:xfrm rot="8752226">
              <a:off x="809500" y="819617"/>
              <a:ext cx="487478" cy="347914"/>
            </a:xfrm>
            <a:prstGeom prst="ellipse">
              <a:avLst/>
            </a:prstGeom>
            <a:gradFill>
              <a:gsLst>
                <a:gs pos="0">
                  <a:srgbClr val="838483">
                    <a:alpha val="7485"/>
                  </a:srgbClr>
                </a:gs>
                <a:gs pos="14286">
                  <a:srgbClr val="838483">
                    <a:alpha val="6901"/>
                  </a:srgbClr>
                </a:gs>
                <a:gs pos="28571">
                  <a:srgbClr val="838483">
                    <a:alpha val="5401"/>
                  </a:srgbClr>
                </a:gs>
                <a:gs pos="42857">
                  <a:srgbClr val="838483">
                    <a:alpha val="3576"/>
                  </a:srgbClr>
                </a:gs>
                <a:gs pos="57143">
                  <a:srgbClr val="838483">
                    <a:alpha val="1998"/>
                  </a:srgbClr>
                </a:gs>
                <a:gs pos="71429">
                  <a:srgbClr val="838483">
                    <a:alpha val="940"/>
                  </a:srgbClr>
                </a:gs>
                <a:gs pos="85714">
                  <a:srgbClr val="838483">
                    <a:alpha val="373"/>
                  </a:srgbClr>
                </a:gs>
                <a:gs pos="100000">
                  <a:srgbClr val="838483">
                    <a:alpha val="1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4" name="Splat 904"/>
            <p:cNvSpPr>
              <a:spLocks noGrp="1"/>
            </p:cNvSpPr>
            <p:nvPr/>
          </p:nvSpPr>
          <p:spPr>
            <a:xfrm rot="6149963">
              <a:off x="1631328" y="544252"/>
              <a:ext cx="171703" cy="142353"/>
            </a:xfrm>
            <a:prstGeom prst="ellipse">
              <a:avLst/>
            </a:prstGeom>
            <a:gradFill>
              <a:gsLst>
                <a:gs pos="0">
                  <a:srgbClr val="888889">
                    <a:alpha val="8997"/>
                  </a:srgbClr>
                </a:gs>
                <a:gs pos="14286">
                  <a:srgbClr val="888889">
                    <a:alpha val="8301"/>
                  </a:srgbClr>
                </a:gs>
                <a:gs pos="28571">
                  <a:srgbClr val="888889">
                    <a:alpha val="6507"/>
                  </a:srgbClr>
                </a:gs>
                <a:gs pos="42857">
                  <a:srgbClr val="888889">
                    <a:alpha val="4317"/>
                  </a:srgbClr>
                </a:gs>
                <a:gs pos="57143">
                  <a:srgbClr val="888889">
                    <a:alpha val="2416"/>
                  </a:srgbClr>
                </a:gs>
                <a:gs pos="71429">
                  <a:srgbClr val="888889">
                    <a:alpha val="1138"/>
                  </a:srgbClr>
                </a:gs>
                <a:gs pos="85714">
                  <a:srgbClr val="888889">
                    <a:alpha val="452"/>
                  </a:srgbClr>
                </a:gs>
                <a:gs pos="100000">
                  <a:srgbClr val="888889">
                    <a:alpha val="1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5" name="Splat 905"/>
            <p:cNvSpPr>
              <a:spLocks noGrp="1"/>
            </p:cNvSpPr>
            <p:nvPr/>
          </p:nvSpPr>
          <p:spPr>
            <a:xfrm rot="7796688">
              <a:off x="2814585" y="3445787"/>
              <a:ext cx="326555" cy="136850"/>
            </a:xfrm>
            <a:prstGeom prst="ellipse">
              <a:avLst/>
            </a:prstGeom>
            <a:gradFill>
              <a:gsLst>
                <a:gs pos="0">
                  <a:srgbClr val="0F0400">
                    <a:alpha val="22293"/>
                  </a:srgbClr>
                </a:gs>
                <a:gs pos="14286">
                  <a:srgbClr val="0F0400">
                    <a:alpha val="20692"/>
                  </a:srgbClr>
                </a:gs>
                <a:gs pos="28571">
                  <a:srgbClr val="0F0400">
                    <a:alpha val="16473"/>
                  </a:srgbClr>
                </a:gs>
                <a:gs pos="42857">
                  <a:srgbClr val="0F0400">
                    <a:alpha val="11136"/>
                  </a:srgbClr>
                </a:gs>
                <a:gs pos="57143">
                  <a:srgbClr val="0F0400">
                    <a:alpha val="6333"/>
                  </a:srgbClr>
                </a:gs>
                <a:gs pos="71429">
                  <a:srgbClr val="0F0400">
                    <a:alpha val="3016"/>
                  </a:srgbClr>
                </a:gs>
                <a:gs pos="85714">
                  <a:srgbClr val="0F0400">
                    <a:alpha val="1204"/>
                  </a:srgbClr>
                </a:gs>
                <a:gs pos="100000">
                  <a:srgbClr val="0F0400">
                    <a:alpha val="4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6" name="Splat 906"/>
            <p:cNvSpPr>
              <a:spLocks noGrp="1"/>
            </p:cNvSpPr>
            <p:nvPr/>
          </p:nvSpPr>
          <p:spPr>
            <a:xfrm rot="6086270">
              <a:off x="2249808" y="1482189"/>
              <a:ext cx="253602" cy="112594"/>
            </a:xfrm>
            <a:prstGeom prst="ellipse">
              <a:avLst/>
            </a:prstGeom>
            <a:gradFill>
              <a:gsLst>
                <a:gs pos="0">
                  <a:srgbClr val="787A7A">
                    <a:alpha val="8829"/>
                  </a:srgbClr>
                </a:gs>
                <a:gs pos="14286">
                  <a:srgbClr val="787A7A">
                    <a:alpha val="8145"/>
                  </a:srgbClr>
                </a:gs>
                <a:gs pos="28571">
                  <a:srgbClr val="787A7A">
                    <a:alpha val="6384"/>
                  </a:srgbClr>
                </a:gs>
                <a:gs pos="42857">
                  <a:srgbClr val="787A7A">
                    <a:alpha val="4235"/>
                  </a:srgbClr>
                </a:gs>
                <a:gs pos="57143">
                  <a:srgbClr val="787A7A">
                    <a:alpha val="2369"/>
                  </a:srgbClr>
                </a:gs>
                <a:gs pos="71429">
                  <a:srgbClr val="787A7A">
                    <a:alpha val="1116"/>
                  </a:srgbClr>
                </a:gs>
                <a:gs pos="85714">
                  <a:srgbClr val="787A7A">
                    <a:alpha val="443"/>
                  </a:srgbClr>
                </a:gs>
                <a:gs pos="100000">
                  <a:srgbClr val="787A7A">
                    <a:alpha val="1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7" name="Splat 907"/>
            <p:cNvSpPr>
              <a:spLocks noGrp="1"/>
            </p:cNvSpPr>
            <p:nvPr/>
          </p:nvSpPr>
          <p:spPr>
            <a:xfrm rot="7179669">
              <a:off x="1380398" y="2434126"/>
              <a:ext cx="258746" cy="131423"/>
            </a:xfrm>
            <a:prstGeom prst="ellipse">
              <a:avLst/>
            </a:prstGeom>
            <a:gradFill>
              <a:gsLst>
                <a:gs pos="0">
                  <a:srgbClr val="8D8D8D">
                    <a:alpha val="5302"/>
                  </a:srgbClr>
                </a:gs>
                <a:gs pos="14286">
                  <a:srgbClr val="8D8D8D">
                    <a:alpha val="4884"/>
                  </a:srgbClr>
                </a:gs>
                <a:gs pos="28571">
                  <a:srgbClr val="8D8D8D">
                    <a:alpha val="3813"/>
                  </a:srgbClr>
                </a:gs>
                <a:gs pos="42857">
                  <a:srgbClr val="8D8D8D">
                    <a:alpha val="2518"/>
                  </a:srgbClr>
                </a:gs>
                <a:gs pos="57143">
                  <a:srgbClr val="8D8D8D">
                    <a:alpha val="1403"/>
                  </a:srgbClr>
                </a:gs>
                <a:gs pos="71429">
                  <a:srgbClr val="8D8D8D">
                    <a:alpha val="659"/>
                  </a:srgbClr>
                </a:gs>
                <a:gs pos="85714">
                  <a:srgbClr val="8D8D8D">
                    <a:alpha val="261"/>
                  </a:srgbClr>
                </a:gs>
                <a:gs pos="100000">
                  <a:srgbClr val="8D8D8D">
                    <a:alpha val="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8" name="Splat 908"/>
            <p:cNvSpPr>
              <a:spLocks noGrp="1"/>
            </p:cNvSpPr>
            <p:nvPr/>
          </p:nvSpPr>
          <p:spPr>
            <a:xfrm rot="5699301">
              <a:off x="1125380" y="-8324"/>
              <a:ext cx="249270" cy="128694"/>
            </a:xfrm>
            <a:prstGeom prst="ellipse">
              <a:avLst/>
            </a:prstGeom>
            <a:gradFill>
              <a:gsLst>
                <a:gs pos="0">
                  <a:srgbClr val="0E020C">
                    <a:alpha val="32597"/>
                  </a:srgbClr>
                </a:gs>
                <a:gs pos="14286">
                  <a:srgbClr val="0E020C">
                    <a:alpha val="30412"/>
                  </a:srgbClr>
                </a:gs>
                <a:gs pos="28571">
                  <a:srgbClr val="0E020C">
                    <a:alpha val="24537"/>
                  </a:srgbClr>
                </a:gs>
                <a:gs pos="42857">
                  <a:srgbClr val="0E020C">
                    <a:alpha val="16861"/>
                  </a:srgbClr>
                </a:gs>
                <a:gs pos="57143">
                  <a:srgbClr val="0E020C">
                    <a:alpha val="9726"/>
                  </a:srgbClr>
                </a:gs>
                <a:gs pos="71429">
                  <a:srgbClr val="0E020C">
                    <a:alpha val="4677"/>
                  </a:srgbClr>
                </a:gs>
                <a:gs pos="85714">
                  <a:srgbClr val="0E020C">
                    <a:alpha val="1876"/>
                  </a:srgbClr>
                </a:gs>
                <a:gs pos="100000">
                  <a:srgbClr val="0E020C">
                    <a:alpha val="6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9" name="Splat 909"/>
            <p:cNvSpPr>
              <a:spLocks noGrp="1"/>
            </p:cNvSpPr>
            <p:nvPr/>
          </p:nvSpPr>
          <p:spPr>
            <a:xfrm rot="-10631433">
              <a:off x="1501372" y="249022"/>
              <a:ext cx="377800" cy="170950"/>
            </a:xfrm>
            <a:prstGeom prst="ellipse">
              <a:avLst/>
            </a:prstGeom>
            <a:gradFill>
              <a:gsLst>
                <a:gs pos="0">
                  <a:srgbClr val="888889">
                    <a:alpha val="7744"/>
                  </a:srgbClr>
                </a:gs>
                <a:gs pos="14286">
                  <a:srgbClr val="888889">
                    <a:alpha val="7140"/>
                  </a:srgbClr>
                </a:gs>
                <a:gs pos="28571">
                  <a:srgbClr val="888889">
                    <a:alpha val="5590"/>
                  </a:srgbClr>
                </a:gs>
                <a:gs pos="42857">
                  <a:srgbClr val="888889">
                    <a:alpha val="3703"/>
                  </a:srgbClr>
                </a:gs>
                <a:gs pos="57143">
                  <a:srgbClr val="888889">
                    <a:alpha val="2069"/>
                  </a:srgbClr>
                </a:gs>
                <a:gs pos="71429">
                  <a:srgbClr val="888889">
                    <a:alpha val="974"/>
                  </a:srgbClr>
                </a:gs>
                <a:gs pos="85714">
                  <a:srgbClr val="888889">
                    <a:alpha val="386"/>
                  </a:srgbClr>
                </a:gs>
                <a:gs pos="100000">
                  <a:srgbClr val="888889">
                    <a:alpha val="1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0" name="Splat 910"/>
            <p:cNvSpPr>
              <a:spLocks noGrp="1"/>
            </p:cNvSpPr>
            <p:nvPr/>
          </p:nvSpPr>
          <p:spPr>
            <a:xfrm rot="5645331">
              <a:off x="1252688" y="1093282"/>
              <a:ext cx="381341" cy="11908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1" name="Splat 911"/>
            <p:cNvSpPr>
              <a:spLocks noGrp="1"/>
            </p:cNvSpPr>
            <p:nvPr/>
          </p:nvSpPr>
          <p:spPr>
            <a:xfrm rot="10581666">
              <a:off x="1133710" y="812654"/>
              <a:ext cx="356018" cy="167259"/>
            </a:xfrm>
            <a:prstGeom prst="ellipse">
              <a:avLst/>
            </a:prstGeom>
            <a:gradFill>
              <a:gsLst>
                <a:gs pos="0">
                  <a:srgbClr val="8A898A">
                    <a:alpha val="6654"/>
                  </a:srgbClr>
                </a:gs>
                <a:gs pos="14286">
                  <a:srgbClr val="8A898A">
                    <a:alpha val="6133"/>
                  </a:srgbClr>
                </a:gs>
                <a:gs pos="28571">
                  <a:srgbClr val="8A898A">
                    <a:alpha val="4795"/>
                  </a:srgbClr>
                </a:gs>
                <a:gs pos="42857">
                  <a:srgbClr val="8A898A">
                    <a:alpha val="3172"/>
                  </a:srgbClr>
                </a:gs>
                <a:gs pos="57143">
                  <a:srgbClr val="8A898A">
                    <a:alpha val="1770"/>
                  </a:srgbClr>
                </a:gs>
                <a:gs pos="71429">
                  <a:srgbClr val="8A898A">
                    <a:alpha val="833"/>
                  </a:srgbClr>
                </a:gs>
                <a:gs pos="85714">
                  <a:srgbClr val="8A898A">
                    <a:alpha val="330"/>
                  </a:srgbClr>
                </a:gs>
                <a:gs pos="100000">
                  <a:srgbClr val="8A898A">
                    <a:alpha val="1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2" name="Splat 912"/>
            <p:cNvSpPr>
              <a:spLocks noGrp="1"/>
            </p:cNvSpPr>
            <p:nvPr/>
          </p:nvSpPr>
          <p:spPr>
            <a:xfrm rot="-10107993">
              <a:off x="1091580" y="619397"/>
              <a:ext cx="612975" cy="133570"/>
            </a:xfrm>
            <a:prstGeom prst="ellipse">
              <a:avLst/>
            </a:prstGeom>
            <a:gradFill>
              <a:gsLst>
                <a:gs pos="0">
                  <a:srgbClr val="868785">
                    <a:alpha val="4449"/>
                  </a:srgbClr>
                </a:gs>
                <a:gs pos="14286">
                  <a:srgbClr val="868785">
                    <a:alpha val="4096"/>
                  </a:srgbClr>
                </a:gs>
                <a:gs pos="28571">
                  <a:srgbClr val="868785">
                    <a:alpha val="3195"/>
                  </a:srgbClr>
                </a:gs>
                <a:gs pos="42857">
                  <a:srgbClr val="868785">
                    <a:alpha val="2108"/>
                  </a:srgbClr>
                </a:gs>
                <a:gs pos="57143">
                  <a:srgbClr val="868785">
                    <a:alpha val="1173"/>
                  </a:srgbClr>
                </a:gs>
                <a:gs pos="71429">
                  <a:srgbClr val="868785">
                    <a:alpha val="551"/>
                  </a:srgbClr>
                </a:gs>
                <a:gs pos="85714">
                  <a:srgbClr val="868785">
                    <a:alpha val="218"/>
                  </a:srgbClr>
                </a:gs>
                <a:gs pos="100000">
                  <a:srgbClr val="868785">
                    <a:alpha val="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3" name="Splat 913"/>
            <p:cNvSpPr>
              <a:spLocks noGrp="1"/>
            </p:cNvSpPr>
            <p:nvPr/>
          </p:nvSpPr>
          <p:spPr>
            <a:xfrm rot="4994728">
              <a:off x="495833" y="2364609"/>
              <a:ext cx="318980" cy="204461"/>
            </a:xfrm>
            <a:prstGeom prst="ellipse">
              <a:avLst/>
            </a:prstGeom>
            <a:gradFill>
              <a:gsLst>
                <a:gs pos="0">
                  <a:srgbClr val="959595">
                    <a:alpha val="4114"/>
                  </a:srgbClr>
                </a:gs>
                <a:gs pos="14286">
                  <a:srgbClr val="959595">
                    <a:alpha val="3788"/>
                  </a:srgbClr>
                </a:gs>
                <a:gs pos="28571">
                  <a:srgbClr val="959595">
                    <a:alpha val="2954"/>
                  </a:srgbClr>
                </a:gs>
                <a:gs pos="42857">
                  <a:srgbClr val="959595">
                    <a:alpha val="1947"/>
                  </a:srgbClr>
                </a:gs>
                <a:gs pos="57143">
                  <a:srgbClr val="959595">
                    <a:alpha val="1084"/>
                  </a:srgbClr>
                </a:gs>
                <a:gs pos="71429">
                  <a:srgbClr val="959595">
                    <a:alpha val="509"/>
                  </a:srgbClr>
                </a:gs>
                <a:gs pos="85714">
                  <a:srgbClr val="959595">
                    <a:alpha val="202"/>
                  </a:srgbClr>
                </a:gs>
                <a:gs pos="100000">
                  <a:srgbClr val="959595">
                    <a:alpha val="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4" name="Splat 914"/>
            <p:cNvSpPr>
              <a:spLocks noGrp="1"/>
            </p:cNvSpPr>
            <p:nvPr/>
          </p:nvSpPr>
          <p:spPr>
            <a:xfrm rot="-10397132">
              <a:off x="2490315" y="2523451"/>
              <a:ext cx="312840" cy="114578"/>
            </a:xfrm>
            <a:prstGeom prst="ellipse">
              <a:avLst/>
            </a:prstGeom>
            <a:gradFill>
              <a:gsLst>
                <a:gs pos="0">
                  <a:srgbClr val="868586">
                    <a:alpha val="5748"/>
                  </a:srgbClr>
                </a:gs>
                <a:gs pos="14286">
                  <a:srgbClr val="868586">
                    <a:alpha val="5295"/>
                  </a:srgbClr>
                </a:gs>
                <a:gs pos="28571">
                  <a:srgbClr val="868586">
                    <a:alpha val="4137"/>
                  </a:srgbClr>
                </a:gs>
                <a:gs pos="42857">
                  <a:srgbClr val="868586">
                    <a:alpha val="2733"/>
                  </a:srgbClr>
                </a:gs>
                <a:gs pos="57143">
                  <a:srgbClr val="868586">
                    <a:alpha val="1524"/>
                  </a:srgbClr>
                </a:gs>
                <a:gs pos="71429">
                  <a:srgbClr val="868586">
                    <a:alpha val="716"/>
                  </a:srgbClr>
                </a:gs>
                <a:gs pos="85714">
                  <a:srgbClr val="868586">
                    <a:alpha val="284"/>
                  </a:srgbClr>
                </a:gs>
                <a:gs pos="100000">
                  <a:srgbClr val="868586">
                    <a:alpha val="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5" name="Splat 915"/>
            <p:cNvSpPr>
              <a:spLocks noGrp="1"/>
            </p:cNvSpPr>
            <p:nvPr/>
          </p:nvSpPr>
          <p:spPr>
            <a:xfrm rot="-10209654">
              <a:off x="2515554" y="224639"/>
              <a:ext cx="216572" cy="113103"/>
            </a:xfrm>
            <a:prstGeom prst="ellipse">
              <a:avLst/>
            </a:prstGeom>
            <a:gradFill>
              <a:gsLst>
                <a:gs pos="0">
                  <a:srgbClr val="0A0D10">
                    <a:alpha val="22229"/>
                  </a:srgbClr>
                </a:gs>
                <a:gs pos="14286">
                  <a:srgbClr val="0A0D10">
                    <a:alpha val="20631"/>
                  </a:srgbClr>
                </a:gs>
                <a:gs pos="28571">
                  <a:srgbClr val="0A0D10">
                    <a:alpha val="16424"/>
                  </a:srgbClr>
                </a:gs>
                <a:gs pos="42857">
                  <a:srgbClr val="0A0D10">
                    <a:alpha val="11102"/>
                  </a:srgbClr>
                </a:gs>
                <a:gs pos="57143">
                  <a:srgbClr val="0A0D10">
                    <a:alpha val="6313"/>
                  </a:srgbClr>
                </a:gs>
                <a:gs pos="71429">
                  <a:srgbClr val="0A0D10">
                    <a:alpha val="3006"/>
                  </a:srgbClr>
                </a:gs>
                <a:gs pos="85714">
                  <a:srgbClr val="0A0D10">
                    <a:alpha val="1200"/>
                  </a:srgbClr>
                </a:gs>
                <a:gs pos="100000">
                  <a:srgbClr val="0A0D10">
                    <a:alpha val="4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6" name="Splat 916"/>
            <p:cNvSpPr>
              <a:spLocks noGrp="1"/>
            </p:cNvSpPr>
            <p:nvPr/>
          </p:nvSpPr>
          <p:spPr>
            <a:xfrm rot="9879713">
              <a:off x="2415861" y="1530189"/>
              <a:ext cx="540147" cy="208555"/>
            </a:xfrm>
            <a:prstGeom prst="ellipse">
              <a:avLst/>
            </a:prstGeom>
            <a:gradFill>
              <a:gsLst>
                <a:gs pos="0">
                  <a:srgbClr val="000001">
                    <a:alpha val="32968"/>
                  </a:srgbClr>
                </a:gs>
                <a:gs pos="14286">
                  <a:srgbClr val="000001">
                    <a:alpha val="30764"/>
                  </a:srgbClr>
                </a:gs>
                <a:gs pos="28571">
                  <a:srgbClr val="000001">
                    <a:alpha val="24833"/>
                  </a:srgbClr>
                </a:gs>
                <a:gs pos="42857">
                  <a:srgbClr val="000001">
                    <a:alpha val="17075"/>
                  </a:srgbClr>
                </a:gs>
                <a:gs pos="57143">
                  <a:srgbClr val="000001">
                    <a:alpha val="9855"/>
                  </a:srgbClr>
                </a:gs>
                <a:gs pos="71429">
                  <a:srgbClr val="000001">
                    <a:alpha val="4740"/>
                  </a:srgbClr>
                </a:gs>
                <a:gs pos="85714">
                  <a:srgbClr val="000001">
                    <a:alpha val="1902"/>
                  </a:srgbClr>
                </a:gs>
                <a:gs pos="100000">
                  <a:srgbClr val="00000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7" name="Splat 917"/>
            <p:cNvSpPr>
              <a:spLocks noGrp="1"/>
            </p:cNvSpPr>
            <p:nvPr/>
          </p:nvSpPr>
          <p:spPr>
            <a:xfrm rot="9154277">
              <a:off x="1192951" y="295865"/>
              <a:ext cx="480123" cy="165147"/>
            </a:xfrm>
            <a:prstGeom prst="ellipse">
              <a:avLst/>
            </a:prstGeom>
            <a:gradFill>
              <a:gsLst>
                <a:gs pos="0">
                  <a:srgbClr val="6A696A">
                    <a:alpha val="10323"/>
                  </a:srgbClr>
                </a:gs>
                <a:gs pos="14286">
                  <a:srgbClr val="6A696A">
                    <a:alpha val="9529"/>
                  </a:srgbClr>
                </a:gs>
                <a:gs pos="28571">
                  <a:srgbClr val="6A696A">
                    <a:alpha val="7481"/>
                  </a:srgbClr>
                </a:gs>
                <a:gs pos="42857">
                  <a:srgbClr val="6A696A">
                    <a:alpha val="4972"/>
                  </a:srgbClr>
                </a:gs>
                <a:gs pos="57143">
                  <a:srgbClr val="6A696A">
                    <a:alpha val="2786"/>
                  </a:srgbClr>
                </a:gs>
                <a:gs pos="71429">
                  <a:srgbClr val="6A696A">
                    <a:alpha val="1314"/>
                  </a:srgbClr>
                </a:gs>
                <a:gs pos="85714">
                  <a:srgbClr val="6A696A">
                    <a:alpha val="522"/>
                  </a:srgbClr>
                </a:gs>
                <a:gs pos="100000">
                  <a:srgbClr val="6A696A">
                    <a:alpha val="1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8" name="Splat 918"/>
            <p:cNvSpPr>
              <a:spLocks noGrp="1"/>
            </p:cNvSpPr>
            <p:nvPr/>
          </p:nvSpPr>
          <p:spPr>
            <a:xfrm rot="-10412867">
              <a:off x="1315814" y="1322514"/>
              <a:ext cx="637285" cy="161936"/>
            </a:xfrm>
            <a:prstGeom prst="ellipse">
              <a:avLst/>
            </a:prstGeom>
            <a:gradFill>
              <a:gsLst>
                <a:gs pos="0">
                  <a:srgbClr val="747373">
                    <a:alpha val="15731"/>
                  </a:srgbClr>
                </a:gs>
                <a:gs pos="14286">
                  <a:srgbClr val="747373">
                    <a:alpha val="14556"/>
                  </a:srgbClr>
                </a:gs>
                <a:gs pos="28571">
                  <a:srgbClr val="747373">
                    <a:alpha val="11498"/>
                  </a:srgbClr>
                </a:gs>
                <a:gs pos="42857">
                  <a:srgbClr val="747373">
                    <a:alpha val="7699"/>
                  </a:srgbClr>
                </a:gs>
                <a:gs pos="57143">
                  <a:srgbClr val="747373">
                    <a:alpha val="4342"/>
                  </a:srgbClr>
                </a:gs>
                <a:gs pos="71429">
                  <a:srgbClr val="747373">
                    <a:alpha val="2057"/>
                  </a:srgbClr>
                </a:gs>
                <a:gs pos="85714">
                  <a:srgbClr val="747373">
                    <a:alpha val="818"/>
                  </a:srgbClr>
                </a:gs>
                <a:gs pos="100000">
                  <a:srgbClr val="747373">
                    <a:alpha val="2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9" name="Splat 919"/>
            <p:cNvSpPr>
              <a:spLocks noGrp="1"/>
            </p:cNvSpPr>
            <p:nvPr/>
          </p:nvSpPr>
          <p:spPr>
            <a:xfrm rot="-10257921">
              <a:off x="1160758" y="3406759"/>
              <a:ext cx="323443" cy="122784"/>
            </a:xfrm>
            <a:prstGeom prst="ellipse">
              <a:avLst/>
            </a:prstGeom>
            <a:gradFill>
              <a:gsLst>
                <a:gs pos="0">
                  <a:srgbClr val="050607">
                    <a:alpha val="15865"/>
                  </a:srgbClr>
                </a:gs>
                <a:gs pos="14286">
                  <a:srgbClr val="050607">
                    <a:alpha val="14681"/>
                  </a:srgbClr>
                </a:gs>
                <a:gs pos="28571">
                  <a:srgbClr val="050607">
                    <a:alpha val="11598"/>
                  </a:srgbClr>
                </a:gs>
                <a:gs pos="42857">
                  <a:srgbClr val="050607">
                    <a:alpha val="7768"/>
                  </a:srgbClr>
                </a:gs>
                <a:gs pos="57143">
                  <a:srgbClr val="050607">
                    <a:alpha val="4382"/>
                  </a:srgbClr>
                </a:gs>
                <a:gs pos="71429">
                  <a:srgbClr val="050607">
                    <a:alpha val="2075"/>
                  </a:srgbClr>
                </a:gs>
                <a:gs pos="85714">
                  <a:srgbClr val="050607">
                    <a:alpha val="826"/>
                  </a:srgbClr>
                </a:gs>
                <a:gs pos="100000">
                  <a:srgbClr val="050607">
                    <a:alpha val="2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0" name="Splat 920"/>
            <p:cNvSpPr>
              <a:spLocks noGrp="1"/>
            </p:cNvSpPr>
            <p:nvPr/>
          </p:nvSpPr>
          <p:spPr>
            <a:xfrm rot="4110952">
              <a:off x="1298666" y="1716566"/>
              <a:ext cx="183453" cy="133476"/>
            </a:xfrm>
            <a:prstGeom prst="ellipse">
              <a:avLst/>
            </a:prstGeom>
            <a:gradFill>
              <a:gsLst>
                <a:gs pos="0">
                  <a:srgbClr val="979694">
                    <a:alpha val="4235"/>
                  </a:srgbClr>
                </a:gs>
                <a:gs pos="14286">
                  <a:srgbClr val="979694">
                    <a:alpha val="3899"/>
                  </a:srgbClr>
                </a:gs>
                <a:gs pos="28571">
                  <a:srgbClr val="979694">
                    <a:alpha val="3041"/>
                  </a:srgbClr>
                </a:gs>
                <a:gs pos="42857">
                  <a:srgbClr val="979694">
                    <a:alpha val="2005"/>
                  </a:srgbClr>
                </a:gs>
                <a:gs pos="57143">
                  <a:srgbClr val="979694">
                    <a:alpha val="1116"/>
                  </a:srgbClr>
                </a:gs>
                <a:gs pos="71429">
                  <a:srgbClr val="979694">
                    <a:alpha val="524"/>
                  </a:srgbClr>
                </a:gs>
                <a:gs pos="85714">
                  <a:srgbClr val="979694">
                    <a:alpha val="208"/>
                  </a:srgbClr>
                </a:gs>
                <a:gs pos="100000">
                  <a:srgbClr val="979694">
                    <a:alpha val="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1" name="Splat 921"/>
            <p:cNvSpPr>
              <a:spLocks noGrp="1"/>
            </p:cNvSpPr>
            <p:nvPr/>
          </p:nvSpPr>
          <p:spPr>
            <a:xfrm rot="6312403">
              <a:off x="2853222" y="1854049"/>
              <a:ext cx="309629" cy="159094"/>
            </a:xfrm>
            <a:prstGeom prst="ellipse">
              <a:avLst/>
            </a:prstGeom>
            <a:gradFill>
              <a:gsLst>
                <a:gs pos="0">
                  <a:srgbClr val="0B0007">
                    <a:alpha val="16100"/>
                  </a:srgbClr>
                </a:gs>
                <a:gs pos="14286">
                  <a:srgbClr val="0B0007">
                    <a:alpha val="14900"/>
                  </a:srgbClr>
                </a:gs>
                <a:gs pos="28571">
                  <a:srgbClr val="0B0007">
                    <a:alpha val="11774"/>
                  </a:srgbClr>
                </a:gs>
                <a:gs pos="42857">
                  <a:srgbClr val="0B0007">
                    <a:alpha val="7888"/>
                  </a:srgbClr>
                </a:gs>
                <a:gs pos="57143">
                  <a:srgbClr val="0B0007">
                    <a:alpha val="4451"/>
                  </a:srgbClr>
                </a:gs>
                <a:gs pos="71429">
                  <a:srgbClr val="0B0007">
                    <a:alpha val="2109"/>
                  </a:srgbClr>
                </a:gs>
                <a:gs pos="85714">
                  <a:srgbClr val="0B0007">
                    <a:alpha val="839"/>
                  </a:srgbClr>
                </a:gs>
                <a:gs pos="100000">
                  <a:srgbClr val="0B0007">
                    <a:alpha val="2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2" name="Splat 922"/>
            <p:cNvSpPr>
              <a:spLocks noGrp="1"/>
            </p:cNvSpPr>
            <p:nvPr/>
          </p:nvSpPr>
          <p:spPr>
            <a:xfrm rot="10129624">
              <a:off x="2192143" y="651099"/>
              <a:ext cx="489275" cy="199369"/>
            </a:xfrm>
            <a:prstGeom prst="ellipse">
              <a:avLst/>
            </a:prstGeom>
            <a:gradFill>
              <a:gsLst>
                <a:gs pos="0">
                  <a:srgbClr val="6C6D6D">
                    <a:alpha val="7992"/>
                  </a:srgbClr>
                </a:gs>
                <a:gs pos="14286">
                  <a:srgbClr val="6C6D6D">
                    <a:alpha val="7370"/>
                  </a:srgbClr>
                </a:gs>
                <a:gs pos="28571">
                  <a:srgbClr val="6C6D6D">
                    <a:alpha val="5771"/>
                  </a:srgbClr>
                </a:gs>
                <a:gs pos="42857">
                  <a:srgbClr val="6C6D6D">
                    <a:alpha val="3824"/>
                  </a:srgbClr>
                </a:gs>
                <a:gs pos="57143">
                  <a:srgbClr val="6C6D6D">
                    <a:alpha val="2137"/>
                  </a:srgbClr>
                </a:gs>
                <a:gs pos="71429">
                  <a:srgbClr val="6C6D6D">
                    <a:alpha val="1006"/>
                  </a:srgbClr>
                </a:gs>
                <a:gs pos="85714">
                  <a:srgbClr val="6C6D6D">
                    <a:alpha val="399"/>
                  </a:srgbClr>
                </a:gs>
                <a:gs pos="100000">
                  <a:srgbClr val="6C6D6D">
                    <a:alpha val="1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3" name="Splat 923"/>
            <p:cNvSpPr>
              <a:spLocks noGrp="1"/>
            </p:cNvSpPr>
            <p:nvPr/>
          </p:nvSpPr>
          <p:spPr>
            <a:xfrm rot="4328137">
              <a:off x="2343688" y="3457181"/>
              <a:ext cx="266268" cy="145617"/>
            </a:xfrm>
            <a:prstGeom prst="ellipse">
              <a:avLst/>
            </a:prstGeom>
            <a:gradFill>
              <a:gsLst>
                <a:gs pos="0">
                  <a:srgbClr val="878888">
                    <a:alpha val="6154"/>
                  </a:srgbClr>
                </a:gs>
                <a:gs pos="14286">
                  <a:srgbClr val="878888">
                    <a:alpha val="5671"/>
                  </a:srgbClr>
                </a:gs>
                <a:gs pos="28571">
                  <a:srgbClr val="878888">
                    <a:alpha val="4432"/>
                  </a:srgbClr>
                </a:gs>
                <a:gs pos="42857">
                  <a:srgbClr val="878888">
                    <a:alpha val="2929"/>
                  </a:srgbClr>
                </a:gs>
                <a:gs pos="57143">
                  <a:srgbClr val="878888">
                    <a:alpha val="1634"/>
                  </a:srgbClr>
                </a:gs>
                <a:gs pos="71429">
                  <a:srgbClr val="878888">
                    <a:alpha val="768"/>
                  </a:srgbClr>
                </a:gs>
                <a:gs pos="85714">
                  <a:srgbClr val="878888">
                    <a:alpha val="304"/>
                  </a:srgbClr>
                </a:gs>
                <a:gs pos="100000">
                  <a:srgbClr val="878888">
                    <a:alpha val="1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4" name="Splat 924"/>
            <p:cNvSpPr>
              <a:spLocks noGrp="1"/>
            </p:cNvSpPr>
            <p:nvPr/>
          </p:nvSpPr>
          <p:spPr>
            <a:xfrm rot="4250289">
              <a:off x="2262973" y="1027453"/>
              <a:ext cx="543000" cy="111017"/>
            </a:xfrm>
            <a:prstGeom prst="ellipse">
              <a:avLst/>
            </a:prstGeom>
            <a:gradFill>
              <a:gsLst>
                <a:gs pos="0">
                  <a:srgbClr val="888787">
                    <a:alpha val="3383"/>
                  </a:srgbClr>
                </a:gs>
                <a:gs pos="14286">
                  <a:srgbClr val="888787">
                    <a:alpha val="3114"/>
                  </a:srgbClr>
                </a:gs>
                <a:gs pos="28571">
                  <a:srgbClr val="888787">
                    <a:alpha val="2426"/>
                  </a:srgbClr>
                </a:gs>
                <a:gs pos="42857">
                  <a:srgbClr val="888787">
                    <a:alpha val="1598"/>
                  </a:srgbClr>
                </a:gs>
                <a:gs pos="57143">
                  <a:srgbClr val="888787">
                    <a:alpha val="889"/>
                  </a:srgbClr>
                </a:gs>
                <a:gs pos="71429">
                  <a:srgbClr val="888787">
                    <a:alpha val="417"/>
                  </a:srgbClr>
                </a:gs>
                <a:gs pos="85714">
                  <a:srgbClr val="888787">
                    <a:alpha val="165"/>
                  </a:srgbClr>
                </a:gs>
                <a:gs pos="100000">
                  <a:srgbClr val="888787">
                    <a:alpha val="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5" name="Splat 925"/>
            <p:cNvSpPr>
              <a:spLocks noGrp="1"/>
            </p:cNvSpPr>
            <p:nvPr/>
          </p:nvSpPr>
          <p:spPr>
            <a:xfrm rot="-10326556">
              <a:off x="1337441" y="1101671"/>
              <a:ext cx="498992" cy="181587"/>
            </a:xfrm>
            <a:prstGeom prst="ellipse">
              <a:avLst/>
            </a:prstGeom>
            <a:gradFill>
              <a:gsLst>
                <a:gs pos="0">
                  <a:srgbClr val="050905">
                    <a:alpha val="32968"/>
                  </a:srgbClr>
                </a:gs>
                <a:gs pos="14286">
                  <a:srgbClr val="050905">
                    <a:alpha val="30764"/>
                  </a:srgbClr>
                </a:gs>
                <a:gs pos="28571">
                  <a:srgbClr val="050905">
                    <a:alpha val="24833"/>
                  </a:srgbClr>
                </a:gs>
                <a:gs pos="42857">
                  <a:srgbClr val="050905">
                    <a:alpha val="17075"/>
                  </a:srgbClr>
                </a:gs>
                <a:gs pos="57143">
                  <a:srgbClr val="050905">
                    <a:alpha val="9855"/>
                  </a:srgbClr>
                </a:gs>
                <a:gs pos="71429">
                  <a:srgbClr val="050905">
                    <a:alpha val="4740"/>
                  </a:srgbClr>
                </a:gs>
                <a:gs pos="85714">
                  <a:srgbClr val="050905">
                    <a:alpha val="1902"/>
                  </a:srgbClr>
                </a:gs>
                <a:gs pos="100000">
                  <a:srgbClr val="05090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6" name="Splat 926"/>
            <p:cNvSpPr>
              <a:spLocks noGrp="1"/>
            </p:cNvSpPr>
            <p:nvPr/>
          </p:nvSpPr>
          <p:spPr>
            <a:xfrm rot="10307327">
              <a:off x="2641017" y="395473"/>
              <a:ext cx="418198" cy="168804"/>
            </a:xfrm>
            <a:prstGeom prst="ellipse">
              <a:avLst/>
            </a:prstGeom>
            <a:gradFill>
              <a:gsLst>
                <a:gs pos="0">
                  <a:srgbClr val="858484">
                    <a:alpha val="10919"/>
                  </a:srgbClr>
                </a:gs>
                <a:gs pos="14286">
                  <a:srgbClr val="858484">
                    <a:alpha val="10082"/>
                  </a:srgbClr>
                </a:gs>
                <a:gs pos="28571">
                  <a:srgbClr val="858484">
                    <a:alpha val="7920"/>
                  </a:srgbClr>
                </a:gs>
                <a:gs pos="42857">
                  <a:srgbClr val="858484">
                    <a:alpha val="5269"/>
                  </a:srgbClr>
                </a:gs>
                <a:gs pos="57143">
                  <a:srgbClr val="858484">
                    <a:alpha val="2955"/>
                  </a:srgbClr>
                </a:gs>
                <a:gs pos="71429">
                  <a:srgbClr val="858484">
                    <a:alpha val="1394"/>
                  </a:srgbClr>
                </a:gs>
                <a:gs pos="85714">
                  <a:srgbClr val="858484">
                    <a:alpha val="554"/>
                  </a:srgbClr>
                </a:gs>
                <a:gs pos="100000">
                  <a:srgbClr val="858484">
                    <a:alpha val="1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7" name="Splat 927"/>
            <p:cNvSpPr>
              <a:spLocks noGrp="1"/>
            </p:cNvSpPr>
            <p:nvPr/>
          </p:nvSpPr>
          <p:spPr>
            <a:xfrm rot="-8950883">
              <a:off x="634454" y="1012813"/>
              <a:ext cx="463297" cy="128248"/>
            </a:xfrm>
            <a:prstGeom prst="ellipse">
              <a:avLst/>
            </a:prstGeom>
            <a:gradFill>
              <a:gsLst>
                <a:gs pos="0">
                  <a:srgbClr val="878787">
                    <a:alpha val="4704"/>
                  </a:srgbClr>
                </a:gs>
                <a:gs pos="14286">
                  <a:srgbClr val="878787">
                    <a:alpha val="4332"/>
                  </a:srgbClr>
                </a:gs>
                <a:gs pos="28571">
                  <a:srgbClr val="878787">
                    <a:alpha val="3380"/>
                  </a:srgbClr>
                </a:gs>
                <a:gs pos="42857">
                  <a:srgbClr val="878787">
                    <a:alpha val="2230"/>
                  </a:srgbClr>
                </a:gs>
                <a:gs pos="57143">
                  <a:srgbClr val="878787">
                    <a:alpha val="1242"/>
                  </a:srgbClr>
                </a:gs>
                <a:gs pos="71429">
                  <a:srgbClr val="878787">
                    <a:alpha val="583"/>
                  </a:srgbClr>
                </a:gs>
                <a:gs pos="85714">
                  <a:srgbClr val="878787">
                    <a:alpha val="231"/>
                  </a:srgbClr>
                </a:gs>
                <a:gs pos="100000">
                  <a:srgbClr val="878787">
                    <a:alpha val="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8" name="Splat 928"/>
            <p:cNvSpPr>
              <a:spLocks noGrp="1"/>
            </p:cNvSpPr>
            <p:nvPr/>
          </p:nvSpPr>
          <p:spPr>
            <a:xfrm rot="10392748">
              <a:off x="2052566" y="1440256"/>
              <a:ext cx="422561" cy="172095"/>
            </a:xfrm>
            <a:prstGeom prst="ellipse">
              <a:avLst/>
            </a:prstGeom>
            <a:gradFill>
              <a:gsLst>
                <a:gs pos="0">
                  <a:srgbClr val="0D0203">
                    <a:alpha val="10507"/>
                  </a:srgbClr>
                </a:gs>
                <a:gs pos="14286">
                  <a:srgbClr val="0D0203">
                    <a:alpha val="9700"/>
                  </a:srgbClr>
                </a:gs>
                <a:gs pos="28571">
                  <a:srgbClr val="0D0203">
                    <a:alpha val="7616"/>
                  </a:srgbClr>
                </a:gs>
                <a:gs pos="42857">
                  <a:srgbClr val="0D0203">
                    <a:alpha val="5064"/>
                  </a:srgbClr>
                </a:gs>
                <a:gs pos="57143">
                  <a:srgbClr val="0D0203">
                    <a:alpha val="2838"/>
                  </a:srgbClr>
                </a:gs>
                <a:gs pos="71429">
                  <a:srgbClr val="0D0203">
                    <a:alpha val="1339"/>
                  </a:srgbClr>
                </a:gs>
                <a:gs pos="85714">
                  <a:srgbClr val="0D0203">
                    <a:alpha val="532"/>
                  </a:srgbClr>
                </a:gs>
                <a:gs pos="100000">
                  <a:srgbClr val="0D0203">
                    <a:alpha val="1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9" name="Splat 929"/>
            <p:cNvSpPr>
              <a:spLocks noGrp="1"/>
            </p:cNvSpPr>
            <p:nvPr/>
          </p:nvSpPr>
          <p:spPr>
            <a:xfrm rot="4825799">
              <a:off x="1195368" y="774784"/>
              <a:ext cx="544748" cy="150671"/>
            </a:xfrm>
            <a:prstGeom prst="ellipse">
              <a:avLst/>
            </a:prstGeom>
            <a:gradFill>
              <a:gsLst>
                <a:gs pos="0">
                  <a:srgbClr val="858585">
                    <a:alpha val="4133"/>
                  </a:srgbClr>
                </a:gs>
                <a:gs pos="14286">
                  <a:srgbClr val="858585">
                    <a:alpha val="3805"/>
                  </a:srgbClr>
                </a:gs>
                <a:gs pos="28571">
                  <a:srgbClr val="858585">
                    <a:alpha val="2967"/>
                  </a:srgbClr>
                </a:gs>
                <a:gs pos="42857">
                  <a:srgbClr val="858585">
                    <a:alpha val="1956"/>
                  </a:srgbClr>
                </a:gs>
                <a:gs pos="57143">
                  <a:srgbClr val="858585">
                    <a:alpha val="1089"/>
                  </a:srgbClr>
                </a:gs>
                <a:gs pos="71429">
                  <a:srgbClr val="858585">
                    <a:alpha val="511"/>
                  </a:srgbClr>
                </a:gs>
                <a:gs pos="85714">
                  <a:srgbClr val="858585">
                    <a:alpha val="202"/>
                  </a:srgbClr>
                </a:gs>
                <a:gs pos="100000">
                  <a:srgbClr val="858585">
                    <a:alpha val="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0" name="Splat 930"/>
            <p:cNvSpPr>
              <a:spLocks noGrp="1"/>
            </p:cNvSpPr>
            <p:nvPr/>
          </p:nvSpPr>
          <p:spPr>
            <a:xfrm rot="-10762428">
              <a:off x="1321780" y="563110"/>
              <a:ext cx="486675" cy="131430"/>
            </a:xfrm>
            <a:prstGeom prst="ellipse">
              <a:avLst/>
            </a:prstGeom>
            <a:gradFill>
              <a:gsLst>
                <a:gs pos="0">
                  <a:srgbClr val="636363">
                    <a:alpha val="21094"/>
                  </a:srgbClr>
                </a:gs>
                <a:gs pos="14286">
                  <a:srgbClr val="636363">
                    <a:alpha val="19568"/>
                  </a:srgbClr>
                </a:gs>
                <a:gs pos="28571">
                  <a:srgbClr val="636363">
                    <a:alpha val="15555"/>
                  </a:srgbClr>
                </a:gs>
                <a:gs pos="42857">
                  <a:srgbClr val="636363">
                    <a:alpha val="10497"/>
                  </a:srgbClr>
                </a:gs>
                <a:gs pos="57143">
                  <a:srgbClr val="636363">
                    <a:alpha val="5960"/>
                  </a:srgbClr>
                </a:gs>
                <a:gs pos="71429">
                  <a:srgbClr val="636363">
                    <a:alpha val="2835"/>
                  </a:srgbClr>
                </a:gs>
                <a:gs pos="85714">
                  <a:srgbClr val="636363">
                    <a:alpha val="1131"/>
                  </a:srgbClr>
                </a:gs>
                <a:gs pos="100000">
                  <a:srgbClr val="636363">
                    <a:alpha val="3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1" name="Splat 931"/>
            <p:cNvSpPr>
              <a:spLocks noGrp="1"/>
            </p:cNvSpPr>
            <p:nvPr/>
          </p:nvSpPr>
          <p:spPr>
            <a:xfrm rot="-9922420">
              <a:off x="1465922" y="2509933"/>
              <a:ext cx="168015" cy="125788"/>
            </a:xfrm>
            <a:prstGeom prst="ellipse">
              <a:avLst/>
            </a:prstGeom>
            <a:gradFill>
              <a:gsLst>
                <a:gs pos="0">
                  <a:srgbClr val="8C8A8B">
                    <a:alpha val="5341"/>
                  </a:srgbClr>
                </a:gs>
                <a:gs pos="14286">
                  <a:srgbClr val="8C8A8B">
                    <a:alpha val="4920"/>
                  </a:srgbClr>
                </a:gs>
                <a:gs pos="28571">
                  <a:srgbClr val="8C8A8B">
                    <a:alpha val="3841"/>
                  </a:srgbClr>
                </a:gs>
                <a:gs pos="42857">
                  <a:srgbClr val="8C8A8B">
                    <a:alpha val="2536"/>
                  </a:srgbClr>
                </a:gs>
                <a:gs pos="57143">
                  <a:srgbClr val="8C8A8B">
                    <a:alpha val="1414"/>
                  </a:srgbClr>
                </a:gs>
                <a:gs pos="71429">
                  <a:srgbClr val="8C8A8B">
                    <a:alpha val="664"/>
                  </a:srgbClr>
                </a:gs>
                <a:gs pos="85714">
                  <a:srgbClr val="8C8A8B">
                    <a:alpha val="263"/>
                  </a:srgbClr>
                </a:gs>
                <a:gs pos="100000">
                  <a:srgbClr val="8C8A8B">
                    <a:alpha val="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2" name="Splat 932"/>
            <p:cNvSpPr>
              <a:spLocks noGrp="1"/>
            </p:cNvSpPr>
            <p:nvPr/>
          </p:nvSpPr>
          <p:spPr>
            <a:xfrm rot="-8391915">
              <a:off x="1356788" y="1569379"/>
              <a:ext cx="174039" cy="148569"/>
            </a:xfrm>
            <a:prstGeom prst="ellipse">
              <a:avLst/>
            </a:prstGeom>
            <a:gradFill>
              <a:gsLst>
                <a:gs pos="0">
                  <a:srgbClr val="898B8C">
                    <a:alpha val="5143"/>
                  </a:srgbClr>
                </a:gs>
                <a:gs pos="14286">
                  <a:srgbClr val="898B8C">
                    <a:alpha val="4737"/>
                  </a:srgbClr>
                </a:gs>
                <a:gs pos="28571">
                  <a:srgbClr val="898B8C">
                    <a:alpha val="3698"/>
                  </a:srgbClr>
                </a:gs>
                <a:gs pos="42857">
                  <a:srgbClr val="898B8C">
                    <a:alpha val="2441"/>
                  </a:srgbClr>
                </a:gs>
                <a:gs pos="57143">
                  <a:srgbClr val="898B8C">
                    <a:alpha val="1360"/>
                  </a:srgbClr>
                </a:gs>
                <a:gs pos="71429">
                  <a:srgbClr val="898B8C">
                    <a:alpha val="639"/>
                  </a:srgbClr>
                </a:gs>
                <a:gs pos="85714">
                  <a:srgbClr val="898B8C">
                    <a:alpha val="253"/>
                  </a:srgbClr>
                </a:gs>
                <a:gs pos="100000">
                  <a:srgbClr val="898B8C">
                    <a:alpha val="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3" name="Splat 933"/>
            <p:cNvSpPr>
              <a:spLocks noGrp="1"/>
            </p:cNvSpPr>
            <p:nvPr/>
          </p:nvSpPr>
          <p:spPr>
            <a:xfrm rot="10156811">
              <a:off x="312299" y="3030798"/>
              <a:ext cx="450862" cy="209279"/>
            </a:xfrm>
            <a:prstGeom prst="ellipse">
              <a:avLst/>
            </a:prstGeom>
            <a:gradFill>
              <a:gsLst>
                <a:gs pos="0">
                  <a:srgbClr val="6A6C6C">
                    <a:alpha val="7837"/>
                  </a:srgbClr>
                </a:gs>
                <a:gs pos="14286">
                  <a:srgbClr val="6A6C6C">
                    <a:alpha val="7227"/>
                  </a:srgbClr>
                </a:gs>
                <a:gs pos="28571">
                  <a:srgbClr val="6A6C6C">
                    <a:alpha val="5658"/>
                  </a:srgbClr>
                </a:gs>
                <a:gs pos="42857">
                  <a:srgbClr val="6A6C6C">
                    <a:alpha val="3748"/>
                  </a:srgbClr>
                </a:gs>
                <a:gs pos="57143">
                  <a:srgbClr val="6A6C6C">
                    <a:alpha val="2095"/>
                  </a:srgbClr>
                </a:gs>
                <a:gs pos="71429">
                  <a:srgbClr val="6A6C6C">
                    <a:alpha val="986"/>
                  </a:srgbClr>
                </a:gs>
                <a:gs pos="85714">
                  <a:srgbClr val="6A6C6C">
                    <a:alpha val="391"/>
                  </a:srgbClr>
                </a:gs>
                <a:gs pos="100000">
                  <a:srgbClr val="6A6C6C">
                    <a:alpha val="1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4" name="Splat 934"/>
            <p:cNvSpPr>
              <a:spLocks noGrp="1"/>
            </p:cNvSpPr>
            <p:nvPr/>
          </p:nvSpPr>
          <p:spPr>
            <a:xfrm rot="3224451">
              <a:off x="345680" y="389196"/>
              <a:ext cx="542104" cy="198843"/>
            </a:xfrm>
            <a:prstGeom prst="ellipse">
              <a:avLst/>
            </a:prstGeom>
            <a:gradFill>
              <a:gsLst>
                <a:gs pos="0">
                  <a:srgbClr val="040309">
                    <a:alpha val="30730"/>
                  </a:srgbClr>
                </a:gs>
                <a:gs pos="14286">
                  <a:srgbClr val="040309">
                    <a:alpha val="28642"/>
                  </a:srgbClr>
                </a:gs>
                <a:gs pos="28571">
                  <a:srgbClr val="040309">
                    <a:alpha val="23050"/>
                  </a:srgbClr>
                </a:gs>
                <a:gs pos="42857">
                  <a:srgbClr val="040309">
                    <a:alpha val="15790"/>
                  </a:srgbClr>
                </a:gs>
                <a:gs pos="57143">
                  <a:srgbClr val="040309">
                    <a:alpha val="9084"/>
                  </a:srgbClr>
                </a:gs>
                <a:gs pos="71429">
                  <a:srgbClr val="040309">
                    <a:alpha val="4360"/>
                  </a:srgbClr>
                </a:gs>
                <a:gs pos="85714">
                  <a:srgbClr val="040309">
                    <a:alpha val="1747"/>
                  </a:srgbClr>
                </a:gs>
                <a:gs pos="100000">
                  <a:srgbClr val="040309">
                    <a:alpha val="5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5" name="Splat 935"/>
            <p:cNvSpPr>
              <a:spLocks noGrp="1"/>
            </p:cNvSpPr>
            <p:nvPr/>
          </p:nvSpPr>
          <p:spPr>
            <a:xfrm rot="3708596">
              <a:off x="1309950" y="2802837"/>
              <a:ext cx="390630" cy="118003"/>
            </a:xfrm>
            <a:prstGeom prst="ellipse">
              <a:avLst/>
            </a:prstGeom>
            <a:gradFill>
              <a:gsLst>
                <a:gs pos="0">
                  <a:srgbClr val="767776">
                    <a:alpha val="4731"/>
                  </a:srgbClr>
                </a:gs>
                <a:gs pos="14286">
                  <a:srgbClr val="767776">
                    <a:alpha val="4356"/>
                  </a:srgbClr>
                </a:gs>
                <a:gs pos="28571">
                  <a:srgbClr val="767776">
                    <a:alpha val="3399"/>
                  </a:srgbClr>
                </a:gs>
                <a:gs pos="42857">
                  <a:srgbClr val="767776">
                    <a:alpha val="2243"/>
                  </a:srgbClr>
                </a:gs>
                <a:gs pos="57143">
                  <a:srgbClr val="767776">
                    <a:alpha val="1249"/>
                  </a:srgbClr>
                </a:gs>
                <a:gs pos="71429">
                  <a:srgbClr val="767776">
                    <a:alpha val="587"/>
                  </a:srgbClr>
                </a:gs>
                <a:gs pos="85714">
                  <a:srgbClr val="767776">
                    <a:alpha val="232"/>
                  </a:srgbClr>
                </a:gs>
                <a:gs pos="100000">
                  <a:srgbClr val="767776">
                    <a:alpha val="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6" name="Splat 936"/>
            <p:cNvSpPr>
              <a:spLocks noGrp="1"/>
            </p:cNvSpPr>
            <p:nvPr/>
          </p:nvSpPr>
          <p:spPr>
            <a:xfrm rot="9231078">
              <a:off x="384001" y="195600"/>
              <a:ext cx="236611" cy="187353"/>
            </a:xfrm>
            <a:prstGeom prst="ellipse">
              <a:avLst/>
            </a:prstGeom>
            <a:gradFill>
              <a:gsLst>
                <a:gs pos="0">
                  <a:srgbClr val="040B01">
                    <a:alpha val="23934"/>
                  </a:srgbClr>
                </a:gs>
                <a:gs pos="14286">
                  <a:srgbClr val="040B01">
                    <a:alpha val="22232"/>
                  </a:srgbClr>
                </a:gs>
                <a:gs pos="28571">
                  <a:srgbClr val="040B01">
                    <a:alpha val="17735"/>
                  </a:srgbClr>
                </a:gs>
                <a:gs pos="42857">
                  <a:srgbClr val="040B01">
                    <a:alpha val="12019"/>
                  </a:srgbClr>
                </a:gs>
                <a:gs pos="57143">
                  <a:srgbClr val="040B01">
                    <a:alpha val="6850"/>
                  </a:srgbClr>
                </a:gs>
                <a:gs pos="71429">
                  <a:srgbClr val="040B01">
                    <a:alpha val="3267"/>
                  </a:srgbClr>
                </a:gs>
                <a:gs pos="85714">
                  <a:srgbClr val="040B01">
                    <a:alpha val="1305"/>
                  </a:srgbClr>
                </a:gs>
                <a:gs pos="100000">
                  <a:srgbClr val="040B01">
                    <a:alpha val="4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7" name="Splat 937"/>
            <p:cNvSpPr>
              <a:spLocks noGrp="1"/>
            </p:cNvSpPr>
            <p:nvPr/>
          </p:nvSpPr>
          <p:spPr>
            <a:xfrm rot="9883864">
              <a:off x="950875" y="41594"/>
              <a:ext cx="557003" cy="144660"/>
            </a:xfrm>
            <a:prstGeom prst="ellipse">
              <a:avLst/>
            </a:prstGeom>
            <a:gradFill>
              <a:gsLst>
                <a:gs pos="0">
                  <a:srgbClr val="020006">
                    <a:alpha val="18453"/>
                  </a:srgbClr>
                </a:gs>
                <a:gs pos="14286">
                  <a:srgbClr val="020006">
                    <a:alpha val="17096"/>
                  </a:srgbClr>
                </a:gs>
                <a:gs pos="28571">
                  <a:srgbClr val="020006">
                    <a:alpha val="13547"/>
                  </a:srgbClr>
                </a:gs>
                <a:gs pos="42857">
                  <a:srgbClr val="020006">
                    <a:alpha val="9107"/>
                  </a:srgbClr>
                </a:gs>
                <a:gs pos="57143">
                  <a:srgbClr val="020006">
                    <a:alpha val="5153"/>
                  </a:srgbClr>
                </a:gs>
                <a:gs pos="71429">
                  <a:srgbClr val="020006">
                    <a:alpha val="2446"/>
                  </a:srgbClr>
                </a:gs>
                <a:gs pos="85714">
                  <a:srgbClr val="020006">
                    <a:alpha val="975"/>
                  </a:srgbClr>
                </a:gs>
                <a:gs pos="100000">
                  <a:srgbClr val="020006">
                    <a:alpha val="3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8" name="Splat 938"/>
            <p:cNvSpPr>
              <a:spLocks noGrp="1"/>
            </p:cNvSpPr>
            <p:nvPr/>
          </p:nvSpPr>
          <p:spPr>
            <a:xfrm rot="5453813">
              <a:off x="436503" y="-35040"/>
              <a:ext cx="481097" cy="220560"/>
            </a:xfrm>
            <a:prstGeom prst="ellipse">
              <a:avLst/>
            </a:prstGeom>
            <a:gradFill>
              <a:gsLst>
                <a:gs pos="0">
                  <a:srgbClr val="8A8A89">
                    <a:alpha val="6385"/>
                  </a:srgbClr>
                </a:gs>
                <a:gs pos="14286">
                  <a:srgbClr val="8A8A89">
                    <a:alpha val="5884"/>
                  </a:srgbClr>
                </a:gs>
                <a:gs pos="28571">
                  <a:srgbClr val="8A8A89">
                    <a:alpha val="4599"/>
                  </a:srgbClr>
                </a:gs>
                <a:gs pos="42857">
                  <a:srgbClr val="8A8A89">
                    <a:alpha val="3041"/>
                  </a:srgbClr>
                </a:gs>
                <a:gs pos="57143">
                  <a:srgbClr val="8A8A89">
                    <a:alpha val="1697"/>
                  </a:srgbClr>
                </a:gs>
                <a:gs pos="71429">
                  <a:srgbClr val="8A8A89">
                    <a:alpha val="798"/>
                  </a:srgbClr>
                </a:gs>
                <a:gs pos="85714">
                  <a:srgbClr val="8A8A89">
                    <a:alpha val="316"/>
                  </a:srgbClr>
                </a:gs>
                <a:gs pos="100000">
                  <a:srgbClr val="8A8A89">
                    <a:alpha val="1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9" name="Splat 939"/>
            <p:cNvSpPr>
              <a:spLocks noGrp="1"/>
            </p:cNvSpPr>
            <p:nvPr/>
          </p:nvSpPr>
          <p:spPr>
            <a:xfrm rot="-9747916">
              <a:off x="1396008" y="1559749"/>
              <a:ext cx="199467" cy="110492"/>
            </a:xfrm>
            <a:prstGeom prst="ellipse">
              <a:avLst/>
            </a:prstGeom>
            <a:gradFill>
              <a:gsLst>
                <a:gs pos="0">
                  <a:srgbClr val="7E7F7F">
                    <a:alpha val="8501"/>
                  </a:srgbClr>
                </a:gs>
                <a:gs pos="14286">
                  <a:srgbClr val="7E7F7F">
                    <a:alpha val="7841"/>
                  </a:srgbClr>
                </a:gs>
                <a:gs pos="28571">
                  <a:srgbClr val="7E7F7F">
                    <a:alpha val="6143"/>
                  </a:srgbClr>
                </a:gs>
                <a:gs pos="42857">
                  <a:srgbClr val="7E7F7F">
                    <a:alpha val="4073"/>
                  </a:srgbClr>
                </a:gs>
                <a:gs pos="57143">
                  <a:srgbClr val="7E7F7F">
                    <a:alpha val="2278"/>
                  </a:srgbClr>
                </a:gs>
                <a:gs pos="71429">
                  <a:srgbClr val="7E7F7F">
                    <a:alpha val="1073"/>
                  </a:srgbClr>
                </a:gs>
                <a:gs pos="85714">
                  <a:srgbClr val="7E7F7F">
                    <a:alpha val="426"/>
                  </a:srgbClr>
                </a:gs>
                <a:gs pos="100000">
                  <a:srgbClr val="7E7F7F">
                    <a:alpha val="1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0" name="Splat 940"/>
            <p:cNvSpPr>
              <a:spLocks noGrp="1"/>
            </p:cNvSpPr>
            <p:nvPr/>
          </p:nvSpPr>
          <p:spPr>
            <a:xfrm rot="-9996109">
              <a:off x="2312473" y="2521545"/>
              <a:ext cx="467501" cy="131131"/>
            </a:xfrm>
            <a:prstGeom prst="ellipse">
              <a:avLst/>
            </a:prstGeom>
            <a:gradFill>
              <a:gsLst>
                <a:gs pos="0">
                  <a:srgbClr val="666665">
                    <a:alpha val="14785"/>
                  </a:srgbClr>
                </a:gs>
                <a:gs pos="14286">
                  <a:srgbClr val="666665">
                    <a:alpha val="13675"/>
                  </a:srgbClr>
                </a:gs>
                <a:gs pos="28571">
                  <a:srgbClr val="666665">
                    <a:alpha val="10790"/>
                  </a:srgbClr>
                </a:gs>
                <a:gs pos="42857">
                  <a:srgbClr val="666665">
                    <a:alpha val="7215"/>
                  </a:srgbClr>
                </a:gs>
                <a:gs pos="57143">
                  <a:srgbClr val="666665">
                    <a:alpha val="4065"/>
                  </a:srgbClr>
                </a:gs>
                <a:gs pos="71429">
                  <a:srgbClr val="666665">
                    <a:alpha val="1924"/>
                  </a:srgbClr>
                </a:gs>
                <a:gs pos="85714">
                  <a:srgbClr val="666665">
                    <a:alpha val="765"/>
                  </a:srgbClr>
                </a:gs>
                <a:gs pos="100000">
                  <a:srgbClr val="666665">
                    <a:alpha val="2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1" name="Splat 941"/>
            <p:cNvSpPr>
              <a:spLocks noGrp="1"/>
            </p:cNvSpPr>
            <p:nvPr/>
          </p:nvSpPr>
          <p:spPr>
            <a:xfrm rot="4033228">
              <a:off x="2469251" y="770383"/>
              <a:ext cx="270965" cy="218652"/>
            </a:xfrm>
            <a:prstGeom prst="ellipse">
              <a:avLst/>
            </a:prstGeom>
            <a:gradFill>
              <a:gsLst>
                <a:gs pos="0">
                  <a:srgbClr val="1B1917">
                    <a:alpha val="32961"/>
                  </a:srgbClr>
                </a:gs>
                <a:gs pos="14286">
                  <a:srgbClr val="1B1917">
                    <a:alpha val="30757"/>
                  </a:srgbClr>
                </a:gs>
                <a:gs pos="28571">
                  <a:srgbClr val="1B1917">
                    <a:alpha val="24827"/>
                  </a:srgbClr>
                </a:gs>
                <a:gs pos="42857">
                  <a:srgbClr val="1B1917">
                    <a:alpha val="17071"/>
                  </a:srgbClr>
                </a:gs>
                <a:gs pos="57143">
                  <a:srgbClr val="1B1917">
                    <a:alpha val="9852"/>
                  </a:srgbClr>
                </a:gs>
                <a:gs pos="71429">
                  <a:srgbClr val="1B1917">
                    <a:alpha val="4739"/>
                  </a:srgbClr>
                </a:gs>
                <a:gs pos="85714">
                  <a:srgbClr val="1B1917">
                    <a:alpha val="1902"/>
                  </a:srgbClr>
                </a:gs>
                <a:gs pos="100000">
                  <a:srgbClr val="1B191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2" name="Splat 942"/>
            <p:cNvSpPr>
              <a:spLocks noGrp="1"/>
            </p:cNvSpPr>
            <p:nvPr/>
          </p:nvSpPr>
          <p:spPr>
            <a:xfrm rot="6091850">
              <a:off x="396454" y="2945398"/>
              <a:ext cx="466660" cy="234743"/>
            </a:xfrm>
            <a:prstGeom prst="ellipse">
              <a:avLst/>
            </a:prstGeom>
            <a:gradFill>
              <a:gsLst>
                <a:gs pos="0">
                  <a:srgbClr val="7F807F">
                    <a:alpha val="5914"/>
                  </a:srgbClr>
                </a:gs>
                <a:gs pos="14286">
                  <a:srgbClr val="7F807F">
                    <a:alpha val="5449"/>
                  </a:srgbClr>
                </a:gs>
                <a:gs pos="28571">
                  <a:srgbClr val="7F807F">
                    <a:alpha val="4257"/>
                  </a:srgbClr>
                </a:gs>
                <a:gs pos="42857">
                  <a:srgbClr val="7F807F">
                    <a:alpha val="2813"/>
                  </a:srgbClr>
                </a:gs>
                <a:gs pos="57143">
                  <a:srgbClr val="7F807F">
                    <a:alpha val="1569"/>
                  </a:srgbClr>
                </a:gs>
                <a:gs pos="71429">
                  <a:srgbClr val="7F807F">
                    <a:alpha val="737"/>
                  </a:srgbClr>
                </a:gs>
                <a:gs pos="85714">
                  <a:srgbClr val="7F807F">
                    <a:alpha val="292"/>
                  </a:srgbClr>
                </a:gs>
                <a:gs pos="100000">
                  <a:srgbClr val="7F807F">
                    <a:alpha val="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3" name="Splat 943"/>
            <p:cNvSpPr>
              <a:spLocks noGrp="1"/>
            </p:cNvSpPr>
            <p:nvPr/>
          </p:nvSpPr>
          <p:spPr>
            <a:xfrm rot="-9861186">
              <a:off x="795383" y="1395754"/>
              <a:ext cx="396058" cy="155779"/>
            </a:xfrm>
            <a:prstGeom prst="ellipse">
              <a:avLst/>
            </a:prstGeom>
            <a:gradFill>
              <a:gsLst>
                <a:gs pos="0">
                  <a:srgbClr val="090805">
                    <a:alpha val="31768"/>
                  </a:srgbClr>
                </a:gs>
                <a:gs pos="14286">
                  <a:srgbClr val="090805">
                    <a:alpha val="29626"/>
                  </a:srgbClr>
                </a:gs>
                <a:gs pos="28571">
                  <a:srgbClr val="090805">
                    <a:alpha val="23875"/>
                  </a:srgbClr>
                </a:gs>
                <a:gs pos="42857">
                  <a:srgbClr val="090805">
                    <a:alpha val="16384"/>
                  </a:srgbClr>
                </a:gs>
                <a:gs pos="57143">
                  <a:srgbClr val="090805">
                    <a:alpha val="9439"/>
                  </a:srgbClr>
                </a:gs>
                <a:gs pos="71429">
                  <a:srgbClr val="090805">
                    <a:alpha val="4535"/>
                  </a:srgbClr>
                </a:gs>
                <a:gs pos="85714">
                  <a:srgbClr val="090805">
                    <a:alpha val="1818"/>
                  </a:srgbClr>
                </a:gs>
                <a:gs pos="100000">
                  <a:srgbClr val="090805">
                    <a:alpha val="6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4" name="Splat 944"/>
            <p:cNvSpPr>
              <a:spLocks noGrp="1"/>
            </p:cNvSpPr>
            <p:nvPr/>
          </p:nvSpPr>
          <p:spPr>
            <a:xfrm rot="9198935">
              <a:off x="2599395" y="497713"/>
              <a:ext cx="387019" cy="135733"/>
            </a:xfrm>
            <a:prstGeom prst="ellipse">
              <a:avLst/>
            </a:prstGeom>
            <a:gradFill>
              <a:gsLst>
                <a:gs pos="0">
                  <a:srgbClr val="777777">
                    <a:alpha val="20741"/>
                  </a:srgbClr>
                </a:gs>
                <a:gs pos="14286">
                  <a:srgbClr val="777777">
                    <a:alpha val="19236"/>
                  </a:srgbClr>
                </a:gs>
                <a:gs pos="28571">
                  <a:srgbClr val="777777">
                    <a:alpha val="15285"/>
                  </a:srgbClr>
                </a:gs>
                <a:gs pos="42857">
                  <a:srgbClr val="777777">
                    <a:alpha val="10310"/>
                  </a:srgbClr>
                </a:gs>
                <a:gs pos="57143">
                  <a:srgbClr val="777777">
                    <a:alpha val="5851"/>
                  </a:srgbClr>
                </a:gs>
                <a:gs pos="71429">
                  <a:srgbClr val="777777">
                    <a:alpha val="2783"/>
                  </a:srgbClr>
                </a:gs>
                <a:gs pos="85714">
                  <a:srgbClr val="777777">
                    <a:alpha val="1110"/>
                  </a:srgbClr>
                </a:gs>
                <a:gs pos="100000">
                  <a:srgbClr val="777777">
                    <a:alpha val="3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5" name="Splat 945"/>
            <p:cNvSpPr>
              <a:spLocks noGrp="1"/>
            </p:cNvSpPr>
            <p:nvPr/>
          </p:nvSpPr>
          <p:spPr>
            <a:xfrm rot="7921071">
              <a:off x="1356769" y="71694"/>
              <a:ext cx="288309" cy="115890"/>
            </a:xfrm>
            <a:prstGeom prst="ellipse">
              <a:avLst/>
            </a:prstGeom>
            <a:gradFill>
              <a:gsLst>
                <a:gs pos="0">
                  <a:srgbClr val="0E0904">
                    <a:alpha val="21064"/>
                  </a:srgbClr>
                </a:gs>
                <a:gs pos="14286">
                  <a:srgbClr val="0E0904">
                    <a:alpha val="19539"/>
                  </a:srgbClr>
                </a:gs>
                <a:gs pos="28571">
                  <a:srgbClr val="0E0904">
                    <a:alpha val="15532"/>
                  </a:srgbClr>
                </a:gs>
                <a:gs pos="42857">
                  <a:srgbClr val="0E0904">
                    <a:alpha val="10481"/>
                  </a:srgbClr>
                </a:gs>
                <a:gs pos="57143">
                  <a:srgbClr val="0E0904">
                    <a:alpha val="5951"/>
                  </a:srgbClr>
                </a:gs>
                <a:gs pos="71429">
                  <a:srgbClr val="0E0904">
                    <a:alpha val="2831"/>
                  </a:srgbClr>
                </a:gs>
                <a:gs pos="85714">
                  <a:srgbClr val="0E0904">
                    <a:alpha val="1129"/>
                  </a:srgbClr>
                </a:gs>
                <a:gs pos="100000">
                  <a:srgbClr val="0E0904">
                    <a:alpha val="3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6" name="Splat 946"/>
            <p:cNvSpPr>
              <a:spLocks noGrp="1"/>
            </p:cNvSpPr>
            <p:nvPr/>
          </p:nvSpPr>
          <p:spPr>
            <a:xfrm rot="6851391">
              <a:off x="1291804" y="29468"/>
              <a:ext cx="293435" cy="95856"/>
            </a:xfrm>
            <a:prstGeom prst="ellipse">
              <a:avLst/>
            </a:prstGeom>
            <a:gradFill>
              <a:gsLst>
                <a:gs pos="0">
                  <a:srgbClr val="0D0006">
                    <a:alpha val="6729"/>
                  </a:srgbClr>
                </a:gs>
                <a:gs pos="14286">
                  <a:srgbClr val="0D0006">
                    <a:alpha val="6202"/>
                  </a:srgbClr>
                </a:gs>
                <a:gs pos="28571">
                  <a:srgbClr val="0D0006">
                    <a:alpha val="4850"/>
                  </a:srgbClr>
                </a:gs>
                <a:gs pos="42857">
                  <a:srgbClr val="0D0006">
                    <a:alpha val="3208"/>
                  </a:srgbClr>
                </a:gs>
                <a:gs pos="57143">
                  <a:srgbClr val="0D0006">
                    <a:alpha val="1791"/>
                  </a:srgbClr>
                </a:gs>
                <a:gs pos="71429">
                  <a:srgbClr val="0D0006">
                    <a:alpha val="842"/>
                  </a:srgbClr>
                </a:gs>
                <a:gs pos="85714">
                  <a:srgbClr val="0D0006">
                    <a:alpha val="334"/>
                  </a:srgbClr>
                </a:gs>
                <a:gs pos="100000">
                  <a:srgbClr val="0D0006">
                    <a:alpha val="1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7" name="Splat 947"/>
            <p:cNvSpPr>
              <a:spLocks noGrp="1"/>
            </p:cNvSpPr>
            <p:nvPr/>
          </p:nvSpPr>
          <p:spPr>
            <a:xfrm rot="3513452">
              <a:off x="2803787" y="35751"/>
              <a:ext cx="370608" cy="102241"/>
            </a:xfrm>
            <a:prstGeom prst="ellipse">
              <a:avLst/>
            </a:prstGeom>
            <a:gradFill>
              <a:gsLst>
                <a:gs pos="0">
                  <a:srgbClr val="040006">
                    <a:alpha val="17300"/>
                  </a:srgbClr>
                </a:gs>
                <a:gs pos="14286">
                  <a:srgbClr val="040006">
                    <a:alpha val="16019"/>
                  </a:srgbClr>
                </a:gs>
                <a:gs pos="28571">
                  <a:srgbClr val="040006">
                    <a:alpha val="12677"/>
                  </a:srgbClr>
                </a:gs>
                <a:gs pos="42857">
                  <a:srgbClr val="040006">
                    <a:alpha val="8507"/>
                  </a:srgbClr>
                </a:gs>
                <a:gs pos="57143">
                  <a:srgbClr val="040006">
                    <a:alpha val="4807"/>
                  </a:srgbClr>
                </a:gs>
                <a:gs pos="71429">
                  <a:srgbClr val="040006">
                    <a:alpha val="2280"/>
                  </a:srgbClr>
                </a:gs>
                <a:gs pos="85714">
                  <a:srgbClr val="040006">
                    <a:alpha val="908"/>
                  </a:srgbClr>
                </a:gs>
                <a:gs pos="100000">
                  <a:srgbClr val="040006">
                    <a:alpha val="3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8" name="Splat 948"/>
            <p:cNvSpPr>
              <a:spLocks noGrp="1"/>
            </p:cNvSpPr>
            <p:nvPr/>
          </p:nvSpPr>
          <p:spPr>
            <a:xfrm rot="-8437051">
              <a:off x="1695316" y="2582361"/>
              <a:ext cx="629079" cy="96937"/>
            </a:xfrm>
            <a:prstGeom prst="ellipse">
              <a:avLst/>
            </a:prstGeom>
            <a:gradFill>
              <a:gsLst>
                <a:gs pos="0">
                  <a:srgbClr val="7A7B7C">
                    <a:alpha val="2551"/>
                  </a:srgbClr>
                </a:gs>
                <a:gs pos="14286">
                  <a:srgbClr val="7A7B7C">
                    <a:alpha val="2347"/>
                  </a:srgbClr>
                </a:gs>
                <a:gs pos="28571">
                  <a:srgbClr val="7A7B7C">
                    <a:alpha val="1827"/>
                  </a:srgbClr>
                </a:gs>
                <a:gs pos="42857">
                  <a:srgbClr val="7A7B7C">
                    <a:alpha val="1202"/>
                  </a:srgbClr>
                </a:gs>
                <a:gs pos="57143">
                  <a:srgbClr val="7A7B7C">
                    <a:alpha val="668"/>
                  </a:srgbClr>
                </a:gs>
                <a:gs pos="71429">
                  <a:srgbClr val="7A7B7C">
                    <a:alpha val="313"/>
                  </a:srgbClr>
                </a:gs>
                <a:gs pos="85714">
                  <a:srgbClr val="7A7B7C">
                    <a:alpha val="124"/>
                  </a:srgbClr>
                </a:gs>
                <a:gs pos="100000">
                  <a:srgbClr val="7A7B7C">
                    <a:alpha val="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9" name="Splat 949"/>
            <p:cNvSpPr>
              <a:spLocks noGrp="1"/>
            </p:cNvSpPr>
            <p:nvPr/>
          </p:nvSpPr>
          <p:spPr>
            <a:xfrm rot="8397467">
              <a:off x="2903399" y="607749"/>
              <a:ext cx="266789" cy="204697"/>
            </a:xfrm>
            <a:prstGeom prst="ellipse">
              <a:avLst/>
            </a:prstGeom>
            <a:gradFill>
              <a:gsLst>
                <a:gs pos="0">
                  <a:srgbClr val="979696">
                    <a:alpha val="4461"/>
                  </a:srgbClr>
                </a:gs>
                <a:gs pos="14286">
                  <a:srgbClr val="979696">
                    <a:alpha val="4108"/>
                  </a:srgbClr>
                </a:gs>
                <a:gs pos="28571">
                  <a:srgbClr val="979696">
                    <a:alpha val="3204"/>
                  </a:srgbClr>
                </a:gs>
                <a:gs pos="42857">
                  <a:srgbClr val="979696">
                    <a:alpha val="2114"/>
                  </a:srgbClr>
                </a:gs>
                <a:gs pos="57143">
                  <a:srgbClr val="979696">
                    <a:alpha val="1177"/>
                  </a:srgbClr>
                </a:gs>
                <a:gs pos="71429">
                  <a:srgbClr val="979696">
                    <a:alpha val="553"/>
                  </a:srgbClr>
                </a:gs>
                <a:gs pos="85714">
                  <a:srgbClr val="979696">
                    <a:alpha val="219"/>
                  </a:srgbClr>
                </a:gs>
                <a:gs pos="100000">
                  <a:srgbClr val="979696">
                    <a:alpha val="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0" name="Splat 950"/>
            <p:cNvSpPr>
              <a:spLocks noGrp="1"/>
            </p:cNvSpPr>
            <p:nvPr/>
          </p:nvSpPr>
          <p:spPr>
            <a:xfrm rot="10498310">
              <a:off x="-69902" y="2052349"/>
              <a:ext cx="353630" cy="225031"/>
            </a:xfrm>
            <a:prstGeom prst="ellipse">
              <a:avLst/>
            </a:prstGeom>
            <a:gradFill>
              <a:gsLst>
                <a:gs pos="0">
                  <a:srgbClr val="000600">
                    <a:alpha val="18680"/>
                  </a:srgbClr>
                </a:gs>
                <a:gs pos="14286">
                  <a:srgbClr val="000600">
                    <a:alpha val="17308"/>
                  </a:srgbClr>
                </a:gs>
                <a:gs pos="28571">
                  <a:srgbClr val="000600">
                    <a:alpha val="13719"/>
                  </a:srgbClr>
                </a:gs>
                <a:gs pos="42857">
                  <a:srgbClr val="000600">
                    <a:alpha val="9225"/>
                  </a:srgbClr>
                </a:gs>
                <a:gs pos="57143">
                  <a:srgbClr val="000600">
                    <a:alpha val="5222"/>
                  </a:srgbClr>
                </a:gs>
                <a:gs pos="71429">
                  <a:srgbClr val="000600">
                    <a:alpha val="2479"/>
                  </a:srgbClr>
                </a:gs>
                <a:gs pos="85714">
                  <a:srgbClr val="000600">
                    <a:alpha val="988"/>
                  </a:srgbClr>
                </a:gs>
                <a:gs pos="100000">
                  <a:srgbClr val="000600">
                    <a:alpha val="3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1" name="Splat 951"/>
            <p:cNvSpPr>
              <a:spLocks noGrp="1"/>
            </p:cNvSpPr>
            <p:nvPr/>
          </p:nvSpPr>
          <p:spPr>
            <a:xfrm rot="6264417">
              <a:off x="2114976" y="3240428"/>
              <a:ext cx="337143" cy="161445"/>
            </a:xfrm>
            <a:prstGeom prst="ellipse">
              <a:avLst/>
            </a:prstGeom>
            <a:gradFill>
              <a:gsLst>
                <a:gs pos="0">
                  <a:srgbClr val="848485">
                    <a:alpha val="9372"/>
                  </a:srgbClr>
                </a:gs>
                <a:gs pos="14286">
                  <a:srgbClr val="848485">
                    <a:alpha val="8647"/>
                  </a:srgbClr>
                </a:gs>
                <a:gs pos="28571">
                  <a:srgbClr val="848485">
                    <a:alpha val="6781"/>
                  </a:srgbClr>
                </a:gs>
                <a:gs pos="42857">
                  <a:srgbClr val="848485">
                    <a:alpha val="4502"/>
                  </a:srgbClr>
                </a:gs>
                <a:gs pos="57143">
                  <a:srgbClr val="848485">
                    <a:alpha val="2520"/>
                  </a:srgbClr>
                </a:gs>
                <a:gs pos="71429">
                  <a:srgbClr val="848485">
                    <a:alpha val="1188"/>
                  </a:srgbClr>
                </a:gs>
                <a:gs pos="85714">
                  <a:srgbClr val="848485">
                    <a:alpha val="471"/>
                  </a:srgbClr>
                </a:gs>
                <a:gs pos="100000">
                  <a:srgbClr val="848485">
                    <a:alpha val="1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2" name="Splat 952"/>
            <p:cNvSpPr>
              <a:spLocks noGrp="1"/>
            </p:cNvSpPr>
            <p:nvPr/>
          </p:nvSpPr>
          <p:spPr>
            <a:xfrm rot="-8911500">
              <a:off x="1810762" y="1270393"/>
              <a:ext cx="581767" cy="169090"/>
            </a:xfrm>
            <a:prstGeom prst="ellipse">
              <a:avLst/>
            </a:prstGeom>
            <a:gradFill>
              <a:gsLst>
                <a:gs pos="0">
                  <a:srgbClr val="636364">
                    <a:alpha val="29794"/>
                  </a:srgbClr>
                </a:gs>
                <a:gs pos="14286">
                  <a:srgbClr val="636364">
                    <a:alpha val="27756"/>
                  </a:srgbClr>
                </a:gs>
                <a:gs pos="28571">
                  <a:srgbClr val="636364">
                    <a:alpha val="22310"/>
                  </a:srgbClr>
                </a:gs>
                <a:gs pos="42857">
                  <a:srgbClr val="636364">
                    <a:alpha val="15260"/>
                  </a:srgbClr>
                </a:gs>
                <a:gs pos="57143">
                  <a:srgbClr val="636364">
                    <a:alpha val="8767"/>
                  </a:srgbClr>
                </a:gs>
                <a:gs pos="71429">
                  <a:srgbClr val="636364">
                    <a:alpha val="4204"/>
                  </a:srgbClr>
                </a:gs>
                <a:gs pos="85714">
                  <a:srgbClr val="636364">
                    <a:alpha val="1684"/>
                  </a:srgbClr>
                </a:gs>
                <a:gs pos="100000">
                  <a:srgbClr val="636364">
                    <a:alpha val="5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3" name="Splat 953"/>
            <p:cNvSpPr>
              <a:spLocks noGrp="1"/>
            </p:cNvSpPr>
            <p:nvPr/>
          </p:nvSpPr>
          <p:spPr>
            <a:xfrm rot="9745036">
              <a:off x="2453719" y="246168"/>
              <a:ext cx="290532" cy="180699"/>
            </a:xfrm>
            <a:prstGeom prst="ellipse">
              <a:avLst/>
            </a:prstGeom>
            <a:gradFill>
              <a:gsLst>
                <a:gs pos="0">
                  <a:srgbClr val="000800">
                    <a:alpha val="23340"/>
                  </a:srgbClr>
                </a:gs>
                <a:gs pos="14286">
                  <a:srgbClr val="000800">
                    <a:alpha val="21674"/>
                  </a:srgbClr>
                </a:gs>
                <a:gs pos="28571">
                  <a:srgbClr val="000800">
                    <a:alpha val="17277"/>
                  </a:srgbClr>
                </a:gs>
                <a:gs pos="42857">
                  <a:srgbClr val="000800">
                    <a:alpha val="11698"/>
                  </a:srgbClr>
                </a:gs>
                <a:gs pos="57143">
                  <a:srgbClr val="000800">
                    <a:alpha val="6662"/>
                  </a:srgbClr>
                </a:gs>
                <a:gs pos="71429">
                  <a:srgbClr val="000800">
                    <a:alpha val="3175"/>
                  </a:srgbClr>
                </a:gs>
                <a:gs pos="85714">
                  <a:srgbClr val="000800">
                    <a:alpha val="1268"/>
                  </a:srgbClr>
                </a:gs>
                <a:gs pos="100000">
                  <a:srgbClr val="000800">
                    <a:alpha val="4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4" name="Splat 954"/>
            <p:cNvSpPr>
              <a:spLocks noGrp="1"/>
            </p:cNvSpPr>
            <p:nvPr/>
          </p:nvSpPr>
          <p:spPr>
            <a:xfrm rot="7818865">
              <a:off x="103514" y="1466430"/>
              <a:ext cx="171466" cy="134243"/>
            </a:xfrm>
            <a:prstGeom prst="ellipse">
              <a:avLst/>
            </a:prstGeom>
            <a:gradFill>
              <a:gsLst>
                <a:gs pos="0">
                  <a:srgbClr val="838384">
                    <a:alpha val="4710"/>
                  </a:srgbClr>
                </a:gs>
                <a:gs pos="14286">
                  <a:srgbClr val="838384">
                    <a:alpha val="4337"/>
                  </a:srgbClr>
                </a:gs>
                <a:gs pos="28571">
                  <a:srgbClr val="838384">
                    <a:alpha val="3384"/>
                  </a:srgbClr>
                </a:gs>
                <a:gs pos="42857">
                  <a:srgbClr val="838384">
                    <a:alpha val="2233"/>
                  </a:srgbClr>
                </a:gs>
                <a:gs pos="57143">
                  <a:srgbClr val="838384">
                    <a:alpha val="1244"/>
                  </a:srgbClr>
                </a:gs>
                <a:gs pos="71429">
                  <a:srgbClr val="838384">
                    <a:alpha val="584"/>
                  </a:srgbClr>
                </a:gs>
                <a:gs pos="85714">
                  <a:srgbClr val="838384">
                    <a:alpha val="231"/>
                  </a:srgbClr>
                </a:gs>
                <a:gs pos="100000">
                  <a:srgbClr val="838384">
                    <a:alpha val="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5" name="Splat 955"/>
            <p:cNvSpPr>
              <a:spLocks noGrp="1"/>
            </p:cNvSpPr>
            <p:nvPr/>
          </p:nvSpPr>
          <p:spPr>
            <a:xfrm rot="7342292">
              <a:off x="115219" y="2799167"/>
              <a:ext cx="558942" cy="226598"/>
            </a:xfrm>
            <a:prstGeom prst="ellipse">
              <a:avLst/>
            </a:prstGeom>
            <a:gradFill>
              <a:gsLst>
                <a:gs pos="0">
                  <a:srgbClr val="7A7A79">
                    <a:alpha val="6359"/>
                  </a:srgbClr>
                </a:gs>
                <a:gs pos="14286">
                  <a:srgbClr val="7A7A79">
                    <a:alpha val="5860"/>
                  </a:srgbClr>
                </a:gs>
                <a:gs pos="28571">
                  <a:srgbClr val="7A7A79">
                    <a:alpha val="4581"/>
                  </a:srgbClr>
                </a:gs>
                <a:gs pos="42857">
                  <a:srgbClr val="7A7A79">
                    <a:alpha val="3029"/>
                  </a:srgbClr>
                </a:gs>
                <a:gs pos="57143">
                  <a:srgbClr val="7A7A79">
                    <a:alpha val="1690"/>
                  </a:srgbClr>
                </a:gs>
                <a:gs pos="71429">
                  <a:srgbClr val="7A7A79">
                    <a:alpha val="795"/>
                  </a:srgbClr>
                </a:gs>
                <a:gs pos="85714">
                  <a:srgbClr val="7A7A79">
                    <a:alpha val="315"/>
                  </a:srgbClr>
                </a:gs>
                <a:gs pos="100000">
                  <a:srgbClr val="7A7A79">
                    <a:alpha val="1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6" name="Splat 956"/>
            <p:cNvSpPr>
              <a:spLocks noGrp="1"/>
            </p:cNvSpPr>
            <p:nvPr/>
          </p:nvSpPr>
          <p:spPr>
            <a:xfrm rot="-9725201">
              <a:off x="1200307" y="924203"/>
              <a:ext cx="527261" cy="202607"/>
            </a:xfrm>
            <a:prstGeom prst="ellipse">
              <a:avLst/>
            </a:prstGeom>
            <a:gradFill>
              <a:gsLst>
                <a:gs pos="0">
                  <a:srgbClr val="030006">
                    <a:alpha val="32968"/>
                  </a:srgbClr>
                </a:gs>
                <a:gs pos="14286">
                  <a:srgbClr val="030006">
                    <a:alpha val="30764"/>
                  </a:srgbClr>
                </a:gs>
                <a:gs pos="28571">
                  <a:srgbClr val="030006">
                    <a:alpha val="24833"/>
                  </a:srgbClr>
                </a:gs>
                <a:gs pos="42857">
                  <a:srgbClr val="030006">
                    <a:alpha val="17075"/>
                  </a:srgbClr>
                </a:gs>
                <a:gs pos="57143">
                  <a:srgbClr val="030006">
                    <a:alpha val="9855"/>
                  </a:srgbClr>
                </a:gs>
                <a:gs pos="71429">
                  <a:srgbClr val="030006">
                    <a:alpha val="4740"/>
                  </a:srgbClr>
                </a:gs>
                <a:gs pos="85714">
                  <a:srgbClr val="030006">
                    <a:alpha val="1902"/>
                  </a:srgbClr>
                </a:gs>
                <a:gs pos="100000">
                  <a:srgbClr val="03000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7" name="Splat 957"/>
            <p:cNvSpPr>
              <a:spLocks noGrp="1"/>
            </p:cNvSpPr>
            <p:nvPr/>
          </p:nvSpPr>
          <p:spPr>
            <a:xfrm rot="6432134">
              <a:off x="2204863" y="3148516"/>
              <a:ext cx="495261" cy="212260"/>
            </a:xfrm>
            <a:prstGeom prst="ellipse">
              <a:avLst/>
            </a:prstGeom>
            <a:gradFill>
              <a:gsLst>
                <a:gs pos="0">
                  <a:srgbClr val="7C7B7B">
                    <a:alpha val="7123"/>
                  </a:srgbClr>
                </a:gs>
                <a:gs pos="14286">
                  <a:srgbClr val="7C7B7B">
                    <a:alpha val="6566"/>
                  </a:srgbClr>
                </a:gs>
                <a:gs pos="28571">
                  <a:srgbClr val="7C7B7B">
                    <a:alpha val="5137"/>
                  </a:srgbClr>
                </a:gs>
                <a:gs pos="42857">
                  <a:srgbClr val="7C7B7B">
                    <a:alpha val="3400"/>
                  </a:srgbClr>
                </a:gs>
                <a:gs pos="57143">
                  <a:srgbClr val="7C7B7B">
                    <a:alpha val="1898"/>
                  </a:srgbClr>
                </a:gs>
                <a:gs pos="71429">
                  <a:srgbClr val="7C7B7B">
                    <a:alpha val="893"/>
                  </a:srgbClr>
                </a:gs>
                <a:gs pos="85714">
                  <a:srgbClr val="7C7B7B">
                    <a:alpha val="354"/>
                  </a:srgbClr>
                </a:gs>
                <a:gs pos="100000">
                  <a:srgbClr val="7C7B7B">
                    <a:alpha val="1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8" name="Splat 958"/>
            <p:cNvSpPr>
              <a:spLocks noGrp="1"/>
            </p:cNvSpPr>
            <p:nvPr/>
          </p:nvSpPr>
          <p:spPr>
            <a:xfrm rot="-9661988">
              <a:off x="2320650" y="2525995"/>
              <a:ext cx="483273" cy="115179"/>
            </a:xfrm>
            <a:prstGeom prst="ellipse">
              <a:avLst/>
            </a:prstGeom>
            <a:gradFill>
              <a:gsLst>
                <a:gs pos="0">
                  <a:srgbClr val="000004">
                    <a:alpha val="15496"/>
                  </a:srgbClr>
                </a:gs>
                <a:gs pos="14286">
                  <a:srgbClr val="000004">
                    <a:alpha val="14337"/>
                  </a:srgbClr>
                </a:gs>
                <a:gs pos="28571">
                  <a:srgbClr val="000004">
                    <a:alpha val="11322"/>
                  </a:srgbClr>
                </a:gs>
                <a:gs pos="42857">
                  <a:srgbClr val="000004">
                    <a:alpha val="7579"/>
                  </a:srgbClr>
                </a:gs>
                <a:gs pos="57143">
                  <a:srgbClr val="000004">
                    <a:alpha val="4273"/>
                  </a:srgbClr>
                </a:gs>
                <a:gs pos="71429">
                  <a:srgbClr val="000004">
                    <a:alpha val="2023"/>
                  </a:srgbClr>
                </a:gs>
                <a:gs pos="85714">
                  <a:srgbClr val="000004">
                    <a:alpha val="805"/>
                  </a:srgbClr>
                </a:gs>
                <a:gs pos="100000">
                  <a:srgbClr val="000004">
                    <a:alpha val="2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9" name="Splat 959"/>
            <p:cNvSpPr>
              <a:spLocks noGrp="1"/>
            </p:cNvSpPr>
            <p:nvPr/>
          </p:nvSpPr>
          <p:spPr>
            <a:xfrm rot="-10137069">
              <a:off x="2486838" y="1552231"/>
              <a:ext cx="416974" cy="147458"/>
            </a:xfrm>
            <a:prstGeom prst="ellipse">
              <a:avLst/>
            </a:prstGeom>
            <a:gradFill>
              <a:gsLst>
                <a:gs pos="0">
                  <a:srgbClr val="858181">
                    <a:alpha val="15125"/>
                  </a:srgbClr>
                </a:gs>
                <a:gs pos="14286">
                  <a:srgbClr val="858181">
                    <a:alpha val="13991"/>
                  </a:srgbClr>
                </a:gs>
                <a:gs pos="28571">
                  <a:srgbClr val="858181">
                    <a:alpha val="11044"/>
                  </a:srgbClr>
                </a:gs>
                <a:gs pos="42857">
                  <a:srgbClr val="858181">
                    <a:alpha val="7389"/>
                  </a:srgbClr>
                </a:gs>
                <a:gs pos="57143">
                  <a:srgbClr val="858181">
                    <a:alpha val="4164"/>
                  </a:srgbClr>
                </a:gs>
                <a:gs pos="71429">
                  <a:srgbClr val="858181">
                    <a:alpha val="1971"/>
                  </a:srgbClr>
                </a:gs>
                <a:gs pos="85714">
                  <a:srgbClr val="858181">
                    <a:alpha val="784"/>
                  </a:srgbClr>
                </a:gs>
                <a:gs pos="100000">
                  <a:srgbClr val="858181">
                    <a:alpha val="2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0" name="Splat 960"/>
            <p:cNvSpPr>
              <a:spLocks noGrp="1"/>
            </p:cNvSpPr>
            <p:nvPr/>
          </p:nvSpPr>
          <p:spPr>
            <a:xfrm rot="5664508">
              <a:off x="1724100" y="2437968"/>
              <a:ext cx="441398" cy="153876"/>
            </a:xfrm>
            <a:prstGeom prst="ellipse">
              <a:avLst/>
            </a:prstGeom>
            <a:gradFill>
              <a:gsLst>
                <a:gs pos="0">
                  <a:srgbClr val="5E605E">
                    <a:alpha val="5581"/>
                  </a:srgbClr>
                </a:gs>
                <a:gs pos="14286">
                  <a:srgbClr val="5E605E">
                    <a:alpha val="5142"/>
                  </a:srgbClr>
                </a:gs>
                <a:gs pos="28571">
                  <a:srgbClr val="5E605E">
                    <a:alpha val="4016"/>
                  </a:srgbClr>
                </a:gs>
                <a:gs pos="42857">
                  <a:srgbClr val="5E605E">
                    <a:alpha val="2653"/>
                  </a:srgbClr>
                </a:gs>
                <a:gs pos="57143">
                  <a:srgbClr val="5E605E">
                    <a:alpha val="1479"/>
                  </a:srgbClr>
                </a:gs>
                <a:gs pos="71429">
                  <a:srgbClr val="5E605E">
                    <a:alpha val="695"/>
                  </a:srgbClr>
                </a:gs>
                <a:gs pos="85714">
                  <a:srgbClr val="5E605E">
                    <a:alpha val="275"/>
                  </a:srgbClr>
                </a:gs>
                <a:gs pos="100000">
                  <a:srgbClr val="5E605E">
                    <a:alpha val="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1" name="Splat 961"/>
            <p:cNvSpPr>
              <a:spLocks noGrp="1"/>
            </p:cNvSpPr>
            <p:nvPr/>
          </p:nvSpPr>
          <p:spPr>
            <a:xfrm rot="-10661706">
              <a:off x="2594278" y="1264534"/>
              <a:ext cx="391564" cy="222282"/>
            </a:xfrm>
            <a:prstGeom prst="ellipse">
              <a:avLst/>
            </a:prstGeom>
            <a:gradFill>
              <a:gsLst>
                <a:gs pos="0">
                  <a:srgbClr val="000500">
                    <a:alpha val="19635"/>
                  </a:srgbClr>
                </a:gs>
                <a:gs pos="14286">
                  <a:srgbClr val="000500">
                    <a:alpha val="18201"/>
                  </a:srgbClr>
                </a:gs>
                <a:gs pos="28571">
                  <a:srgbClr val="000500">
                    <a:alpha val="14444"/>
                  </a:srgbClr>
                </a:gs>
                <a:gs pos="42857">
                  <a:srgbClr val="000500">
                    <a:alpha val="9726"/>
                  </a:srgbClr>
                </a:gs>
                <a:gs pos="57143">
                  <a:srgbClr val="000500">
                    <a:alpha val="5512"/>
                  </a:srgbClr>
                </a:gs>
                <a:gs pos="71429">
                  <a:srgbClr val="000500">
                    <a:alpha val="2619"/>
                  </a:srgbClr>
                </a:gs>
                <a:gs pos="85714">
                  <a:srgbClr val="000500">
                    <a:alpha val="1044"/>
                  </a:srgbClr>
                </a:gs>
                <a:gs pos="100000">
                  <a:srgbClr val="000500">
                    <a:alpha val="3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2" name="Splat 962"/>
            <p:cNvSpPr>
              <a:spLocks noGrp="1"/>
            </p:cNvSpPr>
            <p:nvPr/>
          </p:nvSpPr>
          <p:spPr>
            <a:xfrm rot="-8394440">
              <a:off x="1653253" y="2299257"/>
              <a:ext cx="475270" cy="75628"/>
            </a:xfrm>
            <a:prstGeom prst="ellipse">
              <a:avLst/>
            </a:prstGeom>
            <a:gradFill>
              <a:gsLst>
                <a:gs pos="0">
                  <a:srgbClr val="5B5A55">
                    <a:alpha val="8141"/>
                  </a:srgbClr>
                </a:gs>
                <a:gs pos="14286">
                  <a:srgbClr val="5B5A55">
                    <a:alpha val="7508"/>
                  </a:srgbClr>
                </a:gs>
                <a:gs pos="28571">
                  <a:srgbClr val="5B5A55">
                    <a:alpha val="5880"/>
                  </a:srgbClr>
                </a:gs>
                <a:gs pos="42857">
                  <a:srgbClr val="5B5A55">
                    <a:alpha val="3897"/>
                  </a:srgbClr>
                </a:gs>
                <a:gs pos="57143">
                  <a:srgbClr val="5B5A55">
                    <a:alpha val="2178"/>
                  </a:srgbClr>
                </a:gs>
                <a:gs pos="71429">
                  <a:srgbClr val="5B5A55">
                    <a:alpha val="1026"/>
                  </a:srgbClr>
                </a:gs>
                <a:gs pos="85714">
                  <a:srgbClr val="5B5A55">
                    <a:alpha val="407"/>
                  </a:srgbClr>
                </a:gs>
                <a:gs pos="100000">
                  <a:srgbClr val="5B5A55">
                    <a:alpha val="1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3" name="Splat 963"/>
            <p:cNvSpPr>
              <a:spLocks noGrp="1"/>
            </p:cNvSpPr>
            <p:nvPr/>
          </p:nvSpPr>
          <p:spPr>
            <a:xfrm rot="4465357">
              <a:off x="890380" y="1508765"/>
              <a:ext cx="527283" cy="97790"/>
            </a:xfrm>
            <a:prstGeom prst="ellipse">
              <a:avLst/>
            </a:prstGeom>
            <a:gradFill>
              <a:gsLst>
                <a:gs pos="0">
                  <a:srgbClr val="080307">
                    <a:alpha val="19820"/>
                  </a:srgbClr>
                </a:gs>
                <a:gs pos="14286">
                  <a:srgbClr val="080307">
                    <a:alpha val="18375"/>
                  </a:srgbClr>
                </a:gs>
                <a:gs pos="28571">
                  <a:srgbClr val="080307">
                    <a:alpha val="14584"/>
                  </a:srgbClr>
                </a:gs>
                <a:gs pos="42857">
                  <a:srgbClr val="080307">
                    <a:alpha val="9823"/>
                  </a:srgbClr>
                </a:gs>
                <a:gs pos="57143">
                  <a:srgbClr val="080307">
                    <a:alpha val="5568"/>
                  </a:srgbClr>
                </a:gs>
                <a:gs pos="71429">
                  <a:srgbClr val="080307">
                    <a:alpha val="2646"/>
                  </a:srgbClr>
                </a:gs>
                <a:gs pos="85714">
                  <a:srgbClr val="080307">
                    <a:alpha val="1055"/>
                  </a:srgbClr>
                </a:gs>
                <a:gs pos="100000">
                  <a:srgbClr val="080307">
                    <a:alpha val="3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4" name="Splat 964"/>
            <p:cNvSpPr>
              <a:spLocks noGrp="1"/>
            </p:cNvSpPr>
            <p:nvPr/>
          </p:nvSpPr>
          <p:spPr>
            <a:xfrm rot="6302791">
              <a:off x="2501497" y="3242136"/>
              <a:ext cx="625874" cy="114223"/>
            </a:xfrm>
            <a:prstGeom prst="ellipse">
              <a:avLst/>
            </a:prstGeom>
            <a:gradFill>
              <a:gsLst>
                <a:gs pos="0">
                  <a:srgbClr val="8C8C8B">
                    <a:alpha val="4753"/>
                  </a:srgbClr>
                </a:gs>
                <a:gs pos="14286">
                  <a:srgbClr val="8C8C8B">
                    <a:alpha val="4377"/>
                  </a:srgbClr>
                </a:gs>
                <a:gs pos="28571">
                  <a:srgbClr val="8C8C8B">
                    <a:alpha val="3416"/>
                  </a:srgbClr>
                </a:gs>
                <a:gs pos="42857">
                  <a:srgbClr val="8C8C8B">
                    <a:alpha val="2254"/>
                  </a:srgbClr>
                </a:gs>
                <a:gs pos="57143">
                  <a:srgbClr val="8C8C8B">
                    <a:alpha val="1255"/>
                  </a:srgbClr>
                </a:gs>
                <a:gs pos="71429">
                  <a:srgbClr val="8C8C8B">
                    <a:alpha val="590"/>
                  </a:srgbClr>
                </a:gs>
                <a:gs pos="85714">
                  <a:srgbClr val="8C8C8B">
                    <a:alpha val="234"/>
                  </a:srgbClr>
                </a:gs>
                <a:gs pos="100000">
                  <a:srgbClr val="8C8C8B">
                    <a:alpha val="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5" name="Splat 965"/>
            <p:cNvSpPr>
              <a:spLocks noGrp="1"/>
            </p:cNvSpPr>
            <p:nvPr/>
          </p:nvSpPr>
          <p:spPr>
            <a:xfrm rot="6792877">
              <a:off x="790851" y="701963"/>
              <a:ext cx="495426" cy="159333"/>
            </a:xfrm>
            <a:prstGeom prst="ellipse">
              <a:avLst/>
            </a:prstGeom>
            <a:gradFill>
              <a:gsLst>
                <a:gs pos="0">
                  <a:srgbClr val="888888">
                    <a:alpha val="2569"/>
                  </a:srgbClr>
                </a:gs>
                <a:gs pos="14286">
                  <a:srgbClr val="888888">
                    <a:alpha val="2364"/>
                  </a:srgbClr>
                </a:gs>
                <a:gs pos="28571">
                  <a:srgbClr val="888888">
                    <a:alpha val="1840"/>
                  </a:srgbClr>
                </a:gs>
                <a:gs pos="42857">
                  <a:srgbClr val="888888">
                    <a:alpha val="1211"/>
                  </a:srgbClr>
                </a:gs>
                <a:gs pos="57143">
                  <a:srgbClr val="888888">
                    <a:alpha val="673"/>
                  </a:srgbClr>
                </a:gs>
                <a:gs pos="71429">
                  <a:srgbClr val="888888">
                    <a:alpha val="316"/>
                  </a:srgbClr>
                </a:gs>
                <a:gs pos="85714">
                  <a:srgbClr val="888888">
                    <a:alpha val="125"/>
                  </a:srgbClr>
                </a:gs>
                <a:gs pos="100000">
                  <a:srgbClr val="888888">
                    <a:alpha val="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6" name="Splat 966"/>
            <p:cNvSpPr>
              <a:spLocks noGrp="1"/>
            </p:cNvSpPr>
            <p:nvPr/>
          </p:nvSpPr>
          <p:spPr>
            <a:xfrm rot="8728261">
              <a:off x="2272820" y="365087"/>
              <a:ext cx="217257" cy="140091"/>
            </a:xfrm>
            <a:prstGeom prst="ellipse">
              <a:avLst/>
            </a:prstGeom>
            <a:gradFill>
              <a:gsLst>
                <a:gs pos="0">
                  <a:srgbClr val="0B0305">
                    <a:alpha val="27669"/>
                  </a:srgbClr>
                </a:gs>
                <a:gs pos="14286">
                  <a:srgbClr val="0B0305">
                    <a:alpha val="25749"/>
                  </a:srgbClr>
                </a:gs>
                <a:gs pos="28571">
                  <a:srgbClr val="0B0305">
                    <a:alpha val="20639"/>
                  </a:srgbClr>
                </a:gs>
                <a:gs pos="42857">
                  <a:srgbClr val="0B0305">
                    <a:alpha val="14069"/>
                  </a:srgbClr>
                </a:gs>
                <a:gs pos="57143">
                  <a:srgbClr val="0B0305">
                    <a:alpha val="8058"/>
                  </a:srgbClr>
                </a:gs>
                <a:gs pos="71429">
                  <a:srgbClr val="0B0305">
                    <a:alpha val="3856"/>
                  </a:srgbClr>
                </a:gs>
                <a:gs pos="85714">
                  <a:srgbClr val="0B0305">
                    <a:alpha val="1543"/>
                  </a:srgbClr>
                </a:gs>
                <a:gs pos="100000">
                  <a:srgbClr val="0B0305">
                    <a:alpha val="5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7" name="Splat 967"/>
            <p:cNvSpPr>
              <a:spLocks noGrp="1"/>
            </p:cNvSpPr>
            <p:nvPr/>
          </p:nvSpPr>
          <p:spPr>
            <a:xfrm rot="5891607">
              <a:off x="574138" y="2077431"/>
              <a:ext cx="243298" cy="110968"/>
            </a:xfrm>
            <a:prstGeom prst="ellipse">
              <a:avLst/>
            </a:prstGeom>
            <a:gradFill>
              <a:gsLst>
                <a:gs pos="0">
                  <a:srgbClr val="898A8A">
                    <a:alpha val="2577"/>
                  </a:srgbClr>
                </a:gs>
                <a:gs pos="14286">
                  <a:srgbClr val="898A8A">
                    <a:alpha val="2371"/>
                  </a:srgbClr>
                </a:gs>
                <a:gs pos="28571">
                  <a:srgbClr val="898A8A">
                    <a:alpha val="1846"/>
                  </a:srgbClr>
                </a:gs>
                <a:gs pos="42857">
                  <a:srgbClr val="898A8A">
                    <a:alpha val="1215"/>
                  </a:srgbClr>
                </a:gs>
                <a:gs pos="57143">
                  <a:srgbClr val="898A8A">
                    <a:alpha val="675"/>
                  </a:srgbClr>
                </a:gs>
                <a:gs pos="71429">
                  <a:srgbClr val="898A8A">
                    <a:alpha val="316"/>
                  </a:srgbClr>
                </a:gs>
                <a:gs pos="85714">
                  <a:srgbClr val="898A8A">
                    <a:alpha val="125"/>
                  </a:srgbClr>
                </a:gs>
                <a:gs pos="100000">
                  <a:srgbClr val="898A8A">
                    <a:alpha val="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8" name="Splat 968"/>
            <p:cNvSpPr>
              <a:spLocks noGrp="1"/>
            </p:cNvSpPr>
            <p:nvPr/>
          </p:nvSpPr>
          <p:spPr>
            <a:xfrm rot="9757619">
              <a:off x="13273" y="3374892"/>
              <a:ext cx="426076" cy="200042"/>
            </a:xfrm>
            <a:prstGeom prst="ellipse">
              <a:avLst/>
            </a:prstGeom>
            <a:gradFill>
              <a:gsLst>
                <a:gs pos="0">
                  <a:srgbClr val="000500">
                    <a:alpha val="19741"/>
                  </a:srgbClr>
                </a:gs>
                <a:gs pos="14286">
                  <a:srgbClr val="000500">
                    <a:alpha val="18301"/>
                  </a:srgbClr>
                </a:gs>
                <a:gs pos="28571">
                  <a:srgbClr val="000500">
                    <a:alpha val="14525"/>
                  </a:srgbClr>
                </a:gs>
                <a:gs pos="42857">
                  <a:srgbClr val="000500">
                    <a:alpha val="9782"/>
                  </a:srgbClr>
                </a:gs>
                <a:gs pos="57143">
                  <a:srgbClr val="000500">
                    <a:alpha val="5544"/>
                  </a:srgbClr>
                </a:gs>
                <a:gs pos="71429">
                  <a:srgbClr val="000500">
                    <a:alpha val="2635"/>
                  </a:srgbClr>
                </a:gs>
                <a:gs pos="85714">
                  <a:srgbClr val="000500">
                    <a:alpha val="1050"/>
                  </a:srgbClr>
                </a:gs>
                <a:gs pos="100000">
                  <a:srgbClr val="000500">
                    <a:alpha val="3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9" name="Splat 969"/>
            <p:cNvSpPr>
              <a:spLocks noGrp="1"/>
            </p:cNvSpPr>
            <p:nvPr/>
          </p:nvSpPr>
          <p:spPr>
            <a:xfrm rot="-10257931">
              <a:off x="2421300" y="3303789"/>
              <a:ext cx="419688" cy="78342"/>
            </a:xfrm>
            <a:prstGeom prst="ellipse">
              <a:avLst/>
            </a:prstGeom>
            <a:gradFill>
              <a:gsLst>
                <a:gs pos="0">
                  <a:srgbClr val="7C7D7C">
                    <a:alpha val="3595"/>
                  </a:srgbClr>
                </a:gs>
                <a:gs pos="14286">
                  <a:srgbClr val="7C7D7C">
                    <a:alpha val="3309"/>
                  </a:srgbClr>
                </a:gs>
                <a:gs pos="28571">
                  <a:srgbClr val="7C7D7C">
                    <a:alpha val="2579"/>
                  </a:srgbClr>
                </a:gs>
                <a:gs pos="42857">
                  <a:srgbClr val="7C7D7C">
                    <a:alpha val="1699"/>
                  </a:srgbClr>
                </a:gs>
                <a:gs pos="57143">
                  <a:srgbClr val="7C7D7C">
                    <a:alpha val="945"/>
                  </a:srgbClr>
                </a:gs>
                <a:gs pos="71429">
                  <a:srgbClr val="7C7D7C">
                    <a:alpha val="444"/>
                  </a:srgbClr>
                </a:gs>
                <a:gs pos="85714">
                  <a:srgbClr val="7C7D7C">
                    <a:alpha val="176"/>
                  </a:srgbClr>
                </a:gs>
                <a:gs pos="100000">
                  <a:srgbClr val="7C7D7C">
                    <a:alpha val="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0" name="Splat 970"/>
            <p:cNvSpPr>
              <a:spLocks noGrp="1"/>
            </p:cNvSpPr>
            <p:nvPr/>
          </p:nvSpPr>
          <p:spPr>
            <a:xfrm rot="7851408">
              <a:off x="561586" y="3317693"/>
              <a:ext cx="230161" cy="141892"/>
            </a:xfrm>
            <a:prstGeom prst="ellipse">
              <a:avLst/>
            </a:prstGeom>
            <a:gradFill>
              <a:gsLst>
                <a:gs pos="0">
                  <a:srgbClr val="848686">
                    <a:alpha val="4276"/>
                  </a:srgbClr>
                </a:gs>
                <a:gs pos="14286">
                  <a:srgbClr val="848686">
                    <a:alpha val="3937"/>
                  </a:srgbClr>
                </a:gs>
                <a:gs pos="28571">
                  <a:srgbClr val="848686">
                    <a:alpha val="3070"/>
                  </a:srgbClr>
                </a:gs>
                <a:gs pos="42857">
                  <a:srgbClr val="848686">
                    <a:alpha val="2025"/>
                  </a:srgbClr>
                </a:gs>
                <a:gs pos="57143">
                  <a:srgbClr val="848686">
                    <a:alpha val="1127"/>
                  </a:srgbClr>
                </a:gs>
                <a:gs pos="71429">
                  <a:srgbClr val="848686">
                    <a:alpha val="529"/>
                  </a:srgbClr>
                </a:gs>
                <a:gs pos="85714">
                  <a:srgbClr val="848686">
                    <a:alpha val="210"/>
                  </a:srgbClr>
                </a:gs>
                <a:gs pos="100000">
                  <a:srgbClr val="848686">
                    <a:alpha val="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1" name="Splat 971"/>
            <p:cNvSpPr>
              <a:spLocks noGrp="1"/>
            </p:cNvSpPr>
            <p:nvPr/>
          </p:nvSpPr>
          <p:spPr>
            <a:xfrm rot="3700622">
              <a:off x="1438102" y="708509"/>
              <a:ext cx="340906" cy="214959"/>
            </a:xfrm>
            <a:prstGeom prst="ellipse">
              <a:avLst/>
            </a:prstGeom>
            <a:gradFill>
              <a:gsLst>
                <a:gs pos="0">
                  <a:srgbClr val="040300">
                    <a:alpha val="10842"/>
                  </a:srgbClr>
                </a:gs>
                <a:gs pos="14286">
                  <a:srgbClr val="040300">
                    <a:alpha val="10011"/>
                  </a:srgbClr>
                </a:gs>
                <a:gs pos="28571">
                  <a:srgbClr val="040300">
                    <a:alpha val="7863"/>
                  </a:srgbClr>
                </a:gs>
                <a:gs pos="42857">
                  <a:srgbClr val="040300">
                    <a:alpha val="5230"/>
                  </a:srgbClr>
                </a:gs>
                <a:gs pos="57143">
                  <a:srgbClr val="040300">
                    <a:alpha val="2933"/>
                  </a:srgbClr>
                </a:gs>
                <a:gs pos="71429">
                  <a:srgbClr val="040300">
                    <a:alpha val="1384"/>
                  </a:srgbClr>
                </a:gs>
                <a:gs pos="85714">
                  <a:srgbClr val="040300">
                    <a:alpha val="549"/>
                  </a:srgbClr>
                </a:gs>
                <a:gs pos="100000">
                  <a:srgbClr val="040300">
                    <a:alpha val="1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2" name="Splat 972"/>
            <p:cNvSpPr>
              <a:spLocks noGrp="1"/>
            </p:cNvSpPr>
            <p:nvPr/>
          </p:nvSpPr>
          <p:spPr>
            <a:xfrm rot="6092149">
              <a:off x="1229365" y="265904"/>
              <a:ext cx="279334" cy="155301"/>
            </a:xfrm>
            <a:prstGeom prst="ellipse">
              <a:avLst/>
            </a:prstGeom>
            <a:gradFill>
              <a:gsLst>
                <a:gs pos="0">
                  <a:srgbClr val="858382">
                    <a:alpha val="12295"/>
                  </a:srgbClr>
                </a:gs>
                <a:gs pos="14286">
                  <a:srgbClr val="858382">
                    <a:alpha val="11359"/>
                  </a:srgbClr>
                </a:gs>
                <a:gs pos="28571">
                  <a:srgbClr val="858382">
                    <a:alpha val="8937"/>
                  </a:srgbClr>
                </a:gs>
                <a:gs pos="42857">
                  <a:srgbClr val="858382">
                    <a:alpha val="5956"/>
                  </a:srgbClr>
                </a:gs>
                <a:gs pos="57143">
                  <a:srgbClr val="858382">
                    <a:alpha val="3345"/>
                  </a:srgbClr>
                </a:gs>
                <a:gs pos="71429">
                  <a:srgbClr val="858382">
                    <a:alpha val="1580"/>
                  </a:srgbClr>
                </a:gs>
                <a:gs pos="85714">
                  <a:srgbClr val="858382">
                    <a:alpha val="628"/>
                  </a:srgbClr>
                </a:gs>
                <a:gs pos="100000">
                  <a:srgbClr val="858382">
                    <a:alpha val="2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3" name="Splat 973"/>
            <p:cNvSpPr>
              <a:spLocks noGrp="1"/>
            </p:cNvSpPr>
            <p:nvPr/>
          </p:nvSpPr>
          <p:spPr>
            <a:xfrm rot="9168949">
              <a:off x="2102166" y="180442"/>
              <a:ext cx="478840" cy="277463"/>
            </a:xfrm>
            <a:prstGeom prst="ellipse">
              <a:avLst/>
            </a:prstGeom>
            <a:gradFill>
              <a:gsLst>
                <a:gs pos="0">
                  <a:srgbClr val="0A0C01">
                    <a:alpha val="32458"/>
                  </a:srgbClr>
                </a:gs>
                <a:gs pos="14286">
                  <a:srgbClr val="0A0C01">
                    <a:alpha val="30280"/>
                  </a:srgbClr>
                </a:gs>
                <a:gs pos="28571">
                  <a:srgbClr val="0A0C01">
                    <a:alpha val="24425"/>
                  </a:srgbClr>
                </a:gs>
                <a:gs pos="42857">
                  <a:srgbClr val="0A0C01">
                    <a:alpha val="16781"/>
                  </a:srgbClr>
                </a:gs>
                <a:gs pos="57143">
                  <a:srgbClr val="0A0C01">
                    <a:alpha val="9677"/>
                  </a:srgbClr>
                </a:gs>
                <a:gs pos="71429">
                  <a:srgbClr val="0A0C01">
                    <a:alpha val="4653"/>
                  </a:srgbClr>
                </a:gs>
                <a:gs pos="85714">
                  <a:srgbClr val="0A0C01">
                    <a:alpha val="1866"/>
                  </a:srgbClr>
                </a:gs>
                <a:gs pos="100000">
                  <a:srgbClr val="0A0C01">
                    <a:alpha val="6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4" name="Splat 974"/>
            <p:cNvSpPr>
              <a:spLocks noGrp="1"/>
            </p:cNvSpPr>
            <p:nvPr/>
          </p:nvSpPr>
          <p:spPr>
            <a:xfrm rot="3308631">
              <a:off x="2745896" y="1900856"/>
              <a:ext cx="276714" cy="167201"/>
            </a:xfrm>
            <a:prstGeom prst="ellipse">
              <a:avLst/>
            </a:prstGeom>
            <a:gradFill>
              <a:gsLst>
                <a:gs pos="0">
                  <a:srgbClr val="4E4F4F">
                    <a:alpha val="15512"/>
                  </a:srgbClr>
                </a:gs>
                <a:gs pos="14286">
                  <a:srgbClr val="4E4F4F">
                    <a:alpha val="14352"/>
                  </a:srgbClr>
                </a:gs>
                <a:gs pos="28571">
                  <a:srgbClr val="4E4F4F">
                    <a:alpha val="11334"/>
                  </a:srgbClr>
                </a:gs>
                <a:gs pos="42857">
                  <a:srgbClr val="4E4F4F">
                    <a:alpha val="7587"/>
                  </a:srgbClr>
                </a:gs>
                <a:gs pos="57143">
                  <a:srgbClr val="4E4F4F">
                    <a:alpha val="4278"/>
                  </a:srgbClr>
                </a:gs>
                <a:gs pos="71429">
                  <a:srgbClr val="4E4F4F">
                    <a:alpha val="2026"/>
                  </a:srgbClr>
                </a:gs>
                <a:gs pos="85714">
                  <a:srgbClr val="4E4F4F">
                    <a:alpha val="806"/>
                  </a:srgbClr>
                </a:gs>
                <a:gs pos="100000">
                  <a:srgbClr val="4E4F4F">
                    <a:alpha val="2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5" name="Splat 975"/>
            <p:cNvSpPr>
              <a:spLocks noGrp="1"/>
            </p:cNvSpPr>
            <p:nvPr/>
          </p:nvSpPr>
          <p:spPr>
            <a:xfrm rot="8775272">
              <a:off x="732450" y="573851"/>
              <a:ext cx="314995" cy="115885"/>
            </a:xfrm>
            <a:prstGeom prst="ellipse">
              <a:avLst/>
            </a:prstGeom>
            <a:gradFill>
              <a:gsLst>
                <a:gs pos="0">
                  <a:srgbClr val="030800">
                    <a:alpha val="14192"/>
                  </a:srgbClr>
                </a:gs>
                <a:gs pos="14286">
                  <a:srgbClr val="030800">
                    <a:alpha val="13123"/>
                  </a:srgbClr>
                </a:gs>
                <a:gs pos="28571">
                  <a:srgbClr val="030800">
                    <a:alpha val="10348"/>
                  </a:srgbClr>
                </a:gs>
                <a:gs pos="42857">
                  <a:srgbClr val="030800">
                    <a:alpha val="6914"/>
                  </a:srgbClr>
                </a:gs>
                <a:gs pos="57143">
                  <a:srgbClr val="030800">
                    <a:alpha val="3892"/>
                  </a:srgbClr>
                </a:gs>
                <a:gs pos="71429">
                  <a:srgbClr val="030800">
                    <a:alpha val="1841"/>
                  </a:srgbClr>
                </a:gs>
                <a:gs pos="85714">
                  <a:srgbClr val="030800">
                    <a:alpha val="732"/>
                  </a:srgbClr>
                </a:gs>
                <a:gs pos="100000">
                  <a:srgbClr val="030800">
                    <a:alpha val="2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6" name="Splat 976"/>
            <p:cNvSpPr>
              <a:spLocks noGrp="1"/>
            </p:cNvSpPr>
            <p:nvPr/>
          </p:nvSpPr>
          <p:spPr>
            <a:xfrm rot="3199315">
              <a:off x="2653631" y="2844921"/>
              <a:ext cx="521277" cy="146360"/>
            </a:xfrm>
            <a:prstGeom prst="ellipse">
              <a:avLst/>
            </a:prstGeom>
            <a:gradFill>
              <a:gsLst>
                <a:gs pos="0">
                  <a:srgbClr val="7A7979">
                    <a:alpha val="5568"/>
                  </a:srgbClr>
                </a:gs>
                <a:gs pos="14286">
                  <a:srgbClr val="7A7979">
                    <a:alpha val="5129"/>
                  </a:srgbClr>
                </a:gs>
                <a:gs pos="28571">
                  <a:srgbClr val="7A7979">
                    <a:alpha val="4006"/>
                  </a:srgbClr>
                </a:gs>
                <a:gs pos="42857">
                  <a:srgbClr val="7A7979">
                    <a:alpha val="2646"/>
                  </a:srgbClr>
                </a:gs>
                <a:gs pos="57143">
                  <a:srgbClr val="7A7979">
                    <a:alpha val="1475"/>
                  </a:srgbClr>
                </a:gs>
                <a:gs pos="71429">
                  <a:srgbClr val="7A7979">
                    <a:alpha val="693"/>
                  </a:srgbClr>
                </a:gs>
                <a:gs pos="85714">
                  <a:srgbClr val="7A7979">
                    <a:alpha val="275"/>
                  </a:srgbClr>
                </a:gs>
                <a:gs pos="100000">
                  <a:srgbClr val="7A7979">
                    <a:alpha val="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7" name="Splat 977"/>
            <p:cNvSpPr>
              <a:spLocks noGrp="1"/>
            </p:cNvSpPr>
            <p:nvPr/>
          </p:nvSpPr>
          <p:spPr>
            <a:xfrm rot="-8136506">
              <a:off x="1284618" y="2863985"/>
              <a:ext cx="134762" cy="88456"/>
            </a:xfrm>
            <a:prstGeom prst="ellipse">
              <a:avLst/>
            </a:prstGeom>
            <a:gradFill>
              <a:gsLst>
                <a:gs pos="0">
                  <a:srgbClr val="120F0F">
                    <a:alpha val="19303"/>
                  </a:srgbClr>
                </a:gs>
                <a:gs pos="14286">
                  <a:srgbClr val="120F0F">
                    <a:alpha val="17891"/>
                  </a:srgbClr>
                </a:gs>
                <a:gs pos="28571">
                  <a:srgbClr val="120F0F">
                    <a:alpha val="14192"/>
                  </a:srgbClr>
                </a:gs>
                <a:gs pos="42857">
                  <a:srgbClr val="120F0F">
                    <a:alpha val="9552"/>
                  </a:srgbClr>
                </a:gs>
                <a:gs pos="57143">
                  <a:srgbClr val="120F0F">
                    <a:alpha val="5411"/>
                  </a:srgbClr>
                </a:gs>
                <a:gs pos="71429">
                  <a:srgbClr val="120F0F">
                    <a:alpha val="2570"/>
                  </a:srgbClr>
                </a:gs>
                <a:gs pos="85714">
                  <a:srgbClr val="120F0F">
                    <a:alpha val="1024"/>
                  </a:srgbClr>
                </a:gs>
                <a:gs pos="100000">
                  <a:srgbClr val="120F0F">
                    <a:alpha val="3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8" name="Splat 978"/>
            <p:cNvSpPr>
              <a:spLocks noGrp="1"/>
            </p:cNvSpPr>
            <p:nvPr/>
          </p:nvSpPr>
          <p:spPr>
            <a:xfrm rot="8701830">
              <a:off x="723339" y="3024940"/>
              <a:ext cx="266414" cy="93602"/>
            </a:xfrm>
            <a:prstGeom prst="ellipse">
              <a:avLst/>
            </a:prstGeom>
            <a:gradFill>
              <a:gsLst>
                <a:gs pos="0">
                  <a:srgbClr val="868584">
                    <a:alpha val="3032"/>
                  </a:srgbClr>
                </a:gs>
                <a:gs pos="14286">
                  <a:srgbClr val="868584">
                    <a:alpha val="2790"/>
                  </a:srgbClr>
                </a:gs>
                <a:gs pos="28571">
                  <a:srgbClr val="868584">
                    <a:alpha val="2173"/>
                  </a:srgbClr>
                </a:gs>
                <a:gs pos="42857">
                  <a:srgbClr val="868584">
                    <a:alpha val="1431"/>
                  </a:srgbClr>
                </a:gs>
                <a:gs pos="57143">
                  <a:srgbClr val="868584">
                    <a:alpha val="795"/>
                  </a:srgbClr>
                </a:gs>
                <a:gs pos="71429">
                  <a:srgbClr val="868584">
                    <a:alpha val="373"/>
                  </a:srgbClr>
                </a:gs>
                <a:gs pos="85714">
                  <a:srgbClr val="868584">
                    <a:alpha val="148"/>
                  </a:srgbClr>
                </a:gs>
                <a:gs pos="100000">
                  <a:srgbClr val="868584">
                    <a:alpha val="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9" name="Splat 979"/>
            <p:cNvSpPr>
              <a:spLocks noGrp="1"/>
            </p:cNvSpPr>
            <p:nvPr/>
          </p:nvSpPr>
          <p:spPr>
            <a:xfrm rot="10544606">
              <a:off x="2389007" y="1459736"/>
              <a:ext cx="264064" cy="98623"/>
            </a:xfrm>
            <a:prstGeom prst="ellipse">
              <a:avLst/>
            </a:prstGeom>
            <a:gradFill>
              <a:gsLst>
                <a:gs pos="0">
                  <a:srgbClr val="828483">
                    <a:alpha val="5483"/>
                  </a:srgbClr>
                </a:gs>
                <a:gs pos="14286">
                  <a:srgbClr val="828483">
                    <a:alpha val="5051"/>
                  </a:srgbClr>
                </a:gs>
                <a:gs pos="28571">
                  <a:srgbClr val="828483">
                    <a:alpha val="3944"/>
                  </a:srgbClr>
                </a:gs>
                <a:gs pos="42857">
                  <a:srgbClr val="828483">
                    <a:alpha val="2605"/>
                  </a:srgbClr>
                </a:gs>
                <a:gs pos="57143">
                  <a:srgbClr val="828483">
                    <a:alpha val="1452"/>
                  </a:srgbClr>
                </a:gs>
                <a:gs pos="71429">
                  <a:srgbClr val="828483">
                    <a:alpha val="682"/>
                  </a:srgbClr>
                </a:gs>
                <a:gs pos="85714">
                  <a:srgbClr val="828483">
                    <a:alpha val="270"/>
                  </a:srgbClr>
                </a:gs>
                <a:gs pos="100000">
                  <a:srgbClr val="828483">
                    <a:alpha val="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0" name="Splat 980"/>
            <p:cNvSpPr>
              <a:spLocks noGrp="1"/>
            </p:cNvSpPr>
            <p:nvPr/>
          </p:nvSpPr>
          <p:spPr>
            <a:xfrm rot="-8964485">
              <a:off x="-156665" y="2232970"/>
              <a:ext cx="408477" cy="269318"/>
            </a:xfrm>
            <a:prstGeom prst="ellipse">
              <a:avLst/>
            </a:prstGeom>
            <a:gradFill>
              <a:gsLst>
                <a:gs pos="0">
                  <a:srgbClr val="050606">
                    <a:alpha val="32674"/>
                  </a:srgbClr>
                </a:gs>
                <a:gs pos="14286">
                  <a:srgbClr val="050606">
                    <a:alpha val="30485"/>
                  </a:srgbClr>
                </a:gs>
                <a:gs pos="28571">
                  <a:srgbClr val="050606">
                    <a:alpha val="24598"/>
                  </a:srgbClr>
                </a:gs>
                <a:gs pos="42857">
                  <a:srgbClr val="050606">
                    <a:alpha val="16905"/>
                  </a:srgbClr>
                </a:gs>
                <a:gs pos="57143">
                  <a:srgbClr val="050606">
                    <a:alpha val="9752"/>
                  </a:srgbClr>
                </a:gs>
                <a:gs pos="71429">
                  <a:srgbClr val="050606">
                    <a:alpha val="4690"/>
                  </a:srgbClr>
                </a:gs>
                <a:gs pos="85714">
                  <a:srgbClr val="050606">
                    <a:alpha val="1881"/>
                  </a:srgbClr>
                </a:gs>
                <a:gs pos="100000">
                  <a:srgbClr val="050606">
                    <a:alpha val="6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1" name="Splat 981"/>
            <p:cNvSpPr>
              <a:spLocks noGrp="1"/>
            </p:cNvSpPr>
            <p:nvPr/>
          </p:nvSpPr>
          <p:spPr>
            <a:xfrm rot="-8504641">
              <a:off x="2819019" y="2384982"/>
              <a:ext cx="249100" cy="190371"/>
            </a:xfrm>
            <a:prstGeom prst="ellipse">
              <a:avLst/>
            </a:prstGeom>
            <a:gradFill>
              <a:gsLst>
                <a:gs pos="0">
                  <a:srgbClr val="858685">
                    <a:alpha val="4278"/>
                  </a:srgbClr>
                </a:gs>
                <a:gs pos="14286">
                  <a:srgbClr val="858685">
                    <a:alpha val="3939"/>
                  </a:srgbClr>
                </a:gs>
                <a:gs pos="28571">
                  <a:srgbClr val="858685">
                    <a:alpha val="3072"/>
                  </a:srgbClr>
                </a:gs>
                <a:gs pos="42857">
                  <a:srgbClr val="858685">
                    <a:alpha val="2026"/>
                  </a:srgbClr>
                </a:gs>
                <a:gs pos="57143">
                  <a:srgbClr val="858685">
                    <a:alpha val="1128"/>
                  </a:srgbClr>
                </a:gs>
                <a:gs pos="71429">
                  <a:srgbClr val="858685">
                    <a:alpha val="529"/>
                  </a:srgbClr>
                </a:gs>
                <a:gs pos="85714">
                  <a:srgbClr val="858685">
                    <a:alpha val="210"/>
                  </a:srgbClr>
                </a:gs>
                <a:gs pos="100000">
                  <a:srgbClr val="858685">
                    <a:alpha val="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2" name="Splat 982"/>
            <p:cNvSpPr>
              <a:spLocks noGrp="1"/>
            </p:cNvSpPr>
            <p:nvPr/>
          </p:nvSpPr>
          <p:spPr>
            <a:xfrm rot="5619331">
              <a:off x="1088145" y="1557127"/>
              <a:ext cx="390229" cy="154702"/>
            </a:xfrm>
            <a:prstGeom prst="ellipse">
              <a:avLst/>
            </a:prstGeom>
            <a:gradFill>
              <a:gsLst>
                <a:gs pos="0">
                  <a:srgbClr val="000205">
                    <a:alpha val="32968"/>
                  </a:srgbClr>
                </a:gs>
                <a:gs pos="14286">
                  <a:srgbClr val="000205">
                    <a:alpha val="30764"/>
                  </a:srgbClr>
                </a:gs>
                <a:gs pos="28571">
                  <a:srgbClr val="000205">
                    <a:alpha val="24833"/>
                  </a:srgbClr>
                </a:gs>
                <a:gs pos="42857">
                  <a:srgbClr val="000205">
                    <a:alpha val="17075"/>
                  </a:srgbClr>
                </a:gs>
                <a:gs pos="57143">
                  <a:srgbClr val="000205">
                    <a:alpha val="9855"/>
                  </a:srgbClr>
                </a:gs>
                <a:gs pos="71429">
                  <a:srgbClr val="000205">
                    <a:alpha val="4740"/>
                  </a:srgbClr>
                </a:gs>
                <a:gs pos="85714">
                  <a:srgbClr val="000205">
                    <a:alpha val="1902"/>
                  </a:srgbClr>
                </a:gs>
                <a:gs pos="100000">
                  <a:srgbClr val="00020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3" name="Splat 983"/>
            <p:cNvSpPr>
              <a:spLocks noGrp="1"/>
            </p:cNvSpPr>
            <p:nvPr/>
          </p:nvSpPr>
          <p:spPr>
            <a:xfrm rot="6511033">
              <a:off x="1438019" y="3347354"/>
              <a:ext cx="529237" cy="240538"/>
            </a:xfrm>
            <a:prstGeom prst="ellipse">
              <a:avLst/>
            </a:prstGeom>
            <a:gradFill>
              <a:gsLst>
                <a:gs pos="0">
                  <a:srgbClr val="000203">
                    <a:alpha val="13592"/>
                  </a:srgbClr>
                </a:gs>
                <a:gs pos="14286">
                  <a:srgbClr val="000203">
                    <a:alpha val="12565"/>
                  </a:srgbClr>
                </a:gs>
                <a:gs pos="28571">
                  <a:srgbClr val="000203">
                    <a:alpha val="9901"/>
                  </a:srgbClr>
                </a:gs>
                <a:gs pos="42857">
                  <a:srgbClr val="000203">
                    <a:alpha val="6610"/>
                  </a:srgbClr>
                </a:gs>
                <a:gs pos="57143">
                  <a:srgbClr val="000203">
                    <a:alpha val="3718"/>
                  </a:srgbClr>
                </a:gs>
                <a:gs pos="71429">
                  <a:srgbClr val="000203">
                    <a:alpha val="1758"/>
                  </a:srgbClr>
                </a:gs>
                <a:gs pos="85714">
                  <a:srgbClr val="000203">
                    <a:alpha val="699"/>
                  </a:srgbClr>
                </a:gs>
                <a:gs pos="100000">
                  <a:srgbClr val="000203">
                    <a:alpha val="2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4" name="Splat 984"/>
            <p:cNvSpPr>
              <a:spLocks noGrp="1"/>
            </p:cNvSpPr>
            <p:nvPr/>
          </p:nvSpPr>
          <p:spPr>
            <a:xfrm rot="3204098">
              <a:off x="2334460" y="792736"/>
              <a:ext cx="703633" cy="118659"/>
            </a:xfrm>
            <a:prstGeom prst="ellipse">
              <a:avLst/>
            </a:prstGeom>
            <a:gradFill>
              <a:gsLst>
                <a:gs pos="0">
                  <a:srgbClr val="14080D">
                    <a:alpha val="14592"/>
                  </a:srgbClr>
                </a:gs>
                <a:gs pos="14286">
                  <a:srgbClr val="14080D">
                    <a:alpha val="13495"/>
                  </a:srgbClr>
                </a:gs>
                <a:gs pos="28571">
                  <a:srgbClr val="14080D">
                    <a:alpha val="10646"/>
                  </a:srgbClr>
                </a:gs>
                <a:gs pos="42857">
                  <a:srgbClr val="14080D">
                    <a:alpha val="7117"/>
                  </a:srgbClr>
                </a:gs>
                <a:gs pos="57143">
                  <a:srgbClr val="14080D">
                    <a:alpha val="4008"/>
                  </a:srgbClr>
                </a:gs>
                <a:gs pos="71429">
                  <a:srgbClr val="14080D">
                    <a:alpha val="1897"/>
                  </a:srgbClr>
                </a:gs>
                <a:gs pos="85714">
                  <a:srgbClr val="14080D">
                    <a:alpha val="754"/>
                  </a:srgbClr>
                </a:gs>
                <a:gs pos="100000">
                  <a:srgbClr val="14080D">
                    <a:alpha val="2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5" name="Splat 985"/>
            <p:cNvSpPr>
              <a:spLocks noGrp="1"/>
            </p:cNvSpPr>
            <p:nvPr/>
          </p:nvSpPr>
          <p:spPr>
            <a:xfrm rot="9300757">
              <a:off x="1600539" y="2000379"/>
              <a:ext cx="447716" cy="102022"/>
            </a:xfrm>
            <a:prstGeom prst="ellipse">
              <a:avLst/>
            </a:prstGeom>
            <a:gradFill>
              <a:gsLst>
                <a:gs pos="0">
                  <a:srgbClr val="3F3F3E">
                    <a:alpha val="27444"/>
                  </a:srgbClr>
                </a:gs>
                <a:gs pos="14286">
                  <a:srgbClr val="3F3F3E">
                    <a:alpha val="25537"/>
                  </a:srgbClr>
                </a:gs>
                <a:gs pos="28571">
                  <a:srgbClr val="3F3F3E">
                    <a:alpha val="20463"/>
                  </a:srgbClr>
                </a:gs>
                <a:gs pos="42857">
                  <a:srgbClr val="3F3F3E">
                    <a:alpha val="13944"/>
                  </a:srgbClr>
                </a:gs>
                <a:gs pos="57143">
                  <a:srgbClr val="3F3F3E">
                    <a:alpha val="7984"/>
                  </a:srgbClr>
                </a:gs>
                <a:gs pos="71429">
                  <a:srgbClr val="3F3F3E">
                    <a:alpha val="3820"/>
                  </a:srgbClr>
                </a:gs>
                <a:gs pos="85714">
                  <a:srgbClr val="3F3F3E">
                    <a:alpha val="1528"/>
                  </a:srgbClr>
                </a:gs>
                <a:gs pos="100000">
                  <a:srgbClr val="3F3F3E">
                    <a:alpha val="5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6" name="Splat 986"/>
            <p:cNvSpPr>
              <a:spLocks noGrp="1"/>
            </p:cNvSpPr>
            <p:nvPr/>
          </p:nvSpPr>
          <p:spPr>
            <a:xfrm rot="-10162354">
              <a:off x="1139793" y="1928327"/>
              <a:ext cx="486913" cy="119495"/>
            </a:xfrm>
            <a:prstGeom prst="ellipse">
              <a:avLst/>
            </a:prstGeom>
            <a:gradFill>
              <a:gsLst>
                <a:gs pos="0">
                  <a:srgbClr val="7B7B7C">
                    <a:alpha val="10305"/>
                  </a:srgbClr>
                </a:gs>
                <a:gs pos="14286">
                  <a:srgbClr val="7B7B7C">
                    <a:alpha val="9512"/>
                  </a:srgbClr>
                </a:gs>
                <a:gs pos="28571">
                  <a:srgbClr val="7B7B7C">
                    <a:alpha val="7468"/>
                  </a:srgbClr>
                </a:gs>
                <a:gs pos="42857">
                  <a:srgbClr val="7B7B7C">
                    <a:alpha val="4963"/>
                  </a:srgbClr>
                </a:gs>
                <a:gs pos="57143">
                  <a:srgbClr val="7B7B7C">
                    <a:alpha val="2781"/>
                  </a:srgbClr>
                </a:gs>
                <a:gs pos="71429">
                  <a:srgbClr val="7B7B7C">
                    <a:alpha val="1312"/>
                  </a:srgbClr>
                </a:gs>
                <a:gs pos="85714">
                  <a:srgbClr val="7B7B7C">
                    <a:alpha val="521"/>
                  </a:srgbClr>
                </a:gs>
                <a:gs pos="100000">
                  <a:srgbClr val="7B7B7C">
                    <a:alpha val="1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7" name="Splat 987"/>
            <p:cNvSpPr>
              <a:spLocks noGrp="1"/>
            </p:cNvSpPr>
            <p:nvPr/>
          </p:nvSpPr>
          <p:spPr>
            <a:xfrm rot="4500680">
              <a:off x="1851055" y="681792"/>
              <a:ext cx="439785" cy="185925"/>
            </a:xfrm>
            <a:prstGeom prst="ellipse">
              <a:avLst/>
            </a:prstGeom>
            <a:gradFill>
              <a:gsLst>
                <a:gs pos="0">
                  <a:srgbClr val="5B585A">
                    <a:alpha val="22889"/>
                  </a:srgbClr>
                </a:gs>
                <a:gs pos="14286">
                  <a:srgbClr val="5B585A">
                    <a:alpha val="21251"/>
                  </a:srgbClr>
                </a:gs>
                <a:gs pos="28571">
                  <a:srgbClr val="5B585A">
                    <a:alpha val="16931"/>
                  </a:srgbClr>
                </a:gs>
                <a:gs pos="42857">
                  <a:srgbClr val="5B585A">
                    <a:alpha val="11456"/>
                  </a:srgbClr>
                </a:gs>
                <a:gs pos="57143">
                  <a:srgbClr val="5B585A">
                    <a:alpha val="6520"/>
                  </a:srgbClr>
                </a:gs>
                <a:gs pos="71429">
                  <a:srgbClr val="5B585A">
                    <a:alpha val="3106"/>
                  </a:srgbClr>
                </a:gs>
                <a:gs pos="85714">
                  <a:srgbClr val="5B585A">
                    <a:alpha val="1240"/>
                  </a:srgbClr>
                </a:gs>
                <a:gs pos="100000">
                  <a:srgbClr val="5B585A">
                    <a:alpha val="4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8" name="Splat 988"/>
            <p:cNvSpPr>
              <a:spLocks noGrp="1"/>
            </p:cNvSpPr>
            <p:nvPr/>
          </p:nvSpPr>
          <p:spPr>
            <a:xfrm rot="5838875">
              <a:off x="1219825" y="2197291"/>
              <a:ext cx="417797" cy="260984"/>
            </a:xfrm>
            <a:prstGeom prst="ellipse">
              <a:avLst/>
            </a:prstGeom>
            <a:gradFill>
              <a:gsLst>
                <a:gs pos="0">
                  <a:srgbClr val="010302">
                    <a:alpha val="13507"/>
                  </a:srgbClr>
                </a:gs>
                <a:gs pos="14286">
                  <a:srgbClr val="010302">
                    <a:alpha val="12486"/>
                  </a:srgbClr>
                </a:gs>
                <a:gs pos="28571">
                  <a:srgbClr val="010302">
                    <a:alpha val="9837"/>
                  </a:srgbClr>
                </a:gs>
                <a:gs pos="42857">
                  <a:srgbClr val="010302">
                    <a:alpha val="6567"/>
                  </a:srgbClr>
                </a:gs>
                <a:gs pos="57143">
                  <a:srgbClr val="010302">
                    <a:alpha val="3694"/>
                  </a:srgbClr>
                </a:gs>
                <a:gs pos="71429">
                  <a:srgbClr val="010302">
                    <a:alpha val="1746"/>
                  </a:srgbClr>
                </a:gs>
                <a:gs pos="85714">
                  <a:srgbClr val="010302">
                    <a:alpha val="694"/>
                  </a:srgbClr>
                </a:gs>
                <a:gs pos="100000">
                  <a:srgbClr val="010302">
                    <a:alpha val="2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9" name="Splat 989"/>
            <p:cNvSpPr>
              <a:spLocks noGrp="1"/>
            </p:cNvSpPr>
            <p:nvPr/>
          </p:nvSpPr>
          <p:spPr>
            <a:xfrm rot="-10436398">
              <a:off x="1434930" y="1882916"/>
              <a:ext cx="452704" cy="101898"/>
            </a:xfrm>
            <a:prstGeom prst="ellipse">
              <a:avLst/>
            </a:prstGeom>
            <a:gradFill>
              <a:gsLst>
                <a:gs pos="0">
                  <a:srgbClr val="818182">
                    <a:alpha val="2184"/>
                  </a:srgbClr>
                </a:gs>
                <a:gs pos="14286">
                  <a:srgbClr val="818182">
                    <a:alpha val="2009"/>
                  </a:srgbClr>
                </a:gs>
                <a:gs pos="28571">
                  <a:srgbClr val="818182">
                    <a:alpha val="1564"/>
                  </a:srgbClr>
                </a:gs>
                <a:gs pos="42857">
                  <a:srgbClr val="818182">
                    <a:alpha val="1028"/>
                  </a:srgbClr>
                </a:gs>
                <a:gs pos="57143">
                  <a:srgbClr val="818182">
                    <a:alpha val="571"/>
                  </a:srgbClr>
                </a:gs>
                <a:gs pos="71429">
                  <a:srgbClr val="818182">
                    <a:alpha val="268"/>
                  </a:srgbClr>
                </a:gs>
                <a:gs pos="85714">
                  <a:srgbClr val="818182">
                    <a:alpha val="106"/>
                  </a:srgbClr>
                </a:gs>
                <a:gs pos="100000">
                  <a:srgbClr val="818182">
                    <a:alpha val="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0" name="Splat 990"/>
            <p:cNvSpPr>
              <a:spLocks noGrp="1"/>
            </p:cNvSpPr>
            <p:nvPr/>
          </p:nvSpPr>
          <p:spPr>
            <a:xfrm rot="10674216">
              <a:off x="1477927" y="342551"/>
              <a:ext cx="232745" cy="134837"/>
            </a:xfrm>
            <a:prstGeom prst="ellipse">
              <a:avLst/>
            </a:prstGeom>
            <a:gradFill>
              <a:gsLst>
                <a:gs pos="0">
                  <a:srgbClr val="9A9A99">
                    <a:alpha val="6335"/>
                  </a:srgbClr>
                </a:gs>
                <a:gs pos="14286">
                  <a:srgbClr val="9A9A99">
                    <a:alpha val="5838"/>
                  </a:srgbClr>
                </a:gs>
                <a:gs pos="28571">
                  <a:srgbClr val="9A9A99">
                    <a:alpha val="4563"/>
                  </a:srgbClr>
                </a:gs>
                <a:gs pos="42857">
                  <a:srgbClr val="9A9A99">
                    <a:alpha val="3017"/>
                  </a:srgbClr>
                </a:gs>
                <a:gs pos="57143">
                  <a:srgbClr val="9A9A99">
                    <a:alpha val="1683"/>
                  </a:srgbClr>
                </a:gs>
                <a:gs pos="71429">
                  <a:srgbClr val="9A9A99">
                    <a:alpha val="791"/>
                  </a:srgbClr>
                </a:gs>
                <a:gs pos="85714">
                  <a:srgbClr val="9A9A99">
                    <a:alpha val="314"/>
                  </a:srgbClr>
                </a:gs>
                <a:gs pos="100000">
                  <a:srgbClr val="9A9A99">
                    <a:alpha val="1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1" name="Splat 991"/>
            <p:cNvSpPr>
              <a:spLocks noGrp="1"/>
            </p:cNvSpPr>
            <p:nvPr/>
          </p:nvSpPr>
          <p:spPr>
            <a:xfrm rot="-8887590">
              <a:off x="763278" y="1297468"/>
              <a:ext cx="482624" cy="177561"/>
            </a:xfrm>
            <a:prstGeom prst="ellipse">
              <a:avLst/>
            </a:prstGeom>
            <a:gradFill>
              <a:gsLst>
                <a:gs pos="0">
                  <a:srgbClr val="080302">
                    <a:alpha val="21520"/>
                  </a:srgbClr>
                </a:gs>
                <a:gs pos="14286">
                  <a:srgbClr val="080302">
                    <a:alpha val="19966"/>
                  </a:srgbClr>
                </a:gs>
                <a:gs pos="28571">
                  <a:srgbClr val="080302">
                    <a:alpha val="15881"/>
                  </a:srgbClr>
                </a:gs>
                <a:gs pos="42857">
                  <a:srgbClr val="080302">
                    <a:alpha val="10723"/>
                  </a:srgbClr>
                </a:gs>
                <a:gs pos="57143">
                  <a:srgbClr val="080302">
                    <a:alpha val="6092"/>
                  </a:srgbClr>
                </a:gs>
                <a:gs pos="71429">
                  <a:srgbClr val="080302">
                    <a:alpha val="2899"/>
                  </a:srgbClr>
                </a:gs>
                <a:gs pos="85714">
                  <a:srgbClr val="080302">
                    <a:alpha val="1157"/>
                  </a:srgbClr>
                </a:gs>
                <a:gs pos="100000">
                  <a:srgbClr val="080302">
                    <a:alpha val="3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2" name="Splat 992"/>
            <p:cNvSpPr>
              <a:spLocks noGrp="1"/>
            </p:cNvSpPr>
            <p:nvPr/>
          </p:nvSpPr>
          <p:spPr>
            <a:xfrm rot="-9979014">
              <a:off x="1017376" y="1310594"/>
              <a:ext cx="337512" cy="130560"/>
            </a:xfrm>
            <a:prstGeom prst="ellipse">
              <a:avLst/>
            </a:prstGeom>
            <a:gradFill>
              <a:gsLst>
                <a:gs pos="0">
                  <a:srgbClr val="050006">
                    <a:alpha val="12986"/>
                  </a:srgbClr>
                </a:gs>
                <a:gs pos="14286">
                  <a:srgbClr val="050006">
                    <a:alpha val="12001"/>
                  </a:srgbClr>
                </a:gs>
                <a:gs pos="28571">
                  <a:srgbClr val="050006">
                    <a:alpha val="9450"/>
                  </a:srgbClr>
                </a:gs>
                <a:gs pos="42857">
                  <a:srgbClr val="050006">
                    <a:alpha val="6304"/>
                  </a:srgbClr>
                </a:gs>
                <a:gs pos="57143">
                  <a:srgbClr val="050006">
                    <a:alpha val="3544"/>
                  </a:srgbClr>
                </a:gs>
                <a:gs pos="71429">
                  <a:srgbClr val="050006">
                    <a:alpha val="1675"/>
                  </a:srgbClr>
                </a:gs>
                <a:gs pos="85714">
                  <a:srgbClr val="050006">
                    <a:alpha val="666"/>
                  </a:srgbClr>
                </a:gs>
                <a:gs pos="100000">
                  <a:srgbClr val="050006">
                    <a:alpha val="2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3" name="Splat 993"/>
            <p:cNvSpPr>
              <a:spLocks noGrp="1"/>
            </p:cNvSpPr>
            <p:nvPr/>
          </p:nvSpPr>
          <p:spPr>
            <a:xfrm rot="5298918">
              <a:off x="1623586" y="2091670"/>
              <a:ext cx="250832" cy="118284"/>
            </a:xfrm>
            <a:prstGeom prst="ellipse">
              <a:avLst/>
            </a:prstGeom>
            <a:gradFill>
              <a:gsLst>
                <a:gs pos="0">
                  <a:srgbClr val="090004">
                    <a:alpha val="11306"/>
                  </a:srgbClr>
                </a:gs>
                <a:gs pos="14286">
                  <a:srgbClr val="090004">
                    <a:alpha val="10441"/>
                  </a:srgbClr>
                </a:gs>
                <a:gs pos="28571">
                  <a:srgbClr val="090004">
                    <a:alpha val="8206"/>
                  </a:srgbClr>
                </a:gs>
                <a:gs pos="42857">
                  <a:srgbClr val="090004">
                    <a:alpha val="5461"/>
                  </a:srgbClr>
                </a:gs>
                <a:gs pos="57143">
                  <a:srgbClr val="090004">
                    <a:alpha val="3064"/>
                  </a:srgbClr>
                </a:gs>
                <a:gs pos="71429">
                  <a:srgbClr val="090004">
                    <a:alpha val="1446"/>
                  </a:srgbClr>
                </a:gs>
                <a:gs pos="85714">
                  <a:srgbClr val="090004">
                    <a:alpha val="574"/>
                  </a:srgbClr>
                </a:gs>
                <a:gs pos="100000">
                  <a:srgbClr val="090004">
                    <a:alpha val="1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4" name="Splat 994"/>
            <p:cNvSpPr>
              <a:spLocks noGrp="1"/>
            </p:cNvSpPr>
            <p:nvPr/>
          </p:nvSpPr>
          <p:spPr>
            <a:xfrm rot="9335207">
              <a:off x="230114" y="1197485"/>
              <a:ext cx="197166" cy="83073"/>
            </a:xfrm>
            <a:prstGeom prst="ellipse">
              <a:avLst/>
            </a:prstGeom>
            <a:gradFill>
              <a:gsLst>
                <a:gs pos="0">
                  <a:srgbClr val="858082">
                    <a:alpha val="5613"/>
                  </a:srgbClr>
                </a:gs>
                <a:gs pos="14286">
                  <a:srgbClr val="858082">
                    <a:alpha val="5171"/>
                  </a:srgbClr>
                </a:gs>
                <a:gs pos="28571">
                  <a:srgbClr val="858082">
                    <a:alpha val="4039"/>
                  </a:srgbClr>
                </a:gs>
                <a:gs pos="42857">
                  <a:srgbClr val="858082">
                    <a:alpha val="2668"/>
                  </a:srgbClr>
                </a:gs>
                <a:gs pos="57143">
                  <a:srgbClr val="858082">
                    <a:alpha val="1487"/>
                  </a:srgbClr>
                </a:gs>
                <a:gs pos="71429">
                  <a:srgbClr val="858082">
                    <a:alpha val="699"/>
                  </a:srgbClr>
                </a:gs>
                <a:gs pos="85714">
                  <a:srgbClr val="858082">
                    <a:alpha val="277"/>
                  </a:srgbClr>
                </a:gs>
                <a:gs pos="100000">
                  <a:srgbClr val="858082">
                    <a:alpha val="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5" name="Splat 995"/>
            <p:cNvSpPr>
              <a:spLocks noGrp="1"/>
            </p:cNvSpPr>
            <p:nvPr/>
          </p:nvSpPr>
          <p:spPr>
            <a:xfrm rot="6821675">
              <a:off x="977402" y="1585713"/>
              <a:ext cx="380868" cy="256471"/>
            </a:xfrm>
            <a:prstGeom prst="ellipse">
              <a:avLst/>
            </a:prstGeom>
            <a:gradFill>
              <a:gsLst>
                <a:gs pos="0">
                  <a:srgbClr val="000502">
                    <a:alpha val="32968"/>
                  </a:srgbClr>
                </a:gs>
                <a:gs pos="14286">
                  <a:srgbClr val="000502">
                    <a:alpha val="30764"/>
                  </a:srgbClr>
                </a:gs>
                <a:gs pos="28571">
                  <a:srgbClr val="000502">
                    <a:alpha val="24833"/>
                  </a:srgbClr>
                </a:gs>
                <a:gs pos="42857">
                  <a:srgbClr val="000502">
                    <a:alpha val="17075"/>
                  </a:srgbClr>
                </a:gs>
                <a:gs pos="57143">
                  <a:srgbClr val="000502">
                    <a:alpha val="9855"/>
                  </a:srgbClr>
                </a:gs>
                <a:gs pos="71429">
                  <a:srgbClr val="000502">
                    <a:alpha val="4740"/>
                  </a:srgbClr>
                </a:gs>
                <a:gs pos="85714">
                  <a:srgbClr val="000502">
                    <a:alpha val="1902"/>
                  </a:srgbClr>
                </a:gs>
                <a:gs pos="100000">
                  <a:srgbClr val="0005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6" name="Splat 996"/>
            <p:cNvSpPr>
              <a:spLocks noGrp="1"/>
            </p:cNvSpPr>
            <p:nvPr/>
          </p:nvSpPr>
          <p:spPr>
            <a:xfrm rot="-10730489">
              <a:off x="2509895" y="1475926"/>
              <a:ext cx="368155" cy="179494"/>
            </a:xfrm>
            <a:prstGeom prst="ellipse">
              <a:avLst/>
            </a:prstGeom>
            <a:gradFill>
              <a:gsLst>
                <a:gs pos="0">
                  <a:srgbClr val="7C7C7D">
                    <a:alpha val="12441"/>
                  </a:srgbClr>
                </a:gs>
                <a:gs pos="14286">
                  <a:srgbClr val="7C7C7D">
                    <a:alpha val="11495"/>
                  </a:srgbClr>
                </a:gs>
                <a:gs pos="28571">
                  <a:srgbClr val="7C7C7D">
                    <a:alpha val="9046"/>
                  </a:srgbClr>
                </a:gs>
                <a:gs pos="42857">
                  <a:srgbClr val="7C7C7D">
                    <a:alpha val="6030"/>
                  </a:srgbClr>
                </a:gs>
                <a:gs pos="57143">
                  <a:srgbClr val="7C7C7D">
                    <a:alpha val="3387"/>
                  </a:srgbClr>
                </a:gs>
                <a:gs pos="71429">
                  <a:srgbClr val="7C7C7D">
                    <a:alpha val="1600"/>
                  </a:srgbClr>
                </a:gs>
                <a:gs pos="85714">
                  <a:srgbClr val="7C7C7D">
                    <a:alpha val="636"/>
                  </a:srgbClr>
                </a:gs>
                <a:gs pos="100000">
                  <a:srgbClr val="7C7C7D">
                    <a:alpha val="2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7" name="Splat 997"/>
            <p:cNvSpPr>
              <a:spLocks noGrp="1"/>
            </p:cNvSpPr>
            <p:nvPr/>
          </p:nvSpPr>
          <p:spPr>
            <a:xfrm rot="-10520037">
              <a:off x="1068629" y="1208486"/>
              <a:ext cx="467373" cy="148256"/>
            </a:xfrm>
            <a:prstGeom prst="ellipse">
              <a:avLst/>
            </a:prstGeom>
            <a:gradFill>
              <a:gsLst>
                <a:gs pos="0">
                  <a:srgbClr val="030005">
                    <a:alpha val="18944"/>
                  </a:srgbClr>
                </a:gs>
                <a:gs pos="14286">
                  <a:srgbClr val="030005">
                    <a:alpha val="17555"/>
                  </a:srgbClr>
                </a:gs>
                <a:gs pos="28571">
                  <a:srgbClr val="030005">
                    <a:alpha val="13919"/>
                  </a:srgbClr>
                </a:gs>
                <a:gs pos="42857">
                  <a:srgbClr val="030005">
                    <a:alpha val="9364"/>
                  </a:srgbClr>
                </a:gs>
                <a:gs pos="57143">
                  <a:srgbClr val="030005">
                    <a:alpha val="5302"/>
                  </a:srgbClr>
                </a:gs>
                <a:gs pos="71429">
                  <a:srgbClr val="030005">
                    <a:alpha val="2518"/>
                  </a:srgbClr>
                </a:gs>
                <a:gs pos="85714">
                  <a:srgbClr val="030005">
                    <a:alpha val="1003"/>
                  </a:srgbClr>
                </a:gs>
                <a:gs pos="100000">
                  <a:srgbClr val="030005">
                    <a:alpha val="3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8" name="Splat 998"/>
            <p:cNvSpPr>
              <a:spLocks noGrp="1"/>
            </p:cNvSpPr>
            <p:nvPr/>
          </p:nvSpPr>
          <p:spPr>
            <a:xfrm rot="7453325">
              <a:off x="2620226" y="2494889"/>
              <a:ext cx="170716" cy="95820"/>
            </a:xfrm>
            <a:prstGeom prst="ellipse">
              <a:avLst/>
            </a:prstGeom>
            <a:gradFill>
              <a:gsLst>
                <a:gs pos="0">
                  <a:srgbClr val="000504">
                    <a:alpha val="22138"/>
                  </a:srgbClr>
                </a:gs>
                <a:gs pos="14286">
                  <a:srgbClr val="000504">
                    <a:alpha val="20546"/>
                  </a:srgbClr>
                </a:gs>
                <a:gs pos="28571">
                  <a:srgbClr val="000504">
                    <a:alpha val="16354"/>
                  </a:srgbClr>
                </a:gs>
                <a:gs pos="42857">
                  <a:srgbClr val="000504">
                    <a:alpha val="11053"/>
                  </a:srgbClr>
                </a:gs>
                <a:gs pos="57143">
                  <a:srgbClr val="000504">
                    <a:alpha val="6284"/>
                  </a:srgbClr>
                </a:gs>
                <a:gs pos="71429">
                  <a:srgbClr val="000504">
                    <a:alpha val="2992"/>
                  </a:srgbClr>
                </a:gs>
                <a:gs pos="85714">
                  <a:srgbClr val="000504">
                    <a:alpha val="1194"/>
                  </a:srgbClr>
                </a:gs>
                <a:gs pos="100000">
                  <a:srgbClr val="000504">
                    <a:alpha val="4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9" name="Splat 999"/>
            <p:cNvSpPr>
              <a:spLocks noGrp="1"/>
            </p:cNvSpPr>
            <p:nvPr/>
          </p:nvSpPr>
          <p:spPr>
            <a:xfrm rot="6031223">
              <a:off x="2586494" y="-40211"/>
              <a:ext cx="652594" cy="179978"/>
            </a:xfrm>
            <a:prstGeom prst="ellipse">
              <a:avLst/>
            </a:prstGeom>
            <a:gradFill>
              <a:gsLst>
                <a:gs pos="0">
                  <a:srgbClr val="000006">
                    <a:alpha val="32968"/>
                  </a:srgbClr>
                </a:gs>
                <a:gs pos="14286">
                  <a:srgbClr val="000006">
                    <a:alpha val="30764"/>
                  </a:srgbClr>
                </a:gs>
                <a:gs pos="28571">
                  <a:srgbClr val="000006">
                    <a:alpha val="24833"/>
                  </a:srgbClr>
                </a:gs>
                <a:gs pos="42857">
                  <a:srgbClr val="000006">
                    <a:alpha val="17075"/>
                  </a:srgbClr>
                </a:gs>
                <a:gs pos="57143">
                  <a:srgbClr val="000006">
                    <a:alpha val="9855"/>
                  </a:srgbClr>
                </a:gs>
                <a:gs pos="71429">
                  <a:srgbClr val="000006">
                    <a:alpha val="4740"/>
                  </a:srgbClr>
                </a:gs>
                <a:gs pos="85714">
                  <a:srgbClr val="000006">
                    <a:alpha val="1902"/>
                  </a:srgbClr>
                </a:gs>
                <a:gs pos="100000">
                  <a:srgbClr val="00000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0" name="Splat 1000"/>
            <p:cNvSpPr>
              <a:spLocks noGrp="1"/>
            </p:cNvSpPr>
            <p:nvPr/>
          </p:nvSpPr>
          <p:spPr>
            <a:xfrm rot="9961095">
              <a:off x="2046221" y="3253767"/>
              <a:ext cx="464042" cy="261736"/>
            </a:xfrm>
            <a:prstGeom prst="ellipse">
              <a:avLst/>
            </a:prstGeom>
            <a:gradFill>
              <a:gsLst>
                <a:gs pos="0">
                  <a:srgbClr val="949494">
                    <a:alpha val="7215"/>
                  </a:srgbClr>
                </a:gs>
                <a:gs pos="14286">
                  <a:srgbClr val="949494">
                    <a:alpha val="6652"/>
                  </a:srgbClr>
                </a:gs>
                <a:gs pos="28571">
                  <a:srgbClr val="949494">
                    <a:alpha val="5204"/>
                  </a:srgbClr>
                </a:gs>
                <a:gs pos="42857">
                  <a:srgbClr val="949494">
                    <a:alpha val="3445"/>
                  </a:srgbClr>
                </a:gs>
                <a:gs pos="57143">
                  <a:srgbClr val="949494">
                    <a:alpha val="1924"/>
                  </a:srgbClr>
                </a:gs>
                <a:gs pos="71429">
                  <a:srgbClr val="949494">
                    <a:alpha val="905"/>
                  </a:srgbClr>
                </a:gs>
                <a:gs pos="85714">
                  <a:srgbClr val="949494">
                    <a:alpha val="359"/>
                  </a:srgbClr>
                </a:gs>
                <a:gs pos="100000">
                  <a:srgbClr val="949494">
                    <a:alpha val="1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1" name="Splat 1001"/>
            <p:cNvSpPr>
              <a:spLocks noGrp="1"/>
            </p:cNvSpPr>
            <p:nvPr/>
          </p:nvSpPr>
          <p:spPr>
            <a:xfrm rot="4262636">
              <a:off x="1733734" y="1506184"/>
              <a:ext cx="534757" cy="148246"/>
            </a:xfrm>
            <a:prstGeom prst="ellipse">
              <a:avLst/>
            </a:prstGeom>
            <a:gradFill>
              <a:gsLst>
                <a:gs pos="0">
                  <a:srgbClr val="525252">
                    <a:alpha val="32968"/>
                  </a:srgbClr>
                </a:gs>
                <a:gs pos="14286">
                  <a:srgbClr val="525252">
                    <a:alpha val="30764"/>
                  </a:srgbClr>
                </a:gs>
                <a:gs pos="28571">
                  <a:srgbClr val="525252">
                    <a:alpha val="24833"/>
                  </a:srgbClr>
                </a:gs>
                <a:gs pos="42857">
                  <a:srgbClr val="525252">
                    <a:alpha val="17075"/>
                  </a:srgbClr>
                </a:gs>
                <a:gs pos="57143">
                  <a:srgbClr val="525252">
                    <a:alpha val="9855"/>
                  </a:srgbClr>
                </a:gs>
                <a:gs pos="71429">
                  <a:srgbClr val="525252">
                    <a:alpha val="4740"/>
                  </a:srgbClr>
                </a:gs>
                <a:gs pos="85714">
                  <a:srgbClr val="525252">
                    <a:alpha val="1902"/>
                  </a:srgbClr>
                </a:gs>
                <a:gs pos="100000">
                  <a:srgbClr val="52525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2" name="Splat 1002"/>
            <p:cNvSpPr>
              <a:spLocks noGrp="1"/>
            </p:cNvSpPr>
            <p:nvPr/>
          </p:nvSpPr>
          <p:spPr>
            <a:xfrm rot="9698665">
              <a:off x="1313228" y="177027"/>
              <a:ext cx="526879" cy="223191"/>
            </a:xfrm>
            <a:prstGeom prst="ellipse">
              <a:avLst/>
            </a:prstGeom>
            <a:gradFill>
              <a:gsLst>
                <a:gs pos="0">
                  <a:srgbClr val="818081">
                    <a:alpha val="9343"/>
                  </a:srgbClr>
                </a:gs>
                <a:gs pos="14286">
                  <a:srgbClr val="818081">
                    <a:alpha val="8621"/>
                  </a:srgbClr>
                </a:gs>
                <a:gs pos="28571">
                  <a:srgbClr val="818081">
                    <a:alpha val="6760"/>
                  </a:srgbClr>
                </a:gs>
                <a:gs pos="42857">
                  <a:srgbClr val="818081">
                    <a:alpha val="4488"/>
                  </a:srgbClr>
                </a:gs>
                <a:gs pos="57143">
                  <a:srgbClr val="818081">
                    <a:alpha val="2512"/>
                  </a:srgbClr>
                </a:gs>
                <a:gs pos="71429">
                  <a:srgbClr val="818081">
                    <a:alpha val="1184"/>
                  </a:srgbClr>
                </a:gs>
                <a:gs pos="85714">
                  <a:srgbClr val="818081">
                    <a:alpha val="470"/>
                  </a:srgbClr>
                </a:gs>
                <a:gs pos="100000">
                  <a:srgbClr val="818081">
                    <a:alpha val="1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3" name="Splat 1003"/>
            <p:cNvSpPr>
              <a:spLocks noGrp="1"/>
            </p:cNvSpPr>
            <p:nvPr/>
          </p:nvSpPr>
          <p:spPr>
            <a:xfrm rot="9997695">
              <a:off x="691128" y="2860"/>
              <a:ext cx="550640" cy="273416"/>
            </a:xfrm>
            <a:prstGeom prst="ellipse">
              <a:avLst/>
            </a:prstGeom>
            <a:gradFill>
              <a:gsLst>
                <a:gs pos="0">
                  <a:srgbClr val="000400">
                    <a:alpha val="6610"/>
                  </a:srgbClr>
                </a:gs>
                <a:gs pos="14286">
                  <a:srgbClr val="000400">
                    <a:alpha val="6092"/>
                  </a:srgbClr>
                </a:gs>
                <a:gs pos="28571">
                  <a:srgbClr val="000400">
                    <a:alpha val="4763"/>
                  </a:srgbClr>
                </a:gs>
                <a:gs pos="42857">
                  <a:srgbClr val="000400">
                    <a:alpha val="3151"/>
                  </a:srgbClr>
                </a:gs>
                <a:gs pos="57143">
                  <a:srgbClr val="000400">
                    <a:alpha val="1758"/>
                  </a:srgbClr>
                </a:gs>
                <a:gs pos="71429">
                  <a:srgbClr val="000400">
                    <a:alpha val="827"/>
                  </a:srgbClr>
                </a:gs>
                <a:gs pos="85714">
                  <a:srgbClr val="000400">
                    <a:alpha val="328"/>
                  </a:srgbClr>
                </a:gs>
                <a:gs pos="100000">
                  <a:srgbClr val="000400">
                    <a:alpha val="1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4" name="Splat 1004"/>
            <p:cNvSpPr>
              <a:spLocks noGrp="1"/>
            </p:cNvSpPr>
            <p:nvPr/>
          </p:nvSpPr>
          <p:spPr>
            <a:xfrm rot="5650108">
              <a:off x="2354233" y="2575716"/>
              <a:ext cx="416011" cy="115224"/>
            </a:xfrm>
            <a:prstGeom prst="ellipse">
              <a:avLst/>
            </a:prstGeom>
            <a:gradFill>
              <a:gsLst>
                <a:gs pos="0">
                  <a:srgbClr val="666564">
                    <a:alpha val="9783"/>
                  </a:srgbClr>
                </a:gs>
                <a:gs pos="14286">
                  <a:srgbClr val="666564">
                    <a:alpha val="9029"/>
                  </a:srgbClr>
                </a:gs>
                <a:gs pos="28571">
                  <a:srgbClr val="666564">
                    <a:alpha val="7084"/>
                  </a:srgbClr>
                </a:gs>
                <a:gs pos="42857">
                  <a:srgbClr val="666564">
                    <a:alpha val="4705"/>
                  </a:srgbClr>
                </a:gs>
                <a:gs pos="57143">
                  <a:srgbClr val="666564">
                    <a:alpha val="2635"/>
                  </a:srgbClr>
                </a:gs>
                <a:gs pos="71429">
                  <a:srgbClr val="666564">
                    <a:alpha val="1242"/>
                  </a:srgbClr>
                </a:gs>
                <a:gs pos="85714">
                  <a:srgbClr val="666564">
                    <a:alpha val="493"/>
                  </a:srgbClr>
                </a:gs>
                <a:gs pos="100000">
                  <a:srgbClr val="666564">
                    <a:alpha val="1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5" name="Splat 1005"/>
            <p:cNvSpPr>
              <a:spLocks noGrp="1"/>
            </p:cNvSpPr>
            <p:nvPr/>
          </p:nvSpPr>
          <p:spPr>
            <a:xfrm rot="-9255071">
              <a:off x="875219" y="191958"/>
              <a:ext cx="573903" cy="106049"/>
            </a:xfrm>
            <a:prstGeom prst="ellipse">
              <a:avLst/>
            </a:prstGeom>
            <a:gradFill>
              <a:gsLst>
                <a:gs pos="0">
                  <a:srgbClr val="787A78">
                    <a:alpha val="3985"/>
                  </a:srgbClr>
                </a:gs>
                <a:gs pos="14286">
                  <a:srgbClr val="787A78">
                    <a:alpha val="3668"/>
                  </a:srgbClr>
                </a:gs>
                <a:gs pos="28571">
                  <a:srgbClr val="787A78">
                    <a:alpha val="2860"/>
                  </a:srgbClr>
                </a:gs>
                <a:gs pos="42857">
                  <a:srgbClr val="787A78">
                    <a:alpha val="1885"/>
                  </a:srgbClr>
                </a:gs>
                <a:gs pos="57143">
                  <a:srgbClr val="787A78">
                    <a:alpha val="1049"/>
                  </a:srgbClr>
                </a:gs>
                <a:gs pos="71429">
                  <a:srgbClr val="787A78">
                    <a:alpha val="492"/>
                  </a:srgbClr>
                </a:gs>
                <a:gs pos="85714">
                  <a:srgbClr val="787A78">
                    <a:alpha val="195"/>
                  </a:srgbClr>
                </a:gs>
                <a:gs pos="100000">
                  <a:srgbClr val="787A78">
                    <a:alpha val="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6" name="Splat 1006"/>
            <p:cNvSpPr>
              <a:spLocks noGrp="1"/>
            </p:cNvSpPr>
            <p:nvPr/>
          </p:nvSpPr>
          <p:spPr>
            <a:xfrm rot="7844241">
              <a:off x="1915341" y="212722"/>
              <a:ext cx="350294" cy="270244"/>
            </a:xfrm>
            <a:prstGeom prst="ellipse">
              <a:avLst/>
            </a:prstGeom>
            <a:gradFill>
              <a:gsLst>
                <a:gs pos="0">
                  <a:srgbClr val="060300">
                    <a:alpha val="17420"/>
                  </a:srgbClr>
                </a:gs>
                <a:gs pos="14286">
                  <a:srgbClr val="060300">
                    <a:alpha val="16132"/>
                  </a:srgbClr>
                </a:gs>
                <a:gs pos="28571">
                  <a:srgbClr val="060300">
                    <a:alpha val="12768"/>
                  </a:srgbClr>
                </a:gs>
                <a:gs pos="42857">
                  <a:srgbClr val="060300">
                    <a:alpha val="8570"/>
                  </a:srgbClr>
                </a:gs>
                <a:gs pos="57143">
                  <a:srgbClr val="060300">
                    <a:alpha val="4843"/>
                  </a:srgbClr>
                </a:gs>
                <a:gs pos="71429">
                  <a:srgbClr val="060300">
                    <a:alpha val="2297"/>
                  </a:srgbClr>
                </a:gs>
                <a:gs pos="85714">
                  <a:srgbClr val="060300">
                    <a:alpha val="915"/>
                  </a:srgbClr>
                </a:gs>
                <a:gs pos="100000">
                  <a:srgbClr val="060300">
                    <a:alpha val="3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7" name="Splat 1007"/>
            <p:cNvSpPr>
              <a:spLocks noGrp="1"/>
            </p:cNvSpPr>
            <p:nvPr/>
          </p:nvSpPr>
          <p:spPr>
            <a:xfrm rot="4297976">
              <a:off x="1087855" y="1318632"/>
              <a:ext cx="382639" cy="131526"/>
            </a:xfrm>
            <a:prstGeom prst="ellipse">
              <a:avLst/>
            </a:prstGeom>
            <a:gradFill>
              <a:gsLst>
                <a:gs pos="0">
                  <a:srgbClr val="1E1E22">
                    <a:alpha val="19932"/>
                  </a:srgbClr>
                </a:gs>
                <a:gs pos="14286">
                  <a:srgbClr val="1E1E22">
                    <a:alpha val="18480"/>
                  </a:srgbClr>
                </a:gs>
                <a:gs pos="28571">
                  <a:srgbClr val="1E1E22">
                    <a:alpha val="14670"/>
                  </a:srgbClr>
                </a:gs>
                <a:gs pos="42857">
                  <a:srgbClr val="1E1E22">
                    <a:alpha val="9883"/>
                  </a:srgbClr>
                </a:gs>
                <a:gs pos="57143">
                  <a:srgbClr val="1E1E22">
                    <a:alpha val="5603"/>
                  </a:srgbClr>
                </a:gs>
                <a:gs pos="71429">
                  <a:srgbClr val="1E1E22">
                    <a:alpha val="2663"/>
                  </a:srgbClr>
                </a:gs>
                <a:gs pos="85714">
                  <a:srgbClr val="1E1E22">
                    <a:alpha val="1062"/>
                  </a:srgbClr>
                </a:gs>
                <a:gs pos="100000">
                  <a:srgbClr val="1E1E22">
                    <a:alpha val="3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8" name="Splat 1008"/>
            <p:cNvSpPr>
              <a:spLocks noGrp="1"/>
            </p:cNvSpPr>
            <p:nvPr/>
          </p:nvSpPr>
          <p:spPr>
            <a:xfrm rot="4976894">
              <a:off x="2261391" y="1476558"/>
              <a:ext cx="391640" cy="90886"/>
            </a:xfrm>
            <a:prstGeom prst="ellipse">
              <a:avLst/>
            </a:prstGeom>
            <a:gradFill>
              <a:gsLst>
                <a:gs pos="0">
                  <a:srgbClr val="3F3C3E">
                    <a:alpha val="32968"/>
                  </a:srgbClr>
                </a:gs>
                <a:gs pos="14286">
                  <a:srgbClr val="3F3C3E">
                    <a:alpha val="30764"/>
                  </a:srgbClr>
                </a:gs>
                <a:gs pos="28571">
                  <a:srgbClr val="3F3C3E">
                    <a:alpha val="24833"/>
                  </a:srgbClr>
                </a:gs>
                <a:gs pos="42857">
                  <a:srgbClr val="3F3C3E">
                    <a:alpha val="17075"/>
                  </a:srgbClr>
                </a:gs>
                <a:gs pos="57143">
                  <a:srgbClr val="3F3C3E">
                    <a:alpha val="9855"/>
                  </a:srgbClr>
                </a:gs>
                <a:gs pos="71429">
                  <a:srgbClr val="3F3C3E">
                    <a:alpha val="4740"/>
                  </a:srgbClr>
                </a:gs>
                <a:gs pos="85714">
                  <a:srgbClr val="3F3C3E">
                    <a:alpha val="1902"/>
                  </a:srgbClr>
                </a:gs>
                <a:gs pos="100000">
                  <a:srgbClr val="3F3C3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9" name="Splat 1009"/>
            <p:cNvSpPr>
              <a:spLocks noGrp="1"/>
            </p:cNvSpPr>
            <p:nvPr/>
          </p:nvSpPr>
          <p:spPr>
            <a:xfrm rot="-9557045">
              <a:off x="-80096" y="73899"/>
              <a:ext cx="269454" cy="153197"/>
            </a:xfrm>
            <a:prstGeom prst="ellipse">
              <a:avLst/>
            </a:prstGeom>
            <a:gradFill>
              <a:gsLst>
                <a:gs pos="0">
                  <a:srgbClr val="868888">
                    <a:alpha val="3801"/>
                  </a:srgbClr>
                </a:gs>
                <a:gs pos="14286">
                  <a:srgbClr val="868888">
                    <a:alpha val="3499"/>
                  </a:srgbClr>
                </a:gs>
                <a:gs pos="28571">
                  <a:srgbClr val="868888">
                    <a:alpha val="2728"/>
                  </a:srgbClr>
                </a:gs>
                <a:gs pos="42857">
                  <a:srgbClr val="868888">
                    <a:alpha val="1798"/>
                  </a:srgbClr>
                </a:gs>
                <a:gs pos="57143">
                  <a:srgbClr val="868888">
                    <a:alpha val="1000"/>
                  </a:srgbClr>
                </a:gs>
                <a:gs pos="71429">
                  <a:srgbClr val="868888">
                    <a:alpha val="469"/>
                  </a:srgbClr>
                </a:gs>
                <a:gs pos="85714">
                  <a:srgbClr val="868888">
                    <a:alpha val="186"/>
                  </a:srgbClr>
                </a:gs>
                <a:gs pos="100000">
                  <a:srgbClr val="868888">
                    <a:alpha val="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0" name="Splat 1010"/>
            <p:cNvSpPr>
              <a:spLocks noGrp="1"/>
            </p:cNvSpPr>
            <p:nvPr/>
          </p:nvSpPr>
          <p:spPr>
            <a:xfrm rot="5507970">
              <a:off x="160230" y="3062142"/>
              <a:ext cx="487911" cy="110467"/>
            </a:xfrm>
            <a:prstGeom prst="ellipse">
              <a:avLst/>
            </a:prstGeom>
            <a:gradFill>
              <a:gsLst>
                <a:gs pos="0">
                  <a:srgbClr val="838484">
                    <a:alpha val="2800"/>
                  </a:srgbClr>
                </a:gs>
                <a:gs pos="14286">
                  <a:srgbClr val="838484">
                    <a:alpha val="2577"/>
                  </a:srgbClr>
                </a:gs>
                <a:gs pos="28571">
                  <a:srgbClr val="838484">
                    <a:alpha val="2007"/>
                  </a:srgbClr>
                </a:gs>
                <a:gs pos="42857">
                  <a:srgbClr val="838484">
                    <a:alpha val="1321"/>
                  </a:srgbClr>
                </a:gs>
                <a:gs pos="57143">
                  <a:srgbClr val="838484">
                    <a:alpha val="734"/>
                  </a:srgbClr>
                </a:gs>
                <a:gs pos="71429">
                  <a:srgbClr val="838484">
                    <a:alpha val="344"/>
                  </a:srgbClr>
                </a:gs>
                <a:gs pos="85714">
                  <a:srgbClr val="838484">
                    <a:alpha val="136"/>
                  </a:srgbClr>
                </a:gs>
                <a:gs pos="100000">
                  <a:srgbClr val="838484">
                    <a:alpha val="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1" name="Splat 1011"/>
            <p:cNvSpPr>
              <a:spLocks noGrp="1"/>
            </p:cNvSpPr>
            <p:nvPr/>
          </p:nvSpPr>
          <p:spPr>
            <a:xfrm rot="5384922">
              <a:off x="1976498" y="1282999"/>
              <a:ext cx="333552" cy="180163"/>
            </a:xfrm>
            <a:prstGeom prst="ellipse">
              <a:avLst/>
            </a:prstGeom>
            <a:gradFill>
              <a:gsLst>
                <a:gs pos="0">
                  <a:srgbClr val="6C6D6E">
                    <a:alpha val="32968"/>
                  </a:srgbClr>
                </a:gs>
                <a:gs pos="14286">
                  <a:srgbClr val="6C6D6E">
                    <a:alpha val="30764"/>
                  </a:srgbClr>
                </a:gs>
                <a:gs pos="28571">
                  <a:srgbClr val="6C6D6E">
                    <a:alpha val="24833"/>
                  </a:srgbClr>
                </a:gs>
                <a:gs pos="42857">
                  <a:srgbClr val="6C6D6E">
                    <a:alpha val="17075"/>
                  </a:srgbClr>
                </a:gs>
                <a:gs pos="57143">
                  <a:srgbClr val="6C6D6E">
                    <a:alpha val="9855"/>
                  </a:srgbClr>
                </a:gs>
                <a:gs pos="71429">
                  <a:srgbClr val="6C6D6E">
                    <a:alpha val="4740"/>
                  </a:srgbClr>
                </a:gs>
                <a:gs pos="85714">
                  <a:srgbClr val="6C6D6E">
                    <a:alpha val="1902"/>
                  </a:srgbClr>
                </a:gs>
                <a:gs pos="100000">
                  <a:srgbClr val="6C6D6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2" name="Splat 1012"/>
            <p:cNvSpPr>
              <a:spLocks noGrp="1"/>
            </p:cNvSpPr>
            <p:nvPr/>
          </p:nvSpPr>
          <p:spPr>
            <a:xfrm rot="9748141">
              <a:off x="940794" y="2348923"/>
              <a:ext cx="364537" cy="145392"/>
            </a:xfrm>
            <a:prstGeom prst="ellipse">
              <a:avLst/>
            </a:prstGeom>
            <a:gradFill>
              <a:gsLst>
                <a:gs pos="0">
                  <a:srgbClr val="8A8787">
                    <a:alpha val="7646"/>
                  </a:srgbClr>
                </a:gs>
                <a:gs pos="14286">
                  <a:srgbClr val="8A8787">
                    <a:alpha val="7050"/>
                  </a:srgbClr>
                </a:gs>
                <a:gs pos="28571">
                  <a:srgbClr val="8A8787">
                    <a:alpha val="5518"/>
                  </a:srgbClr>
                </a:gs>
                <a:gs pos="42857">
                  <a:srgbClr val="8A8787">
                    <a:alpha val="3655"/>
                  </a:srgbClr>
                </a:gs>
                <a:gs pos="57143">
                  <a:srgbClr val="8A8787">
                    <a:alpha val="2042"/>
                  </a:srgbClr>
                </a:gs>
                <a:gs pos="71429">
                  <a:srgbClr val="8A8787">
                    <a:alpha val="961"/>
                  </a:srgbClr>
                </a:gs>
                <a:gs pos="85714">
                  <a:srgbClr val="8A8787">
                    <a:alpha val="381"/>
                  </a:srgbClr>
                </a:gs>
                <a:gs pos="100000">
                  <a:srgbClr val="8A8787">
                    <a:alpha val="1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3" name="Splat 1013"/>
            <p:cNvSpPr>
              <a:spLocks noGrp="1"/>
            </p:cNvSpPr>
            <p:nvPr/>
          </p:nvSpPr>
          <p:spPr>
            <a:xfrm rot="9777865">
              <a:off x="421791" y="952952"/>
              <a:ext cx="491338" cy="324577"/>
            </a:xfrm>
            <a:prstGeom prst="ellipse">
              <a:avLst/>
            </a:prstGeom>
            <a:gradFill>
              <a:gsLst>
                <a:gs pos="0">
                  <a:srgbClr val="6E6D6D">
                    <a:alpha val="32073"/>
                  </a:srgbClr>
                </a:gs>
                <a:gs pos="14286">
                  <a:srgbClr val="6E6D6D">
                    <a:alpha val="29914"/>
                  </a:srgbClr>
                </a:gs>
                <a:gs pos="28571">
                  <a:srgbClr val="6E6D6D">
                    <a:alpha val="24118"/>
                  </a:srgbClr>
                </a:gs>
                <a:gs pos="42857">
                  <a:srgbClr val="6E6D6D">
                    <a:alpha val="16559"/>
                  </a:srgbClr>
                </a:gs>
                <a:gs pos="57143">
                  <a:srgbClr val="6E6D6D">
                    <a:alpha val="9544"/>
                  </a:srgbClr>
                </a:gs>
                <a:gs pos="71429">
                  <a:srgbClr val="6E6D6D">
                    <a:alpha val="4587"/>
                  </a:srgbClr>
                </a:gs>
                <a:gs pos="85714">
                  <a:srgbClr val="6E6D6D">
                    <a:alpha val="1840"/>
                  </a:srgbClr>
                </a:gs>
                <a:gs pos="100000">
                  <a:srgbClr val="6E6D6D">
                    <a:alpha val="6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4" name="Splat 1014"/>
            <p:cNvSpPr>
              <a:spLocks noGrp="1"/>
            </p:cNvSpPr>
            <p:nvPr/>
          </p:nvSpPr>
          <p:spPr>
            <a:xfrm rot="7660913">
              <a:off x="866466" y="1562075"/>
              <a:ext cx="545616" cy="119732"/>
            </a:xfrm>
            <a:prstGeom prst="ellipse">
              <a:avLst/>
            </a:prstGeom>
            <a:gradFill>
              <a:gsLst>
                <a:gs pos="0">
                  <a:srgbClr val="30302F">
                    <a:alpha val="32968"/>
                  </a:srgbClr>
                </a:gs>
                <a:gs pos="14286">
                  <a:srgbClr val="30302F">
                    <a:alpha val="30764"/>
                  </a:srgbClr>
                </a:gs>
                <a:gs pos="28571">
                  <a:srgbClr val="30302F">
                    <a:alpha val="24833"/>
                  </a:srgbClr>
                </a:gs>
                <a:gs pos="42857">
                  <a:srgbClr val="30302F">
                    <a:alpha val="17075"/>
                  </a:srgbClr>
                </a:gs>
                <a:gs pos="57143">
                  <a:srgbClr val="30302F">
                    <a:alpha val="9855"/>
                  </a:srgbClr>
                </a:gs>
                <a:gs pos="71429">
                  <a:srgbClr val="30302F">
                    <a:alpha val="4740"/>
                  </a:srgbClr>
                </a:gs>
                <a:gs pos="85714">
                  <a:srgbClr val="30302F">
                    <a:alpha val="1902"/>
                  </a:srgbClr>
                </a:gs>
                <a:gs pos="100000">
                  <a:srgbClr val="30302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5" name="Splat 1015"/>
            <p:cNvSpPr>
              <a:spLocks noGrp="1"/>
            </p:cNvSpPr>
            <p:nvPr/>
          </p:nvSpPr>
          <p:spPr>
            <a:xfrm rot="-9943991">
              <a:off x="1043261" y="2751648"/>
              <a:ext cx="523632" cy="103566"/>
            </a:xfrm>
            <a:prstGeom prst="ellipse">
              <a:avLst/>
            </a:prstGeom>
            <a:gradFill>
              <a:gsLst>
                <a:gs pos="0">
                  <a:srgbClr val="020102">
                    <a:alpha val="10546"/>
                  </a:srgbClr>
                </a:gs>
                <a:gs pos="14286">
                  <a:srgbClr val="020102">
                    <a:alpha val="9736"/>
                  </a:srgbClr>
                </a:gs>
                <a:gs pos="28571">
                  <a:srgbClr val="020102">
                    <a:alpha val="7645"/>
                  </a:srgbClr>
                </a:gs>
                <a:gs pos="42857">
                  <a:srgbClr val="020102">
                    <a:alpha val="5083"/>
                  </a:srgbClr>
                </a:gs>
                <a:gs pos="57143">
                  <a:srgbClr val="020102">
                    <a:alpha val="2849"/>
                  </a:srgbClr>
                </a:gs>
                <a:gs pos="71429">
                  <a:srgbClr val="020102">
                    <a:alpha val="1344"/>
                  </a:srgbClr>
                </a:gs>
                <a:gs pos="85714">
                  <a:srgbClr val="020102">
                    <a:alpha val="534"/>
                  </a:srgbClr>
                </a:gs>
                <a:gs pos="100000">
                  <a:srgbClr val="020102">
                    <a:alpha val="1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6" name="Splat 1016"/>
            <p:cNvSpPr>
              <a:spLocks noGrp="1"/>
            </p:cNvSpPr>
            <p:nvPr/>
          </p:nvSpPr>
          <p:spPr>
            <a:xfrm rot="3719430">
              <a:off x="2262284" y="3477258"/>
              <a:ext cx="635188" cy="133356"/>
            </a:xfrm>
            <a:prstGeom prst="ellipse">
              <a:avLst/>
            </a:prstGeom>
            <a:gradFill>
              <a:gsLst>
                <a:gs pos="0">
                  <a:srgbClr val="8A8B8A">
                    <a:alpha val="4433"/>
                  </a:srgbClr>
                </a:gs>
                <a:gs pos="14286">
                  <a:srgbClr val="8A8B8A">
                    <a:alpha val="4082"/>
                  </a:srgbClr>
                </a:gs>
                <a:gs pos="28571">
                  <a:srgbClr val="8A8B8A">
                    <a:alpha val="3184"/>
                  </a:srgbClr>
                </a:gs>
                <a:gs pos="42857">
                  <a:srgbClr val="8A8B8A">
                    <a:alpha val="2100"/>
                  </a:srgbClr>
                </a:gs>
                <a:gs pos="57143">
                  <a:srgbClr val="8A8B8A">
                    <a:alpha val="1169"/>
                  </a:srgbClr>
                </a:gs>
                <a:gs pos="71429">
                  <a:srgbClr val="8A8B8A">
                    <a:alpha val="549"/>
                  </a:srgbClr>
                </a:gs>
                <a:gs pos="85714">
                  <a:srgbClr val="8A8B8A">
                    <a:alpha val="217"/>
                  </a:srgbClr>
                </a:gs>
                <a:gs pos="100000">
                  <a:srgbClr val="8A8B8A">
                    <a:alpha val="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7" name="Splat 1017"/>
            <p:cNvSpPr>
              <a:spLocks noGrp="1"/>
            </p:cNvSpPr>
            <p:nvPr/>
          </p:nvSpPr>
          <p:spPr>
            <a:xfrm rot="5603610">
              <a:off x="2281888" y="-32900"/>
              <a:ext cx="330280" cy="124766"/>
            </a:xfrm>
            <a:prstGeom prst="ellipse">
              <a:avLst/>
            </a:prstGeom>
            <a:gradFill>
              <a:gsLst>
                <a:gs pos="0">
                  <a:srgbClr val="000105">
                    <a:alpha val="9335"/>
                  </a:srgbClr>
                </a:gs>
                <a:gs pos="14286">
                  <a:srgbClr val="000105">
                    <a:alpha val="8613"/>
                  </a:srgbClr>
                </a:gs>
                <a:gs pos="28571">
                  <a:srgbClr val="000105">
                    <a:alpha val="6755"/>
                  </a:srgbClr>
                </a:gs>
                <a:gs pos="42857">
                  <a:srgbClr val="000105">
                    <a:alpha val="4484"/>
                  </a:srgbClr>
                </a:gs>
                <a:gs pos="57143">
                  <a:srgbClr val="000105">
                    <a:alpha val="2510"/>
                  </a:srgbClr>
                </a:gs>
                <a:gs pos="71429">
                  <a:srgbClr val="000105">
                    <a:alpha val="1183"/>
                  </a:srgbClr>
                </a:gs>
                <a:gs pos="85714">
                  <a:srgbClr val="000105">
                    <a:alpha val="469"/>
                  </a:srgbClr>
                </a:gs>
                <a:gs pos="100000">
                  <a:srgbClr val="000105">
                    <a:alpha val="1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8" name="Splat 1018"/>
            <p:cNvSpPr>
              <a:spLocks noGrp="1"/>
            </p:cNvSpPr>
            <p:nvPr/>
          </p:nvSpPr>
          <p:spPr>
            <a:xfrm rot="4423843">
              <a:off x="-52175" y="2433088"/>
              <a:ext cx="588147" cy="134035"/>
            </a:xfrm>
            <a:prstGeom prst="ellipse">
              <a:avLst/>
            </a:prstGeom>
            <a:gradFill>
              <a:gsLst>
                <a:gs pos="0">
                  <a:srgbClr val="090509">
                    <a:alpha val="5719"/>
                  </a:srgbClr>
                </a:gs>
                <a:gs pos="14286">
                  <a:srgbClr val="090509">
                    <a:alpha val="5269"/>
                  </a:srgbClr>
                </a:gs>
                <a:gs pos="28571">
                  <a:srgbClr val="090509">
                    <a:alpha val="4116"/>
                  </a:srgbClr>
                </a:gs>
                <a:gs pos="42857">
                  <a:srgbClr val="090509">
                    <a:alpha val="2719"/>
                  </a:srgbClr>
                </a:gs>
                <a:gs pos="57143">
                  <a:srgbClr val="090509">
                    <a:alpha val="1516"/>
                  </a:srgbClr>
                </a:gs>
                <a:gs pos="71429">
                  <a:srgbClr val="090509">
                    <a:alpha val="712"/>
                  </a:srgbClr>
                </a:gs>
                <a:gs pos="85714">
                  <a:srgbClr val="090509">
                    <a:alpha val="282"/>
                  </a:srgbClr>
                </a:gs>
                <a:gs pos="100000">
                  <a:srgbClr val="090509">
                    <a:alpha val="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9" name="Splat 1019"/>
            <p:cNvSpPr>
              <a:spLocks noGrp="1"/>
            </p:cNvSpPr>
            <p:nvPr/>
          </p:nvSpPr>
          <p:spPr>
            <a:xfrm rot="6499698">
              <a:off x="273992" y="601414"/>
              <a:ext cx="294116" cy="99073"/>
            </a:xfrm>
            <a:prstGeom prst="ellipse">
              <a:avLst/>
            </a:prstGeom>
            <a:gradFill>
              <a:gsLst>
                <a:gs pos="0">
                  <a:srgbClr val="898B8B">
                    <a:alpha val="4430"/>
                  </a:srgbClr>
                </a:gs>
                <a:gs pos="14286">
                  <a:srgbClr val="898B8B">
                    <a:alpha val="4079"/>
                  </a:srgbClr>
                </a:gs>
                <a:gs pos="28571">
                  <a:srgbClr val="898B8B">
                    <a:alpha val="3182"/>
                  </a:srgbClr>
                </a:gs>
                <a:gs pos="42857">
                  <a:srgbClr val="898B8B">
                    <a:alpha val="2099"/>
                  </a:srgbClr>
                </a:gs>
                <a:gs pos="57143">
                  <a:srgbClr val="898B8B">
                    <a:alpha val="1168"/>
                  </a:srgbClr>
                </a:gs>
                <a:gs pos="71429">
                  <a:srgbClr val="898B8B">
                    <a:alpha val="549"/>
                  </a:srgbClr>
                </a:gs>
                <a:gs pos="85714">
                  <a:srgbClr val="898B8B">
                    <a:alpha val="217"/>
                  </a:srgbClr>
                </a:gs>
                <a:gs pos="100000">
                  <a:srgbClr val="898B8B">
                    <a:alpha val="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0" name="Splat 1020"/>
            <p:cNvSpPr>
              <a:spLocks noGrp="1"/>
            </p:cNvSpPr>
            <p:nvPr/>
          </p:nvSpPr>
          <p:spPr>
            <a:xfrm rot="-10366641">
              <a:off x="1061807" y="2547793"/>
              <a:ext cx="314342" cy="112415"/>
            </a:xfrm>
            <a:prstGeom prst="ellipse">
              <a:avLst/>
            </a:prstGeom>
            <a:gradFill>
              <a:gsLst>
                <a:gs pos="0">
                  <a:srgbClr val="150B0A">
                    <a:alpha val="17584"/>
                  </a:srgbClr>
                </a:gs>
                <a:gs pos="14286">
                  <a:srgbClr val="150B0A">
                    <a:alpha val="16284"/>
                  </a:srgbClr>
                </a:gs>
                <a:gs pos="28571">
                  <a:srgbClr val="150B0A">
                    <a:alpha val="12891"/>
                  </a:srgbClr>
                </a:gs>
                <a:gs pos="42857">
                  <a:srgbClr val="150B0A">
                    <a:alpha val="8655"/>
                  </a:srgbClr>
                </a:gs>
                <a:gs pos="57143">
                  <a:srgbClr val="150B0A">
                    <a:alpha val="4892"/>
                  </a:srgbClr>
                </a:gs>
                <a:gs pos="71429">
                  <a:srgbClr val="150B0A">
                    <a:alpha val="2321"/>
                  </a:srgbClr>
                </a:gs>
                <a:gs pos="85714">
                  <a:srgbClr val="150B0A">
                    <a:alpha val="924"/>
                  </a:srgbClr>
                </a:gs>
                <a:gs pos="100000">
                  <a:srgbClr val="150B0A">
                    <a:alpha val="3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1" name="Splat 1021"/>
            <p:cNvSpPr>
              <a:spLocks noGrp="1"/>
            </p:cNvSpPr>
            <p:nvPr/>
          </p:nvSpPr>
          <p:spPr>
            <a:xfrm rot="-10698270">
              <a:off x="1583764" y="652676"/>
              <a:ext cx="571969" cy="257976"/>
            </a:xfrm>
            <a:prstGeom prst="ellipse">
              <a:avLst/>
            </a:prstGeom>
            <a:gradFill>
              <a:gsLst>
                <a:gs pos="0">
                  <a:srgbClr val="8C8C8B">
                    <a:alpha val="4258"/>
                  </a:srgbClr>
                </a:gs>
                <a:gs pos="14286">
                  <a:srgbClr val="8C8C8B">
                    <a:alpha val="3920"/>
                  </a:srgbClr>
                </a:gs>
                <a:gs pos="28571">
                  <a:srgbClr val="8C8C8B">
                    <a:alpha val="3057"/>
                  </a:srgbClr>
                </a:gs>
                <a:gs pos="42857">
                  <a:srgbClr val="8C8C8B">
                    <a:alpha val="2016"/>
                  </a:srgbClr>
                </a:gs>
                <a:gs pos="57143">
                  <a:srgbClr val="8C8C8B">
                    <a:alpha val="1122"/>
                  </a:srgbClr>
                </a:gs>
                <a:gs pos="71429">
                  <a:srgbClr val="8C8C8B">
                    <a:alpha val="527"/>
                  </a:srgbClr>
                </a:gs>
                <a:gs pos="85714">
                  <a:srgbClr val="8C8C8B">
                    <a:alpha val="209"/>
                  </a:srgbClr>
                </a:gs>
                <a:gs pos="100000">
                  <a:srgbClr val="8C8C8B">
                    <a:alpha val="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2" name="Splat 1022"/>
            <p:cNvSpPr>
              <a:spLocks noGrp="1"/>
            </p:cNvSpPr>
            <p:nvPr/>
          </p:nvSpPr>
          <p:spPr>
            <a:xfrm rot="5207868">
              <a:off x="1317851" y="2568254"/>
              <a:ext cx="326946" cy="161969"/>
            </a:xfrm>
            <a:prstGeom prst="ellipse">
              <a:avLst/>
            </a:prstGeom>
            <a:gradFill>
              <a:gsLst>
                <a:gs pos="0">
                  <a:srgbClr val="959595">
                    <a:alpha val="5860"/>
                  </a:srgbClr>
                </a:gs>
                <a:gs pos="14286">
                  <a:srgbClr val="959595">
                    <a:alpha val="5399"/>
                  </a:srgbClr>
                </a:gs>
                <a:gs pos="28571">
                  <a:srgbClr val="959595">
                    <a:alpha val="4218"/>
                  </a:srgbClr>
                </a:gs>
                <a:gs pos="42857">
                  <a:srgbClr val="959595">
                    <a:alpha val="2787"/>
                  </a:srgbClr>
                </a:gs>
                <a:gs pos="57143">
                  <a:srgbClr val="959595">
                    <a:alpha val="1554"/>
                  </a:srgbClr>
                </a:gs>
                <a:gs pos="71429">
                  <a:srgbClr val="959595">
                    <a:alpha val="730"/>
                  </a:srgbClr>
                </a:gs>
                <a:gs pos="85714">
                  <a:srgbClr val="959595">
                    <a:alpha val="289"/>
                  </a:srgbClr>
                </a:gs>
                <a:gs pos="100000">
                  <a:srgbClr val="959595">
                    <a:alpha val="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3" name="Splat 1023"/>
            <p:cNvSpPr>
              <a:spLocks noGrp="1"/>
            </p:cNvSpPr>
            <p:nvPr/>
          </p:nvSpPr>
          <p:spPr>
            <a:xfrm rot="3378511">
              <a:off x="196670" y="3498218"/>
              <a:ext cx="187654" cy="137739"/>
            </a:xfrm>
            <a:prstGeom prst="ellipse">
              <a:avLst/>
            </a:prstGeom>
            <a:gradFill>
              <a:gsLst>
                <a:gs pos="0">
                  <a:srgbClr val="8E908F">
                    <a:alpha val="6131"/>
                  </a:srgbClr>
                </a:gs>
                <a:gs pos="14286">
                  <a:srgbClr val="8E908F">
                    <a:alpha val="5649"/>
                  </a:srgbClr>
                </a:gs>
                <a:gs pos="28571">
                  <a:srgbClr val="8E908F">
                    <a:alpha val="4415"/>
                  </a:srgbClr>
                </a:gs>
                <a:gs pos="42857">
                  <a:srgbClr val="8E908F">
                    <a:alpha val="2918"/>
                  </a:srgbClr>
                </a:gs>
                <a:gs pos="57143">
                  <a:srgbClr val="8E908F">
                    <a:alpha val="1628"/>
                  </a:srgbClr>
                </a:gs>
                <a:gs pos="71429">
                  <a:srgbClr val="8E908F">
                    <a:alpha val="765"/>
                  </a:srgbClr>
                </a:gs>
                <a:gs pos="85714">
                  <a:srgbClr val="8E908F">
                    <a:alpha val="303"/>
                  </a:srgbClr>
                </a:gs>
                <a:gs pos="100000">
                  <a:srgbClr val="8E908F">
                    <a:alpha val="1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4" name="Splat 1024"/>
            <p:cNvSpPr>
              <a:spLocks noGrp="1"/>
            </p:cNvSpPr>
            <p:nvPr/>
          </p:nvSpPr>
          <p:spPr>
            <a:xfrm rot="8727881">
              <a:off x="-240151" y="2931765"/>
              <a:ext cx="532798" cy="313888"/>
            </a:xfrm>
            <a:prstGeom prst="ellipse">
              <a:avLst/>
            </a:prstGeom>
            <a:gradFill>
              <a:gsLst>
                <a:gs pos="0">
                  <a:srgbClr val="848383">
                    <a:alpha val="7289"/>
                  </a:srgbClr>
                </a:gs>
                <a:gs pos="14286">
                  <a:srgbClr val="848383">
                    <a:alpha val="6720"/>
                  </a:srgbClr>
                </a:gs>
                <a:gs pos="28571">
                  <a:srgbClr val="848383">
                    <a:alpha val="5258"/>
                  </a:srgbClr>
                </a:gs>
                <a:gs pos="42857">
                  <a:srgbClr val="848383">
                    <a:alpha val="3481"/>
                  </a:srgbClr>
                </a:gs>
                <a:gs pos="57143">
                  <a:srgbClr val="848383">
                    <a:alpha val="1944"/>
                  </a:srgbClr>
                </a:gs>
                <a:gs pos="71429">
                  <a:srgbClr val="848383">
                    <a:alpha val="915"/>
                  </a:srgbClr>
                </a:gs>
                <a:gs pos="85714">
                  <a:srgbClr val="848383">
                    <a:alpha val="363"/>
                  </a:srgbClr>
                </a:gs>
                <a:gs pos="100000">
                  <a:srgbClr val="848383">
                    <a:alpha val="1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5" name="Splat 1025"/>
            <p:cNvSpPr>
              <a:spLocks noGrp="1"/>
            </p:cNvSpPr>
            <p:nvPr/>
          </p:nvSpPr>
          <p:spPr>
            <a:xfrm rot="3748626">
              <a:off x="683956" y="121865"/>
              <a:ext cx="289745" cy="150571"/>
            </a:xfrm>
            <a:prstGeom prst="ellipse">
              <a:avLst/>
            </a:prstGeom>
            <a:gradFill>
              <a:gsLst>
                <a:gs pos="0">
                  <a:srgbClr val="7D7E7C">
                    <a:alpha val="3537"/>
                  </a:srgbClr>
                </a:gs>
                <a:gs pos="14286">
                  <a:srgbClr val="7D7E7C">
                    <a:alpha val="3256"/>
                  </a:srgbClr>
                </a:gs>
                <a:gs pos="28571">
                  <a:srgbClr val="7D7E7C">
                    <a:alpha val="2537"/>
                  </a:srgbClr>
                </a:gs>
                <a:gs pos="42857">
                  <a:srgbClr val="7D7E7C">
                    <a:alpha val="1672"/>
                  </a:srgbClr>
                </a:gs>
                <a:gs pos="57143">
                  <a:srgbClr val="7D7E7C">
                    <a:alpha val="930"/>
                  </a:srgbClr>
                </a:gs>
                <a:gs pos="71429">
                  <a:srgbClr val="7D7E7C">
                    <a:alpha val="436"/>
                  </a:srgbClr>
                </a:gs>
                <a:gs pos="85714">
                  <a:srgbClr val="7D7E7C">
                    <a:alpha val="173"/>
                  </a:srgbClr>
                </a:gs>
                <a:gs pos="100000">
                  <a:srgbClr val="7D7E7C">
                    <a:alpha val="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6" name="Splat 1026"/>
            <p:cNvSpPr>
              <a:spLocks noGrp="1"/>
            </p:cNvSpPr>
            <p:nvPr/>
          </p:nvSpPr>
          <p:spPr>
            <a:xfrm rot="-8149400">
              <a:off x="-59016" y="2284338"/>
              <a:ext cx="382673" cy="205547"/>
            </a:xfrm>
            <a:prstGeom prst="ellipse">
              <a:avLst/>
            </a:prstGeom>
            <a:gradFill>
              <a:gsLst>
                <a:gs pos="0">
                  <a:srgbClr val="7F7F80">
                    <a:alpha val="5545"/>
                  </a:srgbClr>
                </a:gs>
                <a:gs pos="14286">
                  <a:srgbClr val="7F7F80">
                    <a:alpha val="5108"/>
                  </a:srgbClr>
                </a:gs>
                <a:gs pos="28571">
                  <a:srgbClr val="7F7F80">
                    <a:alpha val="3989"/>
                  </a:srgbClr>
                </a:gs>
                <a:gs pos="42857">
                  <a:srgbClr val="7F7F80">
                    <a:alpha val="2635"/>
                  </a:srgbClr>
                </a:gs>
                <a:gs pos="57143">
                  <a:srgbClr val="7F7F80">
                    <a:alpha val="1469"/>
                  </a:srgbClr>
                </a:gs>
                <a:gs pos="71429">
                  <a:srgbClr val="7F7F80">
                    <a:alpha val="690"/>
                  </a:srgbClr>
                </a:gs>
                <a:gs pos="85714">
                  <a:srgbClr val="7F7F80">
                    <a:alpha val="273"/>
                  </a:srgbClr>
                </a:gs>
                <a:gs pos="100000">
                  <a:srgbClr val="7F7F80">
                    <a:alpha val="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7" name="Splat 1027"/>
            <p:cNvSpPr>
              <a:spLocks noGrp="1"/>
            </p:cNvSpPr>
            <p:nvPr/>
          </p:nvSpPr>
          <p:spPr>
            <a:xfrm rot="5364180">
              <a:off x="281488" y="1885728"/>
              <a:ext cx="452996" cy="194744"/>
            </a:xfrm>
            <a:prstGeom prst="ellipse">
              <a:avLst/>
            </a:prstGeom>
            <a:gradFill>
              <a:gsLst>
                <a:gs pos="0">
                  <a:srgbClr val="888989">
                    <a:alpha val="7166"/>
                  </a:srgbClr>
                </a:gs>
                <a:gs pos="14286">
                  <a:srgbClr val="888989">
                    <a:alpha val="6606"/>
                  </a:srgbClr>
                </a:gs>
                <a:gs pos="28571">
                  <a:srgbClr val="888989">
                    <a:alpha val="5168"/>
                  </a:srgbClr>
                </a:gs>
                <a:gs pos="42857">
                  <a:srgbClr val="888989">
                    <a:alpha val="3421"/>
                  </a:srgbClr>
                </a:gs>
                <a:gs pos="57143">
                  <a:srgbClr val="888989">
                    <a:alpha val="1910"/>
                  </a:srgbClr>
                </a:gs>
                <a:gs pos="71429">
                  <a:srgbClr val="888989">
                    <a:alpha val="899"/>
                  </a:srgbClr>
                </a:gs>
                <a:gs pos="85714">
                  <a:srgbClr val="888989">
                    <a:alpha val="356"/>
                  </a:srgbClr>
                </a:gs>
                <a:gs pos="100000">
                  <a:srgbClr val="888989">
                    <a:alpha val="1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8" name="Splat 1028"/>
            <p:cNvSpPr>
              <a:spLocks noGrp="1"/>
            </p:cNvSpPr>
            <p:nvPr/>
          </p:nvSpPr>
          <p:spPr>
            <a:xfrm rot="-10554709">
              <a:off x="2647473" y="75045"/>
              <a:ext cx="327998" cy="247400"/>
            </a:xfrm>
            <a:prstGeom prst="ellipse">
              <a:avLst/>
            </a:prstGeom>
            <a:gradFill>
              <a:gsLst>
                <a:gs pos="0">
                  <a:srgbClr val="747475">
                    <a:alpha val="16478"/>
                  </a:srgbClr>
                </a:gs>
                <a:gs pos="14286">
                  <a:srgbClr val="747475">
                    <a:alpha val="15252"/>
                  </a:srgbClr>
                </a:gs>
                <a:gs pos="28571">
                  <a:srgbClr val="747475">
                    <a:alpha val="12058"/>
                  </a:srgbClr>
                </a:gs>
                <a:gs pos="42857">
                  <a:srgbClr val="747475">
                    <a:alpha val="8083"/>
                  </a:srgbClr>
                </a:gs>
                <a:gs pos="57143">
                  <a:srgbClr val="747475">
                    <a:alpha val="4563"/>
                  </a:srgbClr>
                </a:gs>
                <a:gs pos="71429">
                  <a:srgbClr val="747475">
                    <a:alpha val="2162"/>
                  </a:srgbClr>
                </a:gs>
                <a:gs pos="85714">
                  <a:srgbClr val="747475">
                    <a:alpha val="861"/>
                  </a:srgbClr>
                </a:gs>
                <a:gs pos="100000">
                  <a:srgbClr val="747475">
                    <a:alpha val="2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9" name="Splat 1029"/>
            <p:cNvSpPr>
              <a:spLocks noGrp="1"/>
            </p:cNvSpPr>
            <p:nvPr/>
          </p:nvSpPr>
          <p:spPr>
            <a:xfrm rot="6541700">
              <a:off x="999733" y="2967211"/>
              <a:ext cx="630473" cy="124750"/>
            </a:xfrm>
            <a:prstGeom prst="ellipse">
              <a:avLst/>
            </a:prstGeom>
            <a:gradFill>
              <a:gsLst>
                <a:gs pos="0">
                  <a:srgbClr val="878887">
                    <a:alpha val="5024"/>
                  </a:srgbClr>
                </a:gs>
                <a:gs pos="14286">
                  <a:srgbClr val="878887">
                    <a:alpha val="4627"/>
                  </a:srgbClr>
                </a:gs>
                <a:gs pos="28571">
                  <a:srgbClr val="878887">
                    <a:alpha val="3612"/>
                  </a:srgbClr>
                </a:gs>
                <a:gs pos="42857">
                  <a:srgbClr val="878887">
                    <a:alpha val="2384"/>
                  </a:srgbClr>
                </a:gs>
                <a:gs pos="57143">
                  <a:srgbClr val="878887">
                    <a:alpha val="1328"/>
                  </a:srgbClr>
                </a:gs>
                <a:gs pos="71429">
                  <a:srgbClr val="878887">
                    <a:alpha val="624"/>
                  </a:srgbClr>
                </a:gs>
                <a:gs pos="85714">
                  <a:srgbClr val="878887">
                    <a:alpha val="247"/>
                  </a:srgbClr>
                </a:gs>
                <a:gs pos="100000">
                  <a:srgbClr val="878887">
                    <a:alpha val="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0" name="Splat 1030"/>
            <p:cNvSpPr>
              <a:spLocks noGrp="1"/>
            </p:cNvSpPr>
            <p:nvPr/>
          </p:nvSpPr>
          <p:spPr>
            <a:xfrm rot="5513881">
              <a:off x="997382" y="55492"/>
              <a:ext cx="269672" cy="148081"/>
            </a:xfrm>
            <a:prstGeom prst="ellipse">
              <a:avLst/>
            </a:prstGeom>
            <a:gradFill>
              <a:gsLst>
                <a:gs pos="0">
                  <a:srgbClr val="8A8B8A">
                    <a:alpha val="9158"/>
                  </a:srgbClr>
                </a:gs>
                <a:gs pos="14286">
                  <a:srgbClr val="8A8B8A">
                    <a:alpha val="8450"/>
                  </a:srgbClr>
                </a:gs>
                <a:gs pos="28571">
                  <a:srgbClr val="8A8B8A">
                    <a:alpha val="6625"/>
                  </a:srgbClr>
                </a:gs>
                <a:gs pos="42857">
                  <a:srgbClr val="8A8B8A">
                    <a:alpha val="4396"/>
                  </a:srgbClr>
                </a:gs>
                <a:gs pos="57143">
                  <a:srgbClr val="8A8B8A">
                    <a:alpha val="2461"/>
                  </a:srgbClr>
                </a:gs>
                <a:gs pos="71429">
                  <a:srgbClr val="8A8B8A">
                    <a:alpha val="1159"/>
                  </a:srgbClr>
                </a:gs>
                <a:gs pos="85714">
                  <a:srgbClr val="8A8B8A">
                    <a:alpha val="460"/>
                  </a:srgbClr>
                </a:gs>
                <a:gs pos="100000">
                  <a:srgbClr val="8A8B8A">
                    <a:alpha val="1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1" name="Splat 1031"/>
            <p:cNvSpPr>
              <a:spLocks noGrp="1"/>
            </p:cNvSpPr>
            <p:nvPr/>
          </p:nvSpPr>
          <p:spPr>
            <a:xfrm rot="8569912">
              <a:off x="2107879" y="270187"/>
              <a:ext cx="356465" cy="141438"/>
            </a:xfrm>
            <a:prstGeom prst="ellipse">
              <a:avLst/>
            </a:prstGeom>
            <a:gradFill>
              <a:gsLst>
                <a:gs pos="0">
                  <a:srgbClr val="767676">
                    <a:alpha val="6725"/>
                  </a:srgbClr>
                </a:gs>
                <a:gs pos="14286">
                  <a:srgbClr val="767676">
                    <a:alpha val="6198"/>
                  </a:srgbClr>
                </a:gs>
                <a:gs pos="28571">
                  <a:srgbClr val="767676">
                    <a:alpha val="4847"/>
                  </a:srgbClr>
                </a:gs>
                <a:gs pos="42857">
                  <a:srgbClr val="767676">
                    <a:alpha val="3206"/>
                  </a:srgbClr>
                </a:gs>
                <a:gs pos="57143">
                  <a:srgbClr val="767676">
                    <a:alpha val="1790"/>
                  </a:srgbClr>
                </a:gs>
                <a:gs pos="71429">
                  <a:srgbClr val="767676">
                    <a:alpha val="842"/>
                  </a:srgbClr>
                </a:gs>
                <a:gs pos="85714">
                  <a:srgbClr val="767676">
                    <a:alpha val="334"/>
                  </a:srgbClr>
                </a:gs>
                <a:gs pos="100000">
                  <a:srgbClr val="767676">
                    <a:alpha val="1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2" name="Splat 1032"/>
            <p:cNvSpPr>
              <a:spLocks noGrp="1"/>
            </p:cNvSpPr>
            <p:nvPr/>
          </p:nvSpPr>
          <p:spPr>
            <a:xfrm rot="-10525918">
              <a:off x="74578" y="14456"/>
              <a:ext cx="505168" cy="212980"/>
            </a:xfrm>
            <a:prstGeom prst="ellipse">
              <a:avLst/>
            </a:prstGeom>
            <a:gradFill>
              <a:gsLst>
                <a:gs pos="0">
                  <a:srgbClr val="000804">
                    <a:alpha val="8770"/>
                  </a:srgbClr>
                </a:gs>
                <a:gs pos="14286">
                  <a:srgbClr val="000804">
                    <a:alpha val="8091"/>
                  </a:srgbClr>
                </a:gs>
                <a:gs pos="28571">
                  <a:srgbClr val="000804">
                    <a:alpha val="6341"/>
                  </a:srgbClr>
                </a:gs>
                <a:gs pos="42857">
                  <a:srgbClr val="000804">
                    <a:alpha val="4206"/>
                  </a:srgbClr>
                </a:gs>
                <a:gs pos="57143">
                  <a:srgbClr val="000804">
                    <a:alpha val="2353"/>
                  </a:srgbClr>
                </a:gs>
                <a:gs pos="71429">
                  <a:srgbClr val="000804">
                    <a:alpha val="1108"/>
                  </a:srgbClr>
                </a:gs>
                <a:gs pos="85714">
                  <a:srgbClr val="000804">
                    <a:alpha val="440"/>
                  </a:srgbClr>
                </a:gs>
                <a:gs pos="100000">
                  <a:srgbClr val="000804">
                    <a:alpha val="1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3" name="Splat 1033"/>
            <p:cNvSpPr>
              <a:spLocks noGrp="1"/>
            </p:cNvSpPr>
            <p:nvPr/>
          </p:nvSpPr>
          <p:spPr>
            <a:xfrm rot="-9364191">
              <a:off x="1695950" y="3444318"/>
              <a:ext cx="616843" cy="110225"/>
            </a:xfrm>
            <a:prstGeom prst="ellipse">
              <a:avLst/>
            </a:prstGeom>
            <a:gradFill>
              <a:gsLst>
                <a:gs pos="0">
                  <a:srgbClr val="060107">
                    <a:alpha val="9148"/>
                  </a:srgbClr>
                </a:gs>
                <a:gs pos="14286">
                  <a:srgbClr val="060107">
                    <a:alpha val="8440"/>
                  </a:srgbClr>
                </a:gs>
                <a:gs pos="28571">
                  <a:srgbClr val="060107">
                    <a:alpha val="6617"/>
                  </a:srgbClr>
                </a:gs>
                <a:gs pos="42857">
                  <a:srgbClr val="060107">
                    <a:alpha val="4391"/>
                  </a:srgbClr>
                </a:gs>
                <a:gs pos="57143">
                  <a:srgbClr val="060107">
                    <a:alpha val="2458"/>
                  </a:srgbClr>
                </a:gs>
                <a:gs pos="71429">
                  <a:srgbClr val="060107">
                    <a:alpha val="1158"/>
                  </a:srgbClr>
                </a:gs>
                <a:gs pos="85714">
                  <a:srgbClr val="060107">
                    <a:alpha val="460"/>
                  </a:srgbClr>
                </a:gs>
                <a:gs pos="100000">
                  <a:srgbClr val="060107">
                    <a:alpha val="1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4" name="Splat 1034"/>
            <p:cNvSpPr>
              <a:spLocks noGrp="1"/>
            </p:cNvSpPr>
            <p:nvPr/>
          </p:nvSpPr>
          <p:spPr>
            <a:xfrm rot="-9730782">
              <a:off x="2010536" y="1192418"/>
              <a:ext cx="423228" cy="187789"/>
            </a:xfrm>
            <a:prstGeom prst="ellipse">
              <a:avLst/>
            </a:prstGeom>
            <a:gradFill>
              <a:gsLst>
                <a:gs pos="0">
                  <a:srgbClr val="959494">
                    <a:alpha val="3408"/>
                  </a:srgbClr>
                </a:gs>
                <a:gs pos="14286">
                  <a:srgbClr val="959494">
                    <a:alpha val="3137"/>
                  </a:srgbClr>
                </a:gs>
                <a:gs pos="28571">
                  <a:srgbClr val="959494">
                    <a:alpha val="2444"/>
                  </a:srgbClr>
                </a:gs>
                <a:gs pos="42857">
                  <a:srgbClr val="959494">
                    <a:alpha val="1610"/>
                  </a:srgbClr>
                </a:gs>
                <a:gs pos="57143">
                  <a:srgbClr val="959494">
                    <a:alpha val="895"/>
                  </a:srgbClr>
                </a:gs>
                <a:gs pos="71429">
                  <a:srgbClr val="959494">
                    <a:alpha val="420"/>
                  </a:srgbClr>
                </a:gs>
                <a:gs pos="85714">
                  <a:srgbClr val="959494">
                    <a:alpha val="166"/>
                  </a:srgbClr>
                </a:gs>
                <a:gs pos="100000">
                  <a:srgbClr val="959494">
                    <a:alpha val="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5" name="Splat 1035"/>
            <p:cNvSpPr>
              <a:spLocks noGrp="1"/>
            </p:cNvSpPr>
            <p:nvPr/>
          </p:nvSpPr>
          <p:spPr>
            <a:xfrm rot="4945682">
              <a:off x="1466850" y="2311709"/>
              <a:ext cx="254885" cy="80927"/>
            </a:xfrm>
            <a:prstGeom prst="ellipse">
              <a:avLst/>
            </a:prstGeom>
            <a:gradFill>
              <a:gsLst>
                <a:gs pos="0">
                  <a:srgbClr val="8B898B">
                    <a:alpha val="2414"/>
                  </a:srgbClr>
                </a:gs>
                <a:gs pos="14286">
                  <a:srgbClr val="8B898B">
                    <a:alpha val="2221"/>
                  </a:srgbClr>
                </a:gs>
                <a:gs pos="28571">
                  <a:srgbClr val="8B898B">
                    <a:alpha val="1728"/>
                  </a:srgbClr>
                </a:gs>
                <a:gs pos="42857">
                  <a:srgbClr val="8B898B">
                    <a:alpha val="1137"/>
                  </a:srgbClr>
                </a:gs>
                <a:gs pos="57143">
                  <a:srgbClr val="8B898B">
                    <a:alpha val="632"/>
                  </a:srgbClr>
                </a:gs>
                <a:gs pos="71429">
                  <a:srgbClr val="8B898B">
                    <a:alpha val="296"/>
                  </a:srgbClr>
                </a:gs>
                <a:gs pos="85714">
                  <a:srgbClr val="8B898B">
                    <a:alpha val="117"/>
                  </a:srgbClr>
                </a:gs>
                <a:gs pos="100000">
                  <a:srgbClr val="8B898B">
                    <a:alpha val="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6" name="Splat 1036"/>
            <p:cNvSpPr>
              <a:spLocks noGrp="1"/>
            </p:cNvSpPr>
            <p:nvPr/>
          </p:nvSpPr>
          <p:spPr>
            <a:xfrm rot="-8220032">
              <a:off x="901023" y="242071"/>
              <a:ext cx="450707" cy="297017"/>
            </a:xfrm>
            <a:prstGeom prst="ellipse">
              <a:avLst/>
            </a:prstGeom>
            <a:gradFill>
              <a:gsLst>
                <a:gs pos="0">
                  <a:srgbClr val="0B050D">
                    <a:alpha val="31658"/>
                  </a:srgbClr>
                </a:gs>
                <a:gs pos="14286">
                  <a:srgbClr val="0B050D">
                    <a:alpha val="29521"/>
                  </a:srgbClr>
                </a:gs>
                <a:gs pos="28571">
                  <a:srgbClr val="0B050D">
                    <a:alpha val="23787"/>
                  </a:srgbClr>
                </a:gs>
                <a:gs pos="42857">
                  <a:srgbClr val="0B050D">
                    <a:alpha val="16320"/>
                  </a:srgbClr>
                </a:gs>
                <a:gs pos="57143">
                  <a:srgbClr val="0B050D">
                    <a:alpha val="9401"/>
                  </a:srgbClr>
                </a:gs>
                <a:gs pos="71429">
                  <a:srgbClr val="0B050D">
                    <a:alpha val="4516"/>
                  </a:srgbClr>
                </a:gs>
                <a:gs pos="85714">
                  <a:srgbClr val="0B050D">
                    <a:alpha val="1811"/>
                  </a:srgbClr>
                </a:gs>
                <a:gs pos="100000">
                  <a:srgbClr val="0B050D">
                    <a:alpha val="6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7" name="Splat 1037"/>
            <p:cNvSpPr>
              <a:spLocks noGrp="1"/>
            </p:cNvSpPr>
            <p:nvPr/>
          </p:nvSpPr>
          <p:spPr>
            <a:xfrm rot="6053997">
              <a:off x="2714173" y="1444245"/>
              <a:ext cx="419291" cy="141590"/>
            </a:xfrm>
            <a:prstGeom prst="ellipse">
              <a:avLst/>
            </a:prstGeom>
            <a:gradFill>
              <a:gsLst>
                <a:gs pos="0">
                  <a:srgbClr val="6C6C6C">
                    <a:alpha val="18834"/>
                  </a:srgbClr>
                </a:gs>
                <a:gs pos="14286">
                  <a:srgbClr val="6C6C6C">
                    <a:alpha val="17453"/>
                  </a:srgbClr>
                </a:gs>
                <a:gs pos="28571">
                  <a:srgbClr val="6C6C6C">
                    <a:alpha val="13836"/>
                  </a:srgbClr>
                </a:gs>
                <a:gs pos="42857">
                  <a:srgbClr val="6C6C6C">
                    <a:alpha val="9306"/>
                  </a:srgbClr>
                </a:gs>
                <a:gs pos="57143">
                  <a:srgbClr val="6C6C6C">
                    <a:alpha val="5269"/>
                  </a:srgbClr>
                </a:gs>
                <a:gs pos="71429">
                  <a:srgbClr val="6C6C6C">
                    <a:alpha val="2502"/>
                  </a:srgbClr>
                </a:gs>
                <a:gs pos="85714">
                  <a:srgbClr val="6C6C6C">
                    <a:alpha val="997"/>
                  </a:srgbClr>
                </a:gs>
                <a:gs pos="100000">
                  <a:srgbClr val="6C6C6C">
                    <a:alpha val="3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8" name="Splat 1038"/>
            <p:cNvSpPr>
              <a:spLocks noGrp="1"/>
            </p:cNvSpPr>
            <p:nvPr/>
          </p:nvSpPr>
          <p:spPr>
            <a:xfrm rot="9899420">
              <a:off x="357643" y="3519789"/>
              <a:ext cx="530897" cy="199646"/>
            </a:xfrm>
            <a:prstGeom prst="ellipse">
              <a:avLst/>
            </a:prstGeom>
            <a:gradFill>
              <a:gsLst>
                <a:gs pos="0">
                  <a:srgbClr val="6A6A6B">
                    <a:alpha val="10461"/>
                  </a:srgbClr>
                </a:gs>
                <a:gs pos="14286">
                  <a:srgbClr val="6A6A6B">
                    <a:alpha val="9657"/>
                  </a:srgbClr>
                </a:gs>
                <a:gs pos="28571">
                  <a:srgbClr val="6A6A6B">
                    <a:alpha val="7582"/>
                  </a:srgbClr>
                </a:gs>
                <a:gs pos="42857">
                  <a:srgbClr val="6A6A6B">
                    <a:alpha val="5041"/>
                  </a:srgbClr>
                </a:gs>
                <a:gs pos="57143">
                  <a:srgbClr val="6A6A6B">
                    <a:alpha val="2825"/>
                  </a:srgbClr>
                </a:gs>
                <a:gs pos="71429">
                  <a:srgbClr val="6A6A6B">
                    <a:alpha val="1333"/>
                  </a:srgbClr>
                </a:gs>
                <a:gs pos="85714">
                  <a:srgbClr val="6A6A6B">
                    <a:alpha val="529"/>
                  </a:srgbClr>
                </a:gs>
                <a:gs pos="100000">
                  <a:srgbClr val="6A6A6B">
                    <a:alpha val="1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9" name="Splat 1039"/>
            <p:cNvSpPr>
              <a:spLocks noGrp="1"/>
            </p:cNvSpPr>
            <p:nvPr/>
          </p:nvSpPr>
          <p:spPr>
            <a:xfrm rot="4787541">
              <a:off x="369220" y="3191353"/>
              <a:ext cx="557751" cy="109171"/>
            </a:xfrm>
            <a:prstGeom prst="ellipse">
              <a:avLst/>
            </a:prstGeom>
            <a:gradFill>
              <a:gsLst>
                <a:gs pos="0">
                  <a:srgbClr val="30262A">
                    <a:alpha val="10723"/>
                  </a:srgbClr>
                </a:gs>
                <a:gs pos="14286">
                  <a:srgbClr val="30262A">
                    <a:alpha val="9900"/>
                  </a:srgbClr>
                </a:gs>
                <a:gs pos="28571">
                  <a:srgbClr val="30262A">
                    <a:alpha val="7776"/>
                  </a:srgbClr>
                </a:gs>
                <a:gs pos="42857">
                  <a:srgbClr val="30262A">
                    <a:alpha val="5171"/>
                  </a:srgbClr>
                </a:gs>
                <a:gs pos="57143">
                  <a:srgbClr val="30262A">
                    <a:alpha val="2899"/>
                  </a:srgbClr>
                </a:gs>
                <a:gs pos="71429">
                  <a:srgbClr val="30262A">
                    <a:alpha val="1368"/>
                  </a:srgbClr>
                </a:gs>
                <a:gs pos="85714">
                  <a:srgbClr val="30262A">
                    <a:alpha val="543"/>
                  </a:srgbClr>
                </a:gs>
                <a:gs pos="100000">
                  <a:srgbClr val="30262A">
                    <a:alpha val="1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0" name="Splat 1040"/>
            <p:cNvSpPr>
              <a:spLocks noGrp="1"/>
            </p:cNvSpPr>
            <p:nvPr/>
          </p:nvSpPr>
          <p:spPr>
            <a:xfrm rot="-9803818">
              <a:off x="801868" y="2140383"/>
              <a:ext cx="569698" cy="102881"/>
            </a:xfrm>
            <a:prstGeom prst="ellipse">
              <a:avLst/>
            </a:prstGeom>
            <a:gradFill>
              <a:gsLst>
                <a:gs pos="0">
                  <a:srgbClr val="848685">
                    <a:alpha val="5729"/>
                  </a:srgbClr>
                </a:gs>
                <a:gs pos="14286">
                  <a:srgbClr val="848685">
                    <a:alpha val="5278"/>
                  </a:srgbClr>
                </a:gs>
                <a:gs pos="28571">
                  <a:srgbClr val="848685">
                    <a:alpha val="4123"/>
                  </a:srgbClr>
                </a:gs>
                <a:gs pos="42857">
                  <a:srgbClr val="848685">
                    <a:alpha val="2724"/>
                  </a:srgbClr>
                </a:gs>
                <a:gs pos="57143">
                  <a:srgbClr val="848685">
                    <a:alpha val="1518"/>
                  </a:srgbClr>
                </a:gs>
                <a:gs pos="71429">
                  <a:srgbClr val="848685">
                    <a:alpha val="714"/>
                  </a:srgbClr>
                </a:gs>
                <a:gs pos="85714">
                  <a:srgbClr val="848685">
                    <a:alpha val="283"/>
                  </a:srgbClr>
                </a:gs>
                <a:gs pos="100000">
                  <a:srgbClr val="848685">
                    <a:alpha val="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1" name="Splat 1041"/>
            <p:cNvSpPr>
              <a:spLocks noGrp="1"/>
            </p:cNvSpPr>
            <p:nvPr/>
          </p:nvSpPr>
          <p:spPr>
            <a:xfrm rot="6042273">
              <a:off x="1026839" y="1415646"/>
              <a:ext cx="236569" cy="145541"/>
            </a:xfrm>
            <a:prstGeom prst="ellipse">
              <a:avLst/>
            </a:prstGeom>
            <a:gradFill>
              <a:gsLst>
                <a:gs pos="0">
                  <a:srgbClr val="8F8F8E">
                    <a:alpha val="5320"/>
                  </a:srgbClr>
                </a:gs>
                <a:gs pos="14286">
                  <a:srgbClr val="8F8F8E">
                    <a:alpha val="4901"/>
                  </a:srgbClr>
                </a:gs>
                <a:gs pos="28571">
                  <a:srgbClr val="8F8F8E">
                    <a:alpha val="3826"/>
                  </a:srgbClr>
                </a:gs>
                <a:gs pos="42857">
                  <a:srgbClr val="8F8F8E">
                    <a:alpha val="2527"/>
                  </a:srgbClr>
                </a:gs>
                <a:gs pos="57143">
                  <a:srgbClr val="8F8F8E">
                    <a:alpha val="1408"/>
                  </a:srgbClr>
                </a:gs>
                <a:gs pos="71429">
                  <a:srgbClr val="8F8F8E">
                    <a:alpha val="662"/>
                  </a:srgbClr>
                </a:gs>
                <a:gs pos="85714">
                  <a:srgbClr val="8F8F8E">
                    <a:alpha val="262"/>
                  </a:srgbClr>
                </a:gs>
                <a:gs pos="100000">
                  <a:srgbClr val="8F8F8E">
                    <a:alpha val="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2" name="Splat 1042"/>
            <p:cNvSpPr>
              <a:spLocks noGrp="1"/>
            </p:cNvSpPr>
            <p:nvPr/>
          </p:nvSpPr>
          <p:spPr>
            <a:xfrm rot="8833389">
              <a:off x="1966891" y="474053"/>
              <a:ext cx="343959" cy="197665"/>
            </a:xfrm>
            <a:prstGeom prst="ellipse">
              <a:avLst/>
            </a:prstGeom>
            <a:gradFill>
              <a:gsLst>
                <a:gs pos="0">
                  <a:srgbClr val="07080C">
                    <a:alpha val="15956"/>
                  </a:srgbClr>
                </a:gs>
                <a:gs pos="14286">
                  <a:srgbClr val="07080C">
                    <a:alpha val="14766"/>
                  </a:srgbClr>
                </a:gs>
                <a:gs pos="28571">
                  <a:srgbClr val="07080C">
                    <a:alpha val="11667"/>
                  </a:srgbClr>
                </a:gs>
                <a:gs pos="42857">
                  <a:srgbClr val="07080C">
                    <a:alpha val="7815"/>
                  </a:srgbClr>
                </a:gs>
                <a:gs pos="57143">
                  <a:srgbClr val="07080C">
                    <a:alpha val="4409"/>
                  </a:srgbClr>
                </a:gs>
                <a:gs pos="71429">
                  <a:srgbClr val="07080C">
                    <a:alpha val="2088"/>
                  </a:srgbClr>
                </a:gs>
                <a:gs pos="85714">
                  <a:srgbClr val="07080C">
                    <a:alpha val="831"/>
                  </a:srgbClr>
                </a:gs>
                <a:gs pos="100000">
                  <a:srgbClr val="07080C">
                    <a:alpha val="2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3" name="Splat 1043"/>
            <p:cNvSpPr>
              <a:spLocks noGrp="1"/>
            </p:cNvSpPr>
            <p:nvPr/>
          </p:nvSpPr>
          <p:spPr>
            <a:xfrm rot="8956942">
              <a:off x="-257289" y="596658"/>
              <a:ext cx="617495" cy="96923"/>
            </a:xfrm>
            <a:prstGeom prst="ellipse">
              <a:avLst/>
            </a:prstGeom>
            <a:gradFill>
              <a:gsLst>
                <a:gs pos="0">
                  <a:srgbClr val="7F7D7F">
                    <a:alpha val="2886"/>
                  </a:srgbClr>
                </a:gs>
                <a:gs pos="14286">
                  <a:srgbClr val="7F7D7F">
                    <a:alpha val="2656"/>
                  </a:srgbClr>
                </a:gs>
                <a:gs pos="28571">
                  <a:srgbClr val="7F7D7F">
                    <a:alpha val="2068"/>
                  </a:srgbClr>
                </a:gs>
                <a:gs pos="42857">
                  <a:srgbClr val="7F7D7F">
                    <a:alpha val="1362"/>
                  </a:srgbClr>
                </a:gs>
                <a:gs pos="57143">
                  <a:srgbClr val="7F7D7F">
                    <a:alpha val="757"/>
                  </a:srgbClr>
                </a:gs>
                <a:gs pos="71429">
                  <a:srgbClr val="7F7D7F">
                    <a:alpha val="355"/>
                  </a:srgbClr>
                </a:gs>
                <a:gs pos="85714">
                  <a:srgbClr val="7F7D7F">
                    <a:alpha val="141"/>
                  </a:srgbClr>
                </a:gs>
                <a:gs pos="100000">
                  <a:srgbClr val="7F7D7F">
                    <a:alpha val="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4" name="Splat 1044"/>
            <p:cNvSpPr>
              <a:spLocks noGrp="1"/>
            </p:cNvSpPr>
            <p:nvPr/>
          </p:nvSpPr>
          <p:spPr>
            <a:xfrm rot="4852925">
              <a:off x="2576304" y="3305996"/>
              <a:ext cx="378066" cy="244135"/>
            </a:xfrm>
            <a:prstGeom prst="ellipse">
              <a:avLst/>
            </a:prstGeom>
            <a:gradFill>
              <a:gsLst>
                <a:gs pos="0">
                  <a:srgbClr val="848584">
                    <a:alpha val="32968"/>
                  </a:srgbClr>
                </a:gs>
                <a:gs pos="14286">
                  <a:srgbClr val="848584">
                    <a:alpha val="30764"/>
                  </a:srgbClr>
                </a:gs>
                <a:gs pos="28571">
                  <a:srgbClr val="848584">
                    <a:alpha val="24833"/>
                  </a:srgbClr>
                </a:gs>
                <a:gs pos="42857">
                  <a:srgbClr val="848584">
                    <a:alpha val="17075"/>
                  </a:srgbClr>
                </a:gs>
                <a:gs pos="57143">
                  <a:srgbClr val="848584">
                    <a:alpha val="9855"/>
                  </a:srgbClr>
                </a:gs>
                <a:gs pos="71429">
                  <a:srgbClr val="848584">
                    <a:alpha val="4740"/>
                  </a:srgbClr>
                </a:gs>
                <a:gs pos="85714">
                  <a:srgbClr val="848584">
                    <a:alpha val="1902"/>
                  </a:srgbClr>
                </a:gs>
                <a:gs pos="100000">
                  <a:srgbClr val="84858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5" name="Splat 1045"/>
            <p:cNvSpPr>
              <a:spLocks noGrp="1"/>
            </p:cNvSpPr>
            <p:nvPr/>
          </p:nvSpPr>
          <p:spPr>
            <a:xfrm rot="-9515719">
              <a:off x="974101" y="1783020"/>
              <a:ext cx="260372" cy="179285"/>
            </a:xfrm>
            <a:prstGeom prst="ellipse">
              <a:avLst/>
            </a:prstGeom>
            <a:gradFill>
              <a:gsLst>
                <a:gs pos="0">
                  <a:srgbClr val="000601">
                    <a:alpha val="31906"/>
                  </a:srgbClr>
                </a:gs>
                <a:gs pos="14286">
                  <a:srgbClr val="000601">
                    <a:alpha val="29757"/>
                  </a:srgbClr>
                </a:gs>
                <a:gs pos="28571">
                  <a:srgbClr val="000601">
                    <a:alpha val="23985"/>
                  </a:srgbClr>
                </a:gs>
                <a:gs pos="42857">
                  <a:srgbClr val="000601">
                    <a:alpha val="16463"/>
                  </a:srgbClr>
                </a:gs>
                <a:gs pos="57143">
                  <a:srgbClr val="000601">
                    <a:alpha val="9487"/>
                  </a:srgbClr>
                </a:gs>
                <a:gs pos="71429">
                  <a:srgbClr val="000601">
                    <a:alpha val="4558"/>
                  </a:srgbClr>
                </a:gs>
                <a:gs pos="85714">
                  <a:srgbClr val="000601">
                    <a:alpha val="1828"/>
                  </a:srgbClr>
                </a:gs>
                <a:gs pos="100000">
                  <a:srgbClr val="000601">
                    <a:alpha val="6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6" name="Splat 1046"/>
            <p:cNvSpPr>
              <a:spLocks noGrp="1"/>
            </p:cNvSpPr>
            <p:nvPr/>
          </p:nvSpPr>
          <p:spPr>
            <a:xfrm rot="3753527">
              <a:off x="393715" y="1019083"/>
              <a:ext cx="354123" cy="107211"/>
            </a:xfrm>
            <a:prstGeom prst="ellipse">
              <a:avLst/>
            </a:prstGeom>
            <a:gradFill>
              <a:gsLst>
                <a:gs pos="0">
                  <a:srgbClr val="000405">
                    <a:alpha val="8766"/>
                  </a:srgbClr>
                </a:gs>
                <a:gs pos="14286">
                  <a:srgbClr val="000405">
                    <a:alpha val="8086"/>
                  </a:srgbClr>
                </a:gs>
                <a:gs pos="28571">
                  <a:srgbClr val="000405">
                    <a:alpha val="6337"/>
                  </a:srgbClr>
                </a:gs>
                <a:gs pos="42857">
                  <a:srgbClr val="000405">
                    <a:alpha val="4203"/>
                  </a:srgbClr>
                </a:gs>
                <a:gs pos="57143">
                  <a:srgbClr val="000405">
                    <a:alpha val="2351"/>
                  </a:srgbClr>
                </a:gs>
                <a:gs pos="71429">
                  <a:srgbClr val="000405">
                    <a:alpha val="1108"/>
                  </a:srgbClr>
                </a:gs>
                <a:gs pos="85714">
                  <a:srgbClr val="000405">
                    <a:alpha val="439"/>
                  </a:srgbClr>
                </a:gs>
                <a:gs pos="100000">
                  <a:srgbClr val="000405">
                    <a:alpha val="1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7" name="Splat 1047"/>
            <p:cNvSpPr>
              <a:spLocks noGrp="1"/>
            </p:cNvSpPr>
            <p:nvPr/>
          </p:nvSpPr>
          <p:spPr>
            <a:xfrm rot="5460598">
              <a:off x="703380" y="1712105"/>
              <a:ext cx="707642" cy="109664"/>
            </a:xfrm>
            <a:prstGeom prst="ellipse">
              <a:avLst/>
            </a:prstGeom>
            <a:gradFill>
              <a:gsLst>
                <a:gs pos="0">
                  <a:srgbClr val="2A2D2B">
                    <a:alpha val="31390"/>
                  </a:srgbClr>
                </a:gs>
                <a:gs pos="14286">
                  <a:srgbClr val="2A2D2B">
                    <a:alpha val="29267"/>
                  </a:srgbClr>
                </a:gs>
                <a:gs pos="28571">
                  <a:srgbClr val="2A2D2B">
                    <a:alpha val="23574"/>
                  </a:srgbClr>
                </a:gs>
                <a:gs pos="42857">
                  <a:srgbClr val="2A2D2B">
                    <a:alpha val="16167"/>
                  </a:srgbClr>
                </a:gs>
                <a:gs pos="57143">
                  <a:srgbClr val="2A2D2B">
                    <a:alpha val="9309"/>
                  </a:srgbClr>
                </a:gs>
                <a:gs pos="71429">
                  <a:srgbClr val="2A2D2B">
                    <a:alpha val="4471"/>
                  </a:srgbClr>
                </a:gs>
                <a:gs pos="85714">
                  <a:srgbClr val="2A2D2B">
                    <a:alpha val="1792"/>
                  </a:srgbClr>
                </a:gs>
                <a:gs pos="100000">
                  <a:srgbClr val="2A2D2B">
                    <a:alpha val="6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8" name="Splat 1048"/>
            <p:cNvSpPr>
              <a:spLocks noGrp="1"/>
            </p:cNvSpPr>
            <p:nvPr/>
          </p:nvSpPr>
          <p:spPr>
            <a:xfrm rot="-10681903">
              <a:off x="1016415" y="756380"/>
              <a:ext cx="412052" cy="140400"/>
            </a:xfrm>
            <a:prstGeom prst="ellipse">
              <a:avLst/>
            </a:prstGeom>
            <a:gradFill>
              <a:gsLst>
                <a:gs pos="0">
                  <a:srgbClr val="898989">
                    <a:alpha val="4082"/>
                  </a:srgbClr>
                </a:gs>
                <a:gs pos="14286">
                  <a:srgbClr val="898989">
                    <a:alpha val="3758"/>
                  </a:srgbClr>
                </a:gs>
                <a:gs pos="28571">
                  <a:srgbClr val="898989">
                    <a:alpha val="2930"/>
                  </a:srgbClr>
                </a:gs>
                <a:gs pos="42857">
                  <a:srgbClr val="898989">
                    <a:alpha val="1932"/>
                  </a:srgbClr>
                </a:gs>
                <a:gs pos="57143">
                  <a:srgbClr val="898989">
                    <a:alpha val="1075"/>
                  </a:srgbClr>
                </a:gs>
                <a:gs pos="71429">
                  <a:srgbClr val="898989">
                    <a:alpha val="505"/>
                  </a:srgbClr>
                </a:gs>
                <a:gs pos="85714">
                  <a:srgbClr val="898989">
                    <a:alpha val="200"/>
                  </a:srgbClr>
                </a:gs>
                <a:gs pos="100000">
                  <a:srgbClr val="898989">
                    <a:alpha val="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9" name="Splat 1049"/>
            <p:cNvSpPr>
              <a:spLocks noGrp="1"/>
            </p:cNvSpPr>
            <p:nvPr/>
          </p:nvSpPr>
          <p:spPr>
            <a:xfrm rot="5952087">
              <a:off x="1016821" y="3034725"/>
              <a:ext cx="412248" cy="230328"/>
            </a:xfrm>
            <a:prstGeom prst="ellipse">
              <a:avLst/>
            </a:prstGeom>
            <a:gradFill>
              <a:gsLst>
                <a:gs pos="0">
                  <a:srgbClr val="878888">
                    <a:alpha val="8434"/>
                  </a:srgbClr>
                </a:gs>
                <a:gs pos="14286">
                  <a:srgbClr val="878888">
                    <a:alpha val="7779"/>
                  </a:srgbClr>
                </a:gs>
                <a:gs pos="28571">
                  <a:srgbClr val="878888">
                    <a:alpha val="6095"/>
                  </a:srgbClr>
                </a:gs>
                <a:gs pos="42857">
                  <a:srgbClr val="878888">
                    <a:alpha val="4041"/>
                  </a:srgbClr>
                </a:gs>
                <a:gs pos="57143">
                  <a:srgbClr val="878888">
                    <a:alpha val="2260"/>
                  </a:srgbClr>
                </a:gs>
                <a:gs pos="71429">
                  <a:srgbClr val="878888">
                    <a:alpha val="1064"/>
                  </a:srgbClr>
                </a:gs>
                <a:gs pos="85714">
                  <a:srgbClr val="878888">
                    <a:alpha val="422"/>
                  </a:srgbClr>
                </a:gs>
                <a:gs pos="100000">
                  <a:srgbClr val="878888">
                    <a:alpha val="1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0" name="Splat 1050"/>
            <p:cNvSpPr>
              <a:spLocks noGrp="1"/>
            </p:cNvSpPr>
            <p:nvPr/>
          </p:nvSpPr>
          <p:spPr>
            <a:xfrm rot="6864994">
              <a:off x="619054" y="332007"/>
              <a:ext cx="181157" cy="93108"/>
            </a:xfrm>
            <a:prstGeom prst="ellipse">
              <a:avLst/>
            </a:prstGeom>
            <a:gradFill>
              <a:gsLst>
                <a:gs pos="0">
                  <a:srgbClr val="010700">
                    <a:alpha val="11283"/>
                  </a:srgbClr>
                </a:gs>
                <a:gs pos="14286">
                  <a:srgbClr val="010700">
                    <a:alpha val="10420"/>
                  </a:srgbClr>
                </a:gs>
                <a:gs pos="28571">
                  <a:srgbClr val="010700">
                    <a:alpha val="8189"/>
                  </a:srgbClr>
                </a:gs>
                <a:gs pos="42857">
                  <a:srgbClr val="010700">
                    <a:alpha val="5450"/>
                  </a:srgbClr>
                </a:gs>
                <a:gs pos="57143">
                  <a:srgbClr val="010700">
                    <a:alpha val="3057"/>
                  </a:srgbClr>
                </a:gs>
                <a:gs pos="71429">
                  <a:srgbClr val="010700">
                    <a:alpha val="1443"/>
                  </a:srgbClr>
                </a:gs>
                <a:gs pos="85714">
                  <a:srgbClr val="010700">
                    <a:alpha val="573"/>
                  </a:srgbClr>
                </a:gs>
                <a:gs pos="100000">
                  <a:srgbClr val="010700">
                    <a:alpha val="1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1" name="Splat 1051"/>
            <p:cNvSpPr>
              <a:spLocks noGrp="1"/>
            </p:cNvSpPr>
            <p:nvPr/>
          </p:nvSpPr>
          <p:spPr>
            <a:xfrm rot="9133773">
              <a:off x="-150695" y="247873"/>
              <a:ext cx="527755" cy="115173"/>
            </a:xfrm>
            <a:prstGeom prst="ellipse">
              <a:avLst/>
            </a:prstGeom>
            <a:gradFill>
              <a:gsLst>
                <a:gs pos="0">
                  <a:srgbClr val="030B03">
                    <a:alpha val="6206"/>
                  </a:srgbClr>
                </a:gs>
                <a:gs pos="14286">
                  <a:srgbClr val="030B03">
                    <a:alpha val="5719"/>
                  </a:srgbClr>
                </a:gs>
                <a:gs pos="28571">
                  <a:srgbClr val="030B03">
                    <a:alpha val="4469"/>
                  </a:srgbClr>
                </a:gs>
                <a:gs pos="42857">
                  <a:srgbClr val="030B03">
                    <a:alpha val="2955"/>
                  </a:srgbClr>
                </a:gs>
                <a:gs pos="57143">
                  <a:srgbClr val="030B03">
                    <a:alpha val="1648"/>
                  </a:srgbClr>
                </a:gs>
                <a:gs pos="71429">
                  <a:srgbClr val="030B03">
                    <a:alpha val="775"/>
                  </a:srgbClr>
                </a:gs>
                <a:gs pos="85714">
                  <a:srgbClr val="030B03">
                    <a:alpha val="307"/>
                  </a:srgbClr>
                </a:gs>
                <a:gs pos="100000">
                  <a:srgbClr val="030B03">
                    <a:alpha val="1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2" name="Splat 1052"/>
            <p:cNvSpPr>
              <a:spLocks noGrp="1"/>
            </p:cNvSpPr>
            <p:nvPr/>
          </p:nvSpPr>
          <p:spPr>
            <a:xfrm rot="8550338">
              <a:off x="563289" y="2091919"/>
              <a:ext cx="631249" cy="110668"/>
            </a:xfrm>
            <a:prstGeom prst="ellipse">
              <a:avLst/>
            </a:prstGeom>
            <a:gradFill>
              <a:gsLst>
                <a:gs pos="0">
                  <a:srgbClr val="000700">
                    <a:alpha val="8696"/>
                  </a:srgbClr>
                </a:gs>
                <a:gs pos="14286">
                  <a:srgbClr val="000700">
                    <a:alpha val="8022"/>
                  </a:srgbClr>
                </a:gs>
                <a:gs pos="28571">
                  <a:srgbClr val="000700">
                    <a:alpha val="6286"/>
                  </a:srgbClr>
                </a:gs>
                <a:gs pos="42857">
                  <a:srgbClr val="000700">
                    <a:alpha val="4169"/>
                  </a:srgbClr>
                </a:gs>
                <a:gs pos="57143">
                  <a:srgbClr val="000700">
                    <a:alpha val="2332"/>
                  </a:srgbClr>
                </a:gs>
                <a:gs pos="71429">
                  <a:srgbClr val="000700">
                    <a:alpha val="1099"/>
                  </a:srgbClr>
                </a:gs>
                <a:gs pos="85714">
                  <a:srgbClr val="000700">
                    <a:alpha val="436"/>
                  </a:srgbClr>
                </a:gs>
                <a:gs pos="100000">
                  <a:srgbClr val="000700">
                    <a:alpha val="1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3" name="Splat 1053"/>
            <p:cNvSpPr>
              <a:spLocks noGrp="1"/>
            </p:cNvSpPr>
            <p:nvPr/>
          </p:nvSpPr>
          <p:spPr>
            <a:xfrm rot="6944577">
              <a:off x="357334" y="2346967"/>
              <a:ext cx="331756" cy="199743"/>
            </a:xfrm>
            <a:prstGeom prst="ellipse">
              <a:avLst/>
            </a:prstGeom>
            <a:gradFill>
              <a:gsLst>
                <a:gs pos="0">
                  <a:srgbClr val="818180">
                    <a:alpha val="32968"/>
                  </a:srgbClr>
                </a:gs>
                <a:gs pos="14286">
                  <a:srgbClr val="818180">
                    <a:alpha val="30764"/>
                  </a:srgbClr>
                </a:gs>
                <a:gs pos="28571">
                  <a:srgbClr val="818180">
                    <a:alpha val="24833"/>
                  </a:srgbClr>
                </a:gs>
                <a:gs pos="42857">
                  <a:srgbClr val="818180">
                    <a:alpha val="17075"/>
                  </a:srgbClr>
                </a:gs>
                <a:gs pos="57143">
                  <a:srgbClr val="818180">
                    <a:alpha val="9855"/>
                  </a:srgbClr>
                </a:gs>
                <a:gs pos="71429">
                  <a:srgbClr val="818180">
                    <a:alpha val="4740"/>
                  </a:srgbClr>
                </a:gs>
                <a:gs pos="85714">
                  <a:srgbClr val="818180">
                    <a:alpha val="1902"/>
                  </a:srgbClr>
                </a:gs>
                <a:gs pos="100000">
                  <a:srgbClr val="81818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4" name="Splat 1054"/>
            <p:cNvSpPr>
              <a:spLocks noGrp="1"/>
            </p:cNvSpPr>
            <p:nvPr/>
          </p:nvSpPr>
          <p:spPr>
            <a:xfrm rot="-10543527">
              <a:off x="1988426" y="3386889"/>
              <a:ext cx="286279" cy="134503"/>
            </a:xfrm>
            <a:prstGeom prst="ellipse">
              <a:avLst/>
            </a:prstGeom>
            <a:gradFill>
              <a:gsLst>
                <a:gs pos="0">
                  <a:srgbClr val="01010A">
                    <a:alpha val="14826"/>
                  </a:srgbClr>
                </a:gs>
                <a:gs pos="14286">
                  <a:srgbClr val="01010A">
                    <a:alpha val="13713"/>
                  </a:srgbClr>
                </a:gs>
                <a:gs pos="28571">
                  <a:srgbClr val="01010A">
                    <a:alpha val="10821"/>
                  </a:srgbClr>
                </a:gs>
                <a:gs pos="42857">
                  <a:srgbClr val="01010A">
                    <a:alpha val="7237"/>
                  </a:srgbClr>
                </a:gs>
                <a:gs pos="57143">
                  <a:srgbClr val="01010A">
                    <a:alpha val="4077"/>
                  </a:srgbClr>
                </a:gs>
                <a:gs pos="71429">
                  <a:srgbClr val="01010A">
                    <a:alpha val="1930"/>
                  </a:srgbClr>
                </a:gs>
                <a:gs pos="85714">
                  <a:srgbClr val="01010A">
                    <a:alpha val="767"/>
                  </a:srgbClr>
                </a:gs>
                <a:gs pos="100000">
                  <a:srgbClr val="01010A">
                    <a:alpha val="2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5" name="Splat 1055"/>
            <p:cNvSpPr>
              <a:spLocks noGrp="1"/>
            </p:cNvSpPr>
            <p:nvPr/>
          </p:nvSpPr>
          <p:spPr>
            <a:xfrm rot="5296852">
              <a:off x="542854" y="-45913"/>
              <a:ext cx="503679" cy="127418"/>
            </a:xfrm>
            <a:prstGeom prst="ellipse">
              <a:avLst/>
            </a:prstGeom>
            <a:gradFill>
              <a:gsLst>
                <a:gs pos="0">
                  <a:srgbClr val="0B0502">
                    <a:alpha val="13582"/>
                  </a:srgbClr>
                </a:gs>
                <a:gs pos="14286">
                  <a:srgbClr val="0B0502">
                    <a:alpha val="12556"/>
                  </a:srgbClr>
                </a:gs>
                <a:gs pos="28571">
                  <a:srgbClr val="0B0502">
                    <a:alpha val="9893"/>
                  </a:srgbClr>
                </a:gs>
                <a:gs pos="42857">
                  <a:srgbClr val="0B0502">
                    <a:alpha val="6605"/>
                  </a:srgbClr>
                </a:gs>
                <a:gs pos="57143">
                  <a:srgbClr val="0B0502">
                    <a:alpha val="3716"/>
                  </a:srgbClr>
                </a:gs>
                <a:gs pos="71429">
                  <a:srgbClr val="0B0502">
                    <a:alpha val="1757"/>
                  </a:srgbClr>
                </a:gs>
                <a:gs pos="85714">
                  <a:srgbClr val="0B0502">
                    <a:alpha val="698"/>
                  </a:srgbClr>
                </a:gs>
                <a:gs pos="100000">
                  <a:srgbClr val="0B0502">
                    <a:alpha val="2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6" name="Splat 1056"/>
            <p:cNvSpPr>
              <a:spLocks noGrp="1"/>
            </p:cNvSpPr>
            <p:nvPr/>
          </p:nvSpPr>
          <p:spPr>
            <a:xfrm rot="4963313">
              <a:off x="458191" y="1232515"/>
              <a:ext cx="456869" cy="224014"/>
            </a:xfrm>
            <a:prstGeom prst="ellipse">
              <a:avLst/>
            </a:prstGeom>
            <a:gradFill>
              <a:gsLst>
                <a:gs pos="0">
                  <a:srgbClr val="818181">
                    <a:alpha val="4645"/>
                  </a:srgbClr>
                </a:gs>
                <a:gs pos="14286">
                  <a:srgbClr val="818181">
                    <a:alpha val="4277"/>
                  </a:srgbClr>
                </a:gs>
                <a:gs pos="28571">
                  <a:srgbClr val="818181">
                    <a:alpha val="3337"/>
                  </a:srgbClr>
                </a:gs>
                <a:gs pos="42857">
                  <a:srgbClr val="818181">
                    <a:alpha val="2202"/>
                  </a:srgbClr>
                </a:gs>
                <a:gs pos="57143">
                  <a:srgbClr val="818181">
                    <a:alpha val="1226"/>
                  </a:srgbClr>
                </a:gs>
                <a:gs pos="71429">
                  <a:srgbClr val="818181">
                    <a:alpha val="576"/>
                  </a:srgbClr>
                </a:gs>
                <a:gs pos="85714">
                  <a:srgbClr val="818181">
                    <a:alpha val="228"/>
                  </a:srgbClr>
                </a:gs>
                <a:gs pos="100000">
                  <a:srgbClr val="818181">
                    <a:alpha val="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7" name="Splat 1057"/>
            <p:cNvSpPr>
              <a:spLocks noGrp="1"/>
            </p:cNvSpPr>
            <p:nvPr/>
          </p:nvSpPr>
          <p:spPr>
            <a:xfrm rot="8650680">
              <a:off x="2856964" y="1395063"/>
              <a:ext cx="339765" cy="131025"/>
            </a:xfrm>
            <a:prstGeom prst="ellipse">
              <a:avLst/>
            </a:prstGeom>
            <a:gradFill>
              <a:gsLst>
                <a:gs pos="0">
                  <a:srgbClr val="0C0F10">
                    <a:alpha val="8324"/>
                  </a:srgbClr>
                </a:gs>
                <a:gs pos="14286">
                  <a:srgbClr val="0C0F10">
                    <a:alpha val="7677"/>
                  </a:srgbClr>
                </a:gs>
                <a:gs pos="28571">
                  <a:srgbClr val="0C0F10">
                    <a:alpha val="6014"/>
                  </a:srgbClr>
                </a:gs>
                <a:gs pos="42857">
                  <a:srgbClr val="0C0F10">
                    <a:alpha val="3986"/>
                  </a:srgbClr>
                </a:gs>
                <a:gs pos="57143">
                  <a:srgbClr val="0C0F10">
                    <a:alpha val="2229"/>
                  </a:srgbClr>
                </a:gs>
                <a:gs pos="71429">
                  <a:srgbClr val="0C0F10">
                    <a:alpha val="1050"/>
                  </a:srgbClr>
                </a:gs>
                <a:gs pos="85714">
                  <a:srgbClr val="0C0F10">
                    <a:alpha val="416"/>
                  </a:srgbClr>
                </a:gs>
                <a:gs pos="100000">
                  <a:srgbClr val="0C0F10">
                    <a:alpha val="1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8" name="Splat 1058"/>
            <p:cNvSpPr>
              <a:spLocks noGrp="1"/>
            </p:cNvSpPr>
            <p:nvPr/>
          </p:nvSpPr>
          <p:spPr>
            <a:xfrm rot="-9224513">
              <a:off x="1378369" y="-1956"/>
              <a:ext cx="666422" cy="223628"/>
            </a:xfrm>
            <a:prstGeom prst="ellipse">
              <a:avLst/>
            </a:prstGeom>
            <a:gradFill>
              <a:gsLst>
                <a:gs pos="0">
                  <a:srgbClr val="0E0E0C">
                    <a:alpha val="32968"/>
                  </a:srgbClr>
                </a:gs>
                <a:gs pos="14286">
                  <a:srgbClr val="0E0E0C">
                    <a:alpha val="30764"/>
                  </a:srgbClr>
                </a:gs>
                <a:gs pos="28571">
                  <a:srgbClr val="0E0E0C">
                    <a:alpha val="24833"/>
                  </a:srgbClr>
                </a:gs>
                <a:gs pos="42857">
                  <a:srgbClr val="0E0E0C">
                    <a:alpha val="17075"/>
                  </a:srgbClr>
                </a:gs>
                <a:gs pos="57143">
                  <a:srgbClr val="0E0E0C">
                    <a:alpha val="9855"/>
                  </a:srgbClr>
                </a:gs>
                <a:gs pos="71429">
                  <a:srgbClr val="0E0E0C">
                    <a:alpha val="4740"/>
                  </a:srgbClr>
                </a:gs>
                <a:gs pos="85714">
                  <a:srgbClr val="0E0E0C">
                    <a:alpha val="1902"/>
                  </a:srgbClr>
                </a:gs>
                <a:gs pos="100000">
                  <a:srgbClr val="0E0E0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9" name="Splat 1059"/>
            <p:cNvSpPr>
              <a:spLocks noGrp="1"/>
            </p:cNvSpPr>
            <p:nvPr/>
          </p:nvSpPr>
          <p:spPr>
            <a:xfrm rot="8690648">
              <a:off x="2118262" y="-12817"/>
              <a:ext cx="281630" cy="114708"/>
            </a:xfrm>
            <a:prstGeom prst="ellipse">
              <a:avLst/>
            </a:prstGeom>
            <a:gradFill>
              <a:gsLst>
                <a:gs pos="0">
                  <a:srgbClr val="000902">
                    <a:alpha val="17941"/>
                  </a:srgbClr>
                </a:gs>
                <a:gs pos="14286">
                  <a:srgbClr val="000902">
                    <a:alpha val="16618"/>
                  </a:srgbClr>
                </a:gs>
                <a:gs pos="28571">
                  <a:srgbClr val="000902">
                    <a:alpha val="13161"/>
                  </a:srgbClr>
                </a:gs>
                <a:gs pos="42857">
                  <a:srgbClr val="000902">
                    <a:alpha val="8840"/>
                  </a:srgbClr>
                </a:gs>
                <a:gs pos="57143">
                  <a:srgbClr val="000902">
                    <a:alpha val="4999"/>
                  </a:srgbClr>
                </a:gs>
                <a:gs pos="71429">
                  <a:srgbClr val="000902">
                    <a:alpha val="2372"/>
                  </a:srgbClr>
                </a:gs>
                <a:gs pos="85714">
                  <a:srgbClr val="000902">
                    <a:alpha val="945"/>
                  </a:srgbClr>
                </a:gs>
                <a:gs pos="100000">
                  <a:srgbClr val="000902">
                    <a:alpha val="3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0" name="Splat 1060"/>
            <p:cNvSpPr>
              <a:spLocks noGrp="1"/>
            </p:cNvSpPr>
            <p:nvPr/>
          </p:nvSpPr>
          <p:spPr>
            <a:xfrm rot="8090328">
              <a:off x="127390" y="3394193"/>
              <a:ext cx="559686" cy="97856"/>
            </a:xfrm>
            <a:prstGeom prst="ellipse">
              <a:avLst/>
            </a:prstGeom>
            <a:gradFill>
              <a:gsLst>
                <a:gs pos="0">
                  <a:srgbClr val="000900">
                    <a:alpha val="9136"/>
                  </a:srgbClr>
                </a:gs>
                <a:gs pos="14286">
                  <a:srgbClr val="000900">
                    <a:alpha val="8429"/>
                  </a:srgbClr>
                </a:gs>
                <a:gs pos="28571">
                  <a:srgbClr val="000900">
                    <a:alpha val="6608"/>
                  </a:srgbClr>
                </a:gs>
                <a:gs pos="42857">
                  <a:srgbClr val="000900">
                    <a:alpha val="4385"/>
                  </a:srgbClr>
                </a:gs>
                <a:gs pos="57143">
                  <a:srgbClr val="000900">
                    <a:alpha val="2454"/>
                  </a:srgbClr>
                </a:gs>
                <a:gs pos="71429">
                  <a:srgbClr val="000900">
                    <a:alpha val="1156"/>
                  </a:srgbClr>
                </a:gs>
                <a:gs pos="85714">
                  <a:srgbClr val="000900">
                    <a:alpha val="459"/>
                  </a:srgbClr>
                </a:gs>
                <a:gs pos="100000">
                  <a:srgbClr val="000900">
                    <a:alpha val="1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1" name="Splat 1061"/>
            <p:cNvSpPr>
              <a:spLocks noGrp="1"/>
            </p:cNvSpPr>
            <p:nvPr/>
          </p:nvSpPr>
          <p:spPr>
            <a:xfrm rot="9970813">
              <a:off x="-175534" y="3280888"/>
              <a:ext cx="677800" cy="108667"/>
            </a:xfrm>
            <a:prstGeom prst="ellipse">
              <a:avLst/>
            </a:prstGeom>
            <a:gradFill>
              <a:gsLst>
                <a:gs pos="0">
                  <a:srgbClr val="7C7C7A">
                    <a:alpha val="3672"/>
                  </a:srgbClr>
                </a:gs>
                <a:gs pos="14286">
                  <a:srgbClr val="7C7C7A">
                    <a:alpha val="3380"/>
                  </a:srgbClr>
                </a:gs>
                <a:gs pos="28571">
                  <a:srgbClr val="7C7C7A">
                    <a:alpha val="2635"/>
                  </a:srgbClr>
                </a:gs>
                <a:gs pos="42857">
                  <a:srgbClr val="7C7C7A">
                    <a:alpha val="1736"/>
                  </a:srgbClr>
                </a:gs>
                <a:gs pos="57143">
                  <a:srgbClr val="7C7C7A">
                    <a:alpha val="966"/>
                  </a:srgbClr>
                </a:gs>
                <a:gs pos="71429">
                  <a:srgbClr val="7C7C7A">
                    <a:alpha val="453"/>
                  </a:srgbClr>
                </a:gs>
                <a:gs pos="85714">
                  <a:srgbClr val="7C7C7A">
                    <a:alpha val="179"/>
                  </a:srgbClr>
                </a:gs>
                <a:gs pos="100000">
                  <a:srgbClr val="7C7C7A">
                    <a:alpha val="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2" name="Splat 1062"/>
            <p:cNvSpPr>
              <a:spLocks noGrp="1"/>
            </p:cNvSpPr>
            <p:nvPr/>
          </p:nvSpPr>
          <p:spPr>
            <a:xfrm rot="7500185">
              <a:off x="304399" y="2291757"/>
              <a:ext cx="460553" cy="231242"/>
            </a:xfrm>
            <a:prstGeom prst="ellipse">
              <a:avLst/>
            </a:prstGeom>
            <a:gradFill>
              <a:gsLst>
                <a:gs pos="0">
                  <a:srgbClr val="000600">
                    <a:alpha val="32968"/>
                  </a:srgbClr>
                </a:gs>
                <a:gs pos="14286">
                  <a:srgbClr val="000600">
                    <a:alpha val="30764"/>
                  </a:srgbClr>
                </a:gs>
                <a:gs pos="28571">
                  <a:srgbClr val="000600">
                    <a:alpha val="24833"/>
                  </a:srgbClr>
                </a:gs>
                <a:gs pos="42857">
                  <a:srgbClr val="000600">
                    <a:alpha val="17075"/>
                  </a:srgbClr>
                </a:gs>
                <a:gs pos="57143">
                  <a:srgbClr val="000600">
                    <a:alpha val="9855"/>
                  </a:srgbClr>
                </a:gs>
                <a:gs pos="71429">
                  <a:srgbClr val="000600">
                    <a:alpha val="4740"/>
                  </a:srgbClr>
                </a:gs>
                <a:gs pos="85714">
                  <a:srgbClr val="000600">
                    <a:alpha val="1902"/>
                  </a:srgbClr>
                </a:gs>
                <a:gs pos="100000">
                  <a:srgbClr val="000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3" name="Splat 1063"/>
            <p:cNvSpPr>
              <a:spLocks noGrp="1"/>
            </p:cNvSpPr>
            <p:nvPr/>
          </p:nvSpPr>
          <p:spPr>
            <a:xfrm rot="8677333">
              <a:off x="2695907" y="2483062"/>
              <a:ext cx="508528" cy="298406"/>
            </a:xfrm>
            <a:prstGeom prst="ellipse">
              <a:avLst/>
            </a:prstGeom>
            <a:gradFill>
              <a:gsLst>
                <a:gs pos="0">
                  <a:srgbClr val="878786">
                    <a:alpha val="7799"/>
                  </a:srgbClr>
                </a:gs>
                <a:gs pos="14286">
                  <a:srgbClr val="878786">
                    <a:alpha val="7192"/>
                  </a:srgbClr>
                </a:gs>
                <a:gs pos="28571">
                  <a:srgbClr val="878786">
                    <a:alpha val="5630"/>
                  </a:srgbClr>
                </a:gs>
                <a:gs pos="42857">
                  <a:srgbClr val="878786">
                    <a:alpha val="3730"/>
                  </a:srgbClr>
                </a:gs>
                <a:gs pos="57143">
                  <a:srgbClr val="878786">
                    <a:alpha val="2084"/>
                  </a:srgbClr>
                </a:gs>
                <a:gs pos="71429">
                  <a:srgbClr val="878786">
                    <a:alpha val="981"/>
                  </a:srgbClr>
                </a:gs>
                <a:gs pos="85714">
                  <a:srgbClr val="878786">
                    <a:alpha val="389"/>
                  </a:srgbClr>
                </a:gs>
                <a:gs pos="100000">
                  <a:srgbClr val="878786">
                    <a:alpha val="1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4" name="Splat 1064"/>
            <p:cNvSpPr>
              <a:spLocks noGrp="1"/>
            </p:cNvSpPr>
            <p:nvPr/>
          </p:nvSpPr>
          <p:spPr>
            <a:xfrm rot="7967882">
              <a:off x="2696612" y="826740"/>
              <a:ext cx="603246" cy="113492"/>
            </a:xfrm>
            <a:prstGeom prst="ellipse">
              <a:avLst/>
            </a:prstGeom>
            <a:gradFill>
              <a:gsLst>
                <a:gs pos="0">
                  <a:srgbClr val="555554">
                    <a:alpha val="26781"/>
                  </a:srgbClr>
                </a:gs>
                <a:gs pos="14286">
                  <a:srgbClr val="555554">
                    <a:alpha val="24911"/>
                  </a:srgbClr>
                </a:gs>
                <a:gs pos="28571">
                  <a:srgbClr val="555554">
                    <a:alpha val="19944"/>
                  </a:srgbClr>
                </a:gs>
                <a:gs pos="42857">
                  <a:srgbClr val="555554">
                    <a:alpha val="13576"/>
                  </a:srgbClr>
                </a:gs>
                <a:gs pos="57143">
                  <a:srgbClr val="555554">
                    <a:alpha val="7767"/>
                  </a:srgbClr>
                </a:gs>
                <a:gs pos="71429">
                  <a:srgbClr val="555554">
                    <a:alpha val="3714"/>
                  </a:srgbClr>
                </a:gs>
                <a:gs pos="85714">
                  <a:srgbClr val="555554">
                    <a:alpha val="1485"/>
                  </a:srgbClr>
                </a:gs>
                <a:gs pos="100000">
                  <a:srgbClr val="555554">
                    <a:alpha val="4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5" name="Splat 1065"/>
            <p:cNvSpPr>
              <a:spLocks noGrp="1"/>
            </p:cNvSpPr>
            <p:nvPr/>
          </p:nvSpPr>
          <p:spPr>
            <a:xfrm rot="4314500">
              <a:off x="1806119" y="295620"/>
              <a:ext cx="493007" cy="129442"/>
            </a:xfrm>
            <a:prstGeom prst="ellipse">
              <a:avLst/>
            </a:prstGeom>
            <a:gradFill>
              <a:gsLst>
                <a:gs pos="0">
                  <a:srgbClr val="000300">
                    <a:alpha val="9894"/>
                  </a:srgbClr>
                </a:gs>
                <a:gs pos="14286">
                  <a:srgbClr val="000300">
                    <a:alpha val="9131"/>
                  </a:srgbClr>
                </a:gs>
                <a:gs pos="28571">
                  <a:srgbClr val="000300">
                    <a:alpha val="7165"/>
                  </a:srgbClr>
                </a:gs>
                <a:gs pos="42857">
                  <a:srgbClr val="000300">
                    <a:alpha val="4760"/>
                  </a:srgbClr>
                </a:gs>
                <a:gs pos="57143">
                  <a:srgbClr val="000300">
                    <a:alpha val="2666"/>
                  </a:srgbClr>
                </a:gs>
                <a:gs pos="71429">
                  <a:srgbClr val="000300">
                    <a:alpha val="1257"/>
                  </a:srgbClr>
                </a:gs>
                <a:gs pos="85714">
                  <a:srgbClr val="000300">
                    <a:alpha val="499"/>
                  </a:srgbClr>
                </a:gs>
                <a:gs pos="100000">
                  <a:srgbClr val="000300">
                    <a:alpha val="1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6" name="Splat 1066"/>
            <p:cNvSpPr>
              <a:spLocks noGrp="1"/>
            </p:cNvSpPr>
            <p:nvPr/>
          </p:nvSpPr>
          <p:spPr>
            <a:xfrm rot="9556539">
              <a:off x="2152487" y="1260517"/>
              <a:ext cx="486349" cy="269581"/>
            </a:xfrm>
            <a:prstGeom prst="ellipse">
              <a:avLst/>
            </a:prstGeom>
            <a:gradFill>
              <a:gsLst>
                <a:gs pos="0">
                  <a:srgbClr val="838281">
                    <a:alpha val="6102"/>
                  </a:srgbClr>
                </a:gs>
                <a:gs pos="14286">
                  <a:srgbClr val="838281">
                    <a:alpha val="5622"/>
                  </a:srgbClr>
                </a:gs>
                <a:gs pos="28571">
                  <a:srgbClr val="838281">
                    <a:alpha val="4393"/>
                  </a:srgbClr>
                </a:gs>
                <a:gs pos="42857">
                  <a:srgbClr val="838281">
                    <a:alpha val="2904"/>
                  </a:srgbClr>
                </a:gs>
                <a:gs pos="57143">
                  <a:srgbClr val="838281">
                    <a:alpha val="1620"/>
                  </a:srgbClr>
                </a:gs>
                <a:gs pos="71429">
                  <a:srgbClr val="838281">
                    <a:alpha val="761"/>
                  </a:srgbClr>
                </a:gs>
                <a:gs pos="85714">
                  <a:srgbClr val="838281">
                    <a:alpha val="302"/>
                  </a:srgbClr>
                </a:gs>
                <a:gs pos="100000">
                  <a:srgbClr val="838281">
                    <a:alpha val="1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7" name="Splat 1067"/>
            <p:cNvSpPr>
              <a:spLocks noGrp="1"/>
            </p:cNvSpPr>
            <p:nvPr/>
          </p:nvSpPr>
          <p:spPr>
            <a:xfrm rot="5408432">
              <a:off x="2626818" y="993665"/>
              <a:ext cx="397573" cy="124342"/>
            </a:xfrm>
            <a:prstGeom prst="ellipse">
              <a:avLst/>
            </a:prstGeom>
            <a:gradFill>
              <a:gsLst>
                <a:gs pos="0">
                  <a:srgbClr val="000002">
                    <a:alpha val="32968"/>
                  </a:srgbClr>
                </a:gs>
                <a:gs pos="14286">
                  <a:srgbClr val="000002">
                    <a:alpha val="30764"/>
                  </a:srgbClr>
                </a:gs>
                <a:gs pos="28571">
                  <a:srgbClr val="000002">
                    <a:alpha val="24833"/>
                  </a:srgbClr>
                </a:gs>
                <a:gs pos="42857">
                  <a:srgbClr val="000002">
                    <a:alpha val="17075"/>
                  </a:srgbClr>
                </a:gs>
                <a:gs pos="57143">
                  <a:srgbClr val="000002">
                    <a:alpha val="9855"/>
                  </a:srgbClr>
                </a:gs>
                <a:gs pos="71429">
                  <a:srgbClr val="000002">
                    <a:alpha val="4740"/>
                  </a:srgbClr>
                </a:gs>
                <a:gs pos="85714">
                  <a:srgbClr val="000002">
                    <a:alpha val="1902"/>
                  </a:srgbClr>
                </a:gs>
                <a:gs pos="100000">
                  <a:srgbClr val="0000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8" name="Splat 1068"/>
            <p:cNvSpPr>
              <a:spLocks noGrp="1"/>
            </p:cNvSpPr>
            <p:nvPr/>
          </p:nvSpPr>
          <p:spPr>
            <a:xfrm rot="6027603">
              <a:off x="1581000" y="2506695"/>
              <a:ext cx="424437" cy="221746"/>
            </a:xfrm>
            <a:prstGeom prst="ellipse">
              <a:avLst/>
            </a:prstGeom>
            <a:gradFill>
              <a:gsLst>
                <a:gs pos="0">
                  <a:srgbClr val="727272">
                    <a:alpha val="7703"/>
                  </a:srgbClr>
                </a:gs>
                <a:gs pos="14286">
                  <a:srgbClr val="727272">
                    <a:alpha val="7102"/>
                  </a:srgbClr>
                </a:gs>
                <a:gs pos="28571">
                  <a:srgbClr val="727272">
                    <a:alpha val="5560"/>
                  </a:srgbClr>
                </a:gs>
                <a:gs pos="42857">
                  <a:srgbClr val="727272">
                    <a:alpha val="3683"/>
                  </a:srgbClr>
                </a:gs>
                <a:gs pos="57143">
                  <a:srgbClr val="727272">
                    <a:alpha val="2058"/>
                  </a:srgbClr>
                </a:gs>
                <a:gs pos="71429">
                  <a:srgbClr val="727272">
                    <a:alpha val="968"/>
                  </a:srgbClr>
                </a:gs>
                <a:gs pos="85714">
                  <a:srgbClr val="727272">
                    <a:alpha val="384"/>
                  </a:srgbClr>
                </a:gs>
                <a:gs pos="100000">
                  <a:srgbClr val="727272">
                    <a:alpha val="1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9" name="Splat 1069"/>
            <p:cNvSpPr>
              <a:spLocks noGrp="1"/>
            </p:cNvSpPr>
            <p:nvPr/>
          </p:nvSpPr>
          <p:spPr>
            <a:xfrm rot="7610804">
              <a:off x="-129019" y="3285861"/>
              <a:ext cx="440048" cy="293466"/>
            </a:xfrm>
            <a:prstGeom prst="ellipse">
              <a:avLst/>
            </a:prstGeom>
            <a:gradFill>
              <a:gsLst>
                <a:gs pos="0">
                  <a:srgbClr val="000603">
                    <a:alpha val="13177"/>
                  </a:srgbClr>
                </a:gs>
                <a:gs pos="14286">
                  <a:srgbClr val="000603">
                    <a:alpha val="12179"/>
                  </a:srgbClr>
                </a:gs>
                <a:gs pos="28571">
                  <a:srgbClr val="000603">
                    <a:alpha val="9592"/>
                  </a:srgbClr>
                </a:gs>
                <a:gs pos="42857">
                  <a:srgbClr val="000603">
                    <a:alpha val="6400"/>
                  </a:srgbClr>
                </a:gs>
                <a:gs pos="57143">
                  <a:srgbClr val="000603">
                    <a:alpha val="3598"/>
                  </a:srgbClr>
                </a:gs>
                <a:gs pos="71429">
                  <a:srgbClr val="000603">
                    <a:alpha val="1701"/>
                  </a:srgbClr>
                </a:gs>
                <a:gs pos="85714">
                  <a:srgbClr val="000603">
                    <a:alpha val="676"/>
                  </a:srgbClr>
                </a:gs>
                <a:gs pos="100000">
                  <a:srgbClr val="000603">
                    <a:alpha val="2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0" name="Splat 1070"/>
            <p:cNvSpPr>
              <a:spLocks noGrp="1"/>
            </p:cNvSpPr>
            <p:nvPr/>
          </p:nvSpPr>
          <p:spPr>
            <a:xfrm rot="3322611">
              <a:off x="303151" y="1424470"/>
              <a:ext cx="221648" cy="125092"/>
            </a:xfrm>
            <a:prstGeom prst="ellipse">
              <a:avLst/>
            </a:prstGeom>
            <a:gradFill>
              <a:gsLst>
                <a:gs pos="0">
                  <a:srgbClr val="838483">
                    <a:alpha val="2748"/>
                  </a:srgbClr>
                </a:gs>
                <a:gs pos="14286">
                  <a:srgbClr val="838483">
                    <a:alpha val="2529"/>
                  </a:srgbClr>
                </a:gs>
                <a:gs pos="28571">
                  <a:srgbClr val="838483">
                    <a:alpha val="1969"/>
                  </a:srgbClr>
                </a:gs>
                <a:gs pos="42857">
                  <a:srgbClr val="838483">
                    <a:alpha val="1296"/>
                  </a:srgbClr>
                </a:gs>
                <a:gs pos="57143">
                  <a:srgbClr val="838483">
                    <a:alpha val="720"/>
                  </a:srgbClr>
                </a:gs>
                <a:gs pos="71429">
                  <a:srgbClr val="838483">
                    <a:alpha val="338"/>
                  </a:srgbClr>
                </a:gs>
                <a:gs pos="85714">
                  <a:srgbClr val="838483">
                    <a:alpha val="134"/>
                  </a:srgbClr>
                </a:gs>
                <a:gs pos="100000">
                  <a:srgbClr val="838483">
                    <a:alpha val="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1" name="Splat 1071"/>
            <p:cNvSpPr>
              <a:spLocks noGrp="1"/>
            </p:cNvSpPr>
            <p:nvPr/>
          </p:nvSpPr>
          <p:spPr>
            <a:xfrm rot="-10007119">
              <a:off x="668515" y="283394"/>
              <a:ext cx="495028" cy="208365"/>
            </a:xfrm>
            <a:prstGeom prst="ellipse">
              <a:avLst/>
            </a:prstGeom>
            <a:gradFill>
              <a:gsLst>
                <a:gs pos="0">
                  <a:srgbClr val="040302">
                    <a:alpha val="15259"/>
                  </a:srgbClr>
                </a:gs>
                <a:gs pos="14286">
                  <a:srgbClr val="040302">
                    <a:alpha val="14117"/>
                  </a:srgbClr>
                </a:gs>
                <a:gs pos="28571">
                  <a:srgbClr val="040302">
                    <a:alpha val="11145"/>
                  </a:srgbClr>
                </a:gs>
                <a:gs pos="42857">
                  <a:srgbClr val="040302">
                    <a:alpha val="7458"/>
                  </a:srgbClr>
                </a:gs>
                <a:gs pos="57143">
                  <a:srgbClr val="040302">
                    <a:alpha val="4204"/>
                  </a:srgbClr>
                </a:gs>
                <a:gs pos="71429">
                  <a:srgbClr val="040302">
                    <a:alpha val="1990"/>
                  </a:srgbClr>
                </a:gs>
                <a:gs pos="85714">
                  <a:srgbClr val="040302">
                    <a:alpha val="792"/>
                  </a:srgbClr>
                </a:gs>
                <a:gs pos="100000">
                  <a:srgbClr val="040302">
                    <a:alpha val="2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2" name="Splat 1072"/>
            <p:cNvSpPr>
              <a:spLocks noGrp="1"/>
            </p:cNvSpPr>
            <p:nvPr/>
          </p:nvSpPr>
          <p:spPr>
            <a:xfrm rot="3298443">
              <a:off x="478611" y="600424"/>
              <a:ext cx="365037" cy="166083"/>
            </a:xfrm>
            <a:prstGeom prst="ellipse">
              <a:avLst/>
            </a:prstGeom>
            <a:gradFill>
              <a:gsLst>
                <a:gs pos="0">
                  <a:srgbClr val="090407">
                    <a:alpha val="12248"/>
                  </a:srgbClr>
                </a:gs>
                <a:gs pos="14286">
                  <a:srgbClr val="090407">
                    <a:alpha val="11316"/>
                  </a:srgbClr>
                </a:gs>
                <a:gs pos="28571">
                  <a:srgbClr val="090407">
                    <a:alpha val="8903"/>
                  </a:srgbClr>
                </a:gs>
                <a:gs pos="42857">
                  <a:srgbClr val="090407">
                    <a:alpha val="5933"/>
                  </a:srgbClr>
                </a:gs>
                <a:gs pos="57143">
                  <a:srgbClr val="090407">
                    <a:alpha val="3332"/>
                  </a:srgbClr>
                </a:gs>
                <a:gs pos="71429">
                  <a:srgbClr val="090407">
                    <a:alpha val="1574"/>
                  </a:srgbClr>
                </a:gs>
                <a:gs pos="85714">
                  <a:srgbClr val="090407">
                    <a:alpha val="625"/>
                  </a:srgbClr>
                </a:gs>
                <a:gs pos="100000">
                  <a:srgbClr val="090407">
                    <a:alpha val="2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3" name="Splat 1073"/>
            <p:cNvSpPr>
              <a:spLocks noGrp="1"/>
            </p:cNvSpPr>
            <p:nvPr/>
          </p:nvSpPr>
          <p:spPr>
            <a:xfrm rot="-8411344">
              <a:off x="272353" y="3573850"/>
              <a:ext cx="539698" cy="109755"/>
            </a:xfrm>
            <a:prstGeom prst="ellipse">
              <a:avLst/>
            </a:prstGeom>
            <a:gradFill>
              <a:gsLst>
                <a:gs pos="0">
                  <a:srgbClr val="000C00">
                    <a:alpha val="5092"/>
                  </a:srgbClr>
                </a:gs>
                <a:gs pos="14286">
                  <a:srgbClr val="000C00">
                    <a:alpha val="4690"/>
                  </a:srgbClr>
                </a:gs>
                <a:gs pos="28571">
                  <a:srgbClr val="000C00">
                    <a:alpha val="3661"/>
                  </a:srgbClr>
                </a:gs>
                <a:gs pos="42857">
                  <a:srgbClr val="000C00">
                    <a:alpha val="2417"/>
                  </a:srgbClr>
                </a:gs>
                <a:gs pos="57143">
                  <a:srgbClr val="000C00">
                    <a:alpha val="1346"/>
                  </a:srgbClr>
                </a:gs>
                <a:gs pos="71429">
                  <a:srgbClr val="000C00">
                    <a:alpha val="632"/>
                  </a:srgbClr>
                </a:gs>
                <a:gs pos="85714">
                  <a:srgbClr val="000C00">
                    <a:alpha val="251"/>
                  </a:srgbClr>
                </a:gs>
                <a:gs pos="100000">
                  <a:srgbClr val="000C00">
                    <a:alpha val="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4" name="Splat 1074"/>
            <p:cNvSpPr>
              <a:spLocks noGrp="1"/>
            </p:cNvSpPr>
            <p:nvPr/>
          </p:nvSpPr>
          <p:spPr>
            <a:xfrm rot="3605363">
              <a:off x="1786020" y="620491"/>
              <a:ext cx="394871" cy="97783"/>
            </a:xfrm>
            <a:prstGeom prst="ellipse">
              <a:avLst/>
            </a:prstGeom>
            <a:gradFill>
              <a:gsLst>
                <a:gs pos="0">
                  <a:srgbClr val="090008">
                    <a:alpha val="12663"/>
                  </a:srgbClr>
                </a:gs>
                <a:gs pos="14286">
                  <a:srgbClr val="090008">
                    <a:alpha val="11701"/>
                  </a:srgbClr>
                </a:gs>
                <a:gs pos="28571">
                  <a:srgbClr val="090008">
                    <a:alpha val="9210"/>
                  </a:srgbClr>
                </a:gs>
                <a:gs pos="42857">
                  <a:srgbClr val="090008">
                    <a:alpha val="6141"/>
                  </a:srgbClr>
                </a:gs>
                <a:gs pos="57143">
                  <a:srgbClr val="090008">
                    <a:alpha val="3451"/>
                  </a:srgbClr>
                </a:gs>
                <a:gs pos="71429">
                  <a:srgbClr val="090008">
                    <a:alpha val="1630"/>
                  </a:srgbClr>
                </a:gs>
                <a:gs pos="85714">
                  <a:srgbClr val="090008">
                    <a:alpha val="648"/>
                  </a:srgbClr>
                </a:gs>
                <a:gs pos="100000">
                  <a:srgbClr val="090008">
                    <a:alpha val="2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5" name="Splat 1075"/>
            <p:cNvSpPr>
              <a:spLocks noGrp="1"/>
            </p:cNvSpPr>
            <p:nvPr/>
          </p:nvSpPr>
          <p:spPr>
            <a:xfrm rot="7774958">
              <a:off x="955555" y="-26006"/>
              <a:ext cx="420157" cy="199798"/>
            </a:xfrm>
            <a:prstGeom prst="ellipse">
              <a:avLst/>
            </a:prstGeom>
            <a:gradFill>
              <a:gsLst>
                <a:gs pos="0">
                  <a:srgbClr val="000004">
                    <a:alpha val="31226"/>
                  </a:srgbClr>
                </a:gs>
                <a:gs pos="14286">
                  <a:srgbClr val="000004">
                    <a:alpha val="29112"/>
                  </a:srgbClr>
                </a:gs>
                <a:gs pos="28571">
                  <a:srgbClr val="000004">
                    <a:alpha val="23444"/>
                  </a:srgbClr>
                </a:gs>
                <a:gs pos="42857">
                  <a:srgbClr val="000004">
                    <a:alpha val="16073"/>
                  </a:srgbClr>
                </a:gs>
                <a:gs pos="57143">
                  <a:srgbClr val="000004">
                    <a:alpha val="9253"/>
                  </a:srgbClr>
                </a:gs>
                <a:gs pos="71429">
                  <a:srgbClr val="000004">
                    <a:alpha val="4443"/>
                  </a:srgbClr>
                </a:gs>
                <a:gs pos="85714">
                  <a:srgbClr val="000004">
                    <a:alpha val="1781"/>
                  </a:srgbClr>
                </a:gs>
                <a:gs pos="100000">
                  <a:srgbClr val="000004">
                    <a:alpha val="5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6" name="Splat 1076"/>
            <p:cNvSpPr>
              <a:spLocks noGrp="1"/>
            </p:cNvSpPr>
            <p:nvPr/>
          </p:nvSpPr>
          <p:spPr>
            <a:xfrm rot="6854694">
              <a:off x="2549041" y="3223218"/>
              <a:ext cx="389013" cy="125155"/>
            </a:xfrm>
            <a:prstGeom prst="ellipse">
              <a:avLst/>
            </a:prstGeom>
            <a:gradFill>
              <a:gsLst>
                <a:gs pos="0">
                  <a:srgbClr val="1F1D15">
                    <a:alpha val="17190"/>
                  </a:srgbClr>
                </a:gs>
                <a:gs pos="14286">
                  <a:srgbClr val="1F1D15">
                    <a:alpha val="15917"/>
                  </a:srgbClr>
                </a:gs>
                <a:gs pos="28571">
                  <a:srgbClr val="1F1D15">
                    <a:alpha val="12594"/>
                  </a:srgbClr>
                </a:gs>
                <a:gs pos="42857">
                  <a:srgbClr val="1F1D15">
                    <a:alpha val="8451"/>
                  </a:srgbClr>
                </a:gs>
                <a:gs pos="57143">
                  <a:srgbClr val="1F1D15">
                    <a:alpha val="4775"/>
                  </a:srgbClr>
                </a:gs>
                <a:gs pos="71429">
                  <a:srgbClr val="1F1D15">
                    <a:alpha val="2264"/>
                  </a:srgbClr>
                </a:gs>
                <a:gs pos="85714">
                  <a:srgbClr val="1F1D15">
                    <a:alpha val="901"/>
                  </a:srgbClr>
                </a:gs>
                <a:gs pos="100000">
                  <a:srgbClr val="1F1D15">
                    <a:alpha val="3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7" name="Splat 1077"/>
            <p:cNvSpPr>
              <a:spLocks noGrp="1"/>
            </p:cNvSpPr>
            <p:nvPr/>
          </p:nvSpPr>
          <p:spPr>
            <a:xfrm rot="4013710">
              <a:off x="2224115" y="3181941"/>
              <a:ext cx="274145" cy="107040"/>
            </a:xfrm>
            <a:prstGeom prst="ellipse">
              <a:avLst/>
            </a:prstGeom>
            <a:gradFill>
              <a:gsLst>
                <a:gs pos="0">
                  <a:srgbClr val="88898A">
                    <a:alpha val="4476"/>
                  </a:srgbClr>
                </a:gs>
                <a:gs pos="14286">
                  <a:srgbClr val="88898A">
                    <a:alpha val="4122"/>
                  </a:srgbClr>
                </a:gs>
                <a:gs pos="28571">
                  <a:srgbClr val="88898A">
                    <a:alpha val="3215"/>
                  </a:srgbClr>
                </a:gs>
                <a:gs pos="42857">
                  <a:srgbClr val="88898A">
                    <a:alpha val="2121"/>
                  </a:srgbClr>
                </a:gs>
                <a:gs pos="57143">
                  <a:srgbClr val="88898A">
                    <a:alpha val="1181"/>
                  </a:srgbClr>
                </a:gs>
                <a:gs pos="71429">
                  <a:srgbClr val="88898A">
                    <a:alpha val="554"/>
                  </a:srgbClr>
                </a:gs>
                <a:gs pos="85714">
                  <a:srgbClr val="88898A">
                    <a:alpha val="220"/>
                  </a:srgbClr>
                </a:gs>
                <a:gs pos="100000">
                  <a:srgbClr val="88898A">
                    <a:alpha val="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8" name="Splat 1078"/>
            <p:cNvSpPr>
              <a:spLocks noGrp="1"/>
            </p:cNvSpPr>
            <p:nvPr/>
          </p:nvSpPr>
          <p:spPr>
            <a:xfrm rot="10138604">
              <a:off x="-166462" y="991328"/>
              <a:ext cx="515202" cy="212106"/>
            </a:xfrm>
            <a:prstGeom prst="ellipse">
              <a:avLst/>
            </a:prstGeom>
            <a:gradFill>
              <a:gsLst>
                <a:gs pos="0">
                  <a:srgbClr val="5D5C5C">
                    <a:alpha val="21035"/>
                  </a:srgbClr>
                </a:gs>
                <a:gs pos="14286">
                  <a:srgbClr val="5D5C5C">
                    <a:alpha val="19512"/>
                  </a:srgbClr>
                </a:gs>
                <a:gs pos="28571">
                  <a:srgbClr val="5D5C5C">
                    <a:alpha val="15510"/>
                  </a:srgbClr>
                </a:gs>
                <a:gs pos="42857">
                  <a:srgbClr val="5D5C5C">
                    <a:alpha val="10465"/>
                  </a:srgbClr>
                </a:gs>
                <a:gs pos="57143">
                  <a:srgbClr val="5D5C5C">
                    <a:alpha val="5942"/>
                  </a:srgbClr>
                </a:gs>
                <a:gs pos="71429">
                  <a:srgbClr val="5D5C5C">
                    <a:alpha val="2827"/>
                  </a:srgbClr>
                </a:gs>
                <a:gs pos="85714">
                  <a:srgbClr val="5D5C5C">
                    <a:alpha val="1127"/>
                  </a:srgbClr>
                </a:gs>
                <a:gs pos="100000">
                  <a:srgbClr val="5D5C5C">
                    <a:alpha val="3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9" name="Splat 1079"/>
            <p:cNvSpPr>
              <a:spLocks noGrp="1"/>
            </p:cNvSpPr>
            <p:nvPr/>
          </p:nvSpPr>
          <p:spPr>
            <a:xfrm rot="3883047">
              <a:off x="2409982" y="3581251"/>
              <a:ext cx="476862" cy="132831"/>
            </a:xfrm>
            <a:prstGeom prst="ellipse">
              <a:avLst/>
            </a:prstGeom>
            <a:gradFill>
              <a:gsLst>
                <a:gs pos="0">
                  <a:srgbClr val="000300">
                    <a:alpha val="18067"/>
                  </a:srgbClr>
                </a:gs>
                <a:gs pos="14286">
                  <a:srgbClr val="000300">
                    <a:alpha val="16735"/>
                  </a:srgbClr>
                </a:gs>
                <a:gs pos="28571">
                  <a:srgbClr val="000300">
                    <a:alpha val="13255"/>
                  </a:srgbClr>
                </a:gs>
                <a:gs pos="42857">
                  <a:srgbClr val="000300">
                    <a:alpha val="8906"/>
                  </a:srgbClr>
                </a:gs>
                <a:gs pos="57143">
                  <a:srgbClr val="000300">
                    <a:alpha val="5037"/>
                  </a:srgbClr>
                </a:gs>
                <a:gs pos="71429">
                  <a:srgbClr val="000300">
                    <a:alpha val="2390"/>
                  </a:srgbClr>
                </a:gs>
                <a:gs pos="85714">
                  <a:srgbClr val="000300">
                    <a:alpha val="952"/>
                  </a:srgbClr>
                </a:gs>
                <a:gs pos="100000">
                  <a:srgbClr val="000300">
                    <a:alpha val="3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0" name="Splat 1080"/>
            <p:cNvSpPr>
              <a:spLocks noGrp="1"/>
            </p:cNvSpPr>
            <p:nvPr/>
          </p:nvSpPr>
          <p:spPr>
            <a:xfrm rot="-8949157">
              <a:off x="298187" y="1655632"/>
              <a:ext cx="334935" cy="93004"/>
            </a:xfrm>
            <a:prstGeom prst="ellipse">
              <a:avLst/>
            </a:prstGeom>
            <a:gradFill>
              <a:gsLst>
                <a:gs pos="0">
                  <a:srgbClr val="000306">
                    <a:alpha val="13596"/>
                  </a:srgbClr>
                </a:gs>
                <a:gs pos="14286">
                  <a:srgbClr val="000306">
                    <a:alpha val="12569"/>
                  </a:srgbClr>
                </a:gs>
                <a:gs pos="28571">
                  <a:srgbClr val="000306">
                    <a:alpha val="9904"/>
                  </a:srgbClr>
                </a:gs>
                <a:gs pos="42857">
                  <a:srgbClr val="000306">
                    <a:alpha val="6612"/>
                  </a:srgbClr>
                </a:gs>
                <a:gs pos="57143">
                  <a:srgbClr val="000306">
                    <a:alpha val="3720"/>
                  </a:srgbClr>
                </a:gs>
                <a:gs pos="71429">
                  <a:srgbClr val="000306">
                    <a:alpha val="1759"/>
                  </a:srgbClr>
                </a:gs>
                <a:gs pos="85714">
                  <a:srgbClr val="000306">
                    <a:alpha val="699"/>
                  </a:srgbClr>
                </a:gs>
                <a:gs pos="100000">
                  <a:srgbClr val="000306">
                    <a:alpha val="2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1" name="Splat 1081"/>
            <p:cNvSpPr>
              <a:spLocks noGrp="1"/>
            </p:cNvSpPr>
            <p:nvPr/>
          </p:nvSpPr>
          <p:spPr>
            <a:xfrm rot="9601040">
              <a:off x="1556859" y="926825"/>
              <a:ext cx="439812" cy="217828"/>
            </a:xfrm>
            <a:prstGeom prst="ellipse">
              <a:avLst/>
            </a:prstGeom>
            <a:gradFill>
              <a:gsLst>
                <a:gs pos="0">
                  <a:srgbClr val="020100">
                    <a:alpha val="32968"/>
                  </a:srgbClr>
                </a:gs>
                <a:gs pos="14286">
                  <a:srgbClr val="020100">
                    <a:alpha val="30764"/>
                  </a:srgbClr>
                </a:gs>
                <a:gs pos="28571">
                  <a:srgbClr val="020100">
                    <a:alpha val="24833"/>
                  </a:srgbClr>
                </a:gs>
                <a:gs pos="42857">
                  <a:srgbClr val="020100">
                    <a:alpha val="17075"/>
                  </a:srgbClr>
                </a:gs>
                <a:gs pos="57143">
                  <a:srgbClr val="020100">
                    <a:alpha val="9855"/>
                  </a:srgbClr>
                </a:gs>
                <a:gs pos="71429">
                  <a:srgbClr val="020100">
                    <a:alpha val="4740"/>
                  </a:srgbClr>
                </a:gs>
                <a:gs pos="85714">
                  <a:srgbClr val="020100">
                    <a:alpha val="1902"/>
                  </a:srgbClr>
                </a:gs>
                <a:gs pos="100000">
                  <a:srgbClr val="020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2" name="Splat 1082"/>
            <p:cNvSpPr>
              <a:spLocks noGrp="1"/>
            </p:cNvSpPr>
            <p:nvPr/>
          </p:nvSpPr>
          <p:spPr>
            <a:xfrm rot="-9453901">
              <a:off x="2303643" y="-8706"/>
              <a:ext cx="665251" cy="169554"/>
            </a:xfrm>
            <a:prstGeom prst="ellipse">
              <a:avLst/>
            </a:prstGeom>
            <a:gradFill>
              <a:gsLst>
                <a:gs pos="0">
                  <a:srgbClr val="6B6B6C">
                    <a:alpha val="8786"/>
                  </a:srgbClr>
                </a:gs>
                <a:gs pos="14286">
                  <a:srgbClr val="6B6B6C">
                    <a:alpha val="8105"/>
                  </a:srgbClr>
                </a:gs>
                <a:gs pos="28571">
                  <a:srgbClr val="6B6B6C">
                    <a:alpha val="6352"/>
                  </a:srgbClr>
                </a:gs>
                <a:gs pos="42857">
                  <a:srgbClr val="6B6B6C">
                    <a:alpha val="4213"/>
                  </a:srgbClr>
                </a:gs>
                <a:gs pos="57143">
                  <a:srgbClr val="6B6B6C">
                    <a:alpha val="2357"/>
                  </a:srgbClr>
                </a:gs>
                <a:gs pos="71429">
                  <a:srgbClr val="6B6B6C">
                    <a:alpha val="1110"/>
                  </a:srgbClr>
                </a:gs>
                <a:gs pos="85714">
                  <a:srgbClr val="6B6B6C">
                    <a:alpha val="441"/>
                  </a:srgbClr>
                </a:gs>
                <a:gs pos="100000">
                  <a:srgbClr val="6B6B6C">
                    <a:alpha val="1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3" name="Splat 1083"/>
            <p:cNvSpPr>
              <a:spLocks noGrp="1"/>
            </p:cNvSpPr>
            <p:nvPr/>
          </p:nvSpPr>
          <p:spPr>
            <a:xfrm rot="4781613">
              <a:off x="1091707" y="2946644"/>
              <a:ext cx="577437" cy="126921"/>
            </a:xfrm>
            <a:prstGeom prst="ellipse">
              <a:avLst/>
            </a:prstGeom>
            <a:gradFill>
              <a:gsLst>
                <a:gs pos="0">
                  <a:srgbClr val="000300">
                    <a:alpha val="12626"/>
                  </a:srgbClr>
                </a:gs>
                <a:gs pos="14286">
                  <a:srgbClr val="000300">
                    <a:alpha val="11667"/>
                  </a:srgbClr>
                </a:gs>
                <a:gs pos="28571">
                  <a:srgbClr val="000300">
                    <a:alpha val="9183"/>
                  </a:srgbClr>
                </a:gs>
                <a:gs pos="42857">
                  <a:srgbClr val="000300">
                    <a:alpha val="6122"/>
                  </a:srgbClr>
                </a:gs>
                <a:gs pos="57143">
                  <a:srgbClr val="000300">
                    <a:alpha val="3440"/>
                  </a:srgbClr>
                </a:gs>
                <a:gs pos="71429">
                  <a:srgbClr val="000300">
                    <a:alpha val="1625"/>
                  </a:srgbClr>
                </a:gs>
                <a:gs pos="85714">
                  <a:srgbClr val="000300">
                    <a:alpha val="646"/>
                  </a:srgbClr>
                </a:gs>
                <a:gs pos="100000">
                  <a:srgbClr val="000300">
                    <a:alpha val="2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4" name="Splat 1084"/>
            <p:cNvSpPr>
              <a:spLocks noGrp="1"/>
            </p:cNvSpPr>
            <p:nvPr/>
          </p:nvSpPr>
          <p:spPr>
            <a:xfrm rot="-8270307">
              <a:off x="1183531" y="3528411"/>
              <a:ext cx="422243" cy="138559"/>
            </a:xfrm>
            <a:prstGeom prst="ellipse">
              <a:avLst/>
            </a:prstGeom>
            <a:gradFill>
              <a:gsLst>
                <a:gs pos="0">
                  <a:srgbClr val="0C0003">
                    <a:alpha val="8853"/>
                  </a:srgbClr>
                </a:gs>
                <a:gs pos="14286">
                  <a:srgbClr val="0C0003">
                    <a:alpha val="8167"/>
                  </a:srgbClr>
                </a:gs>
                <a:gs pos="28571">
                  <a:srgbClr val="0C0003">
                    <a:alpha val="6401"/>
                  </a:srgbClr>
                </a:gs>
                <a:gs pos="42857">
                  <a:srgbClr val="0C0003">
                    <a:alpha val="4246"/>
                  </a:srgbClr>
                </a:gs>
                <a:gs pos="57143">
                  <a:srgbClr val="0C0003">
                    <a:alpha val="2376"/>
                  </a:srgbClr>
                </a:gs>
                <a:gs pos="71429">
                  <a:srgbClr val="0C0003">
                    <a:alpha val="1119"/>
                  </a:srgbClr>
                </a:gs>
                <a:gs pos="85714">
                  <a:srgbClr val="0C0003">
                    <a:alpha val="444"/>
                  </a:srgbClr>
                </a:gs>
                <a:gs pos="100000">
                  <a:srgbClr val="0C0003">
                    <a:alpha val="1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5" name="Splat 1085"/>
            <p:cNvSpPr>
              <a:spLocks noGrp="1"/>
            </p:cNvSpPr>
            <p:nvPr/>
          </p:nvSpPr>
          <p:spPr>
            <a:xfrm rot="-10037136">
              <a:off x="1961913" y="36888"/>
              <a:ext cx="536945" cy="181661"/>
            </a:xfrm>
            <a:prstGeom prst="ellipse">
              <a:avLst/>
            </a:prstGeom>
            <a:gradFill>
              <a:gsLst>
                <a:gs pos="0">
                  <a:srgbClr val="000700">
                    <a:alpha val="11390"/>
                  </a:srgbClr>
                </a:gs>
                <a:gs pos="14286">
                  <a:srgbClr val="000700">
                    <a:alpha val="10519"/>
                  </a:srgbClr>
                </a:gs>
                <a:gs pos="28571">
                  <a:srgbClr val="000700">
                    <a:alpha val="8268"/>
                  </a:srgbClr>
                </a:gs>
                <a:gs pos="42857">
                  <a:srgbClr val="000700">
                    <a:alpha val="5503"/>
                  </a:srgbClr>
                </a:gs>
                <a:gs pos="57143">
                  <a:srgbClr val="000700">
                    <a:alpha val="3088"/>
                  </a:srgbClr>
                </a:gs>
                <a:gs pos="71429">
                  <a:srgbClr val="000700">
                    <a:alpha val="1457"/>
                  </a:srgbClr>
                </a:gs>
                <a:gs pos="85714">
                  <a:srgbClr val="000700">
                    <a:alpha val="579"/>
                  </a:srgbClr>
                </a:gs>
                <a:gs pos="100000">
                  <a:srgbClr val="000700">
                    <a:alpha val="1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6" name="Splat 1086"/>
            <p:cNvSpPr>
              <a:spLocks noGrp="1"/>
            </p:cNvSpPr>
            <p:nvPr/>
          </p:nvSpPr>
          <p:spPr>
            <a:xfrm rot="3819932">
              <a:off x="2132771" y="3069348"/>
              <a:ext cx="490161" cy="89248"/>
            </a:xfrm>
            <a:prstGeom prst="ellipse">
              <a:avLst/>
            </a:prstGeom>
            <a:gradFill>
              <a:gsLst>
                <a:gs pos="0">
                  <a:srgbClr val="100510">
                    <a:alpha val="4515"/>
                  </a:srgbClr>
                </a:gs>
                <a:gs pos="14286">
                  <a:srgbClr val="100510">
                    <a:alpha val="4158"/>
                  </a:srgbClr>
                </a:gs>
                <a:gs pos="28571">
                  <a:srgbClr val="100510">
                    <a:alpha val="3244"/>
                  </a:srgbClr>
                </a:gs>
                <a:gs pos="42857">
                  <a:srgbClr val="100510">
                    <a:alpha val="2140"/>
                  </a:srgbClr>
                </a:gs>
                <a:gs pos="57143">
                  <a:srgbClr val="100510">
                    <a:alpha val="1191"/>
                  </a:srgbClr>
                </a:gs>
                <a:gs pos="71429">
                  <a:srgbClr val="100510">
                    <a:alpha val="559"/>
                  </a:srgbClr>
                </a:gs>
                <a:gs pos="85714">
                  <a:srgbClr val="100510">
                    <a:alpha val="222"/>
                  </a:srgbClr>
                </a:gs>
                <a:gs pos="100000">
                  <a:srgbClr val="100510">
                    <a:alpha val="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7" name="Splat 1087"/>
            <p:cNvSpPr>
              <a:spLocks noGrp="1"/>
            </p:cNvSpPr>
            <p:nvPr/>
          </p:nvSpPr>
          <p:spPr>
            <a:xfrm rot="6251191">
              <a:off x="2716810" y="1414809"/>
              <a:ext cx="413274" cy="146977"/>
            </a:xfrm>
            <a:prstGeom prst="ellipse">
              <a:avLst/>
            </a:prstGeom>
            <a:gradFill>
              <a:gsLst>
                <a:gs pos="0">
                  <a:srgbClr val="020205">
                    <a:alpha val="26522"/>
                  </a:srgbClr>
                </a:gs>
                <a:gs pos="14286">
                  <a:srgbClr val="020205">
                    <a:alpha val="24667"/>
                  </a:srgbClr>
                </a:gs>
                <a:gs pos="28571">
                  <a:srgbClr val="020205">
                    <a:alpha val="19742"/>
                  </a:srgbClr>
                </a:gs>
                <a:gs pos="42857">
                  <a:srgbClr val="020205">
                    <a:alpha val="13433"/>
                  </a:srgbClr>
                </a:gs>
                <a:gs pos="57143">
                  <a:srgbClr val="020205">
                    <a:alpha val="7682"/>
                  </a:srgbClr>
                </a:gs>
                <a:gs pos="71429">
                  <a:srgbClr val="020205">
                    <a:alpha val="3672"/>
                  </a:srgbClr>
                </a:gs>
                <a:gs pos="85714">
                  <a:srgbClr val="020205">
                    <a:alpha val="1469"/>
                  </a:srgbClr>
                </a:gs>
                <a:gs pos="100000">
                  <a:srgbClr val="020205">
                    <a:alpha val="4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8" name="Splat 1088"/>
            <p:cNvSpPr>
              <a:spLocks noGrp="1"/>
            </p:cNvSpPr>
            <p:nvPr/>
          </p:nvSpPr>
          <p:spPr>
            <a:xfrm rot="6982679">
              <a:off x="2052035" y="3463829"/>
              <a:ext cx="541719" cy="231819"/>
            </a:xfrm>
            <a:prstGeom prst="ellipse">
              <a:avLst/>
            </a:prstGeom>
            <a:gradFill>
              <a:gsLst>
                <a:gs pos="0">
                  <a:srgbClr val="767676">
                    <a:alpha val="5618"/>
                  </a:srgbClr>
                </a:gs>
                <a:gs pos="14286">
                  <a:srgbClr val="767676">
                    <a:alpha val="5176"/>
                  </a:srgbClr>
                </a:gs>
                <a:gs pos="28571">
                  <a:srgbClr val="767676">
                    <a:alpha val="4042"/>
                  </a:srgbClr>
                </a:gs>
                <a:gs pos="42857">
                  <a:srgbClr val="767676">
                    <a:alpha val="2670"/>
                  </a:srgbClr>
                </a:gs>
                <a:gs pos="57143">
                  <a:srgbClr val="767676">
                    <a:alpha val="1489"/>
                  </a:srgbClr>
                </a:gs>
                <a:gs pos="71429">
                  <a:srgbClr val="767676">
                    <a:alpha val="700"/>
                  </a:srgbClr>
                </a:gs>
                <a:gs pos="85714">
                  <a:srgbClr val="767676">
                    <a:alpha val="277"/>
                  </a:srgbClr>
                </a:gs>
                <a:gs pos="100000">
                  <a:srgbClr val="767676">
                    <a:alpha val="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9" name="Splat 1089"/>
            <p:cNvSpPr>
              <a:spLocks noGrp="1"/>
            </p:cNvSpPr>
            <p:nvPr/>
          </p:nvSpPr>
          <p:spPr>
            <a:xfrm rot="9441108">
              <a:off x="852203" y="11328"/>
              <a:ext cx="494773" cy="96107"/>
            </a:xfrm>
            <a:prstGeom prst="ellipse">
              <a:avLst/>
            </a:prstGeom>
            <a:gradFill>
              <a:gsLst>
                <a:gs pos="0">
                  <a:srgbClr val="0F090A">
                    <a:alpha val="12260"/>
                  </a:srgbClr>
                </a:gs>
                <a:gs pos="14286">
                  <a:srgbClr val="0F090A">
                    <a:alpha val="11327"/>
                  </a:srgbClr>
                </a:gs>
                <a:gs pos="28571">
                  <a:srgbClr val="0F090A">
                    <a:alpha val="8912"/>
                  </a:srgbClr>
                </a:gs>
                <a:gs pos="42857">
                  <a:srgbClr val="0F090A">
                    <a:alpha val="5939"/>
                  </a:srgbClr>
                </a:gs>
                <a:gs pos="57143">
                  <a:srgbClr val="0F090A">
                    <a:alpha val="3336"/>
                  </a:srgbClr>
                </a:gs>
                <a:gs pos="71429">
                  <a:srgbClr val="0F090A">
                    <a:alpha val="1575"/>
                  </a:srgbClr>
                </a:gs>
                <a:gs pos="85714">
                  <a:srgbClr val="0F090A">
                    <a:alpha val="626"/>
                  </a:srgbClr>
                </a:gs>
                <a:gs pos="100000">
                  <a:srgbClr val="0F090A">
                    <a:alpha val="2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0" name="Splat 1090"/>
            <p:cNvSpPr>
              <a:spLocks noGrp="1"/>
            </p:cNvSpPr>
            <p:nvPr/>
          </p:nvSpPr>
          <p:spPr>
            <a:xfrm rot="3247903">
              <a:off x="2203137" y="2664172"/>
              <a:ext cx="419399" cy="299557"/>
            </a:xfrm>
            <a:prstGeom prst="ellipse">
              <a:avLst/>
            </a:prstGeom>
            <a:gradFill>
              <a:gsLst>
                <a:gs pos="0">
                  <a:srgbClr val="05000E">
                    <a:alpha val="9652"/>
                  </a:srgbClr>
                </a:gs>
                <a:gs pos="14286">
                  <a:srgbClr val="05000E">
                    <a:alpha val="8907"/>
                  </a:srgbClr>
                </a:gs>
                <a:gs pos="28571">
                  <a:srgbClr val="05000E">
                    <a:alpha val="6988"/>
                  </a:srgbClr>
                </a:gs>
                <a:gs pos="42857">
                  <a:srgbClr val="05000E">
                    <a:alpha val="4640"/>
                  </a:srgbClr>
                </a:gs>
                <a:gs pos="57143">
                  <a:srgbClr val="05000E">
                    <a:alpha val="2598"/>
                  </a:srgbClr>
                </a:gs>
                <a:gs pos="71429">
                  <a:srgbClr val="05000E">
                    <a:alpha val="1225"/>
                  </a:srgbClr>
                </a:gs>
                <a:gs pos="85714">
                  <a:srgbClr val="05000E">
                    <a:alpha val="486"/>
                  </a:srgbClr>
                </a:gs>
                <a:gs pos="100000">
                  <a:srgbClr val="05000E">
                    <a:alpha val="1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1" name="Splat 1091"/>
            <p:cNvSpPr>
              <a:spLocks noGrp="1"/>
            </p:cNvSpPr>
            <p:nvPr/>
          </p:nvSpPr>
          <p:spPr>
            <a:xfrm rot="9441395">
              <a:off x="366998" y="2545631"/>
              <a:ext cx="342638" cy="118905"/>
            </a:xfrm>
            <a:prstGeom prst="ellipse">
              <a:avLst/>
            </a:prstGeom>
            <a:gradFill>
              <a:gsLst>
                <a:gs pos="0">
                  <a:srgbClr val="777A79">
                    <a:alpha val="6071"/>
                  </a:srgbClr>
                </a:gs>
                <a:gs pos="14286">
                  <a:srgbClr val="777A79">
                    <a:alpha val="5594"/>
                  </a:srgbClr>
                </a:gs>
                <a:gs pos="28571">
                  <a:srgbClr val="777A79">
                    <a:alpha val="4371"/>
                  </a:srgbClr>
                </a:gs>
                <a:gs pos="42857">
                  <a:srgbClr val="777A79">
                    <a:alpha val="2889"/>
                  </a:srgbClr>
                </a:gs>
                <a:gs pos="57143">
                  <a:srgbClr val="777A79">
                    <a:alpha val="1611"/>
                  </a:srgbClr>
                </a:gs>
                <a:gs pos="71429">
                  <a:srgbClr val="777A79">
                    <a:alpha val="758"/>
                  </a:srgbClr>
                </a:gs>
                <a:gs pos="85714">
                  <a:srgbClr val="777A79">
                    <a:alpha val="300"/>
                  </a:srgbClr>
                </a:gs>
                <a:gs pos="100000">
                  <a:srgbClr val="777A79">
                    <a:alpha val="1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2" name="Splat 1092"/>
            <p:cNvSpPr>
              <a:spLocks noGrp="1"/>
            </p:cNvSpPr>
            <p:nvPr/>
          </p:nvSpPr>
          <p:spPr>
            <a:xfrm rot="-10234412">
              <a:off x="-187851" y="1515860"/>
              <a:ext cx="389281" cy="123305"/>
            </a:xfrm>
            <a:prstGeom prst="ellipse">
              <a:avLst/>
            </a:prstGeom>
            <a:gradFill>
              <a:gsLst>
                <a:gs pos="0">
                  <a:srgbClr val="8D8D8D">
                    <a:alpha val="2630"/>
                  </a:srgbClr>
                </a:gs>
                <a:gs pos="14286">
                  <a:srgbClr val="8D8D8D">
                    <a:alpha val="2420"/>
                  </a:srgbClr>
                </a:gs>
                <a:gs pos="28571">
                  <a:srgbClr val="8D8D8D">
                    <a:alpha val="1884"/>
                  </a:srgbClr>
                </a:gs>
                <a:gs pos="42857">
                  <a:srgbClr val="8D8D8D">
                    <a:alpha val="1240"/>
                  </a:srgbClr>
                </a:gs>
                <a:gs pos="57143">
                  <a:srgbClr val="8D8D8D">
                    <a:alpha val="689"/>
                  </a:srgbClr>
                </a:gs>
                <a:gs pos="71429">
                  <a:srgbClr val="8D8D8D">
                    <a:alpha val="323"/>
                  </a:srgbClr>
                </a:gs>
                <a:gs pos="85714">
                  <a:srgbClr val="8D8D8D">
                    <a:alpha val="128"/>
                  </a:srgbClr>
                </a:gs>
                <a:gs pos="100000">
                  <a:srgbClr val="8D8D8D">
                    <a:alpha val="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3" name="Splat 1093"/>
            <p:cNvSpPr>
              <a:spLocks noGrp="1"/>
            </p:cNvSpPr>
            <p:nvPr/>
          </p:nvSpPr>
          <p:spPr>
            <a:xfrm rot="4486778">
              <a:off x="2777463" y="1469014"/>
              <a:ext cx="470207" cy="216884"/>
            </a:xfrm>
            <a:prstGeom prst="ellipse">
              <a:avLst/>
            </a:prstGeom>
            <a:gradFill>
              <a:gsLst>
                <a:gs pos="0">
                  <a:srgbClr val="131213">
                    <a:alpha val="6642"/>
                  </a:srgbClr>
                </a:gs>
                <a:gs pos="14286">
                  <a:srgbClr val="131213">
                    <a:alpha val="6121"/>
                  </a:srgbClr>
                </a:gs>
                <a:gs pos="28571">
                  <a:srgbClr val="131213">
                    <a:alpha val="4786"/>
                  </a:srgbClr>
                </a:gs>
                <a:gs pos="42857">
                  <a:srgbClr val="131213">
                    <a:alpha val="3166"/>
                  </a:srgbClr>
                </a:gs>
                <a:gs pos="57143">
                  <a:srgbClr val="131213">
                    <a:alpha val="1767"/>
                  </a:srgbClr>
                </a:gs>
                <a:gs pos="71429">
                  <a:srgbClr val="131213">
                    <a:alpha val="831"/>
                  </a:srgbClr>
                </a:gs>
                <a:gs pos="85714">
                  <a:srgbClr val="131213">
                    <a:alpha val="329"/>
                  </a:srgbClr>
                </a:gs>
                <a:gs pos="100000">
                  <a:srgbClr val="131213">
                    <a:alpha val="1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4" name="Splat 1094"/>
            <p:cNvSpPr>
              <a:spLocks noGrp="1"/>
            </p:cNvSpPr>
            <p:nvPr/>
          </p:nvSpPr>
          <p:spPr>
            <a:xfrm rot="3057313">
              <a:off x="-236617" y="3242675"/>
              <a:ext cx="519074" cy="139289"/>
            </a:xfrm>
            <a:prstGeom prst="ellipse">
              <a:avLst/>
            </a:prstGeom>
            <a:gradFill>
              <a:gsLst>
                <a:gs pos="0">
                  <a:srgbClr val="030004">
                    <a:alpha val="6856"/>
                  </a:srgbClr>
                </a:gs>
                <a:gs pos="14286">
                  <a:srgbClr val="030004">
                    <a:alpha val="6319"/>
                  </a:srgbClr>
                </a:gs>
                <a:gs pos="28571">
                  <a:srgbClr val="030004">
                    <a:alpha val="4942"/>
                  </a:srgbClr>
                </a:gs>
                <a:gs pos="42857">
                  <a:srgbClr val="030004">
                    <a:alpha val="3270"/>
                  </a:srgbClr>
                </a:gs>
                <a:gs pos="57143">
                  <a:srgbClr val="030004">
                    <a:alpha val="1825"/>
                  </a:srgbClr>
                </a:gs>
                <a:gs pos="71429">
                  <a:srgbClr val="030004">
                    <a:alpha val="859"/>
                  </a:srgbClr>
                </a:gs>
                <a:gs pos="85714">
                  <a:srgbClr val="030004">
                    <a:alpha val="340"/>
                  </a:srgbClr>
                </a:gs>
                <a:gs pos="100000">
                  <a:srgbClr val="030004">
                    <a:alpha val="1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5" name="Splat 1095"/>
            <p:cNvSpPr>
              <a:spLocks noGrp="1"/>
            </p:cNvSpPr>
            <p:nvPr/>
          </p:nvSpPr>
          <p:spPr>
            <a:xfrm rot="10477612">
              <a:off x="659925" y="1150794"/>
              <a:ext cx="460027" cy="333437"/>
            </a:xfrm>
            <a:prstGeom prst="ellipse">
              <a:avLst/>
            </a:prstGeom>
            <a:gradFill>
              <a:gsLst>
                <a:gs pos="0">
                  <a:srgbClr val="808080">
                    <a:alpha val="3721"/>
                  </a:srgbClr>
                </a:gs>
                <a:gs pos="14286">
                  <a:srgbClr val="808080">
                    <a:alpha val="3425"/>
                  </a:srgbClr>
                </a:gs>
                <a:gs pos="28571">
                  <a:srgbClr val="808080">
                    <a:alpha val="2670"/>
                  </a:srgbClr>
                </a:gs>
                <a:gs pos="42857">
                  <a:srgbClr val="808080">
                    <a:alpha val="1759"/>
                  </a:srgbClr>
                </a:gs>
                <a:gs pos="57143">
                  <a:srgbClr val="808080">
                    <a:alpha val="979"/>
                  </a:srgbClr>
                </a:gs>
                <a:gs pos="71429">
                  <a:srgbClr val="808080">
                    <a:alpha val="459"/>
                  </a:srgbClr>
                </a:gs>
                <a:gs pos="85714">
                  <a:srgbClr val="808080">
                    <a:alpha val="182"/>
                  </a:srgbClr>
                </a:gs>
                <a:gs pos="100000">
                  <a:srgbClr val="808080">
                    <a:alpha val="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6" name="Splat 1096"/>
            <p:cNvSpPr>
              <a:spLocks noGrp="1"/>
            </p:cNvSpPr>
            <p:nvPr/>
          </p:nvSpPr>
          <p:spPr>
            <a:xfrm rot="-9399854">
              <a:off x="1165863" y="1135361"/>
              <a:ext cx="689824" cy="134731"/>
            </a:xfrm>
            <a:prstGeom prst="ellipse">
              <a:avLst/>
            </a:prstGeom>
            <a:gradFill>
              <a:gsLst>
                <a:gs pos="0">
                  <a:srgbClr val="070B09">
                    <a:alpha val="32968"/>
                  </a:srgbClr>
                </a:gs>
                <a:gs pos="14286">
                  <a:srgbClr val="070B09">
                    <a:alpha val="30764"/>
                  </a:srgbClr>
                </a:gs>
                <a:gs pos="28571">
                  <a:srgbClr val="070B09">
                    <a:alpha val="24833"/>
                  </a:srgbClr>
                </a:gs>
                <a:gs pos="42857">
                  <a:srgbClr val="070B09">
                    <a:alpha val="17075"/>
                  </a:srgbClr>
                </a:gs>
                <a:gs pos="57143">
                  <a:srgbClr val="070B09">
                    <a:alpha val="9855"/>
                  </a:srgbClr>
                </a:gs>
                <a:gs pos="71429">
                  <a:srgbClr val="070B09">
                    <a:alpha val="4740"/>
                  </a:srgbClr>
                </a:gs>
                <a:gs pos="85714">
                  <a:srgbClr val="070B09">
                    <a:alpha val="1902"/>
                  </a:srgbClr>
                </a:gs>
                <a:gs pos="100000">
                  <a:srgbClr val="070B0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7" name="Splat 1097"/>
            <p:cNvSpPr>
              <a:spLocks noGrp="1"/>
            </p:cNvSpPr>
            <p:nvPr/>
          </p:nvSpPr>
          <p:spPr>
            <a:xfrm rot="-9187760">
              <a:off x="2231157" y="2990378"/>
              <a:ext cx="183455" cy="126891"/>
            </a:xfrm>
            <a:prstGeom prst="ellipse">
              <a:avLst/>
            </a:prstGeom>
            <a:gradFill>
              <a:gsLst>
                <a:gs pos="0">
                  <a:srgbClr val="00040A">
                    <a:alpha val="8508"/>
                  </a:srgbClr>
                </a:gs>
                <a:gs pos="14286">
                  <a:srgbClr val="00040A">
                    <a:alpha val="7847"/>
                  </a:srgbClr>
                </a:gs>
                <a:gs pos="28571">
                  <a:srgbClr val="00040A">
                    <a:alpha val="6148"/>
                  </a:srgbClr>
                </a:gs>
                <a:gs pos="42857">
                  <a:srgbClr val="00040A">
                    <a:alpha val="4077"/>
                  </a:srgbClr>
                </a:gs>
                <a:gs pos="57143">
                  <a:srgbClr val="00040A">
                    <a:alpha val="2280"/>
                  </a:srgbClr>
                </a:gs>
                <a:gs pos="71429">
                  <a:srgbClr val="00040A">
                    <a:alpha val="1074"/>
                  </a:srgbClr>
                </a:gs>
                <a:gs pos="85714">
                  <a:srgbClr val="00040A">
                    <a:alpha val="426"/>
                  </a:srgbClr>
                </a:gs>
                <a:gs pos="100000">
                  <a:srgbClr val="00040A">
                    <a:alpha val="1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8" name="Splat 1098"/>
            <p:cNvSpPr>
              <a:spLocks noGrp="1"/>
            </p:cNvSpPr>
            <p:nvPr/>
          </p:nvSpPr>
          <p:spPr>
            <a:xfrm rot="5046246">
              <a:off x="967340" y="2963589"/>
              <a:ext cx="172649" cy="80784"/>
            </a:xfrm>
            <a:prstGeom prst="ellipse">
              <a:avLst/>
            </a:prstGeom>
            <a:gradFill>
              <a:gsLst>
                <a:gs pos="0">
                  <a:srgbClr val="020604">
                    <a:alpha val="13384"/>
                  </a:srgbClr>
                </a:gs>
                <a:gs pos="14286">
                  <a:srgbClr val="020604">
                    <a:alpha val="12372"/>
                  </a:srgbClr>
                </a:gs>
                <a:gs pos="28571">
                  <a:srgbClr val="020604">
                    <a:alpha val="9746"/>
                  </a:srgbClr>
                </a:gs>
                <a:gs pos="42857">
                  <a:srgbClr val="020604">
                    <a:alpha val="6505"/>
                  </a:srgbClr>
                </a:gs>
                <a:gs pos="57143">
                  <a:srgbClr val="020604">
                    <a:alpha val="3658"/>
                  </a:srgbClr>
                </a:gs>
                <a:gs pos="71429">
                  <a:srgbClr val="020604">
                    <a:alpha val="1729"/>
                  </a:srgbClr>
                </a:gs>
                <a:gs pos="85714">
                  <a:srgbClr val="020604">
                    <a:alpha val="687"/>
                  </a:srgbClr>
                </a:gs>
                <a:gs pos="100000">
                  <a:srgbClr val="020604">
                    <a:alpha val="2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9" name="Splat 1099"/>
            <p:cNvSpPr>
              <a:spLocks noGrp="1"/>
            </p:cNvSpPr>
            <p:nvPr/>
          </p:nvSpPr>
          <p:spPr>
            <a:xfrm rot="-8198647">
              <a:off x="1767087" y="85176"/>
              <a:ext cx="370199" cy="93512"/>
            </a:xfrm>
            <a:prstGeom prst="ellipse">
              <a:avLst/>
            </a:prstGeom>
            <a:gradFill>
              <a:gsLst>
                <a:gs pos="0">
                  <a:srgbClr val="4D494A">
                    <a:alpha val="23452"/>
                  </a:srgbClr>
                </a:gs>
                <a:gs pos="14286">
                  <a:srgbClr val="4D494A">
                    <a:alpha val="21779"/>
                  </a:srgbClr>
                </a:gs>
                <a:gs pos="28571">
                  <a:srgbClr val="4D494A">
                    <a:alpha val="17363"/>
                  </a:srgbClr>
                </a:gs>
                <a:gs pos="42857">
                  <a:srgbClr val="4D494A">
                    <a:alpha val="11759"/>
                  </a:srgbClr>
                </a:gs>
                <a:gs pos="57143">
                  <a:srgbClr val="4D494A">
                    <a:alpha val="6697"/>
                  </a:srgbClr>
                </a:gs>
                <a:gs pos="71429">
                  <a:srgbClr val="4D494A">
                    <a:alpha val="3193"/>
                  </a:srgbClr>
                </a:gs>
                <a:gs pos="85714">
                  <a:srgbClr val="4D494A">
                    <a:alpha val="1275"/>
                  </a:srgbClr>
                </a:gs>
                <a:gs pos="100000">
                  <a:srgbClr val="4D494A">
                    <a:alpha val="4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0" name="Splat 1100"/>
            <p:cNvSpPr>
              <a:spLocks noGrp="1"/>
            </p:cNvSpPr>
            <p:nvPr/>
          </p:nvSpPr>
          <p:spPr>
            <a:xfrm rot="7176240">
              <a:off x="1382757" y="1295094"/>
              <a:ext cx="497691" cy="309347"/>
            </a:xfrm>
            <a:prstGeom prst="ellipse">
              <a:avLst/>
            </a:prstGeom>
            <a:gradFill>
              <a:gsLst>
                <a:gs pos="0">
                  <a:srgbClr val="000004">
                    <a:alpha val="12762"/>
                  </a:srgbClr>
                </a:gs>
                <a:gs pos="14286">
                  <a:srgbClr val="000004">
                    <a:alpha val="11793"/>
                  </a:srgbClr>
                </a:gs>
                <a:gs pos="28571">
                  <a:srgbClr val="000004">
                    <a:alpha val="9284"/>
                  </a:srgbClr>
                </a:gs>
                <a:gs pos="42857">
                  <a:srgbClr val="000004">
                    <a:alpha val="6191"/>
                  </a:srgbClr>
                </a:gs>
                <a:gs pos="57143">
                  <a:srgbClr val="000004">
                    <a:alpha val="3479"/>
                  </a:srgbClr>
                </a:gs>
                <a:gs pos="71429">
                  <a:srgbClr val="000004">
                    <a:alpha val="1644"/>
                  </a:srgbClr>
                </a:gs>
                <a:gs pos="85714">
                  <a:srgbClr val="000004">
                    <a:alpha val="653"/>
                  </a:srgbClr>
                </a:gs>
                <a:gs pos="100000">
                  <a:srgbClr val="000004">
                    <a:alpha val="2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1" name="Splat 1101"/>
            <p:cNvSpPr>
              <a:spLocks noGrp="1"/>
            </p:cNvSpPr>
            <p:nvPr/>
          </p:nvSpPr>
          <p:spPr>
            <a:xfrm rot="4708558">
              <a:off x="465471" y="259466"/>
              <a:ext cx="356531" cy="95784"/>
            </a:xfrm>
            <a:prstGeom prst="ellipse">
              <a:avLst/>
            </a:prstGeom>
            <a:gradFill>
              <a:gsLst>
                <a:gs pos="0">
                  <a:srgbClr val="7D7A7A">
                    <a:alpha val="1754"/>
                  </a:srgbClr>
                </a:gs>
                <a:gs pos="14286">
                  <a:srgbClr val="7D7A7A">
                    <a:alpha val="1613"/>
                  </a:srgbClr>
                </a:gs>
                <a:gs pos="28571">
                  <a:srgbClr val="7D7A7A">
                    <a:alpha val="1255"/>
                  </a:srgbClr>
                </a:gs>
                <a:gs pos="42857">
                  <a:srgbClr val="7D7A7A">
                    <a:alpha val="825"/>
                  </a:srgbClr>
                </a:gs>
                <a:gs pos="57143">
                  <a:srgbClr val="7D7A7A">
                    <a:alpha val="458"/>
                  </a:srgbClr>
                </a:gs>
                <a:gs pos="71429">
                  <a:srgbClr val="7D7A7A">
                    <a:alpha val="215"/>
                  </a:srgbClr>
                </a:gs>
                <a:gs pos="85714">
                  <a:srgbClr val="7D7A7A">
                    <a:alpha val="85"/>
                  </a:srgbClr>
                </a:gs>
                <a:gs pos="100000">
                  <a:srgbClr val="7D7A7A">
                    <a:alpha val="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2" name="Splat 1102"/>
            <p:cNvSpPr>
              <a:spLocks noGrp="1"/>
            </p:cNvSpPr>
            <p:nvPr/>
          </p:nvSpPr>
          <p:spPr>
            <a:xfrm rot="-9484077">
              <a:off x="-8060" y="2135002"/>
              <a:ext cx="378788" cy="94693"/>
            </a:xfrm>
            <a:prstGeom prst="ellipse">
              <a:avLst/>
            </a:prstGeom>
            <a:gradFill>
              <a:gsLst>
                <a:gs pos="0">
                  <a:srgbClr val="60605F">
                    <a:alpha val="12850"/>
                  </a:srgbClr>
                </a:gs>
                <a:gs pos="14286">
                  <a:srgbClr val="60605F">
                    <a:alpha val="11875"/>
                  </a:srgbClr>
                </a:gs>
                <a:gs pos="28571">
                  <a:srgbClr val="60605F">
                    <a:alpha val="9349"/>
                  </a:srgbClr>
                </a:gs>
                <a:gs pos="42857">
                  <a:srgbClr val="60605F">
                    <a:alpha val="6235"/>
                  </a:srgbClr>
                </a:gs>
                <a:gs pos="57143">
                  <a:srgbClr val="60605F">
                    <a:alpha val="3504"/>
                  </a:srgbClr>
                </a:gs>
                <a:gs pos="71429">
                  <a:srgbClr val="60605F">
                    <a:alpha val="1656"/>
                  </a:srgbClr>
                </a:gs>
                <a:gs pos="85714">
                  <a:srgbClr val="60605F">
                    <a:alpha val="658"/>
                  </a:srgbClr>
                </a:gs>
                <a:gs pos="100000">
                  <a:srgbClr val="60605F">
                    <a:alpha val="2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3" name="Splat 1103"/>
            <p:cNvSpPr>
              <a:spLocks noGrp="1"/>
            </p:cNvSpPr>
            <p:nvPr/>
          </p:nvSpPr>
          <p:spPr>
            <a:xfrm rot="3999373">
              <a:off x="-100317" y="1205982"/>
              <a:ext cx="553018" cy="109103"/>
            </a:xfrm>
            <a:prstGeom prst="ellipse">
              <a:avLst/>
            </a:prstGeom>
            <a:gradFill>
              <a:gsLst>
                <a:gs pos="0">
                  <a:srgbClr val="828483">
                    <a:alpha val="3078"/>
                  </a:srgbClr>
                </a:gs>
                <a:gs pos="14286">
                  <a:srgbClr val="828483">
                    <a:alpha val="2833"/>
                  </a:srgbClr>
                </a:gs>
                <a:gs pos="28571">
                  <a:srgbClr val="828483">
                    <a:alpha val="2207"/>
                  </a:srgbClr>
                </a:gs>
                <a:gs pos="42857">
                  <a:srgbClr val="828483">
                    <a:alpha val="1453"/>
                  </a:srgbClr>
                </a:gs>
                <a:gs pos="57143">
                  <a:srgbClr val="828483">
                    <a:alpha val="808"/>
                  </a:srgbClr>
                </a:gs>
                <a:gs pos="71429">
                  <a:srgbClr val="828483">
                    <a:alpha val="379"/>
                  </a:srgbClr>
                </a:gs>
                <a:gs pos="85714">
                  <a:srgbClr val="828483">
                    <a:alpha val="150"/>
                  </a:srgbClr>
                </a:gs>
                <a:gs pos="100000">
                  <a:srgbClr val="828483">
                    <a:alpha val="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4" name="Splat 1104"/>
            <p:cNvSpPr>
              <a:spLocks noGrp="1"/>
            </p:cNvSpPr>
            <p:nvPr/>
          </p:nvSpPr>
          <p:spPr>
            <a:xfrm rot="3008010">
              <a:off x="1430442" y="2649902"/>
              <a:ext cx="416819" cy="132647"/>
            </a:xfrm>
            <a:prstGeom prst="ellipse">
              <a:avLst/>
            </a:prstGeom>
            <a:gradFill>
              <a:gsLst>
                <a:gs pos="0">
                  <a:srgbClr val="03050A">
                    <a:alpha val="13725"/>
                  </a:srgbClr>
                </a:gs>
                <a:gs pos="14286">
                  <a:srgbClr val="03050A">
                    <a:alpha val="12688"/>
                  </a:srgbClr>
                </a:gs>
                <a:gs pos="28571">
                  <a:srgbClr val="03050A">
                    <a:alpha val="9999"/>
                  </a:srgbClr>
                </a:gs>
                <a:gs pos="42857">
                  <a:srgbClr val="03050A">
                    <a:alpha val="6677"/>
                  </a:srgbClr>
                </a:gs>
                <a:gs pos="57143">
                  <a:srgbClr val="03050A">
                    <a:alpha val="3757"/>
                  </a:srgbClr>
                </a:gs>
                <a:gs pos="71429">
                  <a:srgbClr val="03050A">
                    <a:alpha val="1776"/>
                  </a:srgbClr>
                </a:gs>
                <a:gs pos="85714">
                  <a:srgbClr val="03050A">
                    <a:alpha val="706"/>
                  </a:srgbClr>
                </a:gs>
                <a:gs pos="100000">
                  <a:srgbClr val="03050A">
                    <a:alpha val="2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5" name="Splat 1105"/>
            <p:cNvSpPr>
              <a:spLocks noGrp="1"/>
            </p:cNvSpPr>
            <p:nvPr/>
          </p:nvSpPr>
          <p:spPr>
            <a:xfrm rot="-9222524">
              <a:off x="2536255" y="3258835"/>
              <a:ext cx="469113" cy="369183"/>
            </a:xfrm>
            <a:prstGeom prst="ellipse">
              <a:avLst/>
            </a:prstGeom>
            <a:gradFill>
              <a:gsLst>
                <a:gs pos="0">
                  <a:srgbClr val="030A04">
                    <a:alpha val="29278"/>
                  </a:srgbClr>
                </a:gs>
                <a:gs pos="14286">
                  <a:srgbClr val="030A04">
                    <a:alpha val="27269"/>
                  </a:srgbClr>
                </a:gs>
                <a:gs pos="28571">
                  <a:srgbClr val="030A04">
                    <a:alpha val="21903"/>
                  </a:srgbClr>
                </a:gs>
                <a:gs pos="42857">
                  <a:srgbClr val="030A04">
                    <a:alpha val="14969"/>
                  </a:srgbClr>
                </a:gs>
                <a:gs pos="57143">
                  <a:srgbClr val="030A04">
                    <a:alpha val="8593"/>
                  </a:srgbClr>
                </a:gs>
                <a:gs pos="71429">
                  <a:srgbClr val="030A04">
                    <a:alpha val="4119"/>
                  </a:srgbClr>
                </a:gs>
                <a:gs pos="85714">
                  <a:srgbClr val="030A04">
                    <a:alpha val="1649"/>
                  </a:srgbClr>
                </a:gs>
                <a:gs pos="100000">
                  <a:srgbClr val="030A04">
                    <a:alpha val="5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6" name="Splat 1106"/>
            <p:cNvSpPr>
              <a:spLocks noGrp="1"/>
            </p:cNvSpPr>
            <p:nvPr/>
          </p:nvSpPr>
          <p:spPr>
            <a:xfrm rot="6238828">
              <a:off x="45978" y="148484"/>
              <a:ext cx="251561" cy="136376"/>
            </a:xfrm>
            <a:prstGeom prst="ellipse">
              <a:avLst/>
            </a:prstGeom>
            <a:gradFill>
              <a:gsLst>
                <a:gs pos="0">
                  <a:srgbClr val="919190">
                    <a:alpha val="4892"/>
                  </a:srgbClr>
                </a:gs>
                <a:gs pos="14286">
                  <a:srgbClr val="919190">
                    <a:alpha val="4505"/>
                  </a:srgbClr>
                </a:gs>
                <a:gs pos="28571">
                  <a:srgbClr val="919190">
                    <a:alpha val="3516"/>
                  </a:srgbClr>
                </a:gs>
                <a:gs pos="42857">
                  <a:srgbClr val="919190">
                    <a:alpha val="2321"/>
                  </a:srgbClr>
                </a:gs>
                <a:gs pos="57143">
                  <a:srgbClr val="919190">
                    <a:alpha val="1293"/>
                  </a:srgbClr>
                </a:gs>
                <a:gs pos="71429">
                  <a:srgbClr val="919190">
                    <a:alpha val="607"/>
                  </a:srgbClr>
                </a:gs>
                <a:gs pos="85714">
                  <a:srgbClr val="919190">
                    <a:alpha val="241"/>
                  </a:srgbClr>
                </a:gs>
                <a:gs pos="100000">
                  <a:srgbClr val="919190">
                    <a:alpha val="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7" name="Splat 1107"/>
            <p:cNvSpPr>
              <a:spLocks noGrp="1"/>
            </p:cNvSpPr>
            <p:nvPr/>
          </p:nvSpPr>
          <p:spPr>
            <a:xfrm rot="2737685">
              <a:off x="2873589" y="2483122"/>
              <a:ext cx="231041" cy="125670"/>
            </a:xfrm>
            <a:prstGeom prst="ellipse">
              <a:avLst/>
            </a:prstGeom>
            <a:gradFill>
              <a:gsLst>
                <a:gs pos="0">
                  <a:srgbClr val="000004">
                    <a:alpha val="18241"/>
                  </a:srgbClr>
                </a:gs>
                <a:gs pos="14286">
                  <a:srgbClr val="000004">
                    <a:alpha val="16899"/>
                  </a:srgbClr>
                </a:gs>
                <a:gs pos="28571">
                  <a:srgbClr val="000004">
                    <a:alpha val="13388"/>
                  </a:srgbClr>
                </a:gs>
                <a:gs pos="42857">
                  <a:srgbClr val="000004">
                    <a:alpha val="8997"/>
                  </a:srgbClr>
                </a:gs>
                <a:gs pos="57143">
                  <a:srgbClr val="000004">
                    <a:alpha val="5090"/>
                  </a:srgbClr>
                </a:gs>
                <a:gs pos="71429">
                  <a:srgbClr val="000004">
                    <a:alpha val="2416"/>
                  </a:srgbClr>
                </a:gs>
                <a:gs pos="85714">
                  <a:srgbClr val="000004">
                    <a:alpha val="962"/>
                  </a:srgbClr>
                </a:gs>
                <a:gs pos="100000">
                  <a:srgbClr val="000004">
                    <a:alpha val="3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8" name="Splat 1108"/>
            <p:cNvSpPr>
              <a:spLocks noGrp="1"/>
            </p:cNvSpPr>
            <p:nvPr/>
          </p:nvSpPr>
          <p:spPr>
            <a:xfrm rot="7789852">
              <a:off x="599344" y="2420821"/>
              <a:ext cx="602307" cy="80143"/>
            </a:xfrm>
            <a:prstGeom prst="ellipse">
              <a:avLst/>
            </a:prstGeom>
            <a:gradFill>
              <a:gsLst>
                <a:gs pos="0">
                  <a:srgbClr val="0D0007">
                    <a:alpha val="3879"/>
                  </a:srgbClr>
                </a:gs>
                <a:gs pos="14286">
                  <a:srgbClr val="0D0007">
                    <a:alpha val="3571"/>
                  </a:srgbClr>
                </a:gs>
                <a:gs pos="28571">
                  <a:srgbClr val="0D0007">
                    <a:alpha val="2784"/>
                  </a:srgbClr>
                </a:gs>
                <a:gs pos="42857">
                  <a:srgbClr val="0D0007">
                    <a:alpha val="1835"/>
                  </a:srgbClr>
                </a:gs>
                <a:gs pos="57143">
                  <a:srgbClr val="0D0007">
                    <a:alpha val="1021"/>
                  </a:srgbClr>
                </a:gs>
                <a:gs pos="71429">
                  <a:srgbClr val="0D0007">
                    <a:alpha val="479"/>
                  </a:srgbClr>
                </a:gs>
                <a:gs pos="85714">
                  <a:srgbClr val="0D0007">
                    <a:alpha val="190"/>
                  </a:srgbClr>
                </a:gs>
                <a:gs pos="100000">
                  <a:srgbClr val="0D0007">
                    <a:alpha val="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9" name="Splat 1109"/>
            <p:cNvSpPr>
              <a:spLocks noGrp="1"/>
            </p:cNvSpPr>
            <p:nvPr/>
          </p:nvSpPr>
          <p:spPr>
            <a:xfrm rot="5940951">
              <a:off x="-60478" y="1368526"/>
              <a:ext cx="255547" cy="121006"/>
            </a:xfrm>
            <a:prstGeom prst="ellipse">
              <a:avLst/>
            </a:prstGeom>
            <a:gradFill>
              <a:gsLst>
                <a:gs pos="0">
                  <a:srgbClr val="040207">
                    <a:alpha val="14732"/>
                  </a:srgbClr>
                </a:gs>
                <a:gs pos="14286">
                  <a:srgbClr val="040207">
                    <a:alpha val="13626"/>
                  </a:srgbClr>
                </a:gs>
                <a:gs pos="28571">
                  <a:srgbClr val="040207">
                    <a:alpha val="10751"/>
                  </a:srgbClr>
                </a:gs>
                <a:gs pos="42857">
                  <a:srgbClr val="040207">
                    <a:alpha val="7189"/>
                  </a:srgbClr>
                </a:gs>
                <a:gs pos="57143">
                  <a:srgbClr val="040207">
                    <a:alpha val="4049"/>
                  </a:srgbClr>
                </a:gs>
                <a:gs pos="71429">
                  <a:srgbClr val="040207">
                    <a:alpha val="1916"/>
                  </a:srgbClr>
                </a:gs>
                <a:gs pos="85714">
                  <a:srgbClr val="040207">
                    <a:alpha val="762"/>
                  </a:srgbClr>
                </a:gs>
                <a:gs pos="100000">
                  <a:srgbClr val="040207">
                    <a:alpha val="2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0" name="Splat 1110"/>
            <p:cNvSpPr>
              <a:spLocks noGrp="1"/>
            </p:cNvSpPr>
            <p:nvPr/>
          </p:nvSpPr>
          <p:spPr>
            <a:xfrm rot="-9806672">
              <a:off x="864825" y="2059672"/>
              <a:ext cx="550130" cy="110917"/>
            </a:xfrm>
            <a:prstGeom prst="ellipse">
              <a:avLst/>
            </a:prstGeom>
            <a:gradFill>
              <a:gsLst>
                <a:gs pos="0">
                  <a:srgbClr val="787978">
                    <a:alpha val="11914"/>
                  </a:srgbClr>
                </a:gs>
                <a:gs pos="14286">
                  <a:srgbClr val="787978">
                    <a:alpha val="11005"/>
                  </a:srgbClr>
                </a:gs>
                <a:gs pos="28571">
                  <a:srgbClr val="787978">
                    <a:alpha val="8655"/>
                  </a:srgbClr>
                </a:gs>
                <a:gs pos="42857">
                  <a:srgbClr val="787978">
                    <a:alpha val="5765"/>
                  </a:srgbClr>
                </a:gs>
                <a:gs pos="57143">
                  <a:srgbClr val="787978">
                    <a:alpha val="3237"/>
                  </a:srgbClr>
                </a:gs>
                <a:gs pos="71429">
                  <a:srgbClr val="787978">
                    <a:alpha val="1528"/>
                  </a:srgbClr>
                </a:gs>
                <a:gs pos="85714">
                  <a:srgbClr val="787978">
                    <a:alpha val="607"/>
                  </a:srgbClr>
                </a:gs>
                <a:gs pos="100000">
                  <a:srgbClr val="787978">
                    <a:alpha val="2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1" name="Splat 1111"/>
            <p:cNvSpPr>
              <a:spLocks noGrp="1"/>
            </p:cNvSpPr>
            <p:nvPr/>
          </p:nvSpPr>
          <p:spPr>
            <a:xfrm rot="10156951">
              <a:off x="27569" y="345466"/>
              <a:ext cx="598874" cy="294038"/>
            </a:xfrm>
            <a:prstGeom prst="ellipse">
              <a:avLst/>
            </a:prstGeom>
            <a:gradFill>
              <a:gsLst>
                <a:gs pos="0">
                  <a:srgbClr val="666666">
                    <a:alpha val="21416"/>
                  </a:srgbClr>
                </a:gs>
                <a:gs pos="14286">
                  <a:srgbClr val="666666">
                    <a:alpha val="19869"/>
                  </a:srgbClr>
                </a:gs>
                <a:gs pos="28571">
                  <a:srgbClr val="666666">
                    <a:alpha val="15801"/>
                  </a:srgbClr>
                </a:gs>
                <a:gs pos="42857">
                  <a:srgbClr val="666666">
                    <a:alpha val="10668"/>
                  </a:srgbClr>
                </a:gs>
                <a:gs pos="57143">
                  <a:srgbClr val="666666">
                    <a:alpha val="6060"/>
                  </a:srgbClr>
                </a:gs>
                <a:gs pos="71429">
                  <a:srgbClr val="666666">
                    <a:alpha val="2884"/>
                  </a:srgbClr>
                </a:gs>
                <a:gs pos="85714">
                  <a:srgbClr val="666666">
                    <a:alpha val="1150"/>
                  </a:srgbClr>
                </a:gs>
                <a:gs pos="100000">
                  <a:srgbClr val="666666">
                    <a:alpha val="3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2" name="Splat 1112"/>
            <p:cNvSpPr>
              <a:spLocks noGrp="1"/>
            </p:cNvSpPr>
            <p:nvPr/>
          </p:nvSpPr>
          <p:spPr>
            <a:xfrm rot="-9109285">
              <a:off x="2914099" y="936845"/>
              <a:ext cx="182329" cy="111954"/>
            </a:xfrm>
            <a:prstGeom prst="ellipse">
              <a:avLst/>
            </a:prstGeom>
            <a:gradFill>
              <a:gsLst>
                <a:gs pos="0">
                  <a:srgbClr val="8B8C8A">
                    <a:alpha val="5285"/>
                  </a:srgbClr>
                </a:gs>
                <a:gs pos="14286">
                  <a:srgbClr val="8B8C8A">
                    <a:alpha val="4868"/>
                  </a:srgbClr>
                </a:gs>
                <a:gs pos="28571">
                  <a:srgbClr val="8B8C8A">
                    <a:alpha val="3801"/>
                  </a:srgbClr>
                </a:gs>
                <a:gs pos="42857">
                  <a:srgbClr val="8B8C8A">
                    <a:alpha val="2510"/>
                  </a:srgbClr>
                </a:gs>
                <a:gs pos="57143">
                  <a:srgbClr val="8B8C8A">
                    <a:alpha val="1399"/>
                  </a:srgbClr>
                </a:gs>
                <a:gs pos="71429">
                  <a:srgbClr val="8B8C8A">
                    <a:alpha val="657"/>
                  </a:srgbClr>
                </a:gs>
                <a:gs pos="85714">
                  <a:srgbClr val="8B8C8A">
                    <a:alpha val="260"/>
                  </a:srgbClr>
                </a:gs>
                <a:gs pos="100000">
                  <a:srgbClr val="8B8C8A">
                    <a:alpha val="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3" name="Splat 1113"/>
            <p:cNvSpPr>
              <a:spLocks noGrp="1"/>
            </p:cNvSpPr>
            <p:nvPr/>
          </p:nvSpPr>
          <p:spPr>
            <a:xfrm rot="-10506475">
              <a:off x="988269" y="2738086"/>
              <a:ext cx="480187" cy="128352"/>
            </a:xfrm>
            <a:prstGeom prst="ellipse">
              <a:avLst/>
            </a:prstGeom>
            <a:gradFill>
              <a:gsLst>
                <a:gs pos="0">
                  <a:srgbClr val="737474">
                    <a:alpha val="3289"/>
                  </a:srgbClr>
                </a:gs>
                <a:gs pos="14286">
                  <a:srgbClr val="737474">
                    <a:alpha val="3027"/>
                  </a:srgbClr>
                </a:gs>
                <a:gs pos="28571">
                  <a:srgbClr val="737474">
                    <a:alpha val="2359"/>
                  </a:srgbClr>
                </a:gs>
                <a:gs pos="42857">
                  <a:srgbClr val="737474">
                    <a:alpha val="1553"/>
                  </a:srgbClr>
                </a:gs>
                <a:gs pos="57143">
                  <a:srgbClr val="737474">
                    <a:alpha val="864"/>
                  </a:srgbClr>
                </a:gs>
                <a:gs pos="71429">
                  <a:srgbClr val="737474">
                    <a:alpha val="405"/>
                  </a:srgbClr>
                </a:gs>
                <a:gs pos="85714">
                  <a:srgbClr val="737474">
                    <a:alpha val="160"/>
                  </a:srgbClr>
                </a:gs>
                <a:gs pos="100000">
                  <a:srgbClr val="737474">
                    <a:alpha val="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4" name="Splat 1114"/>
            <p:cNvSpPr>
              <a:spLocks noGrp="1"/>
            </p:cNvSpPr>
            <p:nvPr/>
          </p:nvSpPr>
          <p:spPr>
            <a:xfrm rot="4725266">
              <a:off x="368345" y="1712974"/>
              <a:ext cx="574450" cy="112548"/>
            </a:xfrm>
            <a:prstGeom prst="ellipse">
              <a:avLst/>
            </a:prstGeom>
            <a:gradFill>
              <a:gsLst>
                <a:gs pos="0">
                  <a:srgbClr val="030201">
                    <a:alpha val="12015"/>
                  </a:srgbClr>
                </a:gs>
                <a:gs pos="14286">
                  <a:srgbClr val="030201">
                    <a:alpha val="11099"/>
                  </a:srgbClr>
                </a:gs>
                <a:gs pos="28571">
                  <a:srgbClr val="030201">
                    <a:alpha val="8730"/>
                  </a:srgbClr>
                </a:gs>
                <a:gs pos="42857">
                  <a:srgbClr val="030201">
                    <a:alpha val="5816"/>
                  </a:srgbClr>
                </a:gs>
                <a:gs pos="57143">
                  <a:srgbClr val="030201">
                    <a:alpha val="3265"/>
                  </a:srgbClr>
                </a:gs>
                <a:gs pos="71429">
                  <a:srgbClr val="030201">
                    <a:alpha val="1542"/>
                  </a:srgbClr>
                </a:gs>
                <a:gs pos="85714">
                  <a:srgbClr val="030201">
                    <a:alpha val="613"/>
                  </a:srgbClr>
                </a:gs>
                <a:gs pos="100000">
                  <a:srgbClr val="030201">
                    <a:alpha val="2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5" name="Splat 1115"/>
            <p:cNvSpPr>
              <a:spLocks noGrp="1"/>
            </p:cNvSpPr>
            <p:nvPr/>
          </p:nvSpPr>
          <p:spPr>
            <a:xfrm rot="9715643">
              <a:off x="1352696" y="3234985"/>
              <a:ext cx="621664" cy="204744"/>
            </a:xfrm>
            <a:prstGeom prst="ellipse">
              <a:avLst/>
            </a:prstGeom>
            <a:gradFill>
              <a:gsLst>
                <a:gs pos="0">
                  <a:srgbClr val="010601">
                    <a:alpha val="11737"/>
                  </a:srgbClr>
                </a:gs>
                <a:gs pos="14286">
                  <a:srgbClr val="010601">
                    <a:alpha val="10841"/>
                  </a:srgbClr>
                </a:gs>
                <a:gs pos="28571">
                  <a:srgbClr val="010601">
                    <a:alpha val="8524"/>
                  </a:srgbClr>
                </a:gs>
                <a:gs pos="42857">
                  <a:srgbClr val="010601">
                    <a:alpha val="5677"/>
                  </a:srgbClr>
                </a:gs>
                <a:gs pos="57143">
                  <a:srgbClr val="010601">
                    <a:alpha val="3186"/>
                  </a:srgbClr>
                </a:gs>
                <a:gs pos="71429">
                  <a:srgbClr val="010601">
                    <a:alpha val="1504"/>
                  </a:srgbClr>
                </a:gs>
                <a:gs pos="85714">
                  <a:srgbClr val="010601">
                    <a:alpha val="598"/>
                  </a:srgbClr>
                </a:gs>
                <a:gs pos="100000">
                  <a:srgbClr val="010601">
                    <a:alpha val="2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6" name="Splat 1116"/>
            <p:cNvSpPr>
              <a:spLocks noGrp="1"/>
            </p:cNvSpPr>
            <p:nvPr/>
          </p:nvSpPr>
          <p:spPr>
            <a:xfrm rot="-10439618">
              <a:off x="724403" y="2819035"/>
              <a:ext cx="436384" cy="110668"/>
            </a:xfrm>
            <a:prstGeom prst="ellipse">
              <a:avLst/>
            </a:prstGeom>
            <a:gradFill>
              <a:gsLst>
                <a:gs pos="0">
                  <a:srgbClr val="838283">
                    <a:alpha val="1952"/>
                  </a:srgbClr>
                </a:gs>
                <a:gs pos="14286">
                  <a:srgbClr val="838283">
                    <a:alpha val="1795"/>
                  </a:srgbClr>
                </a:gs>
                <a:gs pos="28571">
                  <a:srgbClr val="838283">
                    <a:alpha val="1397"/>
                  </a:srgbClr>
                </a:gs>
                <a:gs pos="42857">
                  <a:srgbClr val="838283">
                    <a:alpha val="918"/>
                  </a:srgbClr>
                </a:gs>
                <a:gs pos="57143">
                  <a:srgbClr val="838283">
                    <a:alpha val="510"/>
                  </a:srgbClr>
                </a:gs>
                <a:gs pos="71429">
                  <a:srgbClr val="838283">
                    <a:alpha val="239"/>
                  </a:srgbClr>
                </a:gs>
                <a:gs pos="85714">
                  <a:srgbClr val="838283">
                    <a:alpha val="95"/>
                  </a:srgbClr>
                </a:gs>
                <a:gs pos="100000">
                  <a:srgbClr val="838283">
                    <a:alpha val="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7" name="Splat 1117"/>
            <p:cNvSpPr>
              <a:spLocks noGrp="1"/>
            </p:cNvSpPr>
            <p:nvPr/>
          </p:nvSpPr>
          <p:spPr>
            <a:xfrm rot="-10218775">
              <a:off x="70595" y="1968663"/>
              <a:ext cx="469493" cy="346210"/>
            </a:xfrm>
            <a:prstGeom prst="ellipse">
              <a:avLst/>
            </a:prstGeom>
            <a:gradFill>
              <a:gsLst>
                <a:gs pos="0">
                  <a:srgbClr val="222525">
                    <a:alpha val="30973"/>
                  </a:srgbClr>
                </a:gs>
                <a:gs pos="14286">
                  <a:srgbClr val="222525">
                    <a:alpha val="28872"/>
                  </a:srgbClr>
                </a:gs>
                <a:gs pos="28571">
                  <a:srgbClr val="222525">
                    <a:alpha val="23243"/>
                  </a:srgbClr>
                </a:gs>
                <a:gs pos="42857">
                  <a:srgbClr val="222525">
                    <a:alpha val="15929"/>
                  </a:srgbClr>
                </a:gs>
                <a:gs pos="57143">
                  <a:srgbClr val="222525">
                    <a:alpha val="9166"/>
                  </a:srgbClr>
                </a:gs>
                <a:gs pos="71429">
                  <a:srgbClr val="222525">
                    <a:alpha val="4401"/>
                  </a:srgbClr>
                </a:gs>
                <a:gs pos="85714">
                  <a:srgbClr val="222525">
                    <a:alpha val="1764"/>
                  </a:srgbClr>
                </a:gs>
                <a:gs pos="100000">
                  <a:srgbClr val="222525">
                    <a:alpha val="5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8" name="Splat 1118"/>
            <p:cNvSpPr>
              <a:spLocks noGrp="1"/>
            </p:cNvSpPr>
            <p:nvPr/>
          </p:nvSpPr>
          <p:spPr>
            <a:xfrm rot="-10639587">
              <a:off x="1877351" y="3397474"/>
              <a:ext cx="148962" cy="126058"/>
            </a:xfrm>
            <a:prstGeom prst="ellipse">
              <a:avLst/>
            </a:prstGeom>
            <a:gradFill>
              <a:gsLst>
                <a:gs pos="0">
                  <a:srgbClr val="828383">
                    <a:alpha val="7205"/>
                  </a:srgbClr>
                </a:gs>
                <a:gs pos="14286">
                  <a:srgbClr val="828383">
                    <a:alpha val="6642"/>
                  </a:srgbClr>
                </a:gs>
                <a:gs pos="28571">
                  <a:srgbClr val="828383">
                    <a:alpha val="5196"/>
                  </a:srgbClr>
                </a:gs>
                <a:gs pos="42857">
                  <a:srgbClr val="828383">
                    <a:alpha val="3440"/>
                  </a:srgbClr>
                </a:gs>
                <a:gs pos="57143">
                  <a:srgbClr val="828383">
                    <a:alpha val="1921"/>
                  </a:srgbClr>
                </a:gs>
                <a:gs pos="71429">
                  <a:srgbClr val="828383">
                    <a:alpha val="904"/>
                  </a:srgbClr>
                </a:gs>
                <a:gs pos="85714">
                  <a:srgbClr val="828383">
                    <a:alpha val="358"/>
                  </a:srgbClr>
                </a:gs>
                <a:gs pos="100000">
                  <a:srgbClr val="828383">
                    <a:alpha val="1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9" name="Splat 1119"/>
            <p:cNvSpPr>
              <a:spLocks noGrp="1"/>
            </p:cNvSpPr>
            <p:nvPr/>
          </p:nvSpPr>
          <p:spPr>
            <a:xfrm rot="5049679">
              <a:off x="2557529" y="926111"/>
              <a:ext cx="533932" cy="278135"/>
            </a:xfrm>
            <a:prstGeom prst="ellipse">
              <a:avLst/>
            </a:prstGeom>
            <a:gradFill>
              <a:gsLst>
                <a:gs pos="0">
                  <a:srgbClr val="888788">
                    <a:alpha val="9981"/>
                  </a:srgbClr>
                </a:gs>
                <a:gs pos="14286">
                  <a:srgbClr val="888788">
                    <a:alpha val="9212"/>
                  </a:srgbClr>
                </a:gs>
                <a:gs pos="28571">
                  <a:srgbClr val="888788">
                    <a:alpha val="7229"/>
                  </a:srgbClr>
                </a:gs>
                <a:gs pos="42857">
                  <a:srgbClr val="888788">
                    <a:alpha val="4803"/>
                  </a:srgbClr>
                </a:gs>
                <a:gs pos="57143">
                  <a:srgbClr val="888788">
                    <a:alpha val="2690"/>
                  </a:srgbClr>
                </a:gs>
                <a:gs pos="71429">
                  <a:srgbClr val="888788">
                    <a:alpha val="1268"/>
                  </a:srgbClr>
                </a:gs>
                <a:gs pos="85714">
                  <a:srgbClr val="888788">
                    <a:alpha val="504"/>
                  </a:srgbClr>
                </a:gs>
                <a:gs pos="100000">
                  <a:srgbClr val="888788">
                    <a:alpha val="1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0" name="Splat 1120"/>
            <p:cNvSpPr>
              <a:spLocks noGrp="1"/>
            </p:cNvSpPr>
            <p:nvPr/>
          </p:nvSpPr>
          <p:spPr>
            <a:xfrm rot="4203420">
              <a:off x="156972" y="2429773"/>
              <a:ext cx="496519" cy="218471"/>
            </a:xfrm>
            <a:prstGeom prst="ellipse">
              <a:avLst/>
            </a:prstGeom>
            <a:gradFill>
              <a:gsLst>
                <a:gs pos="0">
                  <a:srgbClr val="818180">
                    <a:alpha val="6655"/>
                  </a:srgbClr>
                </a:gs>
                <a:gs pos="14286">
                  <a:srgbClr val="818180">
                    <a:alpha val="6134"/>
                  </a:srgbClr>
                </a:gs>
                <a:gs pos="28571">
                  <a:srgbClr val="818180">
                    <a:alpha val="4796"/>
                  </a:srgbClr>
                </a:gs>
                <a:gs pos="42857">
                  <a:srgbClr val="818180">
                    <a:alpha val="3172"/>
                  </a:srgbClr>
                </a:gs>
                <a:gs pos="57143">
                  <a:srgbClr val="818180">
                    <a:alpha val="1771"/>
                  </a:srgbClr>
                </a:gs>
                <a:gs pos="71429">
                  <a:srgbClr val="818180">
                    <a:alpha val="833"/>
                  </a:srgbClr>
                </a:gs>
                <a:gs pos="85714">
                  <a:srgbClr val="818180">
                    <a:alpha val="330"/>
                  </a:srgbClr>
                </a:gs>
                <a:gs pos="100000">
                  <a:srgbClr val="818180">
                    <a:alpha val="1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1" name="Splat 1121"/>
            <p:cNvSpPr>
              <a:spLocks noGrp="1"/>
            </p:cNvSpPr>
            <p:nvPr/>
          </p:nvSpPr>
          <p:spPr>
            <a:xfrm rot="6619541">
              <a:off x="1470" y="2343687"/>
              <a:ext cx="493905" cy="104459"/>
            </a:xfrm>
            <a:prstGeom prst="ellipse">
              <a:avLst/>
            </a:prstGeom>
            <a:gradFill>
              <a:gsLst>
                <a:gs pos="0">
                  <a:srgbClr val="636564">
                    <a:alpha val="11485"/>
                  </a:srgbClr>
                </a:gs>
                <a:gs pos="14286">
                  <a:srgbClr val="636564">
                    <a:alpha val="10607"/>
                  </a:srgbClr>
                </a:gs>
                <a:gs pos="28571">
                  <a:srgbClr val="636564">
                    <a:alpha val="8338"/>
                  </a:srgbClr>
                </a:gs>
                <a:gs pos="42857">
                  <a:srgbClr val="636564">
                    <a:alpha val="5551"/>
                  </a:srgbClr>
                </a:gs>
                <a:gs pos="57143">
                  <a:srgbClr val="636564">
                    <a:alpha val="3115"/>
                  </a:srgbClr>
                </a:gs>
                <a:gs pos="71429">
                  <a:srgbClr val="636564">
                    <a:alpha val="1470"/>
                  </a:srgbClr>
                </a:gs>
                <a:gs pos="85714">
                  <a:srgbClr val="636564">
                    <a:alpha val="584"/>
                  </a:srgbClr>
                </a:gs>
                <a:gs pos="100000">
                  <a:srgbClr val="636564">
                    <a:alpha val="1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2" name="Splat 1122"/>
            <p:cNvSpPr>
              <a:spLocks noGrp="1"/>
            </p:cNvSpPr>
            <p:nvPr/>
          </p:nvSpPr>
          <p:spPr>
            <a:xfrm rot="10493547">
              <a:off x="1762061" y="2836135"/>
              <a:ext cx="416488" cy="186009"/>
            </a:xfrm>
            <a:prstGeom prst="ellipse">
              <a:avLst/>
            </a:prstGeom>
            <a:gradFill>
              <a:gsLst>
                <a:gs pos="0">
                  <a:srgbClr val="757576">
                    <a:alpha val="2816"/>
                  </a:srgbClr>
                </a:gs>
                <a:gs pos="14286">
                  <a:srgbClr val="757576">
                    <a:alpha val="2591"/>
                  </a:srgbClr>
                </a:gs>
                <a:gs pos="28571">
                  <a:srgbClr val="757576">
                    <a:alpha val="2018"/>
                  </a:srgbClr>
                </a:gs>
                <a:gs pos="42857">
                  <a:srgbClr val="757576">
                    <a:alpha val="1328"/>
                  </a:srgbClr>
                </a:gs>
                <a:gs pos="57143">
                  <a:srgbClr val="757576">
                    <a:alpha val="738"/>
                  </a:srgbClr>
                </a:gs>
                <a:gs pos="71429">
                  <a:srgbClr val="757576">
                    <a:alpha val="346"/>
                  </a:srgbClr>
                </a:gs>
                <a:gs pos="85714">
                  <a:srgbClr val="757576">
                    <a:alpha val="137"/>
                  </a:srgbClr>
                </a:gs>
                <a:gs pos="100000">
                  <a:srgbClr val="757576">
                    <a:alpha val="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3" name="Splat 1123"/>
            <p:cNvSpPr>
              <a:spLocks noGrp="1"/>
            </p:cNvSpPr>
            <p:nvPr/>
          </p:nvSpPr>
          <p:spPr>
            <a:xfrm rot="8832857">
              <a:off x="2133861" y="1126233"/>
              <a:ext cx="525668" cy="124905"/>
            </a:xfrm>
            <a:prstGeom prst="ellipse">
              <a:avLst/>
            </a:prstGeom>
            <a:gradFill>
              <a:gsLst>
                <a:gs pos="0">
                  <a:srgbClr val="030006">
                    <a:alpha val="10606"/>
                  </a:srgbClr>
                </a:gs>
                <a:gs pos="14286">
                  <a:srgbClr val="030006">
                    <a:alpha val="9791"/>
                  </a:srgbClr>
                </a:gs>
                <a:gs pos="28571">
                  <a:srgbClr val="030006">
                    <a:alpha val="7689"/>
                  </a:srgbClr>
                </a:gs>
                <a:gs pos="42857">
                  <a:srgbClr val="030006">
                    <a:alpha val="5113"/>
                  </a:srgbClr>
                </a:gs>
                <a:gs pos="57143">
                  <a:srgbClr val="030006">
                    <a:alpha val="2866"/>
                  </a:srgbClr>
                </a:gs>
                <a:gs pos="71429">
                  <a:srgbClr val="030006">
                    <a:alpha val="1352"/>
                  </a:srgbClr>
                </a:gs>
                <a:gs pos="85714">
                  <a:srgbClr val="030006">
                    <a:alpha val="537"/>
                  </a:srgbClr>
                </a:gs>
                <a:gs pos="100000">
                  <a:srgbClr val="030006">
                    <a:alpha val="1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4" name="Splat 1124"/>
            <p:cNvSpPr>
              <a:spLocks noGrp="1"/>
            </p:cNvSpPr>
            <p:nvPr/>
          </p:nvSpPr>
          <p:spPr>
            <a:xfrm rot="9399999">
              <a:off x="159459" y="3512195"/>
              <a:ext cx="252041" cy="132471"/>
            </a:xfrm>
            <a:prstGeom prst="ellipse">
              <a:avLst/>
            </a:prstGeom>
            <a:gradFill>
              <a:gsLst>
                <a:gs pos="0">
                  <a:srgbClr val="020101">
                    <a:alpha val="14878"/>
                  </a:srgbClr>
                </a:gs>
                <a:gs pos="14286">
                  <a:srgbClr val="020101">
                    <a:alpha val="13761"/>
                  </a:srgbClr>
                </a:gs>
                <a:gs pos="28571">
                  <a:srgbClr val="020101">
                    <a:alpha val="10859"/>
                  </a:srgbClr>
                </a:gs>
                <a:gs pos="42857">
                  <a:srgbClr val="020101">
                    <a:alpha val="7263"/>
                  </a:srgbClr>
                </a:gs>
                <a:gs pos="57143">
                  <a:srgbClr val="020101">
                    <a:alpha val="4092"/>
                  </a:srgbClr>
                </a:gs>
                <a:gs pos="71429">
                  <a:srgbClr val="020101">
                    <a:alpha val="1937"/>
                  </a:srgbClr>
                </a:gs>
                <a:gs pos="85714">
                  <a:srgbClr val="020101">
                    <a:alpha val="770"/>
                  </a:srgbClr>
                </a:gs>
                <a:gs pos="100000">
                  <a:srgbClr val="020101">
                    <a:alpha val="2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5" name="Splat 1125"/>
            <p:cNvSpPr>
              <a:spLocks noGrp="1"/>
            </p:cNvSpPr>
            <p:nvPr/>
          </p:nvSpPr>
          <p:spPr>
            <a:xfrm rot="8198375">
              <a:off x="715980" y="2208929"/>
              <a:ext cx="582360" cy="111442"/>
            </a:xfrm>
            <a:prstGeom prst="ellipse">
              <a:avLst/>
            </a:prstGeom>
            <a:gradFill>
              <a:gsLst>
                <a:gs pos="0">
                  <a:srgbClr val="767576">
                    <a:alpha val="5779"/>
                  </a:srgbClr>
                </a:gs>
                <a:gs pos="14286">
                  <a:srgbClr val="767576">
                    <a:alpha val="5324"/>
                  </a:srgbClr>
                </a:gs>
                <a:gs pos="28571">
                  <a:srgbClr val="767576">
                    <a:alpha val="4159"/>
                  </a:srgbClr>
                </a:gs>
                <a:gs pos="42857">
                  <a:srgbClr val="767576">
                    <a:alpha val="2748"/>
                  </a:srgbClr>
                </a:gs>
                <a:gs pos="57143">
                  <a:srgbClr val="767576">
                    <a:alpha val="1532"/>
                  </a:srgbClr>
                </a:gs>
                <a:gs pos="71429">
                  <a:srgbClr val="767576">
                    <a:alpha val="720"/>
                  </a:srgbClr>
                </a:gs>
                <a:gs pos="85714">
                  <a:srgbClr val="767576">
                    <a:alpha val="285"/>
                  </a:srgbClr>
                </a:gs>
                <a:gs pos="100000">
                  <a:srgbClr val="767576">
                    <a:alpha val="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6" name="Splat 1126"/>
            <p:cNvSpPr>
              <a:spLocks noGrp="1"/>
            </p:cNvSpPr>
            <p:nvPr/>
          </p:nvSpPr>
          <p:spPr>
            <a:xfrm rot="9667460">
              <a:off x="1351517" y="1638486"/>
              <a:ext cx="338875" cy="131329"/>
            </a:xfrm>
            <a:prstGeom prst="ellipse">
              <a:avLst/>
            </a:prstGeom>
            <a:gradFill>
              <a:gsLst>
                <a:gs pos="0">
                  <a:srgbClr val="909291">
                    <a:alpha val="3073"/>
                  </a:srgbClr>
                </a:gs>
                <a:gs pos="14286">
                  <a:srgbClr val="909291">
                    <a:alpha val="2828"/>
                  </a:srgbClr>
                </a:gs>
                <a:gs pos="28571">
                  <a:srgbClr val="909291">
                    <a:alpha val="2203"/>
                  </a:srgbClr>
                </a:gs>
                <a:gs pos="42857">
                  <a:srgbClr val="909291">
                    <a:alpha val="1450"/>
                  </a:srgbClr>
                </a:gs>
                <a:gs pos="57143">
                  <a:srgbClr val="909291">
                    <a:alpha val="806"/>
                  </a:srgbClr>
                </a:gs>
                <a:gs pos="71429">
                  <a:srgbClr val="909291">
                    <a:alpha val="378"/>
                  </a:srgbClr>
                </a:gs>
                <a:gs pos="85714">
                  <a:srgbClr val="909291">
                    <a:alpha val="150"/>
                  </a:srgbClr>
                </a:gs>
                <a:gs pos="100000">
                  <a:srgbClr val="909291">
                    <a:alpha val="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7" name="Splat 1127"/>
            <p:cNvSpPr>
              <a:spLocks noGrp="1"/>
            </p:cNvSpPr>
            <p:nvPr/>
          </p:nvSpPr>
          <p:spPr>
            <a:xfrm rot="-9529401">
              <a:off x="804408" y="3454146"/>
              <a:ext cx="584580" cy="218878"/>
            </a:xfrm>
            <a:prstGeom prst="ellipse">
              <a:avLst/>
            </a:prstGeom>
            <a:gradFill>
              <a:gsLst>
                <a:gs pos="0">
                  <a:srgbClr val="878787">
                    <a:alpha val="3228"/>
                  </a:srgbClr>
                </a:gs>
                <a:gs pos="14286">
                  <a:srgbClr val="878787">
                    <a:alpha val="2971"/>
                  </a:srgbClr>
                </a:gs>
                <a:gs pos="28571">
                  <a:srgbClr val="878787">
                    <a:alpha val="2314"/>
                  </a:srgbClr>
                </a:gs>
                <a:gs pos="42857">
                  <a:srgbClr val="878787">
                    <a:alpha val="1524"/>
                  </a:srgbClr>
                </a:gs>
                <a:gs pos="57143">
                  <a:srgbClr val="878787">
                    <a:alpha val="847"/>
                  </a:srgbClr>
                </a:gs>
                <a:gs pos="71429">
                  <a:srgbClr val="878787">
                    <a:alpha val="398"/>
                  </a:srgbClr>
                </a:gs>
                <a:gs pos="85714">
                  <a:srgbClr val="878787">
                    <a:alpha val="157"/>
                  </a:srgbClr>
                </a:gs>
                <a:gs pos="100000">
                  <a:srgbClr val="878787">
                    <a:alpha val="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8" name="Splat 1128"/>
            <p:cNvSpPr>
              <a:spLocks noGrp="1"/>
            </p:cNvSpPr>
            <p:nvPr/>
          </p:nvSpPr>
          <p:spPr>
            <a:xfrm rot="-10726006">
              <a:off x="1097196" y="2473656"/>
              <a:ext cx="293823" cy="125030"/>
            </a:xfrm>
            <a:prstGeom prst="ellipse">
              <a:avLst/>
            </a:prstGeom>
            <a:gradFill>
              <a:gsLst>
                <a:gs pos="0">
                  <a:srgbClr val="000303">
                    <a:alpha val="13127"/>
                  </a:srgbClr>
                </a:gs>
                <a:gs pos="14286">
                  <a:srgbClr val="000303">
                    <a:alpha val="12133"/>
                  </a:srgbClr>
                </a:gs>
                <a:gs pos="28571">
                  <a:srgbClr val="000303">
                    <a:alpha val="9555"/>
                  </a:srgbClr>
                </a:gs>
                <a:gs pos="42857">
                  <a:srgbClr val="000303">
                    <a:alpha val="6375"/>
                  </a:srgbClr>
                </a:gs>
                <a:gs pos="57143">
                  <a:srgbClr val="000303">
                    <a:alpha val="3584"/>
                  </a:srgbClr>
                </a:gs>
                <a:gs pos="71429">
                  <a:srgbClr val="000303">
                    <a:alpha val="1694"/>
                  </a:srgbClr>
                </a:gs>
                <a:gs pos="85714">
                  <a:srgbClr val="000303">
                    <a:alpha val="673"/>
                  </a:srgbClr>
                </a:gs>
                <a:gs pos="100000">
                  <a:srgbClr val="000303">
                    <a:alpha val="2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9" name="Splat 1129"/>
            <p:cNvSpPr>
              <a:spLocks noGrp="1"/>
            </p:cNvSpPr>
            <p:nvPr/>
          </p:nvSpPr>
          <p:spPr>
            <a:xfrm rot="9990154">
              <a:off x="-172281" y="2692544"/>
              <a:ext cx="662220" cy="103812"/>
            </a:xfrm>
            <a:prstGeom prst="ellipse">
              <a:avLst/>
            </a:prstGeom>
            <a:gradFill>
              <a:gsLst>
                <a:gs pos="0">
                  <a:srgbClr val="848685">
                    <a:alpha val="3003"/>
                  </a:srgbClr>
                </a:gs>
                <a:gs pos="14286">
                  <a:srgbClr val="848685">
                    <a:alpha val="2763"/>
                  </a:srgbClr>
                </a:gs>
                <a:gs pos="28571">
                  <a:srgbClr val="848685">
                    <a:alpha val="2152"/>
                  </a:srgbClr>
                </a:gs>
                <a:gs pos="42857">
                  <a:srgbClr val="848685">
                    <a:alpha val="1417"/>
                  </a:srgbClr>
                </a:gs>
                <a:gs pos="57143">
                  <a:srgbClr val="848685">
                    <a:alpha val="788"/>
                  </a:srgbClr>
                </a:gs>
                <a:gs pos="71429">
                  <a:srgbClr val="848685">
                    <a:alpha val="369"/>
                  </a:srgbClr>
                </a:gs>
                <a:gs pos="85714">
                  <a:srgbClr val="848685">
                    <a:alpha val="146"/>
                  </a:srgbClr>
                </a:gs>
                <a:gs pos="100000">
                  <a:srgbClr val="848685">
                    <a:alpha val="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0" name="Splat 1130"/>
            <p:cNvSpPr>
              <a:spLocks noGrp="1"/>
            </p:cNvSpPr>
            <p:nvPr/>
          </p:nvSpPr>
          <p:spPr>
            <a:xfrm rot="-8296697">
              <a:off x="-224923" y="185820"/>
              <a:ext cx="561413" cy="103103"/>
            </a:xfrm>
            <a:prstGeom prst="ellipse">
              <a:avLst/>
            </a:prstGeom>
            <a:gradFill>
              <a:gsLst>
                <a:gs pos="0">
                  <a:srgbClr val="848484">
                    <a:alpha val="2896"/>
                  </a:srgbClr>
                </a:gs>
                <a:gs pos="14286">
                  <a:srgbClr val="848484">
                    <a:alpha val="2665"/>
                  </a:srgbClr>
                </a:gs>
                <a:gs pos="28571">
                  <a:srgbClr val="848484">
                    <a:alpha val="2075"/>
                  </a:srgbClr>
                </a:gs>
                <a:gs pos="42857">
                  <a:srgbClr val="848484">
                    <a:alpha val="1366"/>
                  </a:srgbClr>
                </a:gs>
                <a:gs pos="57143">
                  <a:srgbClr val="848484">
                    <a:alpha val="759"/>
                  </a:srgbClr>
                </a:gs>
                <a:gs pos="71429">
                  <a:srgbClr val="848484">
                    <a:alpha val="356"/>
                  </a:srgbClr>
                </a:gs>
                <a:gs pos="85714">
                  <a:srgbClr val="848484">
                    <a:alpha val="141"/>
                  </a:srgbClr>
                </a:gs>
                <a:gs pos="100000">
                  <a:srgbClr val="848484">
                    <a:alpha val="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1" name="Splat 1131"/>
            <p:cNvSpPr>
              <a:spLocks noGrp="1"/>
            </p:cNvSpPr>
            <p:nvPr/>
          </p:nvSpPr>
          <p:spPr>
            <a:xfrm rot="5765311">
              <a:off x="1781122" y="2914596"/>
              <a:ext cx="354013" cy="71941"/>
            </a:xfrm>
            <a:prstGeom prst="ellipse">
              <a:avLst/>
            </a:prstGeom>
            <a:gradFill>
              <a:gsLst>
                <a:gs pos="0">
                  <a:srgbClr val="00010F">
                    <a:alpha val="4057"/>
                  </a:srgbClr>
                </a:gs>
                <a:gs pos="14286">
                  <a:srgbClr val="00010F">
                    <a:alpha val="3735"/>
                  </a:srgbClr>
                </a:gs>
                <a:gs pos="28571">
                  <a:srgbClr val="00010F">
                    <a:alpha val="2912"/>
                  </a:srgbClr>
                </a:gs>
                <a:gs pos="42857">
                  <a:srgbClr val="00010F">
                    <a:alpha val="1920"/>
                  </a:srgbClr>
                </a:gs>
                <a:gs pos="57143">
                  <a:srgbClr val="00010F">
                    <a:alpha val="1068"/>
                  </a:srgbClr>
                </a:gs>
                <a:gs pos="71429">
                  <a:srgbClr val="00010F">
                    <a:alpha val="502"/>
                  </a:srgbClr>
                </a:gs>
                <a:gs pos="85714">
                  <a:srgbClr val="00010F">
                    <a:alpha val="199"/>
                  </a:srgbClr>
                </a:gs>
                <a:gs pos="100000">
                  <a:srgbClr val="00010F">
                    <a:alpha val="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2" name="Splat 1132"/>
            <p:cNvSpPr>
              <a:spLocks noGrp="1"/>
            </p:cNvSpPr>
            <p:nvPr/>
          </p:nvSpPr>
          <p:spPr>
            <a:xfrm rot="6702009">
              <a:off x="280311" y="2771580"/>
              <a:ext cx="550032" cy="158424"/>
            </a:xfrm>
            <a:prstGeom prst="ellipse">
              <a:avLst/>
            </a:prstGeom>
            <a:gradFill>
              <a:gsLst>
                <a:gs pos="0">
                  <a:srgbClr val="8C8E8D">
                    <a:alpha val="3108"/>
                  </a:srgbClr>
                </a:gs>
                <a:gs pos="14286">
                  <a:srgbClr val="8C8E8D">
                    <a:alpha val="2860"/>
                  </a:srgbClr>
                </a:gs>
                <a:gs pos="28571">
                  <a:srgbClr val="8C8E8D">
                    <a:alpha val="2228"/>
                  </a:srgbClr>
                </a:gs>
                <a:gs pos="42857">
                  <a:srgbClr val="8C8E8D">
                    <a:alpha val="1467"/>
                  </a:srgbClr>
                </a:gs>
                <a:gs pos="57143">
                  <a:srgbClr val="8C8E8D">
                    <a:alpha val="815"/>
                  </a:srgbClr>
                </a:gs>
                <a:gs pos="71429">
                  <a:srgbClr val="8C8E8D">
                    <a:alpha val="383"/>
                  </a:srgbClr>
                </a:gs>
                <a:gs pos="85714">
                  <a:srgbClr val="8C8E8D">
                    <a:alpha val="151"/>
                  </a:srgbClr>
                </a:gs>
                <a:gs pos="100000">
                  <a:srgbClr val="8C8E8D">
                    <a:alpha val="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3" name="Splat 1133"/>
            <p:cNvSpPr>
              <a:spLocks noGrp="1"/>
            </p:cNvSpPr>
            <p:nvPr/>
          </p:nvSpPr>
          <p:spPr>
            <a:xfrm rot="8213358">
              <a:off x="617294" y="3293181"/>
              <a:ext cx="389413" cy="159912"/>
            </a:xfrm>
            <a:prstGeom prst="ellipse">
              <a:avLst/>
            </a:prstGeom>
            <a:gradFill>
              <a:gsLst>
                <a:gs pos="0">
                  <a:srgbClr val="888787">
                    <a:alpha val="5170"/>
                  </a:srgbClr>
                </a:gs>
                <a:gs pos="14286">
                  <a:srgbClr val="888787">
                    <a:alpha val="4762"/>
                  </a:srgbClr>
                </a:gs>
                <a:gs pos="28571">
                  <a:srgbClr val="888787">
                    <a:alpha val="3718"/>
                  </a:srgbClr>
                </a:gs>
                <a:gs pos="42857">
                  <a:srgbClr val="888787">
                    <a:alpha val="2454"/>
                  </a:srgbClr>
                </a:gs>
                <a:gs pos="57143">
                  <a:srgbClr val="888787">
                    <a:alpha val="1367"/>
                  </a:srgbClr>
                </a:gs>
                <a:gs pos="71429">
                  <a:srgbClr val="888787">
                    <a:alpha val="642"/>
                  </a:srgbClr>
                </a:gs>
                <a:gs pos="85714">
                  <a:srgbClr val="888787">
                    <a:alpha val="255"/>
                  </a:srgbClr>
                </a:gs>
                <a:gs pos="100000">
                  <a:srgbClr val="888787">
                    <a:alpha val="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4" name="Splat 1134"/>
            <p:cNvSpPr>
              <a:spLocks noGrp="1"/>
            </p:cNvSpPr>
            <p:nvPr/>
          </p:nvSpPr>
          <p:spPr>
            <a:xfrm rot="2763797">
              <a:off x="1308105" y="2639722"/>
              <a:ext cx="169720" cy="109947"/>
            </a:xfrm>
            <a:prstGeom prst="ellipse">
              <a:avLst/>
            </a:prstGeom>
            <a:gradFill>
              <a:gsLst>
                <a:gs pos="0">
                  <a:srgbClr val="929192">
                    <a:alpha val="4890"/>
                  </a:srgbClr>
                </a:gs>
                <a:gs pos="14286">
                  <a:srgbClr val="929192">
                    <a:alpha val="4504"/>
                  </a:srgbClr>
                </a:gs>
                <a:gs pos="28571">
                  <a:srgbClr val="929192">
                    <a:alpha val="3515"/>
                  </a:srgbClr>
                </a:gs>
                <a:gs pos="42857">
                  <a:srgbClr val="929192">
                    <a:alpha val="2320"/>
                  </a:srgbClr>
                </a:gs>
                <a:gs pos="57143">
                  <a:srgbClr val="929192">
                    <a:alpha val="1292"/>
                  </a:srgbClr>
                </a:gs>
                <a:gs pos="71429">
                  <a:srgbClr val="929192">
                    <a:alpha val="607"/>
                  </a:srgbClr>
                </a:gs>
                <a:gs pos="85714">
                  <a:srgbClr val="929192">
                    <a:alpha val="240"/>
                  </a:srgbClr>
                </a:gs>
                <a:gs pos="100000">
                  <a:srgbClr val="929192">
                    <a:alpha val="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5" name="Splat 1135"/>
            <p:cNvSpPr>
              <a:spLocks noGrp="1"/>
            </p:cNvSpPr>
            <p:nvPr/>
          </p:nvSpPr>
          <p:spPr>
            <a:xfrm rot="8531085">
              <a:off x="2436236" y="532689"/>
              <a:ext cx="618964" cy="129332"/>
            </a:xfrm>
            <a:prstGeom prst="ellipse">
              <a:avLst/>
            </a:prstGeom>
            <a:gradFill>
              <a:gsLst>
                <a:gs pos="0">
                  <a:srgbClr val="2D2A2C">
                    <a:alpha val="16747"/>
                  </a:srgbClr>
                </a:gs>
                <a:gs pos="14286">
                  <a:srgbClr val="2D2A2C">
                    <a:alpha val="15504"/>
                  </a:srgbClr>
                </a:gs>
                <a:gs pos="28571">
                  <a:srgbClr val="2D2A2C">
                    <a:alpha val="12261"/>
                  </a:srgbClr>
                </a:gs>
                <a:gs pos="42857">
                  <a:srgbClr val="2D2A2C">
                    <a:alpha val="8222"/>
                  </a:srgbClr>
                </a:gs>
                <a:gs pos="57143">
                  <a:srgbClr val="2D2A2C">
                    <a:alpha val="4643"/>
                  </a:srgbClr>
                </a:gs>
                <a:gs pos="71429">
                  <a:srgbClr val="2D2A2C">
                    <a:alpha val="2201"/>
                  </a:srgbClr>
                </a:gs>
                <a:gs pos="85714">
                  <a:srgbClr val="2D2A2C">
                    <a:alpha val="876"/>
                  </a:srgbClr>
                </a:gs>
                <a:gs pos="100000">
                  <a:srgbClr val="2D2A2C">
                    <a:alpha val="2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6" name="Splat 1136"/>
            <p:cNvSpPr>
              <a:spLocks noGrp="1"/>
            </p:cNvSpPr>
            <p:nvPr/>
          </p:nvSpPr>
          <p:spPr>
            <a:xfrm rot="-9298574">
              <a:off x="1106700" y="3151045"/>
              <a:ext cx="459579" cy="166152"/>
            </a:xfrm>
            <a:prstGeom prst="ellipse">
              <a:avLst/>
            </a:prstGeom>
            <a:gradFill>
              <a:gsLst>
                <a:gs pos="0">
                  <a:srgbClr val="000C00">
                    <a:alpha val="10929"/>
                  </a:srgbClr>
                </a:gs>
                <a:gs pos="14286">
                  <a:srgbClr val="000C00">
                    <a:alpha val="10091"/>
                  </a:srgbClr>
                </a:gs>
                <a:gs pos="28571">
                  <a:srgbClr val="000C00">
                    <a:alpha val="7927"/>
                  </a:srgbClr>
                </a:gs>
                <a:gs pos="42857">
                  <a:srgbClr val="000C00">
                    <a:alpha val="5273"/>
                  </a:srgbClr>
                </a:gs>
                <a:gs pos="57143">
                  <a:srgbClr val="000C00">
                    <a:alpha val="2957"/>
                  </a:srgbClr>
                </a:gs>
                <a:gs pos="71429">
                  <a:srgbClr val="000C00">
                    <a:alpha val="1395"/>
                  </a:srgbClr>
                </a:gs>
                <a:gs pos="85714">
                  <a:srgbClr val="000C00">
                    <a:alpha val="554"/>
                  </a:srgbClr>
                </a:gs>
                <a:gs pos="100000">
                  <a:srgbClr val="000C00">
                    <a:alpha val="1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7" name="Splat 1137"/>
            <p:cNvSpPr>
              <a:spLocks noGrp="1"/>
            </p:cNvSpPr>
            <p:nvPr/>
          </p:nvSpPr>
          <p:spPr>
            <a:xfrm rot="8087392">
              <a:off x="-211110" y="2205142"/>
              <a:ext cx="659911" cy="130879"/>
            </a:xfrm>
            <a:prstGeom prst="ellipse">
              <a:avLst/>
            </a:prstGeom>
            <a:gradFill>
              <a:gsLst>
                <a:gs pos="0">
                  <a:srgbClr val="000304">
                    <a:alpha val="12718"/>
                  </a:srgbClr>
                </a:gs>
                <a:gs pos="14286">
                  <a:srgbClr val="000304">
                    <a:alpha val="11752"/>
                  </a:srgbClr>
                </a:gs>
                <a:gs pos="28571">
                  <a:srgbClr val="000304">
                    <a:alpha val="9251"/>
                  </a:srgbClr>
                </a:gs>
                <a:gs pos="42857">
                  <a:srgbClr val="000304">
                    <a:alpha val="6169"/>
                  </a:srgbClr>
                </a:gs>
                <a:gs pos="57143">
                  <a:srgbClr val="000304">
                    <a:alpha val="3467"/>
                  </a:srgbClr>
                </a:gs>
                <a:gs pos="71429">
                  <a:srgbClr val="000304">
                    <a:alpha val="1638"/>
                  </a:srgbClr>
                </a:gs>
                <a:gs pos="85714">
                  <a:srgbClr val="000304">
                    <a:alpha val="651"/>
                  </a:srgbClr>
                </a:gs>
                <a:gs pos="100000">
                  <a:srgbClr val="000304">
                    <a:alpha val="2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8" name="Splat 1138"/>
            <p:cNvSpPr>
              <a:spLocks noGrp="1"/>
            </p:cNvSpPr>
            <p:nvPr/>
          </p:nvSpPr>
          <p:spPr>
            <a:xfrm rot="5398760">
              <a:off x="2229224" y="227129"/>
              <a:ext cx="501900" cy="210700"/>
            </a:xfrm>
            <a:prstGeom prst="ellipse">
              <a:avLst/>
            </a:prstGeom>
            <a:gradFill>
              <a:gsLst>
                <a:gs pos="0">
                  <a:srgbClr val="000301">
                    <a:alpha val="24678"/>
                  </a:srgbClr>
                </a:gs>
                <a:gs pos="14286">
                  <a:srgbClr val="000301">
                    <a:alpha val="22931"/>
                  </a:srgbClr>
                </a:gs>
                <a:gs pos="28571">
                  <a:srgbClr val="000301">
                    <a:alpha val="18310"/>
                  </a:srgbClr>
                </a:gs>
                <a:gs pos="42857">
                  <a:srgbClr val="000301">
                    <a:alpha val="12423"/>
                  </a:srgbClr>
                </a:gs>
                <a:gs pos="57143">
                  <a:srgbClr val="000301">
                    <a:alpha val="7087"/>
                  </a:srgbClr>
                </a:gs>
                <a:gs pos="71429">
                  <a:srgbClr val="000301">
                    <a:alpha val="3382"/>
                  </a:srgbClr>
                </a:gs>
                <a:gs pos="85714">
                  <a:srgbClr val="000301">
                    <a:alpha val="1351"/>
                  </a:srgbClr>
                </a:gs>
                <a:gs pos="100000">
                  <a:srgbClr val="000301">
                    <a:alpha val="4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9" name="Splat 1139"/>
            <p:cNvSpPr>
              <a:spLocks noGrp="1"/>
            </p:cNvSpPr>
            <p:nvPr/>
          </p:nvSpPr>
          <p:spPr>
            <a:xfrm rot="-10206124">
              <a:off x="1399212" y="3164079"/>
              <a:ext cx="426572" cy="111573"/>
            </a:xfrm>
            <a:prstGeom prst="ellipse">
              <a:avLst/>
            </a:prstGeom>
            <a:gradFill>
              <a:gsLst>
                <a:gs pos="0">
                  <a:srgbClr val="0C0500">
                    <a:alpha val="11829"/>
                  </a:srgbClr>
                </a:gs>
                <a:gs pos="14286">
                  <a:srgbClr val="0C0500">
                    <a:alpha val="10927"/>
                  </a:srgbClr>
                </a:gs>
                <a:gs pos="28571">
                  <a:srgbClr val="0C0500">
                    <a:alpha val="8593"/>
                  </a:srgbClr>
                </a:gs>
                <a:gs pos="42857">
                  <a:srgbClr val="0C0500">
                    <a:alpha val="5723"/>
                  </a:srgbClr>
                </a:gs>
                <a:gs pos="57143">
                  <a:srgbClr val="0C0500">
                    <a:alpha val="3213"/>
                  </a:srgbClr>
                </a:gs>
                <a:gs pos="71429">
                  <a:srgbClr val="0C0500">
                    <a:alpha val="1517"/>
                  </a:srgbClr>
                </a:gs>
                <a:gs pos="85714">
                  <a:srgbClr val="0C0500">
                    <a:alpha val="603"/>
                  </a:srgbClr>
                </a:gs>
                <a:gs pos="100000">
                  <a:srgbClr val="0C0500">
                    <a:alpha val="2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0" name="Splat 1140"/>
            <p:cNvSpPr>
              <a:spLocks noGrp="1"/>
            </p:cNvSpPr>
            <p:nvPr/>
          </p:nvSpPr>
          <p:spPr>
            <a:xfrm rot="-9037476">
              <a:off x="1230651" y="2446915"/>
              <a:ext cx="242319" cy="107044"/>
            </a:xfrm>
            <a:prstGeom prst="ellipse">
              <a:avLst/>
            </a:prstGeom>
            <a:gradFill>
              <a:gsLst>
                <a:gs pos="0">
                  <a:srgbClr val="00020D">
                    <a:alpha val="7971"/>
                  </a:srgbClr>
                </a:gs>
                <a:gs pos="14286">
                  <a:srgbClr val="00020D">
                    <a:alpha val="7351"/>
                  </a:srgbClr>
                </a:gs>
                <a:gs pos="28571">
                  <a:srgbClr val="00020D">
                    <a:alpha val="5756"/>
                  </a:srgbClr>
                </a:gs>
                <a:gs pos="42857">
                  <a:srgbClr val="00020D">
                    <a:alpha val="3814"/>
                  </a:srgbClr>
                </a:gs>
                <a:gs pos="57143">
                  <a:srgbClr val="00020D">
                    <a:alpha val="2131"/>
                  </a:srgbClr>
                </a:gs>
                <a:gs pos="71429">
                  <a:srgbClr val="00020D">
                    <a:alpha val="1003"/>
                  </a:srgbClr>
                </a:gs>
                <a:gs pos="85714">
                  <a:srgbClr val="00020D">
                    <a:alpha val="398"/>
                  </a:srgbClr>
                </a:gs>
                <a:gs pos="100000">
                  <a:srgbClr val="00020D">
                    <a:alpha val="1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1" name="Splat 1141"/>
            <p:cNvSpPr>
              <a:spLocks noGrp="1"/>
            </p:cNvSpPr>
            <p:nvPr/>
          </p:nvSpPr>
          <p:spPr>
            <a:xfrm rot="5667243">
              <a:off x="1868184" y="3426334"/>
              <a:ext cx="610384" cy="320417"/>
            </a:xfrm>
            <a:prstGeom prst="ellipse">
              <a:avLst/>
            </a:prstGeom>
            <a:gradFill>
              <a:gsLst>
                <a:gs pos="0">
                  <a:srgbClr val="848484">
                    <a:alpha val="4115"/>
                  </a:srgbClr>
                </a:gs>
                <a:gs pos="14286">
                  <a:srgbClr val="848484">
                    <a:alpha val="3788"/>
                  </a:srgbClr>
                </a:gs>
                <a:gs pos="28571">
                  <a:srgbClr val="848484">
                    <a:alpha val="2954"/>
                  </a:srgbClr>
                </a:gs>
                <a:gs pos="42857">
                  <a:srgbClr val="848484">
                    <a:alpha val="1948"/>
                  </a:srgbClr>
                </a:gs>
                <a:gs pos="57143">
                  <a:srgbClr val="848484">
                    <a:alpha val="1084"/>
                  </a:srgbClr>
                </a:gs>
                <a:gs pos="71429">
                  <a:srgbClr val="848484">
                    <a:alpha val="509"/>
                  </a:srgbClr>
                </a:gs>
                <a:gs pos="85714">
                  <a:srgbClr val="848484">
                    <a:alpha val="202"/>
                  </a:srgbClr>
                </a:gs>
                <a:gs pos="100000">
                  <a:srgbClr val="848484">
                    <a:alpha val="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2" name="Splat 1142"/>
            <p:cNvSpPr>
              <a:spLocks noGrp="1"/>
            </p:cNvSpPr>
            <p:nvPr/>
          </p:nvSpPr>
          <p:spPr>
            <a:xfrm rot="9571155">
              <a:off x="1624695" y="3379897"/>
              <a:ext cx="710342" cy="331155"/>
            </a:xfrm>
            <a:prstGeom prst="ellipse">
              <a:avLst/>
            </a:prstGeom>
            <a:gradFill>
              <a:gsLst>
                <a:gs pos="0">
                  <a:srgbClr val="7C7D7E">
                    <a:alpha val="4928"/>
                  </a:srgbClr>
                </a:gs>
                <a:gs pos="14286">
                  <a:srgbClr val="7C7D7E">
                    <a:alpha val="4539"/>
                  </a:srgbClr>
                </a:gs>
                <a:gs pos="28571">
                  <a:srgbClr val="7C7D7E">
                    <a:alpha val="3542"/>
                  </a:srgbClr>
                </a:gs>
                <a:gs pos="42857">
                  <a:srgbClr val="7C7D7E">
                    <a:alpha val="2338"/>
                  </a:srgbClr>
                </a:gs>
                <a:gs pos="57143">
                  <a:srgbClr val="7C7D7E">
                    <a:alpha val="1302"/>
                  </a:srgbClr>
                </a:gs>
                <a:gs pos="71429">
                  <a:srgbClr val="7C7D7E">
                    <a:alpha val="612"/>
                  </a:srgbClr>
                </a:gs>
                <a:gs pos="85714">
                  <a:srgbClr val="7C7D7E">
                    <a:alpha val="242"/>
                  </a:srgbClr>
                </a:gs>
                <a:gs pos="100000">
                  <a:srgbClr val="7C7D7E">
                    <a:alpha val="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3" name="Splat 1143"/>
            <p:cNvSpPr>
              <a:spLocks noGrp="1"/>
            </p:cNvSpPr>
            <p:nvPr/>
          </p:nvSpPr>
          <p:spPr>
            <a:xfrm rot="10757701">
              <a:off x="1355477" y="3412638"/>
              <a:ext cx="706096" cy="410255"/>
            </a:xfrm>
            <a:prstGeom prst="ellipse">
              <a:avLst/>
            </a:prstGeom>
            <a:gradFill>
              <a:gsLst>
                <a:gs pos="0">
                  <a:srgbClr val="7E7F7E">
                    <a:alpha val="2361"/>
                  </a:srgbClr>
                </a:gs>
                <a:gs pos="14286">
                  <a:srgbClr val="7E7F7E">
                    <a:alpha val="2172"/>
                  </a:srgbClr>
                </a:gs>
                <a:gs pos="28571">
                  <a:srgbClr val="7E7F7E">
                    <a:alpha val="1690"/>
                  </a:srgbClr>
                </a:gs>
                <a:gs pos="42857">
                  <a:srgbClr val="7E7F7E">
                    <a:alpha val="1112"/>
                  </a:srgbClr>
                </a:gs>
                <a:gs pos="57143">
                  <a:srgbClr val="7E7F7E">
                    <a:alpha val="618"/>
                  </a:srgbClr>
                </a:gs>
                <a:gs pos="71429">
                  <a:srgbClr val="7E7F7E">
                    <a:alpha val="290"/>
                  </a:srgbClr>
                </a:gs>
                <a:gs pos="85714">
                  <a:srgbClr val="7E7F7E">
                    <a:alpha val="115"/>
                  </a:srgbClr>
                </a:gs>
                <a:gs pos="100000">
                  <a:srgbClr val="7E7F7E">
                    <a:alpha val="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4" name="Splat 1144"/>
            <p:cNvSpPr>
              <a:spLocks noGrp="1"/>
            </p:cNvSpPr>
            <p:nvPr/>
          </p:nvSpPr>
          <p:spPr>
            <a:xfrm rot="3096971">
              <a:off x="1234339" y="3410998"/>
              <a:ext cx="674937" cy="392063"/>
            </a:xfrm>
            <a:prstGeom prst="ellipse">
              <a:avLst/>
            </a:prstGeom>
            <a:gradFill>
              <a:gsLst>
                <a:gs pos="0">
                  <a:srgbClr val="020201">
                    <a:alpha val="4084"/>
                  </a:srgbClr>
                </a:gs>
                <a:gs pos="14286">
                  <a:srgbClr val="020201">
                    <a:alpha val="3760"/>
                  </a:srgbClr>
                </a:gs>
                <a:gs pos="28571">
                  <a:srgbClr val="020201">
                    <a:alpha val="2932"/>
                  </a:srgbClr>
                </a:gs>
                <a:gs pos="42857">
                  <a:srgbClr val="020201">
                    <a:alpha val="1933"/>
                  </a:srgbClr>
                </a:gs>
                <a:gs pos="57143">
                  <a:srgbClr val="020201">
                    <a:alpha val="1076"/>
                  </a:srgbClr>
                </a:gs>
                <a:gs pos="71429">
                  <a:srgbClr val="020201">
                    <a:alpha val="505"/>
                  </a:srgbClr>
                </a:gs>
                <a:gs pos="85714">
                  <a:srgbClr val="020201">
                    <a:alpha val="200"/>
                  </a:srgbClr>
                </a:gs>
                <a:gs pos="100000">
                  <a:srgbClr val="020201">
                    <a:alpha val="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5" name="Splat 1145"/>
            <p:cNvSpPr>
              <a:spLocks noGrp="1"/>
            </p:cNvSpPr>
            <p:nvPr/>
          </p:nvSpPr>
          <p:spPr>
            <a:xfrm rot="-8725286">
              <a:off x="1011934" y="3298343"/>
              <a:ext cx="661452" cy="516185"/>
            </a:xfrm>
            <a:prstGeom prst="ellipse">
              <a:avLst/>
            </a:prstGeom>
            <a:gradFill>
              <a:gsLst>
                <a:gs pos="0">
                  <a:srgbClr val="797A7A">
                    <a:alpha val="2705"/>
                  </a:srgbClr>
                </a:gs>
                <a:gs pos="14286">
                  <a:srgbClr val="797A7A">
                    <a:alpha val="2489"/>
                  </a:srgbClr>
                </a:gs>
                <a:gs pos="28571">
                  <a:srgbClr val="797A7A">
                    <a:alpha val="1938"/>
                  </a:srgbClr>
                </a:gs>
                <a:gs pos="42857">
                  <a:srgbClr val="797A7A">
                    <a:alpha val="1275"/>
                  </a:srgbClr>
                </a:gs>
                <a:gs pos="57143">
                  <a:srgbClr val="797A7A">
                    <a:alpha val="709"/>
                  </a:srgbClr>
                </a:gs>
                <a:gs pos="71429">
                  <a:srgbClr val="797A7A">
                    <a:alpha val="332"/>
                  </a:srgbClr>
                </a:gs>
                <a:gs pos="85714">
                  <a:srgbClr val="797A7A">
                    <a:alpha val="132"/>
                  </a:srgbClr>
                </a:gs>
                <a:gs pos="100000">
                  <a:srgbClr val="797A7A">
                    <a:alpha val="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6" name="Splat 1146"/>
            <p:cNvSpPr>
              <a:spLocks noGrp="1"/>
            </p:cNvSpPr>
            <p:nvPr/>
          </p:nvSpPr>
          <p:spPr>
            <a:xfrm rot="9894175">
              <a:off x="815083" y="3269624"/>
              <a:ext cx="719039" cy="413722"/>
            </a:xfrm>
            <a:prstGeom prst="ellipse">
              <a:avLst/>
            </a:prstGeom>
            <a:gradFill>
              <a:gsLst>
                <a:gs pos="0">
                  <a:srgbClr val="121A11">
                    <a:alpha val="1512"/>
                  </a:srgbClr>
                </a:gs>
                <a:gs pos="14286">
                  <a:srgbClr val="121A11">
                    <a:alpha val="1390"/>
                  </a:srgbClr>
                </a:gs>
                <a:gs pos="28571">
                  <a:srgbClr val="121A11">
                    <a:alpha val="1081"/>
                  </a:srgbClr>
                </a:gs>
                <a:gs pos="42857">
                  <a:srgbClr val="121A11">
                    <a:alpha val="710"/>
                  </a:srgbClr>
                </a:gs>
                <a:gs pos="57143">
                  <a:srgbClr val="121A11">
                    <a:alpha val="394"/>
                  </a:srgbClr>
                </a:gs>
                <a:gs pos="71429">
                  <a:srgbClr val="121A11">
                    <a:alpha val="185"/>
                  </a:srgbClr>
                </a:gs>
                <a:gs pos="85714">
                  <a:srgbClr val="121A11">
                    <a:alpha val="73"/>
                  </a:srgbClr>
                </a:gs>
                <a:gs pos="100000">
                  <a:srgbClr val="121A11">
                    <a:alpha val="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7" name="Splat 1147"/>
            <p:cNvSpPr>
              <a:spLocks noGrp="1"/>
            </p:cNvSpPr>
            <p:nvPr/>
          </p:nvSpPr>
          <p:spPr>
            <a:xfrm rot="9126488">
              <a:off x="593790" y="3356114"/>
              <a:ext cx="756092" cy="444562"/>
            </a:xfrm>
            <a:prstGeom prst="ellipse">
              <a:avLst/>
            </a:prstGeom>
            <a:gradFill>
              <a:gsLst>
                <a:gs pos="0">
                  <a:srgbClr val="030700">
                    <a:alpha val="5660"/>
                  </a:srgbClr>
                </a:gs>
                <a:gs pos="14286">
                  <a:srgbClr val="030700">
                    <a:alpha val="5214"/>
                  </a:srgbClr>
                </a:gs>
                <a:gs pos="28571">
                  <a:srgbClr val="030700">
                    <a:alpha val="4073"/>
                  </a:srgbClr>
                </a:gs>
                <a:gs pos="42857">
                  <a:srgbClr val="030700">
                    <a:alpha val="2690"/>
                  </a:srgbClr>
                </a:gs>
                <a:gs pos="57143">
                  <a:srgbClr val="030700">
                    <a:alpha val="1500"/>
                  </a:srgbClr>
                </a:gs>
                <a:gs pos="71429">
                  <a:srgbClr val="030700">
                    <a:alpha val="705"/>
                  </a:srgbClr>
                </a:gs>
                <a:gs pos="85714">
                  <a:srgbClr val="030700">
                    <a:alpha val="279"/>
                  </a:srgbClr>
                </a:gs>
                <a:gs pos="100000">
                  <a:srgbClr val="030700">
                    <a:alpha val="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8" name="Splat 1148"/>
            <p:cNvSpPr>
              <a:spLocks noGrp="1"/>
            </p:cNvSpPr>
            <p:nvPr/>
          </p:nvSpPr>
          <p:spPr>
            <a:xfrm rot="-8558970">
              <a:off x="541743" y="3391198"/>
              <a:ext cx="647920" cy="306190"/>
            </a:xfrm>
            <a:prstGeom prst="ellipse">
              <a:avLst/>
            </a:prstGeom>
            <a:gradFill>
              <a:gsLst>
                <a:gs pos="0">
                  <a:srgbClr val="7D7D7C">
                    <a:alpha val="3160"/>
                  </a:srgbClr>
                </a:gs>
                <a:gs pos="14286">
                  <a:srgbClr val="7D7D7C">
                    <a:alpha val="2908"/>
                  </a:srgbClr>
                </a:gs>
                <a:gs pos="28571">
                  <a:srgbClr val="7D7D7C">
                    <a:alpha val="2265"/>
                  </a:srgbClr>
                </a:gs>
                <a:gs pos="42857">
                  <a:srgbClr val="7D7D7C">
                    <a:alpha val="1492"/>
                  </a:srgbClr>
                </a:gs>
                <a:gs pos="57143">
                  <a:srgbClr val="7D7D7C">
                    <a:alpha val="829"/>
                  </a:srgbClr>
                </a:gs>
                <a:gs pos="71429">
                  <a:srgbClr val="7D7D7C">
                    <a:alpha val="389"/>
                  </a:srgbClr>
                </a:gs>
                <a:gs pos="85714">
                  <a:srgbClr val="7D7D7C">
                    <a:alpha val="154"/>
                  </a:srgbClr>
                </a:gs>
                <a:gs pos="100000">
                  <a:srgbClr val="7D7D7C">
                    <a:alpha val="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9" name="Splat 1149"/>
            <p:cNvSpPr>
              <a:spLocks noGrp="1"/>
            </p:cNvSpPr>
            <p:nvPr/>
          </p:nvSpPr>
          <p:spPr>
            <a:xfrm rot="3728531">
              <a:off x="295806" y="3410923"/>
              <a:ext cx="532181" cy="404049"/>
            </a:xfrm>
            <a:prstGeom prst="ellipse">
              <a:avLst/>
            </a:prstGeom>
            <a:gradFill>
              <a:gsLst>
                <a:gs pos="0">
                  <a:srgbClr val="000104">
                    <a:alpha val="5887"/>
                  </a:srgbClr>
                </a:gs>
                <a:gs pos="14286">
                  <a:srgbClr val="000104">
                    <a:alpha val="5424"/>
                  </a:srgbClr>
                </a:gs>
                <a:gs pos="28571">
                  <a:srgbClr val="000104">
                    <a:alpha val="4237"/>
                  </a:srgbClr>
                </a:gs>
                <a:gs pos="42857">
                  <a:srgbClr val="000104">
                    <a:alpha val="2800"/>
                  </a:srgbClr>
                </a:gs>
                <a:gs pos="57143">
                  <a:srgbClr val="000104">
                    <a:alpha val="1561"/>
                  </a:srgbClr>
                </a:gs>
                <a:gs pos="71429">
                  <a:srgbClr val="000104">
                    <a:alpha val="734"/>
                  </a:srgbClr>
                </a:gs>
                <a:gs pos="85714">
                  <a:srgbClr val="000104">
                    <a:alpha val="291"/>
                  </a:srgbClr>
                </a:gs>
                <a:gs pos="100000">
                  <a:srgbClr val="000104">
                    <a:alpha val="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0" name="Splat 1150"/>
            <p:cNvSpPr>
              <a:spLocks noGrp="1"/>
            </p:cNvSpPr>
            <p:nvPr/>
          </p:nvSpPr>
          <p:spPr>
            <a:xfrm rot="6768143">
              <a:off x="171885" y="3254676"/>
              <a:ext cx="594681" cy="453741"/>
            </a:xfrm>
            <a:prstGeom prst="ellipse">
              <a:avLst/>
            </a:prstGeom>
            <a:gradFill>
              <a:gsLst>
                <a:gs pos="0">
                  <a:srgbClr val="7D7E7D">
                    <a:alpha val="3922"/>
                  </a:srgbClr>
                </a:gs>
                <a:gs pos="14286">
                  <a:srgbClr val="7D7E7D">
                    <a:alpha val="3610"/>
                  </a:srgbClr>
                </a:gs>
                <a:gs pos="28571">
                  <a:srgbClr val="7D7E7D">
                    <a:alpha val="2815"/>
                  </a:srgbClr>
                </a:gs>
                <a:gs pos="42857">
                  <a:srgbClr val="7D7E7D">
                    <a:alpha val="1855"/>
                  </a:srgbClr>
                </a:gs>
                <a:gs pos="57143">
                  <a:srgbClr val="7D7E7D">
                    <a:alpha val="1032"/>
                  </a:srgbClr>
                </a:gs>
                <a:gs pos="71429">
                  <a:srgbClr val="7D7E7D">
                    <a:alpha val="485"/>
                  </a:srgbClr>
                </a:gs>
                <a:gs pos="85714">
                  <a:srgbClr val="7D7E7D">
                    <a:alpha val="192"/>
                  </a:srgbClr>
                </a:gs>
                <a:gs pos="100000">
                  <a:srgbClr val="7D7E7D">
                    <a:alpha val="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1" name="Splat 1151"/>
            <p:cNvSpPr>
              <a:spLocks noGrp="1"/>
            </p:cNvSpPr>
            <p:nvPr/>
          </p:nvSpPr>
          <p:spPr>
            <a:xfrm rot="4907458">
              <a:off x="-56507" y="3331876"/>
              <a:ext cx="719488" cy="434764"/>
            </a:xfrm>
            <a:prstGeom prst="ellipse">
              <a:avLst/>
            </a:prstGeom>
            <a:gradFill>
              <a:gsLst>
                <a:gs pos="0">
                  <a:srgbClr val="010500">
                    <a:alpha val="3222"/>
                  </a:srgbClr>
                </a:gs>
                <a:gs pos="14286">
                  <a:srgbClr val="010500">
                    <a:alpha val="2965"/>
                  </a:srgbClr>
                </a:gs>
                <a:gs pos="28571">
                  <a:srgbClr val="010500">
                    <a:alpha val="2310"/>
                  </a:srgbClr>
                </a:gs>
                <a:gs pos="42857">
                  <a:srgbClr val="010500">
                    <a:alpha val="1521"/>
                  </a:srgbClr>
                </a:gs>
                <a:gs pos="57143">
                  <a:srgbClr val="010500">
                    <a:alpha val="846"/>
                  </a:srgbClr>
                </a:gs>
                <a:gs pos="71429">
                  <a:srgbClr val="010500">
                    <a:alpha val="397"/>
                  </a:srgbClr>
                </a:gs>
                <a:gs pos="85714">
                  <a:srgbClr val="010500">
                    <a:alpha val="157"/>
                  </a:srgbClr>
                </a:gs>
                <a:gs pos="100000">
                  <a:srgbClr val="010500">
                    <a:alpha val="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2" name="Splat 1152"/>
            <p:cNvSpPr>
              <a:spLocks noGrp="1"/>
            </p:cNvSpPr>
            <p:nvPr/>
          </p:nvSpPr>
          <p:spPr>
            <a:xfrm rot="-8482156">
              <a:off x="-267137" y="3344408"/>
              <a:ext cx="688026" cy="364244"/>
            </a:xfrm>
            <a:prstGeom prst="ellipse">
              <a:avLst/>
            </a:prstGeom>
            <a:gradFill>
              <a:gsLst>
                <a:gs pos="0">
                  <a:srgbClr val="757576">
                    <a:alpha val="2264"/>
                  </a:srgbClr>
                </a:gs>
                <a:gs pos="14286">
                  <a:srgbClr val="757576">
                    <a:alpha val="2083"/>
                  </a:srgbClr>
                </a:gs>
                <a:gs pos="28571">
                  <a:srgbClr val="757576">
                    <a:alpha val="1621"/>
                  </a:srgbClr>
                </a:gs>
                <a:gs pos="42857">
                  <a:srgbClr val="757576">
                    <a:alpha val="1066"/>
                  </a:srgbClr>
                </a:gs>
                <a:gs pos="57143">
                  <a:srgbClr val="757576">
                    <a:alpha val="592"/>
                  </a:srgbClr>
                </a:gs>
                <a:gs pos="71429">
                  <a:srgbClr val="757576">
                    <a:alpha val="278"/>
                  </a:srgbClr>
                </a:gs>
                <a:gs pos="85714">
                  <a:srgbClr val="757576">
                    <a:alpha val="110"/>
                  </a:srgbClr>
                </a:gs>
                <a:gs pos="100000">
                  <a:srgbClr val="757576">
                    <a:alpha val="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3" name="Splat 1153"/>
            <p:cNvSpPr>
              <a:spLocks noGrp="1"/>
            </p:cNvSpPr>
            <p:nvPr/>
          </p:nvSpPr>
          <p:spPr>
            <a:xfrm rot="6236584">
              <a:off x="2674179" y="3180417"/>
              <a:ext cx="473010" cy="286326"/>
            </a:xfrm>
            <a:prstGeom prst="ellipse">
              <a:avLst/>
            </a:prstGeom>
            <a:gradFill>
              <a:gsLst>
                <a:gs pos="0">
                  <a:srgbClr val="8B8D8C">
                    <a:alpha val="7912"/>
                  </a:srgbClr>
                </a:gs>
                <a:gs pos="14286">
                  <a:srgbClr val="8B8D8C">
                    <a:alpha val="7296"/>
                  </a:srgbClr>
                </a:gs>
                <a:gs pos="28571">
                  <a:srgbClr val="8B8D8C">
                    <a:alpha val="5713"/>
                  </a:srgbClr>
                </a:gs>
                <a:gs pos="42857">
                  <a:srgbClr val="8B8D8C">
                    <a:alpha val="3785"/>
                  </a:srgbClr>
                </a:gs>
                <a:gs pos="57143">
                  <a:srgbClr val="8B8D8C">
                    <a:alpha val="2115"/>
                  </a:srgbClr>
                </a:gs>
                <a:gs pos="71429">
                  <a:srgbClr val="8B8D8C">
                    <a:alpha val="996"/>
                  </a:srgbClr>
                </a:gs>
                <a:gs pos="85714">
                  <a:srgbClr val="8B8D8C">
                    <a:alpha val="395"/>
                  </a:srgbClr>
                </a:gs>
                <a:gs pos="100000">
                  <a:srgbClr val="8B8D8C">
                    <a:alpha val="1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4" name="Splat 1154"/>
            <p:cNvSpPr>
              <a:spLocks noGrp="1"/>
            </p:cNvSpPr>
            <p:nvPr/>
          </p:nvSpPr>
          <p:spPr>
            <a:xfrm rot="6159170">
              <a:off x="2407602" y="3108133"/>
              <a:ext cx="741247" cy="502854"/>
            </a:xfrm>
            <a:prstGeom prst="ellipse">
              <a:avLst/>
            </a:prstGeom>
            <a:gradFill>
              <a:gsLst>
                <a:gs pos="0">
                  <a:srgbClr val="080F0A">
                    <a:alpha val="12926"/>
                  </a:srgbClr>
                </a:gs>
                <a:gs pos="14286">
                  <a:srgbClr val="080F0A">
                    <a:alpha val="11945"/>
                  </a:srgbClr>
                </a:gs>
                <a:gs pos="28571">
                  <a:srgbClr val="080F0A">
                    <a:alpha val="9405"/>
                  </a:srgbClr>
                </a:gs>
                <a:gs pos="42857">
                  <a:srgbClr val="080F0A">
                    <a:alpha val="6273"/>
                  </a:srgbClr>
                </a:gs>
                <a:gs pos="57143">
                  <a:srgbClr val="080F0A">
                    <a:alpha val="3526"/>
                  </a:srgbClr>
                </a:gs>
                <a:gs pos="71429">
                  <a:srgbClr val="080F0A">
                    <a:alpha val="1666"/>
                  </a:srgbClr>
                </a:gs>
                <a:gs pos="85714">
                  <a:srgbClr val="080F0A">
                    <a:alpha val="662"/>
                  </a:srgbClr>
                </a:gs>
                <a:gs pos="100000">
                  <a:srgbClr val="080F0A">
                    <a:alpha val="2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5" name="Splat 1155"/>
            <p:cNvSpPr>
              <a:spLocks noGrp="1"/>
            </p:cNvSpPr>
            <p:nvPr/>
          </p:nvSpPr>
          <p:spPr>
            <a:xfrm rot="7987334">
              <a:off x="2323548" y="3115976"/>
              <a:ext cx="568185" cy="562052"/>
            </a:xfrm>
            <a:prstGeom prst="ellipse">
              <a:avLst/>
            </a:prstGeom>
            <a:gradFill>
              <a:gsLst>
                <a:gs pos="0">
                  <a:srgbClr val="6E6F6D">
                    <a:alpha val="7400"/>
                  </a:srgbClr>
                </a:gs>
                <a:gs pos="14286">
                  <a:srgbClr val="6E6F6D">
                    <a:alpha val="6823"/>
                  </a:srgbClr>
                </a:gs>
                <a:gs pos="28571">
                  <a:srgbClr val="6E6F6D">
                    <a:alpha val="5339"/>
                  </a:srgbClr>
                </a:gs>
                <a:gs pos="42857">
                  <a:srgbClr val="6E6F6D">
                    <a:alpha val="3535"/>
                  </a:srgbClr>
                </a:gs>
                <a:gs pos="57143">
                  <a:srgbClr val="6E6F6D">
                    <a:alpha val="1974"/>
                  </a:srgbClr>
                </a:gs>
                <a:gs pos="71429">
                  <a:srgbClr val="6E6F6D">
                    <a:alpha val="929"/>
                  </a:srgbClr>
                </a:gs>
                <a:gs pos="85714">
                  <a:srgbClr val="6E6F6D">
                    <a:alpha val="368"/>
                  </a:srgbClr>
                </a:gs>
                <a:gs pos="100000">
                  <a:srgbClr val="6E6F6D">
                    <a:alpha val="1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6" name="Splat 1156"/>
            <p:cNvSpPr>
              <a:spLocks noGrp="1"/>
            </p:cNvSpPr>
            <p:nvPr/>
          </p:nvSpPr>
          <p:spPr>
            <a:xfrm rot="6560783">
              <a:off x="2149815" y="3044930"/>
              <a:ext cx="642793" cy="594868"/>
            </a:xfrm>
            <a:prstGeom prst="ellipse">
              <a:avLst/>
            </a:prstGeom>
            <a:gradFill>
              <a:gsLst>
                <a:gs pos="0">
                  <a:srgbClr val="000305">
                    <a:alpha val="4328"/>
                  </a:srgbClr>
                </a:gs>
                <a:gs pos="14286">
                  <a:srgbClr val="000305">
                    <a:alpha val="3985"/>
                  </a:srgbClr>
                </a:gs>
                <a:gs pos="28571">
                  <a:srgbClr val="000305">
                    <a:alpha val="3108"/>
                  </a:srgbClr>
                </a:gs>
                <a:gs pos="42857">
                  <a:srgbClr val="000305">
                    <a:alpha val="2050"/>
                  </a:srgbClr>
                </a:gs>
                <a:gs pos="57143">
                  <a:srgbClr val="000305">
                    <a:alpha val="1141"/>
                  </a:srgbClr>
                </a:gs>
                <a:gs pos="71429">
                  <a:srgbClr val="000305">
                    <a:alpha val="536"/>
                  </a:srgbClr>
                </a:gs>
                <a:gs pos="85714">
                  <a:srgbClr val="000305">
                    <a:alpha val="212"/>
                  </a:srgbClr>
                </a:gs>
                <a:gs pos="100000">
                  <a:srgbClr val="000305">
                    <a:alpha val="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7" name="Splat 1157"/>
            <p:cNvSpPr>
              <a:spLocks noGrp="1"/>
            </p:cNvSpPr>
            <p:nvPr/>
          </p:nvSpPr>
          <p:spPr>
            <a:xfrm rot="5781414">
              <a:off x="1886206" y="3230278"/>
              <a:ext cx="788246" cy="328762"/>
            </a:xfrm>
            <a:prstGeom prst="ellipse">
              <a:avLst/>
            </a:prstGeom>
            <a:gradFill>
              <a:gsLst>
                <a:gs pos="0">
                  <a:srgbClr val="070005">
                    <a:alpha val="15316"/>
                  </a:srgbClr>
                </a:gs>
                <a:gs pos="14286">
                  <a:srgbClr val="070005">
                    <a:alpha val="14169"/>
                  </a:srgbClr>
                </a:gs>
                <a:gs pos="28571">
                  <a:srgbClr val="070005">
                    <a:alpha val="11187"/>
                  </a:srgbClr>
                </a:gs>
                <a:gs pos="42857">
                  <a:srgbClr val="070005">
                    <a:alpha val="7487"/>
                  </a:srgbClr>
                </a:gs>
                <a:gs pos="57143">
                  <a:srgbClr val="070005">
                    <a:alpha val="4220"/>
                  </a:srgbClr>
                </a:gs>
                <a:gs pos="71429">
                  <a:srgbClr val="070005">
                    <a:alpha val="1998"/>
                  </a:srgbClr>
                </a:gs>
                <a:gs pos="85714">
                  <a:srgbClr val="070005">
                    <a:alpha val="795"/>
                  </a:srgbClr>
                </a:gs>
                <a:gs pos="100000">
                  <a:srgbClr val="070005">
                    <a:alpha val="2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8" name="Splat 1158"/>
            <p:cNvSpPr>
              <a:spLocks noGrp="1"/>
            </p:cNvSpPr>
            <p:nvPr/>
          </p:nvSpPr>
          <p:spPr>
            <a:xfrm rot="8771850">
              <a:off x="1526784" y="3137576"/>
              <a:ext cx="753414" cy="497806"/>
            </a:xfrm>
            <a:prstGeom prst="ellipse">
              <a:avLst/>
            </a:prstGeom>
            <a:gradFill>
              <a:gsLst>
                <a:gs pos="0">
                  <a:srgbClr val="030005">
                    <a:alpha val="5830"/>
                  </a:srgbClr>
                </a:gs>
                <a:gs pos="14286">
                  <a:srgbClr val="030005">
                    <a:alpha val="5372"/>
                  </a:srgbClr>
                </a:gs>
                <a:gs pos="28571">
                  <a:srgbClr val="030005">
                    <a:alpha val="4196"/>
                  </a:srgbClr>
                </a:gs>
                <a:gs pos="42857">
                  <a:srgbClr val="030005">
                    <a:alpha val="2773"/>
                  </a:srgbClr>
                </a:gs>
                <a:gs pos="57143">
                  <a:srgbClr val="030005">
                    <a:alpha val="1546"/>
                  </a:srgbClr>
                </a:gs>
                <a:gs pos="71429">
                  <a:srgbClr val="030005">
                    <a:alpha val="727"/>
                  </a:srgbClr>
                </a:gs>
                <a:gs pos="85714">
                  <a:srgbClr val="030005">
                    <a:alpha val="288"/>
                  </a:srgbClr>
                </a:gs>
                <a:gs pos="100000">
                  <a:srgbClr val="030005">
                    <a:alpha val="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9" name="Splat 1159"/>
            <p:cNvSpPr>
              <a:spLocks noGrp="1"/>
            </p:cNvSpPr>
            <p:nvPr/>
          </p:nvSpPr>
          <p:spPr>
            <a:xfrm rot="10740145">
              <a:off x="1408632" y="3163946"/>
              <a:ext cx="701294" cy="387877"/>
            </a:xfrm>
            <a:prstGeom prst="ellipse">
              <a:avLst/>
            </a:prstGeom>
            <a:gradFill>
              <a:gsLst>
                <a:gs pos="0">
                  <a:srgbClr val="717271">
                    <a:alpha val="7020"/>
                  </a:srgbClr>
                </a:gs>
                <a:gs pos="14286">
                  <a:srgbClr val="717271">
                    <a:alpha val="6471"/>
                  </a:srgbClr>
                </a:gs>
                <a:gs pos="28571">
                  <a:srgbClr val="717271">
                    <a:alpha val="5062"/>
                  </a:srgbClr>
                </a:gs>
                <a:gs pos="42857">
                  <a:srgbClr val="717271">
                    <a:alpha val="3350"/>
                  </a:srgbClr>
                </a:gs>
                <a:gs pos="57143">
                  <a:srgbClr val="717271">
                    <a:alpha val="1870"/>
                  </a:srgbClr>
                </a:gs>
                <a:gs pos="71429">
                  <a:srgbClr val="717271">
                    <a:alpha val="880"/>
                  </a:srgbClr>
                </a:gs>
                <a:gs pos="85714">
                  <a:srgbClr val="717271">
                    <a:alpha val="349"/>
                  </a:srgbClr>
                </a:gs>
                <a:gs pos="100000">
                  <a:srgbClr val="717271">
                    <a:alpha val="1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0" name="Splat 1160"/>
            <p:cNvSpPr>
              <a:spLocks noGrp="1"/>
            </p:cNvSpPr>
            <p:nvPr/>
          </p:nvSpPr>
          <p:spPr>
            <a:xfrm rot="5235056">
              <a:off x="1274344" y="3194580"/>
              <a:ext cx="685108" cy="418712"/>
            </a:xfrm>
            <a:prstGeom prst="ellipse">
              <a:avLst/>
            </a:prstGeom>
            <a:gradFill>
              <a:gsLst>
                <a:gs pos="0">
                  <a:srgbClr val="808180">
                    <a:alpha val="5047"/>
                  </a:srgbClr>
                </a:gs>
                <a:gs pos="14286">
                  <a:srgbClr val="808180">
                    <a:alpha val="4648"/>
                  </a:srgbClr>
                </a:gs>
                <a:gs pos="28571">
                  <a:srgbClr val="808180">
                    <a:alpha val="3628"/>
                  </a:srgbClr>
                </a:gs>
                <a:gs pos="42857">
                  <a:srgbClr val="808180">
                    <a:alpha val="2395"/>
                  </a:srgbClr>
                </a:gs>
                <a:gs pos="57143">
                  <a:srgbClr val="808180">
                    <a:alpha val="1334"/>
                  </a:srgbClr>
                </a:gs>
                <a:gs pos="71429">
                  <a:srgbClr val="808180">
                    <a:alpha val="627"/>
                  </a:srgbClr>
                </a:gs>
                <a:gs pos="85714">
                  <a:srgbClr val="808180">
                    <a:alpha val="248"/>
                  </a:srgbClr>
                </a:gs>
                <a:gs pos="100000">
                  <a:srgbClr val="808180">
                    <a:alpha val="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1" name="Splat 1161"/>
            <p:cNvSpPr>
              <a:spLocks noGrp="1"/>
            </p:cNvSpPr>
            <p:nvPr/>
          </p:nvSpPr>
          <p:spPr>
            <a:xfrm rot="9978114">
              <a:off x="1077268" y="3112664"/>
              <a:ext cx="692918" cy="521643"/>
            </a:xfrm>
            <a:prstGeom prst="ellipse">
              <a:avLst/>
            </a:prstGeom>
            <a:gradFill>
              <a:gsLst>
                <a:gs pos="0">
                  <a:srgbClr val="000500">
                    <a:alpha val="4194"/>
                  </a:srgbClr>
                </a:gs>
                <a:gs pos="14286">
                  <a:srgbClr val="000500">
                    <a:alpha val="3862"/>
                  </a:srgbClr>
                </a:gs>
                <a:gs pos="28571">
                  <a:srgbClr val="000500">
                    <a:alpha val="3011"/>
                  </a:srgbClr>
                </a:gs>
                <a:gs pos="42857">
                  <a:srgbClr val="000500">
                    <a:alpha val="1986"/>
                  </a:srgbClr>
                </a:gs>
                <a:gs pos="57143">
                  <a:srgbClr val="000500">
                    <a:alpha val="1105"/>
                  </a:srgbClr>
                </a:gs>
                <a:gs pos="71429">
                  <a:srgbClr val="000500">
                    <a:alpha val="519"/>
                  </a:srgbClr>
                </a:gs>
                <a:gs pos="85714">
                  <a:srgbClr val="000500">
                    <a:alpha val="205"/>
                  </a:srgbClr>
                </a:gs>
                <a:gs pos="100000">
                  <a:srgbClr val="000500">
                    <a:alpha val="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2" name="Splat 1162"/>
            <p:cNvSpPr>
              <a:spLocks noGrp="1"/>
            </p:cNvSpPr>
            <p:nvPr/>
          </p:nvSpPr>
          <p:spPr>
            <a:xfrm rot="8002453">
              <a:off x="929048" y="3107375"/>
              <a:ext cx="594350" cy="477405"/>
            </a:xfrm>
            <a:prstGeom prst="ellipse">
              <a:avLst/>
            </a:prstGeom>
            <a:gradFill>
              <a:gsLst>
                <a:gs pos="0">
                  <a:srgbClr val="7A7B79">
                    <a:alpha val="1831"/>
                  </a:srgbClr>
                </a:gs>
                <a:gs pos="14286">
                  <a:srgbClr val="7A7B79">
                    <a:alpha val="1685"/>
                  </a:srgbClr>
                </a:gs>
                <a:gs pos="28571">
                  <a:srgbClr val="7A7B79">
                    <a:alpha val="1310"/>
                  </a:srgbClr>
                </a:gs>
                <a:gs pos="42857">
                  <a:srgbClr val="7A7B79">
                    <a:alpha val="862"/>
                  </a:srgbClr>
                </a:gs>
                <a:gs pos="57143">
                  <a:srgbClr val="7A7B79">
                    <a:alpha val="478"/>
                  </a:srgbClr>
                </a:gs>
                <a:gs pos="71429">
                  <a:srgbClr val="7A7B79">
                    <a:alpha val="224"/>
                  </a:srgbClr>
                </a:gs>
                <a:gs pos="85714">
                  <a:srgbClr val="7A7B79">
                    <a:alpha val="89"/>
                  </a:srgbClr>
                </a:gs>
                <a:gs pos="100000">
                  <a:srgbClr val="7A7B79">
                    <a:alpha val="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3" name="Splat 1163"/>
            <p:cNvSpPr>
              <a:spLocks noGrp="1"/>
            </p:cNvSpPr>
            <p:nvPr/>
          </p:nvSpPr>
          <p:spPr>
            <a:xfrm rot="3565473">
              <a:off x="657270" y="3154226"/>
              <a:ext cx="528801" cy="422476"/>
            </a:xfrm>
            <a:prstGeom prst="ellipse">
              <a:avLst/>
            </a:prstGeom>
            <a:gradFill>
              <a:gsLst>
                <a:gs pos="0">
                  <a:srgbClr val="858585">
                    <a:alpha val="4748"/>
                  </a:srgbClr>
                </a:gs>
                <a:gs pos="14286">
                  <a:srgbClr val="858585">
                    <a:alpha val="4372"/>
                  </a:srgbClr>
                </a:gs>
                <a:gs pos="28571">
                  <a:srgbClr val="858585">
                    <a:alpha val="3412"/>
                  </a:srgbClr>
                </a:gs>
                <a:gs pos="42857">
                  <a:srgbClr val="858585">
                    <a:alpha val="2251"/>
                  </a:srgbClr>
                </a:gs>
                <a:gs pos="57143">
                  <a:srgbClr val="858585">
                    <a:alpha val="1254"/>
                  </a:srgbClr>
                </a:gs>
                <a:gs pos="71429">
                  <a:srgbClr val="858585">
                    <a:alpha val="589"/>
                  </a:srgbClr>
                </a:gs>
                <a:gs pos="85714">
                  <a:srgbClr val="858585">
                    <a:alpha val="233"/>
                  </a:srgbClr>
                </a:gs>
                <a:gs pos="100000">
                  <a:srgbClr val="858585">
                    <a:alpha val="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4" name="Splat 1164"/>
            <p:cNvSpPr>
              <a:spLocks noGrp="1"/>
            </p:cNvSpPr>
            <p:nvPr/>
          </p:nvSpPr>
          <p:spPr>
            <a:xfrm rot="8276003">
              <a:off x="480540" y="3183974"/>
              <a:ext cx="771480" cy="334202"/>
            </a:xfrm>
            <a:prstGeom prst="ellipse">
              <a:avLst/>
            </a:prstGeom>
            <a:gradFill>
              <a:gsLst>
                <a:gs pos="0">
                  <a:srgbClr val="040008">
                    <a:alpha val="12869"/>
                  </a:srgbClr>
                </a:gs>
                <a:gs pos="14286">
                  <a:srgbClr val="040008">
                    <a:alpha val="11893"/>
                  </a:srgbClr>
                </a:gs>
                <a:gs pos="28571">
                  <a:srgbClr val="040008">
                    <a:alpha val="9363"/>
                  </a:srgbClr>
                </a:gs>
                <a:gs pos="42857">
                  <a:srgbClr val="040008">
                    <a:alpha val="6245"/>
                  </a:srgbClr>
                </a:gs>
                <a:gs pos="57143">
                  <a:srgbClr val="040008">
                    <a:alpha val="3510"/>
                  </a:srgbClr>
                </a:gs>
                <a:gs pos="71429">
                  <a:srgbClr val="040008">
                    <a:alpha val="1659"/>
                  </a:srgbClr>
                </a:gs>
                <a:gs pos="85714">
                  <a:srgbClr val="040008">
                    <a:alpha val="659"/>
                  </a:srgbClr>
                </a:gs>
                <a:gs pos="100000">
                  <a:srgbClr val="040008">
                    <a:alpha val="2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5" name="Splat 1165"/>
            <p:cNvSpPr>
              <a:spLocks noGrp="1"/>
            </p:cNvSpPr>
            <p:nvPr/>
          </p:nvSpPr>
          <p:spPr>
            <a:xfrm rot="5918548">
              <a:off x="-36805" y="3219637"/>
              <a:ext cx="530775" cy="394205"/>
            </a:xfrm>
            <a:prstGeom prst="ellipse">
              <a:avLst/>
            </a:prstGeom>
            <a:gradFill>
              <a:gsLst>
                <a:gs pos="0">
                  <a:srgbClr val="7F7F7E">
                    <a:alpha val="5347"/>
                  </a:srgbClr>
                </a:gs>
                <a:gs pos="14286">
                  <a:srgbClr val="7F7F7E">
                    <a:alpha val="4926"/>
                  </a:srgbClr>
                </a:gs>
                <a:gs pos="28571">
                  <a:srgbClr val="7F7F7E">
                    <a:alpha val="3846"/>
                  </a:srgbClr>
                </a:gs>
                <a:gs pos="42857">
                  <a:srgbClr val="7F7F7E">
                    <a:alpha val="2540"/>
                  </a:srgbClr>
                </a:gs>
                <a:gs pos="57143">
                  <a:srgbClr val="7F7F7E">
                    <a:alpha val="1415"/>
                  </a:srgbClr>
                </a:gs>
                <a:gs pos="71429">
                  <a:srgbClr val="7F7F7E">
                    <a:alpha val="665"/>
                  </a:srgbClr>
                </a:gs>
                <a:gs pos="85714">
                  <a:srgbClr val="7F7F7E">
                    <a:alpha val="263"/>
                  </a:srgbClr>
                </a:gs>
                <a:gs pos="100000">
                  <a:srgbClr val="7F7F7E">
                    <a:alpha val="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6" name="Splat 1166"/>
            <p:cNvSpPr>
              <a:spLocks noGrp="1"/>
            </p:cNvSpPr>
            <p:nvPr/>
          </p:nvSpPr>
          <p:spPr>
            <a:xfrm rot="-9069864">
              <a:off x="-239923" y="3142726"/>
              <a:ext cx="690823" cy="527301"/>
            </a:xfrm>
            <a:prstGeom prst="ellipse">
              <a:avLst/>
            </a:prstGeom>
            <a:gradFill>
              <a:gsLst>
                <a:gs pos="0">
                  <a:srgbClr val="878887">
                    <a:alpha val="3381"/>
                  </a:srgbClr>
                </a:gs>
                <a:gs pos="14286">
                  <a:srgbClr val="878887">
                    <a:alpha val="3112"/>
                  </a:srgbClr>
                </a:gs>
                <a:gs pos="28571">
                  <a:srgbClr val="878887">
                    <a:alpha val="2425"/>
                  </a:srgbClr>
                </a:gs>
                <a:gs pos="42857">
                  <a:srgbClr val="878887">
                    <a:alpha val="1597"/>
                  </a:srgbClr>
                </a:gs>
                <a:gs pos="57143">
                  <a:srgbClr val="878887">
                    <a:alpha val="888"/>
                  </a:srgbClr>
                </a:gs>
                <a:gs pos="71429">
                  <a:srgbClr val="878887">
                    <a:alpha val="417"/>
                  </a:srgbClr>
                </a:gs>
                <a:gs pos="85714">
                  <a:srgbClr val="878887">
                    <a:alpha val="165"/>
                  </a:srgbClr>
                </a:gs>
                <a:gs pos="100000">
                  <a:srgbClr val="878887">
                    <a:alpha val="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7" name="Splat 1167"/>
            <p:cNvSpPr>
              <a:spLocks noGrp="1"/>
            </p:cNvSpPr>
            <p:nvPr/>
          </p:nvSpPr>
          <p:spPr>
            <a:xfrm rot="8162479">
              <a:off x="2416989" y="2907750"/>
              <a:ext cx="655680" cy="479981"/>
            </a:xfrm>
            <a:prstGeom prst="ellipse">
              <a:avLst/>
            </a:prstGeom>
            <a:gradFill>
              <a:gsLst>
                <a:gs pos="0">
                  <a:srgbClr val="7E7F7E">
                    <a:alpha val="3311"/>
                  </a:srgbClr>
                </a:gs>
                <a:gs pos="14286">
                  <a:srgbClr val="7E7F7E">
                    <a:alpha val="3047"/>
                  </a:srgbClr>
                </a:gs>
                <a:gs pos="28571">
                  <a:srgbClr val="7E7F7E">
                    <a:alpha val="2374"/>
                  </a:srgbClr>
                </a:gs>
                <a:gs pos="42857">
                  <a:srgbClr val="7E7F7E">
                    <a:alpha val="1564"/>
                  </a:srgbClr>
                </a:gs>
                <a:gs pos="57143">
                  <a:srgbClr val="7E7F7E">
                    <a:alpha val="869"/>
                  </a:srgbClr>
                </a:gs>
                <a:gs pos="71429">
                  <a:srgbClr val="7E7F7E">
                    <a:alpha val="408"/>
                  </a:srgbClr>
                </a:gs>
                <a:gs pos="85714">
                  <a:srgbClr val="7E7F7E">
                    <a:alpha val="162"/>
                  </a:srgbClr>
                </a:gs>
                <a:gs pos="100000">
                  <a:srgbClr val="7E7F7E">
                    <a:alpha val="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8" name="Splat 1168"/>
            <p:cNvSpPr>
              <a:spLocks noGrp="1"/>
            </p:cNvSpPr>
            <p:nvPr/>
          </p:nvSpPr>
          <p:spPr>
            <a:xfrm rot="8208691">
              <a:off x="2202670" y="2944554"/>
              <a:ext cx="694260" cy="496551"/>
            </a:xfrm>
            <a:prstGeom prst="ellipse">
              <a:avLst/>
            </a:prstGeom>
            <a:gradFill>
              <a:gsLst>
                <a:gs pos="0">
                  <a:srgbClr val="03020E">
                    <a:alpha val="2243"/>
                  </a:srgbClr>
                </a:gs>
                <a:gs pos="14286">
                  <a:srgbClr val="03020E">
                    <a:alpha val="2064"/>
                  </a:srgbClr>
                </a:gs>
                <a:gs pos="28571">
                  <a:srgbClr val="03020E">
                    <a:alpha val="1606"/>
                  </a:srgbClr>
                </a:gs>
                <a:gs pos="42857">
                  <a:srgbClr val="03020E">
                    <a:alpha val="1056"/>
                  </a:srgbClr>
                </a:gs>
                <a:gs pos="57143">
                  <a:srgbClr val="03020E">
                    <a:alpha val="587"/>
                  </a:srgbClr>
                </a:gs>
                <a:gs pos="71429">
                  <a:srgbClr val="03020E">
                    <a:alpha val="275"/>
                  </a:srgbClr>
                </a:gs>
                <a:gs pos="85714">
                  <a:srgbClr val="03020E">
                    <a:alpha val="109"/>
                  </a:srgbClr>
                </a:gs>
                <a:gs pos="100000">
                  <a:srgbClr val="03020E">
                    <a:alpha val="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9" name="Splat 1169"/>
            <p:cNvSpPr>
              <a:spLocks noGrp="1"/>
            </p:cNvSpPr>
            <p:nvPr/>
          </p:nvSpPr>
          <p:spPr>
            <a:xfrm rot="9345481">
              <a:off x="1775821" y="2881909"/>
              <a:ext cx="648850" cy="553824"/>
            </a:xfrm>
            <a:prstGeom prst="ellipse">
              <a:avLst/>
            </a:prstGeom>
            <a:gradFill>
              <a:gsLst>
                <a:gs pos="0">
                  <a:srgbClr val="727373">
                    <a:alpha val="2671"/>
                  </a:srgbClr>
                </a:gs>
                <a:gs pos="14286">
                  <a:srgbClr val="727373">
                    <a:alpha val="2458"/>
                  </a:srgbClr>
                </a:gs>
                <a:gs pos="28571">
                  <a:srgbClr val="727373">
                    <a:alpha val="1914"/>
                  </a:srgbClr>
                </a:gs>
                <a:gs pos="42857">
                  <a:srgbClr val="727373">
                    <a:alpha val="1259"/>
                  </a:srgbClr>
                </a:gs>
                <a:gs pos="57143">
                  <a:srgbClr val="727373">
                    <a:alpha val="700"/>
                  </a:srgbClr>
                </a:gs>
                <a:gs pos="71429">
                  <a:srgbClr val="727373">
                    <a:alpha val="328"/>
                  </a:srgbClr>
                </a:gs>
                <a:gs pos="85714">
                  <a:srgbClr val="727373">
                    <a:alpha val="130"/>
                  </a:srgbClr>
                </a:gs>
                <a:gs pos="100000">
                  <a:srgbClr val="727373">
                    <a:alpha val="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0" name="Splat 1170"/>
            <p:cNvSpPr>
              <a:spLocks noGrp="1"/>
            </p:cNvSpPr>
            <p:nvPr/>
          </p:nvSpPr>
          <p:spPr>
            <a:xfrm rot="8347092">
              <a:off x="1287440" y="2943917"/>
              <a:ext cx="655279" cy="379799"/>
            </a:xfrm>
            <a:prstGeom prst="ellipse">
              <a:avLst/>
            </a:prstGeom>
            <a:gradFill>
              <a:gsLst>
                <a:gs pos="0">
                  <a:srgbClr val="818080">
                    <a:alpha val="3163"/>
                  </a:srgbClr>
                </a:gs>
                <a:gs pos="14286">
                  <a:srgbClr val="818080">
                    <a:alpha val="2911"/>
                  </a:srgbClr>
                </a:gs>
                <a:gs pos="28571">
                  <a:srgbClr val="818080">
                    <a:alpha val="2268"/>
                  </a:srgbClr>
                </a:gs>
                <a:gs pos="42857">
                  <a:srgbClr val="818080">
                    <a:alpha val="1493"/>
                  </a:srgbClr>
                </a:gs>
                <a:gs pos="57143">
                  <a:srgbClr val="818080">
                    <a:alpha val="830"/>
                  </a:srgbClr>
                </a:gs>
                <a:gs pos="71429">
                  <a:srgbClr val="818080">
                    <a:alpha val="389"/>
                  </a:srgbClr>
                </a:gs>
                <a:gs pos="85714">
                  <a:srgbClr val="818080">
                    <a:alpha val="154"/>
                  </a:srgbClr>
                </a:gs>
                <a:gs pos="100000">
                  <a:srgbClr val="818080">
                    <a:alpha val="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1" name="Splat 1171"/>
            <p:cNvSpPr>
              <a:spLocks noGrp="1"/>
            </p:cNvSpPr>
            <p:nvPr/>
          </p:nvSpPr>
          <p:spPr>
            <a:xfrm rot="-8753675">
              <a:off x="1228637" y="3113214"/>
              <a:ext cx="600988" cy="324950"/>
            </a:xfrm>
            <a:prstGeom prst="ellipse">
              <a:avLst/>
            </a:prstGeom>
            <a:gradFill>
              <a:gsLst>
                <a:gs pos="0">
                  <a:srgbClr val="000500">
                    <a:alpha val="14873"/>
                  </a:srgbClr>
                </a:gs>
                <a:gs pos="14286">
                  <a:srgbClr val="000500">
                    <a:alpha val="13757"/>
                  </a:srgbClr>
                </a:gs>
                <a:gs pos="28571">
                  <a:srgbClr val="000500">
                    <a:alpha val="10856"/>
                  </a:srgbClr>
                </a:gs>
                <a:gs pos="42857">
                  <a:srgbClr val="000500">
                    <a:alpha val="7260"/>
                  </a:srgbClr>
                </a:gs>
                <a:gs pos="57143">
                  <a:srgbClr val="000500">
                    <a:alpha val="4090"/>
                  </a:srgbClr>
                </a:gs>
                <a:gs pos="71429">
                  <a:srgbClr val="000500">
                    <a:alpha val="1936"/>
                  </a:srgbClr>
                </a:gs>
                <a:gs pos="85714">
                  <a:srgbClr val="000500">
                    <a:alpha val="770"/>
                  </a:srgbClr>
                </a:gs>
                <a:gs pos="100000">
                  <a:srgbClr val="000500">
                    <a:alpha val="2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2" name="Splat 1172"/>
            <p:cNvSpPr>
              <a:spLocks noGrp="1"/>
            </p:cNvSpPr>
            <p:nvPr/>
          </p:nvSpPr>
          <p:spPr>
            <a:xfrm rot="-10463927">
              <a:off x="1051183" y="2988988"/>
              <a:ext cx="687738" cy="439334"/>
            </a:xfrm>
            <a:prstGeom prst="ellipse">
              <a:avLst/>
            </a:prstGeom>
            <a:gradFill>
              <a:gsLst>
                <a:gs pos="0">
                  <a:srgbClr val="80807F">
                    <a:alpha val="4966"/>
                  </a:srgbClr>
                </a:gs>
                <a:gs pos="14286">
                  <a:srgbClr val="80807F">
                    <a:alpha val="4573"/>
                  </a:srgbClr>
                </a:gs>
                <a:gs pos="28571">
                  <a:srgbClr val="80807F">
                    <a:alpha val="3569"/>
                  </a:srgbClr>
                </a:gs>
                <a:gs pos="42857">
                  <a:srgbClr val="80807F">
                    <a:alpha val="2356"/>
                  </a:srgbClr>
                </a:gs>
                <a:gs pos="57143">
                  <a:srgbClr val="80807F">
                    <a:alpha val="1312"/>
                  </a:srgbClr>
                </a:gs>
                <a:gs pos="71429">
                  <a:srgbClr val="80807F">
                    <a:alpha val="616"/>
                  </a:srgbClr>
                </a:gs>
                <a:gs pos="85714">
                  <a:srgbClr val="80807F">
                    <a:alpha val="244"/>
                  </a:srgbClr>
                </a:gs>
                <a:gs pos="100000">
                  <a:srgbClr val="80807F">
                    <a:alpha val="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3" name="Splat 1173"/>
            <p:cNvSpPr>
              <a:spLocks noGrp="1"/>
            </p:cNvSpPr>
            <p:nvPr/>
          </p:nvSpPr>
          <p:spPr>
            <a:xfrm rot="8880680">
              <a:off x="865888" y="2911963"/>
              <a:ext cx="713294" cy="452701"/>
            </a:xfrm>
            <a:prstGeom prst="ellipse">
              <a:avLst/>
            </a:prstGeom>
            <a:gradFill>
              <a:gsLst>
                <a:gs pos="0">
                  <a:srgbClr val="020600">
                    <a:alpha val="15102"/>
                  </a:srgbClr>
                </a:gs>
                <a:gs pos="14286">
                  <a:srgbClr val="020600">
                    <a:alpha val="13970"/>
                  </a:srgbClr>
                </a:gs>
                <a:gs pos="28571">
                  <a:srgbClr val="020600">
                    <a:alpha val="11027"/>
                  </a:srgbClr>
                </a:gs>
                <a:gs pos="42857">
                  <a:srgbClr val="020600">
                    <a:alpha val="7377"/>
                  </a:srgbClr>
                </a:gs>
                <a:gs pos="57143">
                  <a:srgbClr val="020600">
                    <a:alpha val="4158"/>
                  </a:srgbClr>
                </a:gs>
                <a:gs pos="71429">
                  <a:srgbClr val="020600">
                    <a:alpha val="1968"/>
                  </a:srgbClr>
                </a:gs>
                <a:gs pos="85714">
                  <a:srgbClr val="020600">
                    <a:alpha val="783"/>
                  </a:srgbClr>
                </a:gs>
                <a:gs pos="100000">
                  <a:srgbClr val="020600">
                    <a:alpha val="2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4" name="Splat 1174"/>
            <p:cNvSpPr>
              <a:spLocks noGrp="1"/>
            </p:cNvSpPr>
            <p:nvPr/>
          </p:nvSpPr>
          <p:spPr>
            <a:xfrm rot="7420604">
              <a:off x="780089" y="3007340"/>
              <a:ext cx="547120" cy="300602"/>
            </a:xfrm>
            <a:prstGeom prst="ellipse">
              <a:avLst/>
            </a:prstGeom>
            <a:gradFill>
              <a:gsLst>
                <a:gs pos="0">
                  <a:srgbClr val="818080">
                    <a:alpha val="3651"/>
                  </a:srgbClr>
                </a:gs>
                <a:gs pos="14286">
                  <a:srgbClr val="818080">
                    <a:alpha val="3361"/>
                  </a:srgbClr>
                </a:gs>
                <a:gs pos="28571">
                  <a:srgbClr val="818080">
                    <a:alpha val="2619"/>
                  </a:srgbClr>
                </a:gs>
                <a:gs pos="42857">
                  <a:srgbClr val="818080">
                    <a:alpha val="1726"/>
                  </a:srgbClr>
                </a:gs>
                <a:gs pos="57143">
                  <a:srgbClr val="818080">
                    <a:alpha val="960"/>
                  </a:srgbClr>
                </a:gs>
                <a:gs pos="71429">
                  <a:srgbClr val="818080">
                    <a:alpha val="451"/>
                  </a:srgbClr>
                </a:gs>
                <a:gs pos="85714">
                  <a:srgbClr val="818080">
                    <a:alpha val="178"/>
                  </a:srgbClr>
                </a:gs>
                <a:gs pos="100000">
                  <a:srgbClr val="818080">
                    <a:alpha val="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5" name="Splat 1175"/>
            <p:cNvSpPr>
              <a:spLocks noGrp="1"/>
            </p:cNvSpPr>
            <p:nvPr/>
          </p:nvSpPr>
          <p:spPr>
            <a:xfrm rot="-8155938">
              <a:off x="314717" y="2979816"/>
              <a:ext cx="647468" cy="376161"/>
            </a:xfrm>
            <a:prstGeom prst="ellipse">
              <a:avLst/>
            </a:prstGeom>
            <a:gradFill>
              <a:gsLst>
                <a:gs pos="0">
                  <a:srgbClr val="6D6D6D">
                    <a:alpha val="2931"/>
                  </a:srgbClr>
                </a:gs>
                <a:gs pos="14286">
                  <a:srgbClr val="6D6D6D">
                    <a:alpha val="2697"/>
                  </a:srgbClr>
                </a:gs>
                <a:gs pos="28571">
                  <a:srgbClr val="6D6D6D">
                    <a:alpha val="2101"/>
                  </a:srgbClr>
                </a:gs>
                <a:gs pos="42857">
                  <a:srgbClr val="6D6D6D">
                    <a:alpha val="1383"/>
                  </a:srgbClr>
                </a:gs>
                <a:gs pos="57143">
                  <a:srgbClr val="6D6D6D">
                    <a:alpha val="769"/>
                  </a:srgbClr>
                </a:gs>
                <a:gs pos="71429">
                  <a:srgbClr val="6D6D6D">
                    <a:alpha val="361"/>
                  </a:srgbClr>
                </a:gs>
                <a:gs pos="85714">
                  <a:srgbClr val="6D6D6D">
                    <a:alpha val="143"/>
                  </a:srgbClr>
                </a:gs>
                <a:gs pos="100000">
                  <a:srgbClr val="6D6D6D">
                    <a:alpha val="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6" name="Splat 1176"/>
            <p:cNvSpPr>
              <a:spLocks noGrp="1"/>
            </p:cNvSpPr>
            <p:nvPr/>
          </p:nvSpPr>
          <p:spPr>
            <a:xfrm rot="4518144">
              <a:off x="-264947" y="2901143"/>
              <a:ext cx="690085" cy="424295"/>
            </a:xfrm>
            <a:prstGeom prst="ellipse">
              <a:avLst/>
            </a:prstGeom>
            <a:gradFill>
              <a:gsLst>
                <a:gs pos="0">
                  <a:srgbClr val="000C03">
                    <a:alpha val="4217"/>
                  </a:srgbClr>
                </a:gs>
                <a:gs pos="14286">
                  <a:srgbClr val="000C03">
                    <a:alpha val="3883"/>
                  </a:srgbClr>
                </a:gs>
                <a:gs pos="28571">
                  <a:srgbClr val="000C03">
                    <a:alpha val="3028"/>
                  </a:srgbClr>
                </a:gs>
                <a:gs pos="42857">
                  <a:srgbClr val="000C03">
                    <a:alpha val="1997"/>
                  </a:srgbClr>
                </a:gs>
                <a:gs pos="57143">
                  <a:srgbClr val="000C03">
                    <a:alpha val="1111"/>
                  </a:srgbClr>
                </a:gs>
                <a:gs pos="71429">
                  <a:srgbClr val="000C03">
                    <a:alpha val="522"/>
                  </a:srgbClr>
                </a:gs>
                <a:gs pos="85714">
                  <a:srgbClr val="000C03">
                    <a:alpha val="207"/>
                  </a:srgbClr>
                </a:gs>
                <a:gs pos="100000">
                  <a:srgbClr val="000C03">
                    <a:alpha val="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7" name="Splat 1177"/>
            <p:cNvSpPr>
              <a:spLocks noGrp="1"/>
            </p:cNvSpPr>
            <p:nvPr/>
          </p:nvSpPr>
          <p:spPr>
            <a:xfrm rot="8168893">
              <a:off x="2654944" y="2734617"/>
              <a:ext cx="657469" cy="444245"/>
            </a:xfrm>
            <a:prstGeom prst="ellipse">
              <a:avLst/>
            </a:prstGeom>
            <a:gradFill>
              <a:gsLst>
                <a:gs pos="0">
                  <a:srgbClr val="090705">
                    <a:alpha val="11161"/>
                  </a:srgbClr>
                </a:gs>
                <a:gs pos="14286">
                  <a:srgbClr val="090705">
                    <a:alpha val="10306"/>
                  </a:srgbClr>
                </a:gs>
                <a:gs pos="28571">
                  <a:srgbClr val="090705">
                    <a:alpha val="8098"/>
                  </a:srgbClr>
                </a:gs>
                <a:gs pos="42857">
                  <a:srgbClr val="090705">
                    <a:alpha val="5389"/>
                  </a:srgbClr>
                </a:gs>
                <a:gs pos="57143">
                  <a:srgbClr val="090705">
                    <a:alpha val="3023"/>
                  </a:srgbClr>
                </a:gs>
                <a:gs pos="71429">
                  <a:srgbClr val="090705">
                    <a:alpha val="1426"/>
                  </a:srgbClr>
                </a:gs>
                <a:gs pos="85714">
                  <a:srgbClr val="090705">
                    <a:alpha val="567"/>
                  </a:srgbClr>
                </a:gs>
                <a:gs pos="100000">
                  <a:srgbClr val="090705">
                    <a:alpha val="1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8" name="Splat 1178"/>
            <p:cNvSpPr>
              <a:spLocks noGrp="1"/>
            </p:cNvSpPr>
            <p:nvPr/>
          </p:nvSpPr>
          <p:spPr>
            <a:xfrm rot="-9525484">
              <a:off x="2260186" y="2859890"/>
              <a:ext cx="580500" cy="358504"/>
            </a:xfrm>
            <a:prstGeom prst="ellipse">
              <a:avLst/>
            </a:prstGeom>
            <a:gradFill>
              <a:gsLst>
                <a:gs pos="0">
                  <a:srgbClr val="060006">
                    <a:alpha val="7931"/>
                  </a:srgbClr>
                </a:gs>
                <a:gs pos="14286">
                  <a:srgbClr val="060006">
                    <a:alpha val="7314"/>
                  </a:srgbClr>
                </a:gs>
                <a:gs pos="28571">
                  <a:srgbClr val="060006">
                    <a:alpha val="5727"/>
                  </a:srgbClr>
                </a:gs>
                <a:gs pos="42857">
                  <a:srgbClr val="060006">
                    <a:alpha val="3794"/>
                  </a:srgbClr>
                </a:gs>
                <a:gs pos="57143">
                  <a:srgbClr val="060006">
                    <a:alpha val="2121"/>
                  </a:srgbClr>
                </a:gs>
                <a:gs pos="71429">
                  <a:srgbClr val="060006">
                    <a:alpha val="998"/>
                  </a:srgbClr>
                </a:gs>
                <a:gs pos="85714">
                  <a:srgbClr val="060006">
                    <a:alpha val="396"/>
                  </a:srgbClr>
                </a:gs>
                <a:gs pos="100000">
                  <a:srgbClr val="060006">
                    <a:alpha val="1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9" name="Splat 1179"/>
            <p:cNvSpPr>
              <a:spLocks noGrp="1"/>
            </p:cNvSpPr>
            <p:nvPr/>
          </p:nvSpPr>
          <p:spPr>
            <a:xfrm rot="4990063">
              <a:off x="1763633" y="2704508"/>
              <a:ext cx="629565" cy="527525"/>
            </a:xfrm>
            <a:prstGeom prst="ellipse">
              <a:avLst/>
            </a:prstGeom>
            <a:gradFill>
              <a:gsLst>
                <a:gs pos="0">
                  <a:srgbClr val="020107">
                    <a:alpha val="8426"/>
                  </a:srgbClr>
                </a:gs>
                <a:gs pos="14286">
                  <a:srgbClr val="020107">
                    <a:alpha val="7771"/>
                  </a:srgbClr>
                </a:gs>
                <a:gs pos="28571">
                  <a:srgbClr val="020107">
                    <a:alpha val="6088"/>
                  </a:srgbClr>
                </a:gs>
                <a:gs pos="42857">
                  <a:srgbClr val="020107">
                    <a:alpha val="4036"/>
                  </a:srgbClr>
                </a:gs>
                <a:gs pos="57143">
                  <a:srgbClr val="020107">
                    <a:alpha val="2257"/>
                  </a:srgbClr>
                </a:gs>
                <a:gs pos="71429">
                  <a:srgbClr val="020107">
                    <a:alpha val="1063"/>
                  </a:srgbClr>
                </a:gs>
                <a:gs pos="85714">
                  <a:srgbClr val="020107">
                    <a:alpha val="422"/>
                  </a:srgbClr>
                </a:gs>
                <a:gs pos="100000">
                  <a:srgbClr val="020107">
                    <a:alpha val="1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0" name="Splat 1180"/>
            <p:cNvSpPr>
              <a:spLocks noGrp="1"/>
            </p:cNvSpPr>
            <p:nvPr/>
          </p:nvSpPr>
          <p:spPr>
            <a:xfrm rot="-8223747">
              <a:off x="1435684" y="2709687"/>
              <a:ext cx="628805" cy="527734"/>
            </a:xfrm>
            <a:prstGeom prst="ellipse">
              <a:avLst/>
            </a:prstGeom>
            <a:gradFill>
              <a:gsLst>
                <a:gs pos="0">
                  <a:srgbClr val="6D7073">
                    <a:alpha val="1958"/>
                  </a:srgbClr>
                </a:gs>
                <a:gs pos="14286">
                  <a:srgbClr val="6D7073">
                    <a:alpha val="1801"/>
                  </a:srgbClr>
                </a:gs>
                <a:gs pos="28571">
                  <a:srgbClr val="6D7073">
                    <a:alpha val="1401"/>
                  </a:srgbClr>
                </a:gs>
                <a:gs pos="42857">
                  <a:srgbClr val="6D7073">
                    <a:alpha val="921"/>
                  </a:srgbClr>
                </a:gs>
                <a:gs pos="57143">
                  <a:srgbClr val="6D7073">
                    <a:alpha val="512"/>
                  </a:srgbClr>
                </a:gs>
                <a:gs pos="71429">
                  <a:srgbClr val="6D7073">
                    <a:alpha val="240"/>
                  </a:srgbClr>
                </a:gs>
                <a:gs pos="85714">
                  <a:srgbClr val="6D7073">
                    <a:alpha val="95"/>
                  </a:srgbClr>
                </a:gs>
                <a:gs pos="100000">
                  <a:srgbClr val="6D7073">
                    <a:alpha val="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1" name="Splat 1181"/>
            <p:cNvSpPr>
              <a:spLocks noGrp="1"/>
            </p:cNvSpPr>
            <p:nvPr/>
          </p:nvSpPr>
          <p:spPr>
            <a:xfrm rot="6459510">
              <a:off x="1227102" y="2647829"/>
              <a:ext cx="657443" cy="573143"/>
            </a:xfrm>
            <a:prstGeom prst="ellipse">
              <a:avLst/>
            </a:prstGeom>
            <a:gradFill>
              <a:gsLst>
                <a:gs pos="0">
                  <a:srgbClr val="000403">
                    <a:alpha val="10563"/>
                  </a:srgbClr>
                </a:gs>
                <a:gs pos="14286">
                  <a:srgbClr val="000403">
                    <a:alpha val="9752"/>
                  </a:srgbClr>
                </a:gs>
                <a:gs pos="28571">
                  <a:srgbClr val="000403">
                    <a:alpha val="7658"/>
                  </a:srgbClr>
                </a:gs>
                <a:gs pos="42857">
                  <a:srgbClr val="000403">
                    <a:alpha val="5092"/>
                  </a:srgbClr>
                </a:gs>
                <a:gs pos="57143">
                  <a:srgbClr val="000403">
                    <a:alpha val="2854"/>
                  </a:srgbClr>
                </a:gs>
                <a:gs pos="71429">
                  <a:srgbClr val="000403">
                    <a:alpha val="1346"/>
                  </a:srgbClr>
                </a:gs>
                <a:gs pos="85714">
                  <a:srgbClr val="000403">
                    <a:alpha val="535"/>
                  </a:srgbClr>
                </a:gs>
                <a:gs pos="100000">
                  <a:srgbClr val="000403">
                    <a:alpha val="1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2" name="Splat 1182"/>
            <p:cNvSpPr>
              <a:spLocks noGrp="1"/>
            </p:cNvSpPr>
            <p:nvPr/>
          </p:nvSpPr>
          <p:spPr>
            <a:xfrm rot="9897881">
              <a:off x="1053312" y="2822039"/>
              <a:ext cx="666741" cy="339543"/>
            </a:xfrm>
            <a:prstGeom prst="ellipse">
              <a:avLst/>
            </a:prstGeom>
            <a:gradFill>
              <a:gsLst>
                <a:gs pos="0">
                  <a:srgbClr val="474847">
                    <a:alpha val="25013"/>
                  </a:srgbClr>
                </a:gs>
                <a:gs pos="14286">
                  <a:srgbClr val="474847">
                    <a:alpha val="23247"/>
                  </a:srgbClr>
                </a:gs>
                <a:gs pos="28571">
                  <a:srgbClr val="474847">
                    <a:alpha val="18570"/>
                  </a:srgbClr>
                </a:gs>
                <a:gs pos="42857">
                  <a:srgbClr val="474847">
                    <a:alpha val="12606"/>
                  </a:srgbClr>
                </a:gs>
                <a:gs pos="57143">
                  <a:srgbClr val="474847">
                    <a:alpha val="7194"/>
                  </a:srgbClr>
                </a:gs>
                <a:gs pos="71429">
                  <a:srgbClr val="474847">
                    <a:alpha val="3434"/>
                  </a:srgbClr>
                </a:gs>
                <a:gs pos="85714">
                  <a:srgbClr val="474847">
                    <a:alpha val="1372"/>
                  </a:srgbClr>
                </a:gs>
                <a:gs pos="100000">
                  <a:srgbClr val="474847">
                    <a:alpha val="4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3" name="Splat 1183"/>
            <p:cNvSpPr>
              <a:spLocks noGrp="1"/>
            </p:cNvSpPr>
            <p:nvPr/>
          </p:nvSpPr>
          <p:spPr>
            <a:xfrm rot="10269327">
              <a:off x="784111" y="2640796"/>
              <a:ext cx="693147" cy="540769"/>
            </a:xfrm>
            <a:prstGeom prst="ellipse">
              <a:avLst/>
            </a:prstGeom>
            <a:gradFill>
              <a:gsLst>
                <a:gs pos="0">
                  <a:srgbClr val="686B6F">
                    <a:alpha val="1359"/>
                  </a:srgbClr>
                </a:gs>
                <a:gs pos="14286">
                  <a:srgbClr val="686B6F">
                    <a:alpha val="1250"/>
                  </a:srgbClr>
                </a:gs>
                <a:gs pos="28571">
                  <a:srgbClr val="686B6F">
                    <a:alpha val="972"/>
                  </a:srgbClr>
                </a:gs>
                <a:gs pos="42857">
                  <a:srgbClr val="686B6F">
                    <a:alpha val="638"/>
                  </a:srgbClr>
                </a:gs>
                <a:gs pos="57143">
                  <a:srgbClr val="686B6F">
                    <a:alpha val="354"/>
                  </a:srgbClr>
                </a:gs>
                <a:gs pos="71429">
                  <a:srgbClr val="686B6F">
                    <a:alpha val="166"/>
                  </a:srgbClr>
                </a:gs>
                <a:gs pos="85714">
                  <a:srgbClr val="686B6F">
                    <a:alpha val="66"/>
                  </a:srgbClr>
                </a:gs>
                <a:gs pos="100000">
                  <a:srgbClr val="686B6F">
                    <a:alpha val="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4" name="Splat 1184"/>
            <p:cNvSpPr>
              <a:spLocks noGrp="1"/>
            </p:cNvSpPr>
            <p:nvPr/>
          </p:nvSpPr>
          <p:spPr>
            <a:xfrm rot="5539318">
              <a:off x="551465" y="2800678"/>
              <a:ext cx="532407" cy="323093"/>
            </a:xfrm>
            <a:prstGeom prst="ellipse">
              <a:avLst/>
            </a:prstGeom>
            <a:gradFill>
              <a:gsLst>
                <a:gs pos="0">
                  <a:srgbClr val="808081">
                    <a:alpha val="3419"/>
                  </a:srgbClr>
                </a:gs>
                <a:gs pos="14286">
                  <a:srgbClr val="808081">
                    <a:alpha val="3147"/>
                  </a:srgbClr>
                </a:gs>
                <a:gs pos="28571">
                  <a:srgbClr val="808081">
                    <a:alpha val="2452"/>
                  </a:srgbClr>
                </a:gs>
                <a:gs pos="42857">
                  <a:srgbClr val="808081">
                    <a:alpha val="1615"/>
                  </a:srgbClr>
                </a:gs>
                <a:gs pos="57143">
                  <a:srgbClr val="808081">
                    <a:alpha val="898"/>
                  </a:srgbClr>
                </a:gs>
                <a:gs pos="71429">
                  <a:srgbClr val="808081">
                    <a:alpha val="421"/>
                  </a:srgbClr>
                </a:gs>
                <a:gs pos="85714">
                  <a:srgbClr val="808081">
                    <a:alpha val="167"/>
                  </a:srgbClr>
                </a:gs>
                <a:gs pos="100000">
                  <a:srgbClr val="808081">
                    <a:alpha val="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5" name="Splat 1185"/>
            <p:cNvSpPr>
              <a:spLocks noGrp="1"/>
            </p:cNvSpPr>
            <p:nvPr/>
          </p:nvSpPr>
          <p:spPr>
            <a:xfrm rot="7232783">
              <a:off x="345235" y="2869141"/>
              <a:ext cx="649745" cy="342566"/>
            </a:xfrm>
            <a:prstGeom prst="ellipse">
              <a:avLst/>
            </a:prstGeom>
            <a:gradFill>
              <a:gsLst>
                <a:gs pos="0">
                  <a:srgbClr val="000107">
                    <a:alpha val="11248"/>
                  </a:srgbClr>
                </a:gs>
                <a:gs pos="14286">
                  <a:srgbClr val="000107">
                    <a:alpha val="10387"/>
                  </a:srgbClr>
                </a:gs>
                <a:gs pos="28571">
                  <a:srgbClr val="000107">
                    <a:alpha val="8163"/>
                  </a:srgbClr>
                </a:gs>
                <a:gs pos="42857">
                  <a:srgbClr val="000107">
                    <a:alpha val="5432"/>
                  </a:srgbClr>
                </a:gs>
                <a:gs pos="57143">
                  <a:srgbClr val="000107">
                    <a:alpha val="3048"/>
                  </a:srgbClr>
                </a:gs>
                <a:gs pos="71429">
                  <a:srgbClr val="000107">
                    <a:alpha val="1438"/>
                  </a:srgbClr>
                </a:gs>
                <a:gs pos="85714">
                  <a:srgbClr val="000107">
                    <a:alpha val="571"/>
                  </a:srgbClr>
                </a:gs>
                <a:gs pos="100000">
                  <a:srgbClr val="000107">
                    <a:alpha val="1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6" name="Splat 1186"/>
            <p:cNvSpPr>
              <a:spLocks noGrp="1"/>
            </p:cNvSpPr>
            <p:nvPr/>
          </p:nvSpPr>
          <p:spPr>
            <a:xfrm rot="8467161">
              <a:off x="-104702" y="2720914"/>
              <a:ext cx="736433" cy="492067"/>
            </a:xfrm>
            <a:prstGeom prst="ellipse">
              <a:avLst/>
            </a:prstGeom>
            <a:gradFill>
              <a:gsLst>
                <a:gs pos="0">
                  <a:srgbClr val="686969">
                    <a:alpha val="1463"/>
                  </a:srgbClr>
                </a:gs>
                <a:gs pos="14286">
                  <a:srgbClr val="686969">
                    <a:alpha val="1346"/>
                  </a:srgbClr>
                </a:gs>
                <a:gs pos="28571">
                  <a:srgbClr val="686969">
                    <a:alpha val="1046"/>
                  </a:srgbClr>
                </a:gs>
                <a:gs pos="42857">
                  <a:srgbClr val="686969">
                    <a:alpha val="688"/>
                  </a:srgbClr>
                </a:gs>
                <a:gs pos="57143">
                  <a:srgbClr val="686969">
                    <a:alpha val="382"/>
                  </a:srgbClr>
                </a:gs>
                <a:gs pos="71429">
                  <a:srgbClr val="686969">
                    <a:alpha val="179"/>
                  </a:srgbClr>
                </a:gs>
                <a:gs pos="85714">
                  <a:srgbClr val="686969">
                    <a:alpha val="71"/>
                  </a:srgbClr>
                </a:gs>
                <a:gs pos="100000">
                  <a:srgbClr val="686969">
                    <a:alpha val="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7" name="Splat 1187"/>
            <p:cNvSpPr>
              <a:spLocks noGrp="1"/>
            </p:cNvSpPr>
            <p:nvPr/>
          </p:nvSpPr>
          <p:spPr>
            <a:xfrm rot="7300209">
              <a:off x="2680891" y="2784968"/>
              <a:ext cx="697063" cy="184809"/>
            </a:xfrm>
            <a:prstGeom prst="ellipse">
              <a:avLst/>
            </a:prstGeom>
            <a:gradFill>
              <a:gsLst>
                <a:gs pos="0">
                  <a:srgbClr val="888888">
                    <a:alpha val="6699"/>
                  </a:srgbClr>
                </a:gs>
                <a:gs pos="14286">
                  <a:srgbClr val="888888">
                    <a:alpha val="6174"/>
                  </a:srgbClr>
                </a:gs>
                <a:gs pos="28571">
                  <a:srgbClr val="888888">
                    <a:alpha val="4828"/>
                  </a:srgbClr>
                </a:gs>
                <a:gs pos="42857">
                  <a:srgbClr val="888888">
                    <a:alpha val="3194"/>
                  </a:srgbClr>
                </a:gs>
                <a:gs pos="57143">
                  <a:srgbClr val="888888">
                    <a:alpha val="1782"/>
                  </a:srgbClr>
                </a:gs>
                <a:gs pos="71429">
                  <a:srgbClr val="888888">
                    <a:alpha val="838"/>
                  </a:srgbClr>
                </a:gs>
                <a:gs pos="85714">
                  <a:srgbClr val="888888">
                    <a:alpha val="332"/>
                  </a:srgbClr>
                </a:gs>
                <a:gs pos="100000">
                  <a:srgbClr val="888888">
                    <a:alpha val="1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8" name="Splat 1188"/>
            <p:cNvSpPr>
              <a:spLocks noGrp="1"/>
            </p:cNvSpPr>
            <p:nvPr/>
          </p:nvSpPr>
          <p:spPr>
            <a:xfrm rot="-9324762">
              <a:off x="2250727" y="2601661"/>
              <a:ext cx="583859" cy="422019"/>
            </a:xfrm>
            <a:prstGeom prst="ellipse">
              <a:avLst/>
            </a:prstGeom>
            <a:gradFill>
              <a:gsLst>
                <a:gs pos="0">
                  <a:srgbClr val="050104">
                    <a:alpha val="11139"/>
                  </a:srgbClr>
                </a:gs>
                <a:gs pos="14286">
                  <a:srgbClr val="050104">
                    <a:alpha val="10286"/>
                  </a:srgbClr>
                </a:gs>
                <a:gs pos="28571">
                  <a:srgbClr val="050104">
                    <a:alpha val="8083"/>
                  </a:srgbClr>
                </a:gs>
                <a:gs pos="42857">
                  <a:srgbClr val="050104">
                    <a:alpha val="5378"/>
                  </a:srgbClr>
                </a:gs>
                <a:gs pos="57143">
                  <a:srgbClr val="050104">
                    <a:alpha val="3017"/>
                  </a:srgbClr>
                </a:gs>
                <a:gs pos="71429">
                  <a:srgbClr val="050104">
                    <a:alpha val="1424"/>
                  </a:srgbClr>
                </a:gs>
                <a:gs pos="85714">
                  <a:srgbClr val="050104">
                    <a:alpha val="565"/>
                  </a:srgbClr>
                </a:gs>
                <a:gs pos="100000">
                  <a:srgbClr val="050104">
                    <a:alpha val="1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9" name="Splat 1189"/>
            <p:cNvSpPr>
              <a:spLocks noGrp="1"/>
            </p:cNvSpPr>
            <p:nvPr/>
          </p:nvSpPr>
          <p:spPr>
            <a:xfrm rot="7244920">
              <a:off x="1892299" y="2581058"/>
              <a:ext cx="598358" cy="501919"/>
            </a:xfrm>
            <a:prstGeom prst="ellipse">
              <a:avLst/>
            </a:prstGeom>
            <a:gradFill>
              <a:gsLst>
                <a:gs pos="0">
                  <a:srgbClr val="000203">
                    <a:alpha val="12438"/>
                  </a:srgbClr>
                </a:gs>
                <a:gs pos="14286">
                  <a:srgbClr val="000203">
                    <a:alpha val="11492"/>
                  </a:srgbClr>
                </a:gs>
                <a:gs pos="28571">
                  <a:srgbClr val="000203">
                    <a:alpha val="9043"/>
                  </a:srgbClr>
                </a:gs>
                <a:gs pos="42857">
                  <a:srgbClr val="000203">
                    <a:alpha val="6028"/>
                  </a:srgbClr>
                </a:gs>
                <a:gs pos="57143">
                  <a:srgbClr val="000203">
                    <a:alpha val="3386"/>
                  </a:srgbClr>
                </a:gs>
                <a:gs pos="71429">
                  <a:srgbClr val="000203">
                    <a:alpha val="1600"/>
                  </a:srgbClr>
                </a:gs>
                <a:gs pos="85714">
                  <a:srgbClr val="000203">
                    <a:alpha val="636"/>
                  </a:srgbClr>
                </a:gs>
                <a:gs pos="100000">
                  <a:srgbClr val="000203">
                    <a:alpha val="2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0" name="Splat 1190"/>
            <p:cNvSpPr>
              <a:spLocks noGrp="1"/>
            </p:cNvSpPr>
            <p:nvPr/>
          </p:nvSpPr>
          <p:spPr>
            <a:xfrm rot="9460912">
              <a:off x="1830474" y="2733448"/>
              <a:ext cx="561890" cy="305119"/>
            </a:xfrm>
            <a:prstGeom prst="ellipse">
              <a:avLst/>
            </a:prstGeom>
            <a:gradFill>
              <a:gsLst>
                <a:gs pos="0">
                  <a:srgbClr val="6A6A6A">
                    <a:alpha val="8660"/>
                  </a:srgbClr>
                </a:gs>
                <a:gs pos="14286">
                  <a:srgbClr val="6A6A6A">
                    <a:alpha val="7988"/>
                  </a:srgbClr>
                </a:gs>
                <a:gs pos="28571">
                  <a:srgbClr val="6A6A6A">
                    <a:alpha val="6260"/>
                  </a:srgbClr>
                </a:gs>
                <a:gs pos="42857">
                  <a:srgbClr val="6A6A6A">
                    <a:alpha val="4151"/>
                  </a:srgbClr>
                </a:gs>
                <a:gs pos="57143">
                  <a:srgbClr val="6A6A6A">
                    <a:alpha val="2322"/>
                  </a:srgbClr>
                </a:gs>
                <a:gs pos="71429">
                  <a:srgbClr val="6A6A6A">
                    <a:alpha val="1094"/>
                  </a:srgbClr>
                </a:gs>
                <a:gs pos="85714">
                  <a:srgbClr val="6A6A6A">
                    <a:alpha val="434"/>
                  </a:srgbClr>
                </a:gs>
                <a:gs pos="100000">
                  <a:srgbClr val="6A6A6A">
                    <a:alpha val="1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1" name="Splat 1191"/>
            <p:cNvSpPr>
              <a:spLocks noGrp="1"/>
            </p:cNvSpPr>
            <p:nvPr/>
          </p:nvSpPr>
          <p:spPr>
            <a:xfrm rot="-9192755">
              <a:off x="1596746" y="2587630"/>
              <a:ext cx="657130" cy="475812"/>
            </a:xfrm>
            <a:prstGeom prst="ellipse">
              <a:avLst/>
            </a:prstGeom>
            <a:gradFill>
              <a:gsLst>
                <a:gs pos="0">
                  <a:srgbClr val="080109">
                    <a:alpha val="5111"/>
                  </a:srgbClr>
                </a:gs>
                <a:gs pos="14286">
                  <a:srgbClr val="080109">
                    <a:alpha val="4707"/>
                  </a:srgbClr>
                </a:gs>
                <a:gs pos="28571">
                  <a:srgbClr val="080109">
                    <a:alpha val="3674"/>
                  </a:srgbClr>
                </a:gs>
                <a:gs pos="42857">
                  <a:srgbClr val="080109">
                    <a:alpha val="2426"/>
                  </a:srgbClr>
                </a:gs>
                <a:gs pos="57143">
                  <a:srgbClr val="080109">
                    <a:alpha val="1351"/>
                  </a:srgbClr>
                </a:gs>
                <a:gs pos="71429">
                  <a:srgbClr val="080109">
                    <a:alpha val="635"/>
                  </a:srgbClr>
                </a:gs>
                <a:gs pos="85714">
                  <a:srgbClr val="080109">
                    <a:alpha val="252"/>
                  </a:srgbClr>
                </a:gs>
                <a:gs pos="100000">
                  <a:srgbClr val="080109">
                    <a:alpha val="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2" name="Splat 1192"/>
            <p:cNvSpPr>
              <a:spLocks noGrp="1"/>
            </p:cNvSpPr>
            <p:nvPr/>
          </p:nvSpPr>
          <p:spPr>
            <a:xfrm rot="-8251529">
              <a:off x="1411439" y="2506674"/>
              <a:ext cx="635109" cy="504906"/>
            </a:xfrm>
            <a:prstGeom prst="ellipse">
              <a:avLst/>
            </a:prstGeom>
            <a:gradFill>
              <a:gsLst>
                <a:gs pos="0">
                  <a:srgbClr val="696A6A">
                    <a:alpha val="1537"/>
                  </a:srgbClr>
                </a:gs>
                <a:gs pos="14286">
                  <a:srgbClr val="696A6A">
                    <a:alpha val="1414"/>
                  </a:srgbClr>
                </a:gs>
                <a:gs pos="28571">
                  <a:srgbClr val="696A6A">
                    <a:alpha val="1099"/>
                  </a:srgbClr>
                </a:gs>
                <a:gs pos="42857">
                  <a:srgbClr val="696A6A">
                    <a:alpha val="723"/>
                  </a:srgbClr>
                </a:gs>
                <a:gs pos="57143">
                  <a:srgbClr val="696A6A">
                    <a:alpha val="401"/>
                  </a:srgbClr>
                </a:gs>
                <a:gs pos="71429">
                  <a:srgbClr val="696A6A">
                    <a:alpha val="188"/>
                  </a:srgbClr>
                </a:gs>
                <a:gs pos="85714">
                  <a:srgbClr val="696A6A">
                    <a:alpha val="74"/>
                  </a:srgbClr>
                </a:gs>
                <a:gs pos="100000">
                  <a:srgbClr val="696A6A">
                    <a:alpha val="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3" name="Splat 1193"/>
            <p:cNvSpPr>
              <a:spLocks noGrp="1"/>
            </p:cNvSpPr>
            <p:nvPr/>
          </p:nvSpPr>
          <p:spPr>
            <a:xfrm rot="6037429">
              <a:off x="1160843" y="2600192"/>
              <a:ext cx="715980" cy="479496"/>
            </a:xfrm>
            <a:prstGeom prst="ellipse">
              <a:avLst/>
            </a:prstGeom>
            <a:gradFill>
              <a:gsLst>
                <a:gs pos="0">
                  <a:srgbClr val="737373">
                    <a:alpha val="4409"/>
                  </a:srgbClr>
                </a:gs>
                <a:gs pos="14286">
                  <a:srgbClr val="737373">
                    <a:alpha val="4060"/>
                  </a:srgbClr>
                </a:gs>
                <a:gs pos="28571">
                  <a:srgbClr val="737373">
                    <a:alpha val="3167"/>
                  </a:srgbClr>
                </a:gs>
                <a:gs pos="42857">
                  <a:srgbClr val="737373">
                    <a:alpha val="2089"/>
                  </a:srgbClr>
                </a:gs>
                <a:gs pos="57143">
                  <a:srgbClr val="737373">
                    <a:alpha val="1163"/>
                  </a:srgbClr>
                </a:gs>
                <a:gs pos="71429">
                  <a:srgbClr val="737373">
                    <a:alpha val="546"/>
                  </a:srgbClr>
                </a:gs>
                <a:gs pos="85714">
                  <a:srgbClr val="737373">
                    <a:alpha val="216"/>
                  </a:srgbClr>
                </a:gs>
                <a:gs pos="100000">
                  <a:srgbClr val="737373">
                    <a:alpha val="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4" name="Splat 1194"/>
            <p:cNvSpPr>
              <a:spLocks noGrp="1"/>
            </p:cNvSpPr>
            <p:nvPr/>
          </p:nvSpPr>
          <p:spPr>
            <a:xfrm rot="5851920">
              <a:off x="844220" y="2611823"/>
              <a:ext cx="695352" cy="374291"/>
            </a:xfrm>
            <a:prstGeom prst="ellipse">
              <a:avLst/>
            </a:prstGeom>
            <a:gradFill>
              <a:gsLst>
                <a:gs pos="0">
                  <a:srgbClr val="0B0108">
                    <a:alpha val="4387"/>
                  </a:srgbClr>
                </a:gs>
                <a:gs pos="14286">
                  <a:srgbClr val="0B0108">
                    <a:alpha val="4040"/>
                  </a:srgbClr>
                </a:gs>
                <a:gs pos="28571">
                  <a:srgbClr val="0B0108">
                    <a:alpha val="3151"/>
                  </a:srgbClr>
                </a:gs>
                <a:gs pos="42857">
                  <a:srgbClr val="0B0108">
                    <a:alpha val="2078"/>
                  </a:srgbClr>
                </a:gs>
                <a:gs pos="57143">
                  <a:srgbClr val="0B0108">
                    <a:alpha val="1157"/>
                  </a:srgbClr>
                </a:gs>
                <a:gs pos="71429">
                  <a:srgbClr val="0B0108">
                    <a:alpha val="543"/>
                  </a:srgbClr>
                </a:gs>
                <a:gs pos="85714">
                  <a:srgbClr val="0B0108">
                    <a:alpha val="215"/>
                  </a:srgbClr>
                </a:gs>
                <a:gs pos="100000">
                  <a:srgbClr val="0B0108">
                    <a:alpha val="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5" name="Splat 1195"/>
            <p:cNvSpPr>
              <a:spLocks noGrp="1"/>
            </p:cNvSpPr>
            <p:nvPr/>
          </p:nvSpPr>
          <p:spPr>
            <a:xfrm rot="5287691">
              <a:off x="543367" y="2571029"/>
              <a:ext cx="609543" cy="468725"/>
            </a:xfrm>
            <a:prstGeom prst="ellipse">
              <a:avLst/>
            </a:prstGeom>
            <a:gradFill>
              <a:gsLst>
                <a:gs pos="0">
                  <a:srgbClr val="232129">
                    <a:alpha val="4117"/>
                  </a:srgbClr>
                </a:gs>
                <a:gs pos="14286">
                  <a:srgbClr val="232129">
                    <a:alpha val="3791"/>
                  </a:srgbClr>
                </a:gs>
                <a:gs pos="28571">
                  <a:srgbClr val="232129">
                    <a:alpha val="2956"/>
                  </a:srgbClr>
                </a:gs>
                <a:gs pos="42857">
                  <a:srgbClr val="232129">
                    <a:alpha val="1949"/>
                  </a:srgbClr>
                </a:gs>
                <a:gs pos="57143">
                  <a:srgbClr val="232129">
                    <a:alpha val="1085"/>
                  </a:srgbClr>
                </a:gs>
                <a:gs pos="71429">
                  <a:srgbClr val="232129">
                    <a:alpha val="509"/>
                  </a:srgbClr>
                </a:gs>
                <a:gs pos="85714">
                  <a:srgbClr val="232129">
                    <a:alpha val="202"/>
                  </a:srgbClr>
                </a:gs>
                <a:gs pos="100000">
                  <a:srgbClr val="232129">
                    <a:alpha val="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6" name="Splat 1196"/>
            <p:cNvSpPr>
              <a:spLocks noGrp="1"/>
            </p:cNvSpPr>
            <p:nvPr/>
          </p:nvSpPr>
          <p:spPr>
            <a:xfrm rot="5233163">
              <a:off x="301109" y="2557105"/>
              <a:ext cx="704026" cy="440848"/>
            </a:xfrm>
            <a:prstGeom prst="ellipse">
              <a:avLst/>
            </a:prstGeom>
            <a:gradFill>
              <a:gsLst>
                <a:gs pos="0">
                  <a:srgbClr val="6F6F6E">
                    <a:alpha val="1905"/>
                  </a:srgbClr>
                </a:gs>
                <a:gs pos="14286">
                  <a:srgbClr val="6F6F6E">
                    <a:alpha val="1752"/>
                  </a:srgbClr>
                </a:gs>
                <a:gs pos="28571">
                  <a:srgbClr val="6F6F6E">
                    <a:alpha val="1363"/>
                  </a:srgbClr>
                </a:gs>
                <a:gs pos="42857">
                  <a:srgbClr val="6F6F6E">
                    <a:alpha val="896"/>
                  </a:srgbClr>
                </a:gs>
                <a:gs pos="57143">
                  <a:srgbClr val="6F6F6E">
                    <a:alpha val="498"/>
                  </a:srgbClr>
                </a:gs>
                <a:gs pos="71429">
                  <a:srgbClr val="6F6F6E">
                    <a:alpha val="233"/>
                  </a:srgbClr>
                </a:gs>
                <a:gs pos="85714">
                  <a:srgbClr val="6F6F6E">
                    <a:alpha val="92"/>
                  </a:srgbClr>
                </a:gs>
                <a:gs pos="100000">
                  <a:srgbClr val="6F6F6E">
                    <a:alpha val="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7" name="Splat 1197"/>
            <p:cNvSpPr>
              <a:spLocks noGrp="1"/>
            </p:cNvSpPr>
            <p:nvPr/>
          </p:nvSpPr>
          <p:spPr>
            <a:xfrm rot="9195548">
              <a:off x="110812" y="2622428"/>
              <a:ext cx="711248" cy="376558"/>
            </a:xfrm>
            <a:prstGeom prst="ellipse">
              <a:avLst/>
            </a:prstGeom>
            <a:gradFill>
              <a:gsLst>
                <a:gs pos="0">
                  <a:srgbClr val="000500">
                    <a:alpha val="6498"/>
                  </a:srgbClr>
                </a:gs>
                <a:gs pos="14286">
                  <a:srgbClr val="000500">
                    <a:alpha val="5988"/>
                  </a:srgbClr>
                </a:gs>
                <a:gs pos="28571">
                  <a:srgbClr val="000500">
                    <a:alpha val="4682"/>
                  </a:srgbClr>
                </a:gs>
                <a:gs pos="42857">
                  <a:srgbClr val="000500">
                    <a:alpha val="3096"/>
                  </a:srgbClr>
                </a:gs>
                <a:gs pos="57143">
                  <a:srgbClr val="000500">
                    <a:alpha val="1728"/>
                  </a:srgbClr>
                </a:gs>
                <a:gs pos="71429">
                  <a:srgbClr val="000500">
                    <a:alpha val="812"/>
                  </a:srgbClr>
                </a:gs>
                <a:gs pos="85714">
                  <a:srgbClr val="000500">
                    <a:alpha val="322"/>
                  </a:srgbClr>
                </a:gs>
                <a:gs pos="100000">
                  <a:srgbClr val="000500">
                    <a:alpha val="1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8" name="Splat 1198"/>
            <p:cNvSpPr>
              <a:spLocks noGrp="1"/>
            </p:cNvSpPr>
            <p:nvPr/>
          </p:nvSpPr>
          <p:spPr>
            <a:xfrm rot="9259638">
              <a:off x="-79204" y="2565862"/>
              <a:ext cx="589925" cy="333886"/>
            </a:xfrm>
            <a:prstGeom prst="ellipse">
              <a:avLst/>
            </a:prstGeom>
            <a:gradFill>
              <a:gsLst>
                <a:gs pos="0">
                  <a:srgbClr val="040300">
                    <a:alpha val="7927"/>
                  </a:srgbClr>
                </a:gs>
                <a:gs pos="14286">
                  <a:srgbClr val="040300">
                    <a:alpha val="7310"/>
                  </a:srgbClr>
                </a:gs>
                <a:gs pos="28571">
                  <a:srgbClr val="040300">
                    <a:alpha val="5723"/>
                  </a:srgbClr>
                </a:gs>
                <a:gs pos="42857">
                  <a:srgbClr val="040300">
                    <a:alpha val="3792"/>
                  </a:srgbClr>
                </a:gs>
                <a:gs pos="57143">
                  <a:srgbClr val="040300">
                    <a:alpha val="2119"/>
                  </a:srgbClr>
                </a:gs>
                <a:gs pos="71429">
                  <a:srgbClr val="040300">
                    <a:alpha val="998"/>
                  </a:srgbClr>
                </a:gs>
                <a:gs pos="85714">
                  <a:srgbClr val="040300">
                    <a:alpha val="396"/>
                  </a:srgbClr>
                </a:gs>
                <a:gs pos="100000">
                  <a:srgbClr val="040300">
                    <a:alpha val="1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9" name="Splat 1199"/>
            <p:cNvSpPr>
              <a:spLocks noGrp="1"/>
            </p:cNvSpPr>
            <p:nvPr/>
          </p:nvSpPr>
          <p:spPr>
            <a:xfrm rot="4273224">
              <a:off x="2567176" y="2460414"/>
              <a:ext cx="774292" cy="381912"/>
            </a:xfrm>
            <a:prstGeom prst="ellipse">
              <a:avLst/>
            </a:prstGeom>
            <a:gradFill>
              <a:gsLst>
                <a:gs pos="0">
                  <a:srgbClr val="000201">
                    <a:alpha val="18944"/>
                  </a:srgbClr>
                </a:gs>
                <a:gs pos="14286">
                  <a:srgbClr val="000201">
                    <a:alpha val="17556"/>
                  </a:srgbClr>
                </a:gs>
                <a:gs pos="28571">
                  <a:srgbClr val="000201">
                    <a:alpha val="13920"/>
                  </a:srgbClr>
                </a:gs>
                <a:gs pos="42857">
                  <a:srgbClr val="000201">
                    <a:alpha val="9364"/>
                  </a:srgbClr>
                </a:gs>
                <a:gs pos="57143">
                  <a:srgbClr val="000201">
                    <a:alpha val="5302"/>
                  </a:srgbClr>
                </a:gs>
                <a:gs pos="71429">
                  <a:srgbClr val="000201">
                    <a:alpha val="2518"/>
                  </a:srgbClr>
                </a:gs>
                <a:gs pos="85714">
                  <a:srgbClr val="000201">
                    <a:alpha val="1003"/>
                  </a:srgbClr>
                </a:gs>
                <a:gs pos="100000">
                  <a:srgbClr val="000201">
                    <a:alpha val="3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0" name="Splat 1200"/>
            <p:cNvSpPr>
              <a:spLocks noGrp="1"/>
            </p:cNvSpPr>
            <p:nvPr/>
          </p:nvSpPr>
          <p:spPr>
            <a:xfrm rot="6559168">
              <a:off x="2439008" y="2305999"/>
              <a:ext cx="684924" cy="532957"/>
            </a:xfrm>
            <a:prstGeom prst="ellipse">
              <a:avLst/>
            </a:prstGeom>
            <a:gradFill>
              <a:gsLst>
                <a:gs pos="0">
                  <a:srgbClr val="000100">
                    <a:alpha val="11404"/>
                  </a:srgbClr>
                </a:gs>
                <a:gs pos="14286">
                  <a:srgbClr val="000100">
                    <a:alpha val="10532"/>
                  </a:srgbClr>
                </a:gs>
                <a:gs pos="28571">
                  <a:srgbClr val="000100">
                    <a:alpha val="8278"/>
                  </a:srgbClr>
                </a:gs>
                <a:gs pos="42857">
                  <a:srgbClr val="000100">
                    <a:alpha val="5510"/>
                  </a:srgbClr>
                </a:gs>
                <a:gs pos="57143">
                  <a:srgbClr val="000100">
                    <a:alpha val="3092"/>
                  </a:srgbClr>
                </a:gs>
                <a:gs pos="71429">
                  <a:srgbClr val="000100">
                    <a:alpha val="1459"/>
                  </a:srgbClr>
                </a:gs>
                <a:gs pos="85714">
                  <a:srgbClr val="000100">
                    <a:alpha val="580"/>
                  </a:srgbClr>
                </a:gs>
                <a:gs pos="100000">
                  <a:srgbClr val="000100">
                    <a:alpha val="1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1" name="Splat 1201"/>
            <p:cNvSpPr>
              <a:spLocks noGrp="1"/>
            </p:cNvSpPr>
            <p:nvPr/>
          </p:nvSpPr>
          <p:spPr>
            <a:xfrm rot="-10049634">
              <a:off x="2238638" y="2262399"/>
              <a:ext cx="661193" cy="58061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2" name="Splat 1202"/>
            <p:cNvSpPr>
              <a:spLocks noGrp="1"/>
            </p:cNvSpPr>
            <p:nvPr/>
          </p:nvSpPr>
          <p:spPr>
            <a:xfrm rot="-10271494">
              <a:off x="2098706" y="2339562"/>
              <a:ext cx="619100" cy="595434"/>
            </a:xfrm>
            <a:prstGeom prst="ellipse">
              <a:avLst/>
            </a:prstGeom>
            <a:gradFill>
              <a:gsLst>
                <a:gs pos="0">
                  <a:srgbClr val="000002">
                    <a:alpha val="13010"/>
                  </a:srgbClr>
                </a:gs>
                <a:gs pos="14286">
                  <a:srgbClr val="000002">
                    <a:alpha val="12024"/>
                  </a:srgbClr>
                </a:gs>
                <a:gs pos="28571">
                  <a:srgbClr val="000002">
                    <a:alpha val="9468"/>
                  </a:srgbClr>
                </a:gs>
                <a:gs pos="42857">
                  <a:srgbClr val="000002">
                    <a:alpha val="6316"/>
                  </a:srgbClr>
                </a:gs>
                <a:gs pos="57143">
                  <a:srgbClr val="000002">
                    <a:alpha val="3550"/>
                  </a:srgbClr>
                </a:gs>
                <a:gs pos="71429">
                  <a:srgbClr val="000002">
                    <a:alpha val="1678"/>
                  </a:srgbClr>
                </a:gs>
                <a:gs pos="85714">
                  <a:srgbClr val="000002">
                    <a:alpha val="667"/>
                  </a:srgbClr>
                </a:gs>
                <a:gs pos="100000">
                  <a:srgbClr val="000002">
                    <a:alpha val="2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3" name="Splat 1203"/>
            <p:cNvSpPr>
              <a:spLocks noGrp="1"/>
            </p:cNvSpPr>
            <p:nvPr/>
          </p:nvSpPr>
          <p:spPr>
            <a:xfrm rot="-10134908">
              <a:off x="1888678" y="2250672"/>
              <a:ext cx="627214" cy="590403"/>
            </a:xfrm>
            <a:prstGeom prst="ellipse">
              <a:avLst/>
            </a:prstGeom>
            <a:gradFill>
              <a:gsLst>
                <a:gs pos="0">
                  <a:srgbClr val="000001">
                    <a:alpha val="19852"/>
                  </a:srgbClr>
                </a:gs>
                <a:gs pos="14286">
                  <a:srgbClr val="000001">
                    <a:alpha val="18405"/>
                  </a:srgbClr>
                </a:gs>
                <a:gs pos="28571">
                  <a:srgbClr val="000001">
                    <a:alpha val="14609"/>
                  </a:srgbClr>
                </a:gs>
                <a:gs pos="42857">
                  <a:srgbClr val="000001">
                    <a:alpha val="9840"/>
                  </a:srgbClr>
                </a:gs>
                <a:gs pos="57143">
                  <a:srgbClr val="000001">
                    <a:alpha val="5578"/>
                  </a:srgbClr>
                </a:gs>
                <a:gs pos="71429">
                  <a:srgbClr val="000001">
                    <a:alpha val="2651"/>
                  </a:srgbClr>
                </a:gs>
                <a:gs pos="85714">
                  <a:srgbClr val="000001">
                    <a:alpha val="1057"/>
                  </a:srgbClr>
                </a:gs>
                <a:gs pos="100000">
                  <a:srgbClr val="000001">
                    <a:alpha val="3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4" name="Splat 1204"/>
            <p:cNvSpPr>
              <a:spLocks noGrp="1"/>
            </p:cNvSpPr>
            <p:nvPr/>
          </p:nvSpPr>
          <p:spPr>
            <a:xfrm rot="-10348964">
              <a:off x="1744170" y="2288956"/>
              <a:ext cx="673590" cy="634677"/>
            </a:xfrm>
            <a:prstGeom prst="ellipse">
              <a:avLst/>
            </a:prstGeom>
            <a:gradFill>
              <a:gsLst>
                <a:gs pos="0">
                  <a:srgbClr val="000200">
                    <a:alpha val="14260"/>
                  </a:srgbClr>
                </a:gs>
                <a:gs pos="14286">
                  <a:srgbClr val="000200">
                    <a:alpha val="13187"/>
                  </a:srgbClr>
                </a:gs>
                <a:gs pos="28571">
                  <a:srgbClr val="000200">
                    <a:alpha val="10398"/>
                  </a:srgbClr>
                </a:gs>
                <a:gs pos="42857">
                  <a:srgbClr val="000200">
                    <a:alpha val="6949"/>
                  </a:srgbClr>
                </a:gs>
                <a:gs pos="57143">
                  <a:srgbClr val="000200">
                    <a:alpha val="3912"/>
                  </a:srgbClr>
                </a:gs>
                <a:gs pos="71429">
                  <a:srgbClr val="000200">
                    <a:alpha val="1851"/>
                  </a:srgbClr>
                </a:gs>
                <a:gs pos="85714">
                  <a:srgbClr val="000200">
                    <a:alpha val="736"/>
                  </a:srgbClr>
                </a:gs>
                <a:gs pos="100000">
                  <a:srgbClr val="000200">
                    <a:alpha val="2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5" name="Splat 1205"/>
            <p:cNvSpPr>
              <a:spLocks noGrp="1"/>
            </p:cNvSpPr>
            <p:nvPr/>
          </p:nvSpPr>
          <p:spPr>
            <a:xfrm rot="10359983">
              <a:off x="1432322" y="2320135"/>
              <a:ext cx="603021" cy="459089"/>
            </a:xfrm>
            <a:prstGeom prst="ellipse">
              <a:avLst/>
            </a:prstGeom>
            <a:gradFill>
              <a:gsLst>
                <a:gs pos="0">
                  <a:srgbClr val="070000">
                    <a:alpha val="19732"/>
                  </a:srgbClr>
                </a:gs>
                <a:gs pos="14286">
                  <a:srgbClr val="070000">
                    <a:alpha val="18292"/>
                  </a:srgbClr>
                </a:gs>
                <a:gs pos="28571">
                  <a:srgbClr val="070000">
                    <a:alpha val="14517"/>
                  </a:srgbClr>
                </a:gs>
                <a:gs pos="42857">
                  <a:srgbClr val="070000">
                    <a:alpha val="9777"/>
                  </a:srgbClr>
                </a:gs>
                <a:gs pos="57143">
                  <a:srgbClr val="070000">
                    <a:alpha val="5542"/>
                  </a:srgbClr>
                </a:gs>
                <a:gs pos="71429">
                  <a:srgbClr val="070000">
                    <a:alpha val="2633"/>
                  </a:srgbClr>
                </a:gs>
                <a:gs pos="85714">
                  <a:srgbClr val="070000">
                    <a:alpha val="1050"/>
                  </a:srgbClr>
                </a:gs>
                <a:gs pos="100000">
                  <a:srgbClr val="070000">
                    <a:alpha val="3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6" name="Splat 1206"/>
            <p:cNvSpPr>
              <a:spLocks noGrp="1"/>
            </p:cNvSpPr>
            <p:nvPr/>
          </p:nvSpPr>
          <p:spPr>
            <a:xfrm rot="7592856">
              <a:off x="1137757" y="2456095"/>
              <a:ext cx="658577" cy="393370"/>
            </a:xfrm>
            <a:prstGeom prst="ellipse">
              <a:avLst/>
            </a:prstGeom>
            <a:gradFill>
              <a:gsLst>
                <a:gs pos="0">
                  <a:srgbClr val="050007">
                    <a:alpha val="15006"/>
                  </a:srgbClr>
                </a:gs>
                <a:gs pos="14286">
                  <a:srgbClr val="050007">
                    <a:alpha val="13881"/>
                  </a:srgbClr>
                </a:gs>
                <a:gs pos="28571">
                  <a:srgbClr val="050007">
                    <a:alpha val="10955"/>
                  </a:srgbClr>
                </a:gs>
                <a:gs pos="42857">
                  <a:srgbClr val="050007">
                    <a:alpha val="7328"/>
                  </a:srgbClr>
                </a:gs>
                <a:gs pos="57143">
                  <a:srgbClr val="050007">
                    <a:alpha val="4129"/>
                  </a:srgbClr>
                </a:gs>
                <a:gs pos="71429">
                  <a:srgbClr val="050007">
                    <a:alpha val="1955"/>
                  </a:srgbClr>
                </a:gs>
                <a:gs pos="85714">
                  <a:srgbClr val="050007">
                    <a:alpha val="778"/>
                  </a:srgbClr>
                </a:gs>
                <a:gs pos="100000">
                  <a:srgbClr val="050007">
                    <a:alpha val="2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7" name="Splat 1207"/>
            <p:cNvSpPr>
              <a:spLocks noGrp="1"/>
            </p:cNvSpPr>
            <p:nvPr/>
          </p:nvSpPr>
          <p:spPr>
            <a:xfrm rot="-8598077">
              <a:off x="845751" y="2326197"/>
              <a:ext cx="647246" cy="465337"/>
            </a:xfrm>
            <a:prstGeom prst="ellipse">
              <a:avLst/>
            </a:prstGeom>
            <a:gradFill>
              <a:gsLst>
                <a:gs pos="0">
                  <a:srgbClr val="828182">
                    <a:alpha val="4109"/>
                  </a:srgbClr>
                </a:gs>
                <a:gs pos="14286">
                  <a:srgbClr val="828182">
                    <a:alpha val="3783"/>
                  </a:srgbClr>
                </a:gs>
                <a:gs pos="28571">
                  <a:srgbClr val="828182">
                    <a:alpha val="2950"/>
                  </a:srgbClr>
                </a:gs>
                <a:gs pos="42857">
                  <a:srgbClr val="828182">
                    <a:alpha val="1945"/>
                  </a:srgbClr>
                </a:gs>
                <a:gs pos="57143">
                  <a:srgbClr val="828182">
                    <a:alpha val="1082"/>
                  </a:srgbClr>
                </a:gs>
                <a:gs pos="71429">
                  <a:srgbClr val="828182">
                    <a:alpha val="508"/>
                  </a:srgbClr>
                </a:gs>
                <a:gs pos="85714">
                  <a:srgbClr val="828182">
                    <a:alpha val="201"/>
                  </a:srgbClr>
                </a:gs>
                <a:gs pos="100000">
                  <a:srgbClr val="828182">
                    <a:alpha val="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8" name="Splat 1208"/>
            <p:cNvSpPr>
              <a:spLocks noGrp="1"/>
            </p:cNvSpPr>
            <p:nvPr/>
          </p:nvSpPr>
          <p:spPr>
            <a:xfrm rot="-8490810">
              <a:off x="595779" y="2346948"/>
              <a:ext cx="740321" cy="463253"/>
            </a:xfrm>
            <a:prstGeom prst="ellipse">
              <a:avLst/>
            </a:prstGeom>
            <a:gradFill>
              <a:gsLst>
                <a:gs pos="0">
                  <a:srgbClr val="150E0F">
                    <a:alpha val="2974"/>
                  </a:srgbClr>
                </a:gs>
                <a:gs pos="14286">
                  <a:srgbClr val="150E0F">
                    <a:alpha val="2737"/>
                  </a:srgbClr>
                </a:gs>
                <a:gs pos="28571">
                  <a:srgbClr val="150E0F">
                    <a:alpha val="2132"/>
                  </a:srgbClr>
                </a:gs>
                <a:gs pos="42857">
                  <a:srgbClr val="150E0F">
                    <a:alpha val="1403"/>
                  </a:srgbClr>
                </a:gs>
                <a:gs pos="57143">
                  <a:srgbClr val="150E0F">
                    <a:alpha val="780"/>
                  </a:srgbClr>
                </a:gs>
                <a:gs pos="71429">
                  <a:srgbClr val="150E0F">
                    <a:alpha val="366"/>
                  </a:srgbClr>
                </a:gs>
                <a:gs pos="85714">
                  <a:srgbClr val="150E0F">
                    <a:alpha val="145"/>
                  </a:srgbClr>
                </a:gs>
                <a:gs pos="100000">
                  <a:srgbClr val="150E0F">
                    <a:alpha val="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9" name="Splat 1209"/>
            <p:cNvSpPr>
              <a:spLocks noGrp="1"/>
            </p:cNvSpPr>
            <p:nvPr/>
          </p:nvSpPr>
          <p:spPr>
            <a:xfrm rot="10733575">
              <a:off x="594738" y="2530036"/>
              <a:ext cx="602305" cy="319231"/>
            </a:xfrm>
            <a:prstGeom prst="ellipse">
              <a:avLst/>
            </a:prstGeom>
            <a:gradFill>
              <a:gsLst>
                <a:gs pos="0">
                  <a:srgbClr val="848383">
                    <a:alpha val="3568"/>
                  </a:srgbClr>
                </a:gs>
                <a:gs pos="14286">
                  <a:srgbClr val="848383">
                    <a:alpha val="3284"/>
                  </a:srgbClr>
                </a:gs>
                <a:gs pos="28571">
                  <a:srgbClr val="848383">
                    <a:alpha val="2559"/>
                  </a:srgbClr>
                </a:gs>
                <a:gs pos="42857">
                  <a:srgbClr val="848383">
                    <a:alpha val="1686"/>
                  </a:srgbClr>
                </a:gs>
                <a:gs pos="57143">
                  <a:srgbClr val="848383">
                    <a:alpha val="938"/>
                  </a:srgbClr>
                </a:gs>
                <a:gs pos="71429">
                  <a:srgbClr val="848383">
                    <a:alpha val="440"/>
                  </a:srgbClr>
                </a:gs>
                <a:gs pos="85714">
                  <a:srgbClr val="848383">
                    <a:alpha val="174"/>
                  </a:srgbClr>
                </a:gs>
                <a:gs pos="100000">
                  <a:srgbClr val="848383">
                    <a:alpha val="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0" name="Splat 1210"/>
            <p:cNvSpPr>
              <a:spLocks noGrp="1"/>
            </p:cNvSpPr>
            <p:nvPr/>
          </p:nvSpPr>
          <p:spPr>
            <a:xfrm rot="-9112676">
              <a:off x="246109" y="2314040"/>
              <a:ext cx="754159" cy="443206"/>
            </a:xfrm>
            <a:prstGeom prst="ellipse">
              <a:avLst/>
            </a:prstGeom>
            <a:gradFill>
              <a:gsLst>
                <a:gs pos="0">
                  <a:srgbClr val="030202">
                    <a:alpha val="5581"/>
                  </a:srgbClr>
                </a:gs>
                <a:gs pos="14286">
                  <a:srgbClr val="030202">
                    <a:alpha val="5141"/>
                  </a:srgbClr>
                </a:gs>
                <a:gs pos="28571">
                  <a:srgbClr val="030202">
                    <a:alpha val="4015"/>
                  </a:srgbClr>
                </a:gs>
                <a:gs pos="42857">
                  <a:srgbClr val="030202">
                    <a:alpha val="2652"/>
                  </a:srgbClr>
                </a:gs>
                <a:gs pos="57143">
                  <a:srgbClr val="030202">
                    <a:alpha val="1478"/>
                  </a:srgbClr>
                </a:gs>
                <a:gs pos="71429">
                  <a:srgbClr val="030202">
                    <a:alpha val="695"/>
                  </a:srgbClr>
                </a:gs>
                <a:gs pos="85714">
                  <a:srgbClr val="030202">
                    <a:alpha val="275"/>
                  </a:srgbClr>
                </a:gs>
                <a:gs pos="100000">
                  <a:srgbClr val="030202">
                    <a:alpha val="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1" name="Splat 1211"/>
            <p:cNvSpPr>
              <a:spLocks noGrp="1"/>
            </p:cNvSpPr>
            <p:nvPr/>
          </p:nvSpPr>
          <p:spPr>
            <a:xfrm rot="2865360">
              <a:off x="143532" y="2383335"/>
              <a:ext cx="625049" cy="420266"/>
            </a:xfrm>
            <a:prstGeom prst="ellipse">
              <a:avLst/>
            </a:prstGeom>
            <a:gradFill>
              <a:gsLst>
                <a:gs pos="0">
                  <a:srgbClr val="040600">
                    <a:alpha val="9909"/>
                  </a:srgbClr>
                </a:gs>
                <a:gs pos="14286">
                  <a:srgbClr val="040600">
                    <a:alpha val="9145"/>
                  </a:srgbClr>
                </a:gs>
                <a:gs pos="28571">
                  <a:srgbClr val="040600">
                    <a:alpha val="7176"/>
                  </a:srgbClr>
                </a:gs>
                <a:gs pos="42857">
                  <a:srgbClr val="040600">
                    <a:alpha val="4767"/>
                  </a:srgbClr>
                </a:gs>
                <a:gs pos="57143">
                  <a:srgbClr val="040600">
                    <a:alpha val="2670"/>
                  </a:srgbClr>
                </a:gs>
                <a:gs pos="71429">
                  <a:srgbClr val="040600">
                    <a:alpha val="1259"/>
                  </a:srgbClr>
                </a:gs>
                <a:gs pos="85714">
                  <a:srgbClr val="040600">
                    <a:alpha val="500"/>
                  </a:srgbClr>
                </a:gs>
                <a:gs pos="100000">
                  <a:srgbClr val="040600">
                    <a:alpha val="1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2" name="Splat 1212"/>
            <p:cNvSpPr>
              <a:spLocks noGrp="1"/>
            </p:cNvSpPr>
            <p:nvPr/>
          </p:nvSpPr>
          <p:spPr>
            <a:xfrm rot="10338090">
              <a:off x="-92593" y="2466301"/>
              <a:ext cx="693619" cy="377841"/>
            </a:xfrm>
            <a:prstGeom prst="ellipse">
              <a:avLst/>
            </a:prstGeom>
            <a:gradFill>
              <a:gsLst>
                <a:gs pos="0">
                  <a:srgbClr val="8B8B8B">
                    <a:alpha val="4064"/>
                  </a:srgbClr>
                </a:gs>
                <a:gs pos="14286">
                  <a:srgbClr val="8B8B8B">
                    <a:alpha val="3741"/>
                  </a:srgbClr>
                </a:gs>
                <a:gs pos="28571">
                  <a:srgbClr val="8B8B8B">
                    <a:alpha val="2917"/>
                  </a:srgbClr>
                </a:gs>
                <a:gs pos="42857">
                  <a:srgbClr val="8B8B8B">
                    <a:alpha val="1923"/>
                  </a:srgbClr>
                </a:gs>
                <a:gs pos="57143">
                  <a:srgbClr val="8B8B8B">
                    <a:alpha val="1070"/>
                  </a:srgbClr>
                </a:gs>
                <a:gs pos="71429">
                  <a:srgbClr val="8B8B8B">
                    <a:alpha val="502"/>
                  </a:srgbClr>
                </a:gs>
                <a:gs pos="85714">
                  <a:srgbClr val="8B8B8B">
                    <a:alpha val="199"/>
                  </a:srgbClr>
                </a:gs>
                <a:gs pos="100000">
                  <a:srgbClr val="8B8B8B">
                    <a:alpha val="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3" name="Splat 1213"/>
            <p:cNvSpPr>
              <a:spLocks noGrp="1"/>
            </p:cNvSpPr>
            <p:nvPr/>
          </p:nvSpPr>
          <p:spPr>
            <a:xfrm rot="9707515">
              <a:off x="-267712" y="2353517"/>
              <a:ext cx="778787" cy="460441"/>
            </a:xfrm>
            <a:prstGeom prst="ellipse">
              <a:avLst/>
            </a:prstGeom>
            <a:gradFill>
              <a:gsLst>
                <a:gs pos="0">
                  <a:srgbClr val="000700">
                    <a:alpha val="4647"/>
                  </a:srgbClr>
                </a:gs>
                <a:gs pos="14286">
                  <a:srgbClr val="000700">
                    <a:alpha val="4280"/>
                  </a:srgbClr>
                </a:gs>
                <a:gs pos="28571">
                  <a:srgbClr val="000700">
                    <a:alpha val="3339"/>
                  </a:srgbClr>
                </a:gs>
                <a:gs pos="42857">
                  <a:srgbClr val="000700">
                    <a:alpha val="2203"/>
                  </a:srgbClr>
                </a:gs>
                <a:gs pos="57143">
                  <a:srgbClr val="000700">
                    <a:alpha val="1227"/>
                  </a:srgbClr>
                </a:gs>
                <a:gs pos="71429">
                  <a:srgbClr val="000700">
                    <a:alpha val="576"/>
                  </a:srgbClr>
                </a:gs>
                <a:gs pos="85714">
                  <a:srgbClr val="000700">
                    <a:alpha val="228"/>
                  </a:srgbClr>
                </a:gs>
                <a:gs pos="100000">
                  <a:srgbClr val="000700">
                    <a:alpha val="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4" name="Splat 1214"/>
            <p:cNvSpPr>
              <a:spLocks noGrp="1"/>
            </p:cNvSpPr>
            <p:nvPr/>
          </p:nvSpPr>
          <p:spPr>
            <a:xfrm rot="3385178">
              <a:off x="2661686" y="2160766"/>
              <a:ext cx="627077" cy="473926"/>
            </a:xfrm>
            <a:prstGeom prst="ellipse">
              <a:avLst/>
            </a:prstGeom>
            <a:gradFill>
              <a:gsLst>
                <a:gs pos="0">
                  <a:srgbClr val="000100">
                    <a:alpha val="13473"/>
                  </a:srgbClr>
                </a:gs>
                <a:gs pos="14286">
                  <a:srgbClr val="000100">
                    <a:alpha val="12455"/>
                  </a:srgbClr>
                </a:gs>
                <a:gs pos="28571">
                  <a:srgbClr val="000100">
                    <a:alpha val="9812"/>
                  </a:srgbClr>
                </a:gs>
                <a:gs pos="42857">
                  <a:srgbClr val="000100">
                    <a:alpha val="6550"/>
                  </a:srgbClr>
                </a:gs>
                <a:gs pos="57143">
                  <a:srgbClr val="000100">
                    <a:alpha val="3684"/>
                  </a:srgbClr>
                </a:gs>
                <a:gs pos="71429">
                  <a:srgbClr val="000100">
                    <a:alpha val="1742"/>
                  </a:srgbClr>
                </a:gs>
                <a:gs pos="85714">
                  <a:srgbClr val="000100">
                    <a:alpha val="692"/>
                  </a:srgbClr>
                </a:gs>
                <a:gs pos="100000">
                  <a:srgbClr val="000100">
                    <a:alpha val="2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5" name="Splat 1215"/>
            <p:cNvSpPr>
              <a:spLocks noGrp="1"/>
            </p:cNvSpPr>
            <p:nvPr/>
          </p:nvSpPr>
          <p:spPr>
            <a:xfrm rot="6142194">
              <a:off x="2428097" y="2130345"/>
              <a:ext cx="638559" cy="600169"/>
            </a:xfrm>
            <a:prstGeom prst="ellipse">
              <a:avLst/>
            </a:prstGeom>
            <a:gradFill>
              <a:gsLst>
                <a:gs pos="0">
                  <a:srgbClr val="000000">
                    <a:alpha val="15067"/>
                  </a:srgbClr>
                </a:gs>
                <a:gs pos="14286">
                  <a:srgbClr val="000000">
                    <a:alpha val="13938"/>
                  </a:srgbClr>
                </a:gs>
                <a:gs pos="28571">
                  <a:srgbClr val="000000">
                    <a:alpha val="11001"/>
                  </a:srgbClr>
                </a:gs>
                <a:gs pos="42857">
                  <a:srgbClr val="000000">
                    <a:alpha val="7359"/>
                  </a:srgbClr>
                </a:gs>
                <a:gs pos="57143">
                  <a:srgbClr val="000000">
                    <a:alpha val="4147"/>
                  </a:srgbClr>
                </a:gs>
                <a:gs pos="71429">
                  <a:srgbClr val="000000">
                    <a:alpha val="1963"/>
                  </a:srgbClr>
                </a:gs>
                <a:gs pos="85714">
                  <a:srgbClr val="000000">
                    <a:alpha val="781"/>
                  </a:srgbClr>
                </a:gs>
                <a:gs pos="100000">
                  <a:srgbClr val="000000">
                    <a:alpha val="2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6" name="Splat 1216"/>
            <p:cNvSpPr>
              <a:spLocks noGrp="1"/>
            </p:cNvSpPr>
            <p:nvPr/>
          </p:nvSpPr>
          <p:spPr>
            <a:xfrm rot="9100486">
              <a:off x="2291388" y="2089559"/>
              <a:ext cx="613333" cy="588429"/>
            </a:xfrm>
            <a:prstGeom prst="ellipse">
              <a:avLst/>
            </a:prstGeom>
            <a:gradFill>
              <a:gsLst>
                <a:gs pos="0">
                  <a:srgbClr val="000000">
                    <a:alpha val="7233"/>
                  </a:srgbClr>
                </a:gs>
                <a:gs pos="14286">
                  <a:srgbClr val="000000">
                    <a:alpha val="6668"/>
                  </a:srgbClr>
                </a:gs>
                <a:gs pos="28571">
                  <a:srgbClr val="000000">
                    <a:alpha val="5217"/>
                  </a:srgbClr>
                </a:gs>
                <a:gs pos="42857">
                  <a:srgbClr val="000000">
                    <a:alpha val="3453"/>
                  </a:srgbClr>
                </a:gs>
                <a:gs pos="57143">
                  <a:srgbClr val="000000">
                    <a:alpha val="1928"/>
                  </a:srgbClr>
                </a:gs>
                <a:gs pos="71429">
                  <a:srgbClr val="000000">
                    <a:alpha val="907"/>
                  </a:srgbClr>
                </a:gs>
                <a:gs pos="85714">
                  <a:srgbClr val="000000">
                    <a:alpha val="360"/>
                  </a:srgbClr>
                </a:gs>
                <a:gs pos="100000">
                  <a:srgbClr val="000000">
                    <a:alpha val="1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7" name="Splat 1217"/>
            <p:cNvSpPr>
              <a:spLocks noGrp="1"/>
            </p:cNvSpPr>
            <p:nvPr/>
          </p:nvSpPr>
          <p:spPr>
            <a:xfrm rot="8574546">
              <a:off x="2144188" y="2121571"/>
              <a:ext cx="601221" cy="579914"/>
            </a:xfrm>
            <a:prstGeom prst="ellipse">
              <a:avLst/>
            </a:prstGeom>
            <a:gradFill>
              <a:gsLst>
                <a:gs pos="0">
                  <a:srgbClr val="000000">
                    <a:alpha val="9150"/>
                  </a:srgbClr>
                </a:gs>
                <a:gs pos="14286">
                  <a:srgbClr val="000000">
                    <a:alpha val="8442"/>
                  </a:srgbClr>
                </a:gs>
                <a:gs pos="28571">
                  <a:srgbClr val="000000">
                    <a:alpha val="6619"/>
                  </a:srgbClr>
                </a:gs>
                <a:gs pos="42857">
                  <a:srgbClr val="000000">
                    <a:alpha val="4392"/>
                  </a:srgbClr>
                </a:gs>
                <a:gs pos="57143">
                  <a:srgbClr val="000000">
                    <a:alpha val="2458"/>
                  </a:srgbClr>
                </a:gs>
                <a:gs pos="71429">
                  <a:srgbClr val="000000">
                    <a:alpha val="1158"/>
                  </a:srgbClr>
                </a:gs>
                <a:gs pos="85714">
                  <a:srgbClr val="000000">
                    <a:alpha val="460"/>
                  </a:srgbClr>
                </a:gs>
                <a:gs pos="100000">
                  <a:srgbClr val="000000">
                    <a:alpha val="1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8" name="Splat 1218"/>
            <p:cNvSpPr>
              <a:spLocks noGrp="1"/>
            </p:cNvSpPr>
            <p:nvPr/>
          </p:nvSpPr>
          <p:spPr>
            <a:xfrm rot="-10245746">
              <a:off x="1955771" y="2156418"/>
              <a:ext cx="599856" cy="546078"/>
            </a:xfrm>
            <a:prstGeom prst="ellipse">
              <a:avLst/>
            </a:prstGeom>
            <a:gradFill>
              <a:gsLst>
                <a:gs pos="0">
                  <a:srgbClr val="000001">
                    <a:alpha val="4326"/>
                  </a:srgbClr>
                </a:gs>
                <a:gs pos="14286">
                  <a:srgbClr val="000001">
                    <a:alpha val="3983"/>
                  </a:srgbClr>
                </a:gs>
                <a:gs pos="28571">
                  <a:srgbClr val="000001">
                    <a:alpha val="3107"/>
                  </a:srgbClr>
                </a:gs>
                <a:gs pos="42857">
                  <a:srgbClr val="000001">
                    <a:alpha val="2049"/>
                  </a:srgbClr>
                </a:gs>
                <a:gs pos="57143">
                  <a:srgbClr val="000001">
                    <a:alpha val="1140"/>
                  </a:srgbClr>
                </a:gs>
                <a:gs pos="71429">
                  <a:srgbClr val="000001">
                    <a:alpha val="535"/>
                  </a:srgbClr>
                </a:gs>
                <a:gs pos="85714">
                  <a:srgbClr val="000001">
                    <a:alpha val="212"/>
                  </a:srgbClr>
                </a:gs>
                <a:gs pos="100000">
                  <a:srgbClr val="000001">
                    <a:alpha val="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9" name="Splat 1219"/>
            <p:cNvSpPr>
              <a:spLocks noGrp="1"/>
            </p:cNvSpPr>
            <p:nvPr/>
          </p:nvSpPr>
          <p:spPr>
            <a:xfrm rot="-8357322">
              <a:off x="1728134" y="2127705"/>
              <a:ext cx="650373" cy="599562"/>
            </a:xfrm>
            <a:prstGeom prst="ellipse">
              <a:avLst/>
            </a:prstGeom>
            <a:gradFill>
              <a:gsLst>
                <a:gs pos="0">
                  <a:srgbClr val="000100">
                    <a:alpha val="28147"/>
                  </a:srgbClr>
                </a:gs>
                <a:gs pos="14286">
                  <a:srgbClr val="000100">
                    <a:alpha val="26200"/>
                  </a:srgbClr>
                </a:gs>
                <a:gs pos="28571">
                  <a:srgbClr val="000100">
                    <a:alpha val="21014"/>
                  </a:srgbClr>
                </a:gs>
                <a:gs pos="42857">
                  <a:srgbClr val="000100">
                    <a:alpha val="14335"/>
                  </a:srgbClr>
                </a:gs>
                <a:gs pos="57143">
                  <a:srgbClr val="000100">
                    <a:alpha val="8216"/>
                  </a:srgbClr>
                </a:gs>
                <a:gs pos="71429">
                  <a:srgbClr val="000100">
                    <a:alpha val="3934"/>
                  </a:srgbClr>
                </a:gs>
                <a:gs pos="85714">
                  <a:srgbClr val="000100">
                    <a:alpha val="1574"/>
                  </a:srgbClr>
                </a:gs>
                <a:gs pos="100000">
                  <a:srgbClr val="000100">
                    <a:alpha val="5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0" name="Splat 1220"/>
            <p:cNvSpPr>
              <a:spLocks noGrp="1"/>
            </p:cNvSpPr>
            <p:nvPr/>
          </p:nvSpPr>
          <p:spPr>
            <a:xfrm rot="7643414">
              <a:off x="1541040" y="2132492"/>
              <a:ext cx="618899" cy="556880"/>
            </a:xfrm>
            <a:prstGeom prst="ellipse">
              <a:avLst/>
            </a:prstGeom>
            <a:gradFill>
              <a:gsLst>
                <a:gs pos="0">
                  <a:srgbClr val="000200">
                    <a:alpha val="24704"/>
                  </a:srgbClr>
                </a:gs>
                <a:gs pos="14286">
                  <a:srgbClr val="000200">
                    <a:alpha val="22956"/>
                  </a:srgbClr>
                </a:gs>
                <a:gs pos="28571">
                  <a:srgbClr val="000200">
                    <a:alpha val="18331"/>
                  </a:srgbClr>
                </a:gs>
                <a:gs pos="42857">
                  <a:srgbClr val="000200">
                    <a:alpha val="12438"/>
                  </a:srgbClr>
                </a:gs>
                <a:gs pos="57143">
                  <a:srgbClr val="000200">
                    <a:alpha val="7095"/>
                  </a:srgbClr>
                </a:gs>
                <a:gs pos="71429">
                  <a:srgbClr val="000200">
                    <a:alpha val="3386"/>
                  </a:srgbClr>
                </a:gs>
                <a:gs pos="85714">
                  <a:srgbClr val="000200">
                    <a:alpha val="1353"/>
                  </a:srgbClr>
                </a:gs>
                <a:gs pos="100000">
                  <a:srgbClr val="000200">
                    <a:alpha val="4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1" name="Splat 1221"/>
            <p:cNvSpPr>
              <a:spLocks noGrp="1"/>
            </p:cNvSpPr>
            <p:nvPr/>
          </p:nvSpPr>
          <p:spPr>
            <a:xfrm rot="-10630212">
              <a:off x="1413276" y="2228044"/>
              <a:ext cx="598330" cy="441123"/>
            </a:xfrm>
            <a:prstGeom prst="ellipse">
              <a:avLst/>
            </a:prstGeom>
            <a:gradFill>
              <a:gsLst>
                <a:gs pos="0">
                  <a:srgbClr val="858586">
                    <a:alpha val="5775"/>
                  </a:srgbClr>
                </a:gs>
                <a:gs pos="14286">
                  <a:srgbClr val="858586">
                    <a:alpha val="5321"/>
                  </a:srgbClr>
                </a:gs>
                <a:gs pos="28571">
                  <a:srgbClr val="858586">
                    <a:alpha val="4156"/>
                  </a:srgbClr>
                </a:gs>
                <a:gs pos="42857">
                  <a:srgbClr val="858586">
                    <a:alpha val="2746"/>
                  </a:srgbClr>
                </a:gs>
                <a:gs pos="57143">
                  <a:srgbClr val="858586">
                    <a:alpha val="1531"/>
                  </a:srgbClr>
                </a:gs>
                <a:gs pos="71429">
                  <a:srgbClr val="858586">
                    <a:alpha val="720"/>
                  </a:srgbClr>
                </a:gs>
                <a:gs pos="85714">
                  <a:srgbClr val="858586">
                    <a:alpha val="285"/>
                  </a:srgbClr>
                </a:gs>
                <a:gs pos="100000">
                  <a:srgbClr val="858586">
                    <a:alpha val="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2" name="Splat 1222"/>
            <p:cNvSpPr>
              <a:spLocks noGrp="1"/>
            </p:cNvSpPr>
            <p:nvPr/>
          </p:nvSpPr>
          <p:spPr>
            <a:xfrm rot="5130787">
              <a:off x="1061443" y="2135638"/>
              <a:ext cx="637159" cy="438320"/>
            </a:xfrm>
            <a:prstGeom prst="ellipse">
              <a:avLst/>
            </a:prstGeom>
            <a:gradFill>
              <a:gsLst>
                <a:gs pos="0">
                  <a:srgbClr val="797878">
                    <a:alpha val="3010"/>
                  </a:srgbClr>
                </a:gs>
                <a:gs pos="14286">
                  <a:srgbClr val="797878">
                    <a:alpha val="2770"/>
                  </a:srgbClr>
                </a:gs>
                <a:gs pos="28571">
                  <a:srgbClr val="797878">
                    <a:alpha val="2158"/>
                  </a:srgbClr>
                </a:gs>
                <a:gs pos="42857">
                  <a:srgbClr val="797878">
                    <a:alpha val="1421"/>
                  </a:srgbClr>
                </a:gs>
                <a:gs pos="57143">
                  <a:srgbClr val="797878">
                    <a:alpha val="790"/>
                  </a:srgbClr>
                </a:gs>
                <a:gs pos="71429">
                  <a:srgbClr val="797878">
                    <a:alpha val="370"/>
                  </a:srgbClr>
                </a:gs>
                <a:gs pos="85714">
                  <a:srgbClr val="797878">
                    <a:alpha val="147"/>
                  </a:srgbClr>
                </a:gs>
                <a:gs pos="100000">
                  <a:srgbClr val="797878">
                    <a:alpha val="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3" name="Splat 1223"/>
            <p:cNvSpPr>
              <a:spLocks noGrp="1"/>
            </p:cNvSpPr>
            <p:nvPr/>
          </p:nvSpPr>
          <p:spPr>
            <a:xfrm rot="-10174098">
              <a:off x="841889" y="2134012"/>
              <a:ext cx="658031" cy="427268"/>
            </a:xfrm>
            <a:prstGeom prst="ellipse">
              <a:avLst/>
            </a:prstGeom>
            <a:gradFill>
              <a:gsLst>
                <a:gs pos="0">
                  <a:srgbClr val="030005">
                    <a:alpha val="13983"/>
                  </a:srgbClr>
                </a:gs>
                <a:gs pos="14286">
                  <a:srgbClr val="030005">
                    <a:alpha val="12929"/>
                  </a:srgbClr>
                </a:gs>
                <a:gs pos="28571">
                  <a:srgbClr val="030005">
                    <a:alpha val="10192"/>
                  </a:srgbClr>
                </a:gs>
                <a:gs pos="42857">
                  <a:srgbClr val="030005">
                    <a:alpha val="6808"/>
                  </a:srgbClr>
                </a:gs>
                <a:gs pos="57143">
                  <a:srgbClr val="030005">
                    <a:alpha val="3831"/>
                  </a:srgbClr>
                </a:gs>
                <a:gs pos="71429">
                  <a:srgbClr val="030005">
                    <a:alpha val="1812"/>
                  </a:srgbClr>
                </a:gs>
                <a:gs pos="85714">
                  <a:srgbClr val="030005">
                    <a:alpha val="721"/>
                  </a:srgbClr>
                </a:gs>
                <a:gs pos="100000">
                  <a:srgbClr val="030005">
                    <a:alpha val="2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4" name="Splat 1224"/>
            <p:cNvSpPr>
              <a:spLocks noGrp="1"/>
            </p:cNvSpPr>
            <p:nvPr/>
          </p:nvSpPr>
          <p:spPr>
            <a:xfrm rot="4785387">
              <a:off x="684039" y="2151903"/>
              <a:ext cx="699575" cy="466594"/>
            </a:xfrm>
            <a:prstGeom prst="ellipse">
              <a:avLst/>
            </a:prstGeom>
            <a:gradFill>
              <a:gsLst>
                <a:gs pos="0">
                  <a:srgbClr val="020005">
                    <a:alpha val="9540"/>
                  </a:srgbClr>
                </a:gs>
                <a:gs pos="14286">
                  <a:srgbClr val="020005">
                    <a:alpha val="8804"/>
                  </a:srgbClr>
                </a:gs>
                <a:gs pos="28571">
                  <a:srgbClr val="020005">
                    <a:alpha val="6906"/>
                  </a:srgbClr>
                </a:gs>
                <a:gs pos="42857">
                  <a:srgbClr val="020005">
                    <a:alpha val="4585"/>
                  </a:srgbClr>
                </a:gs>
                <a:gs pos="57143">
                  <a:srgbClr val="020005">
                    <a:alpha val="2567"/>
                  </a:srgbClr>
                </a:gs>
                <a:gs pos="71429">
                  <a:srgbClr val="020005">
                    <a:alpha val="1210"/>
                  </a:srgbClr>
                </a:gs>
                <a:gs pos="85714">
                  <a:srgbClr val="020005">
                    <a:alpha val="480"/>
                  </a:srgbClr>
                </a:gs>
                <a:gs pos="100000">
                  <a:srgbClr val="020005">
                    <a:alpha val="1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5" name="Splat 1225"/>
            <p:cNvSpPr>
              <a:spLocks noGrp="1"/>
            </p:cNvSpPr>
            <p:nvPr/>
          </p:nvSpPr>
          <p:spPr>
            <a:xfrm rot="8864967">
              <a:off x="570500" y="2239750"/>
              <a:ext cx="615992" cy="362791"/>
            </a:xfrm>
            <a:prstGeom prst="ellipse">
              <a:avLst/>
            </a:prstGeom>
            <a:gradFill>
              <a:gsLst>
                <a:gs pos="0">
                  <a:srgbClr val="626161">
                    <a:alpha val="5482"/>
                  </a:srgbClr>
                </a:gs>
                <a:gs pos="14286">
                  <a:srgbClr val="626161">
                    <a:alpha val="5050"/>
                  </a:srgbClr>
                </a:gs>
                <a:gs pos="28571">
                  <a:srgbClr val="626161">
                    <a:alpha val="3943"/>
                  </a:srgbClr>
                </a:gs>
                <a:gs pos="42857">
                  <a:srgbClr val="626161">
                    <a:alpha val="2604"/>
                  </a:srgbClr>
                </a:gs>
                <a:gs pos="57143">
                  <a:srgbClr val="626161">
                    <a:alpha val="1452"/>
                  </a:srgbClr>
                </a:gs>
                <a:gs pos="71429">
                  <a:srgbClr val="626161">
                    <a:alpha val="682"/>
                  </a:srgbClr>
                </a:gs>
                <a:gs pos="85714">
                  <a:srgbClr val="626161">
                    <a:alpha val="270"/>
                  </a:srgbClr>
                </a:gs>
                <a:gs pos="100000">
                  <a:srgbClr val="626161">
                    <a:alpha val="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6" name="Splat 1226"/>
            <p:cNvSpPr>
              <a:spLocks noGrp="1"/>
            </p:cNvSpPr>
            <p:nvPr/>
          </p:nvSpPr>
          <p:spPr>
            <a:xfrm rot="-9527696">
              <a:off x="338743" y="2161629"/>
              <a:ext cx="761963" cy="606882"/>
            </a:xfrm>
            <a:prstGeom prst="ellipse">
              <a:avLst/>
            </a:prstGeom>
            <a:gradFill>
              <a:gsLst>
                <a:gs pos="0">
                  <a:srgbClr val="020105">
                    <a:alpha val="1482"/>
                  </a:srgbClr>
                </a:gs>
                <a:gs pos="14286">
                  <a:srgbClr val="020105">
                    <a:alpha val="1363"/>
                  </a:srgbClr>
                </a:gs>
                <a:gs pos="28571">
                  <a:srgbClr val="020105">
                    <a:alpha val="1060"/>
                  </a:srgbClr>
                </a:gs>
                <a:gs pos="42857">
                  <a:srgbClr val="020105">
                    <a:alpha val="696"/>
                  </a:srgbClr>
                </a:gs>
                <a:gs pos="57143">
                  <a:srgbClr val="020105">
                    <a:alpha val="386"/>
                  </a:srgbClr>
                </a:gs>
                <a:gs pos="71429">
                  <a:srgbClr val="020105">
                    <a:alpha val="181"/>
                  </a:srgbClr>
                </a:gs>
                <a:gs pos="85714">
                  <a:srgbClr val="020105">
                    <a:alpha val="72"/>
                  </a:srgbClr>
                </a:gs>
                <a:gs pos="100000">
                  <a:srgbClr val="020105">
                    <a:alpha val="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7" name="Splat 1227"/>
            <p:cNvSpPr>
              <a:spLocks noGrp="1"/>
            </p:cNvSpPr>
            <p:nvPr/>
          </p:nvSpPr>
          <p:spPr>
            <a:xfrm rot="8414893">
              <a:off x="-48989" y="2154760"/>
              <a:ext cx="665392" cy="585700"/>
            </a:xfrm>
            <a:prstGeom prst="ellipse">
              <a:avLst/>
            </a:prstGeom>
            <a:gradFill>
              <a:gsLst>
                <a:gs pos="0">
                  <a:srgbClr val="000800">
                    <a:alpha val="8346"/>
                  </a:srgbClr>
                </a:gs>
                <a:gs pos="14286">
                  <a:srgbClr val="000800">
                    <a:alpha val="7698"/>
                  </a:srgbClr>
                </a:gs>
                <a:gs pos="28571">
                  <a:srgbClr val="000800">
                    <a:alpha val="6030"/>
                  </a:srgbClr>
                </a:gs>
                <a:gs pos="42857">
                  <a:srgbClr val="000800">
                    <a:alpha val="3997"/>
                  </a:srgbClr>
                </a:gs>
                <a:gs pos="57143">
                  <a:srgbClr val="000800">
                    <a:alpha val="2235"/>
                  </a:srgbClr>
                </a:gs>
                <a:gs pos="71429">
                  <a:srgbClr val="000800">
                    <a:alpha val="1053"/>
                  </a:srgbClr>
                </a:gs>
                <a:gs pos="85714">
                  <a:srgbClr val="000800">
                    <a:alpha val="418"/>
                  </a:srgbClr>
                </a:gs>
                <a:gs pos="100000">
                  <a:srgbClr val="000800">
                    <a:alpha val="1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8" name="Splat 1228"/>
            <p:cNvSpPr>
              <a:spLocks noGrp="1"/>
            </p:cNvSpPr>
            <p:nvPr/>
          </p:nvSpPr>
          <p:spPr>
            <a:xfrm rot="-9847813">
              <a:off x="-260729" y="2164443"/>
              <a:ext cx="570494" cy="515805"/>
            </a:xfrm>
            <a:prstGeom prst="ellipse">
              <a:avLst/>
            </a:prstGeom>
            <a:gradFill>
              <a:gsLst>
                <a:gs pos="0">
                  <a:srgbClr val="767676">
                    <a:alpha val="9533"/>
                  </a:srgbClr>
                </a:gs>
                <a:gs pos="14286">
                  <a:srgbClr val="767676">
                    <a:alpha val="8797"/>
                  </a:srgbClr>
                </a:gs>
                <a:gs pos="28571">
                  <a:srgbClr val="767676">
                    <a:alpha val="6900"/>
                  </a:srgbClr>
                </a:gs>
                <a:gs pos="42857">
                  <a:srgbClr val="767676">
                    <a:alpha val="4581"/>
                  </a:srgbClr>
                </a:gs>
                <a:gs pos="57143">
                  <a:srgbClr val="767676">
                    <a:alpha val="2565"/>
                  </a:srgbClr>
                </a:gs>
                <a:gs pos="71429">
                  <a:srgbClr val="767676">
                    <a:alpha val="1209"/>
                  </a:srgbClr>
                </a:gs>
                <a:gs pos="85714">
                  <a:srgbClr val="767676">
                    <a:alpha val="480"/>
                  </a:srgbClr>
                </a:gs>
                <a:gs pos="100000">
                  <a:srgbClr val="767676">
                    <a:alpha val="1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9" name="Splat 1229"/>
            <p:cNvSpPr>
              <a:spLocks noGrp="1"/>
            </p:cNvSpPr>
            <p:nvPr/>
          </p:nvSpPr>
          <p:spPr>
            <a:xfrm rot="6713618">
              <a:off x="2601641" y="1929571"/>
              <a:ext cx="640841" cy="607946"/>
            </a:xfrm>
            <a:prstGeom prst="ellipse">
              <a:avLst/>
            </a:prstGeom>
            <a:gradFill>
              <a:gsLst>
                <a:gs pos="0">
                  <a:srgbClr val="000200">
                    <a:alpha val="13654"/>
                  </a:srgbClr>
                </a:gs>
                <a:gs pos="14286">
                  <a:srgbClr val="000200">
                    <a:alpha val="12622"/>
                  </a:srgbClr>
                </a:gs>
                <a:gs pos="28571">
                  <a:srgbClr val="000200">
                    <a:alpha val="9946"/>
                  </a:srgbClr>
                </a:gs>
                <a:gs pos="42857">
                  <a:srgbClr val="000200">
                    <a:alpha val="6641"/>
                  </a:srgbClr>
                </a:gs>
                <a:gs pos="57143">
                  <a:srgbClr val="000200">
                    <a:alpha val="3736"/>
                  </a:srgbClr>
                </a:gs>
                <a:gs pos="71429">
                  <a:srgbClr val="000200">
                    <a:alpha val="1767"/>
                  </a:srgbClr>
                </a:gs>
                <a:gs pos="85714">
                  <a:srgbClr val="000200">
                    <a:alpha val="702"/>
                  </a:srgbClr>
                </a:gs>
                <a:gs pos="100000">
                  <a:srgbClr val="000200">
                    <a:alpha val="2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0" name="Splat 1230"/>
            <p:cNvSpPr>
              <a:spLocks noGrp="1"/>
            </p:cNvSpPr>
            <p:nvPr/>
          </p:nvSpPr>
          <p:spPr>
            <a:xfrm rot="5959907">
              <a:off x="2459394" y="1976091"/>
              <a:ext cx="610419" cy="572685"/>
            </a:xfrm>
            <a:prstGeom prst="ellipse">
              <a:avLst/>
            </a:prstGeom>
            <a:gradFill>
              <a:gsLst>
                <a:gs pos="0">
                  <a:srgbClr val="000300">
                    <a:alpha val="23478"/>
                  </a:srgbClr>
                </a:gs>
                <a:gs pos="14286">
                  <a:srgbClr val="000300">
                    <a:alpha val="21804"/>
                  </a:srgbClr>
                </a:gs>
                <a:gs pos="28571">
                  <a:srgbClr val="000300">
                    <a:alpha val="17384"/>
                  </a:srgbClr>
                </a:gs>
                <a:gs pos="42857">
                  <a:srgbClr val="000300">
                    <a:alpha val="11773"/>
                  </a:srgbClr>
                </a:gs>
                <a:gs pos="57143">
                  <a:srgbClr val="000300">
                    <a:alpha val="6705"/>
                  </a:srgbClr>
                </a:gs>
                <a:gs pos="71429">
                  <a:srgbClr val="000300">
                    <a:alpha val="3197"/>
                  </a:srgbClr>
                </a:gs>
                <a:gs pos="85714">
                  <a:srgbClr val="000300">
                    <a:alpha val="1276"/>
                  </a:srgbClr>
                </a:gs>
                <a:gs pos="100000">
                  <a:srgbClr val="000300">
                    <a:alpha val="4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1" name="Splat 1231"/>
            <p:cNvSpPr>
              <a:spLocks noGrp="1"/>
            </p:cNvSpPr>
            <p:nvPr/>
          </p:nvSpPr>
          <p:spPr>
            <a:xfrm rot="5586194">
              <a:off x="1603032" y="1882390"/>
              <a:ext cx="623168" cy="588860"/>
            </a:xfrm>
            <a:prstGeom prst="ellipse">
              <a:avLst/>
            </a:prstGeom>
            <a:gradFill>
              <a:gsLst>
                <a:gs pos="0">
                  <a:srgbClr val="000002">
                    <a:alpha val="31398"/>
                  </a:srgbClr>
                </a:gs>
                <a:gs pos="14286">
                  <a:srgbClr val="000002">
                    <a:alpha val="29275"/>
                  </a:srgbClr>
                </a:gs>
                <a:gs pos="28571">
                  <a:srgbClr val="000002">
                    <a:alpha val="23581"/>
                  </a:srgbClr>
                </a:gs>
                <a:gs pos="42857">
                  <a:srgbClr val="000002">
                    <a:alpha val="16172"/>
                  </a:srgbClr>
                </a:gs>
                <a:gs pos="57143">
                  <a:srgbClr val="000002">
                    <a:alpha val="9312"/>
                  </a:srgbClr>
                </a:gs>
                <a:gs pos="71429">
                  <a:srgbClr val="000002">
                    <a:alpha val="4472"/>
                  </a:srgbClr>
                </a:gs>
                <a:gs pos="85714">
                  <a:srgbClr val="000002">
                    <a:alpha val="1793"/>
                  </a:srgbClr>
                </a:gs>
                <a:gs pos="100000">
                  <a:srgbClr val="000002">
                    <a:alpha val="6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2" name="Splat 1232"/>
            <p:cNvSpPr>
              <a:spLocks noGrp="1"/>
            </p:cNvSpPr>
            <p:nvPr/>
          </p:nvSpPr>
          <p:spPr>
            <a:xfrm rot="9879448">
              <a:off x="1388285" y="1966342"/>
              <a:ext cx="667506" cy="571877"/>
            </a:xfrm>
            <a:prstGeom prst="ellipse">
              <a:avLst/>
            </a:prstGeom>
            <a:gradFill>
              <a:gsLst>
                <a:gs pos="0">
                  <a:srgbClr val="000003">
                    <a:alpha val="16541"/>
                  </a:srgbClr>
                </a:gs>
                <a:gs pos="14286">
                  <a:srgbClr val="000003">
                    <a:alpha val="15311"/>
                  </a:srgbClr>
                </a:gs>
                <a:gs pos="28571">
                  <a:srgbClr val="000003">
                    <a:alpha val="12106"/>
                  </a:srgbClr>
                </a:gs>
                <a:gs pos="42857">
                  <a:srgbClr val="000003">
                    <a:alpha val="8115"/>
                  </a:srgbClr>
                </a:gs>
                <a:gs pos="57143">
                  <a:srgbClr val="000003">
                    <a:alpha val="4581"/>
                  </a:srgbClr>
                </a:gs>
                <a:gs pos="71429">
                  <a:srgbClr val="000003">
                    <a:alpha val="2171"/>
                  </a:srgbClr>
                </a:gs>
                <a:gs pos="85714">
                  <a:srgbClr val="000003">
                    <a:alpha val="864"/>
                  </a:srgbClr>
                </a:gs>
                <a:gs pos="100000">
                  <a:srgbClr val="000003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3" name="Splat 1233"/>
            <p:cNvSpPr>
              <a:spLocks noGrp="1"/>
            </p:cNvSpPr>
            <p:nvPr/>
          </p:nvSpPr>
          <p:spPr>
            <a:xfrm rot="-8850475">
              <a:off x="1237316" y="2021932"/>
              <a:ext cx="704900" cy="389575"/>
            </a:xfrm>
            <a:prstGeom prst="ellipse">
              <a:avLst/>
            </a:prstGeom>
            <a:gradFill>
              <a:gsLst>
                <a:gs pos="0">
                  <a:srgbClr val="676666">
                    <a:alpha val="3971"/>
                  </a:srgbClr>
                </a:gs>
                <a:gs pos="14286">
                  <a:srgbClr val="676666">
                    <a:alpha val="3656"/>
                  </a:srgbClr>
                </a:gs>
                <a:gs pos="28571">
                  <a:srgbClr val="676666">
                    <a:alpha val="2850"/>
                  </a:srgbClr>
                </a:gs>
                <a:gs pos="42857">
                  <a:srgbClr val="676666">
                    <a:alpha val="1879"/>
                  </a:srgbClr>
                </a:gs>
                <a:gs pos="57143">
                  <a:srgbClr val="676666">
                    <a:alpha val="1046"/>
                  </a:srgbClr>
                </a:gs>
                <a:gs pos="71429">
                  <a:srgbClr val="676666">
                    <a:alpha val="491"/>
                  </a:srgbClr>
                </a:gs>
                <a:gs pos="85714">
                  <a:srgbClr val="676666">
                    <a:alpha val="194"/>
                  </a:srgbClr>
                </a:gs>
                <a:gs pos="100000">
                  <a:srgbClr val="676666">
                    <a:alpha val="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4" name="Splat 1234"/>
            <p:cNvSpPr>
              <a:spLocks noGrp="1"/>
            </p:cNvSpPr>
            <p:nvPr/>
          </p:nvSpPr>
          <p:spPr>
            <a:xfrm rot="3980089">
              <a:off x="843195" y="2086787"/>
              <a:ext cx="558167" cy="307185"/>
            </a:xfrm>
            <a:prstGeom prst="ellipse">
              <a:avLst/>
            </a:prstGeom>
            <a:gradFill>
              <a:gsLst>
                <a:gs pos="0">
                  <a:srgbClr val="5C5B5C">
                    <a:alpha val="17477"/>
                  </a:srgbClr>
                </a:gs>
                <a:gs pos="14286">
                  <a:srgbClr val="5C5B5C">
                    <a:alpha val="16185"/>
                  </a:srgbClr>
                </a:gs>
                <a:gs pos="28571">
                  <a:srgbClr val="5C5B5C">
                    <a:alpha val="12811"/>
                  </a:srgbClr>
                </a:gs>
                <a:gs pos="42857">
                  <a:srgbClr val="5C5B5C">
                    <a:alpha val="8599"/>
                  </a:srgbClr>
                </a:gs>
                <a:gs pos="57143">
                  <a:srgbClr val="5C5B5C">
                    <a:alpha val="4860"/>
                  </a:srgbClr>
                </a:gs>
                <a:gs pos="71429">
                  <a:srgbClr val="5C5B5C">
                    <a:alpha val="2305"/>
                  </a:srgbClr>
                </a:gs>
                <a:gs pos="85714">
                  <a:srgbClr val="5C5B5C">
                    <a:alpha val="918"/>
                  </a:srgbClr>
                </a:gs>
                <a:gs pos="100000">
                  <a:srgbClr val="5C5B5C">
                    <a:alpha val="3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5" name="Splat 1235"/>
            <p:cNvSpPr>
              <a:spLocks noGrp="1"/>
            </p:cNvSpPr>
            <p:nvPr/>
          </p:nvSpPr>
          <p:spPr>
            <a:xfrm rot="-9637849">
              <a:off x="687994" y="2193689"/>
              <a:ext cx="686488" cy="219164"/>
            </a:xfrm>
            <a:prstGeom prst="ellipse">
              <a:avLst/>
            </a:prstGeom>
            <a:gradFill>
              <a:gsLst>
                <a:gs pos="0">
                  <a:srgbClr val="747273">
                    <a:alpha val="5687"/>
                  </a:srgbClr>
                </a:gs>
                <a:gs pos="14286">
                  <a:srgbClr val="747273">
                    <a:alpha val="5239"/>
                  </a:srgbClr>
                </a:gs>
                <a:gs pos="28571">
                  <a:srgbClr val="747273">
                    <a:alpha val="4092"/>
                  </a:srgbClr>
                </a:gs>
                <a:gs pos="42857">
                  <a:srgbClr val="747273">
                    <a:alpha val="2703"/>
                  </a:srgbClr>
                </a:gs>
                <a:gs pos="57143">
                  <a:srgbClr val="747273">
                    <a:alpha val="1507"/>
                  </a:srgbClr>
                </a:gs>
                <a:gs pos="71429">
                  <a:srgbClr val="747273">
                    <a:alpha val="708"/>
                  </a:srgbClr>
                </a:gs>
                <a:gs pos="85714">
                  <a:srgbClr val="747273">
                    <a:alpha val="281"/>
                  </a:srgbClr>
                </a:gs>
                <a:gs pos="100000">
                  <a:srgbClr val="747273">
                    <a:alpha val="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6" name="Splat 1236"/>
            <p:cNvSpPr>
              <a:spLocks noGrp="1"/>
            </p:cNvSpPr>
            <p:nvPr/>
          </p:nvSpPr>
          <p:spPr>
            <a:xfrm rot="4638025">
              <a:off x="563328" y="1938944"/>
              <a:ext cx="575741" cy="466853"/>
            </a:xfrm>
            <a:prstGeom prst="ellipse">
              <a:avLst/>
            </a:prstGeom>
            <a:gradFill>
              <a:gsLst>
                <a:gs pos="0">
                  <a:srgbClr val="6C6B6C">
                    <a:alpha val="2413"/>
                  </a:srgbClr>
                </a:gs>
                <a:gs pos="14286">
                  <a:srgbClr val="6C6B6C">
                    <a:alpha val="2220"/>
                  </a:srgbClr>
                </a:gs>
                <a:gs pos="28571">
                  <a:srgbClr val="6C6B6C">
                    <a:alpha val="1728"/>
                  </a:srgbClr>
                </a:gs>
                <a:gs pos="42857">
                  <a:srgbClr val="6C6B6C">
                    <a:alpha val="1137"/>
                  </a:srgbClr>
                </a:gs>
                <a:gs pos="57143">
                  <a:srgbClr val="6C6B6C">
                    <a:alpha val="632"/>
                  </a:srgbClr>
                </a:gs>
                <a:gs pos="71429">
                  <a:srgbClr val="6C6B6C">
                    <a:alpha val="296"/>
                  </a:srgbClr>
                </a:gs>
                <a:gs pos="85714">
                  <a:srgbClr val="6C6B6C">
                    <a:alpha val="117"/>
                  </a:srgbClr>
                </a:gs>
                <a:gs pos="100000">
                  <a:srgbClr val="6C6B6C">
                    <a:alpha val="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7" name="Splat 1237"/>
            <p:cNvSpPr>
              <a:spLocks noGrp="1"/>
            </p:cNvSpPr>
            <p:nvPr/>
          </p:nvSpPr>
          <p:spPr>
            <a:xfrm rot="3556264">
              <a:off x="241391" y="1915682"/>
              <a:ext cx="688624" cy="561871"/>
            </a:xfrm>
            <a:prstGeom prst="ellipse">
              <a:avLst/>
            </a:prstGeom>
            <a:gradFill>
              <a:gsLst>
                <a:gs pos="0">
                  <a:srgbClr val="000501">
                    <a:alpha val="4188"/>
                  </a:srgbClr>
                </a:gs>
                <a:gs pos="14286">
                  <a:srgbClr val="000501">
                    <a:alpha val="3855"/>
                  </a:srgbClr>
                </a:gs>
                <a:gs pos="28571">
                  <a:srgbClr val="000501">
                    <a:alpha val="3007"/>
                  </a:srgbClr>
                </a:gs>
                <a:gs pos="42857">
                  <a:srgbClr val="000501">
                    <a:alpha val="1982"/>
                  </a:srgbClr>
                </a:gs>
                <a:gs pos="57143">
                  <a:srgbClr val="000501">
                    <a:alpha val="1103"/>
                  </a:srgbClr>
                </a:gs>
                <a:gs pos="71429">
                  <a:srgbClr val="000501">
                    <a:alpha val="518"/>
                  </a:srgbClr>
                </a:gs>
                <a:gs pos="85714">
                  <a:srgbClr val="000501">
                    <a:alpha val="205"/>
                  </a:srgbClr>
                </a:gs>
                <a:gs pos="100000">
                  <a:srgbClr val="000501">
                    <a:alpha val="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8" name="Splat 1238"/>
            <p:cNvSpPr>
              <a:spLocks noGrp="1"/>
            </p:cNvSpPr>
            <p:nvPr/>
          </p:nvSpPr>
          <p:spPr>
            <a:xfrm rot="-10380226">
              <a:off x="126498" y="1958971"/>
              <a:ext cx="624056" cy="502435"/>
            </a:xfrm>
            <a:prstGeom prst="ellipse">
              <a:avLst/>
            </a:prstGeom>
            <a:gradFill>
              <a:gsLst>
                <a:gs pos="0">
                  <a:srgbClr val="626363">
                    <a:alpha val="6267"/>
                  </a:srgbClr>
                </a:gs>
                <a:gs pos="14286">
                  <a:srgbClr val="626363">
                    <a:alpha val="5775"/>
                  </a:srgbClr>
                </a:gs>
                <a:gs pos="28571">
                  <a:srgbClr val="626363">
                    <a:alpha val="4514"/>
                  </a:srgbClr>
                </a:gs>
                <a:gs pos="42857">
                  <a:srgbClr val="626363">
                    <a:alpha val="2984"/>
                  </a:srgbClr>
                </a:gs>
                <a:gs pos="57143">
                  <a:srgbClr val="626363">
                    <a:alpha val="1665"/>
                  </a:srgbClr>
                </a:gs>
                <a:gs pos="71429">
                  <a:srgbClr val="626363">
                    <a:alpha val="783"/>
                  </a:srgbClr>
                </a:gs>
                <a:gs pos="85714">
                  <a:srgbClr val="626363">
                    <a:alpha val="310"/>
                  </a:srgbClr>
                </a:gs>
                <a:gs pos="100000">
                  <a:srgbClr val="626363">
                    <a:alpha val="1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9" name="Splat 1239"/>
            <p:cNvSpPr>
              <a:spLocks noGrp="1"/>
            </p:cNvSpPr>
            <p:nvPr/>
          </p:nvSpPr>
          <p:spPr>
            <a:xfrm rot="-9519383">
              <a:off x="-134221" y="1885648"/>
              <a:ext cx="693719" cy="581496"/>
            </a:xfrm>
            <a:prstGeom prst="ellipse">
              <a:avLst/>
            </a:prstGeom>
            <a:gradFill>
              <a:gsLst>
                <a:gs pos="0">
                  <a:srgbClr val="767776">
                    <a:alpha val="3690"/>
                  </a:srgbClr>
                </a:gs>
                <a:gs pos="14286">
                  <a:srgbClr val="767776">
                    <a:alpha val="3396"/>
                  </a:srgbClr>
                </a:gs>
                <a:gs pos="28571">
                  <a:srgbClr val="767776">
                    <a:alpha val="2647"/>
                  </a:srgbClr>
                </a:gs>
                <a:gs pos="42857">
                  <a:srgbClr val="767776">
                    <a:alpha val="1744"/>
                  </a:srgbClr>
                </a:gs>
                <a:gs pos="57143">
                  <a:srgbClr val="767776">
                    <a:alpha val="970"/>
                  </a:srgbClr>
                </a:gs>
                <a:gs pos="71429">
                  <a:srgbClr val="767776">
                    <a:alpha val="455"/>
                  </a:srgbClr>
                </a:gs>
                <a:gs pos="85714">
                  <a:srgbClr val="767776">
                    <a:alpha val="180"/>
                  </a:srgbClr>
                </a:gs>
                <a:gs pos="100000">
                  <a:srgbClr val="767776">
                    <a:alpha val="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0" name="Splat 1240"/>
            <p:cNvSpPr>
              <a:spLocks noGrp="1"/>
            </p:cNvSpPr>
            <p:nvPr/>
          </p:nvSpPr>
          <p:spPr>
            <a:xfrm rot="6265061">
              <a:off x="2596170" y="1775647"/>
              <a:ext cx="657128" cy="605834"/>
            </a:xfrm>
            <a:prstGeom prst="ellipse">
              <a:avLst/>
            </a:prstGeom>
            <a:gradFill>
              <a:gsLst>
                <a:gs pos="0">
                  <a:srgbClr val="020000">
                    <a:alpha val="29239"/>
                  </a:srgbClr>
                </a:gs>
                <a:gs pos="14286">
                  <a:srgbClr val="020000">
                    <a:alpha val="27232"/>
                  </a:srgbClr>
                </a:gs>
                <a:gs pos="28571">
                  <a:srgbClr val="020000">
                    <a:alpha val="21872"/>
                  </a:srgbClr>
                </a:gs>
                <a:gs pos="42857">
                  <a:srgbClr val="020000">
                    <a:alpha val="14947"/>
                  </a:srgbClr>
                </a:gs>
                <a:gs pos="57143">
                  <a:srgbClr val="020000">
                    <a:alpha val="8580"/>
                  </a:srgbClr>
                </a:gs>
                <a:gs pos="71429">
                  <a:srgbClr val="020000">
                    <a:alpha val="4112"/>
                  </a:srgbClr>
                </a:gs>
                <a:gs pos="85714">
                  <a:srgbClr val="020000">
                    <a:alpha val="1647"/>
                  </a:srgbClr>
                </a:gs>
                <a:gs pos="100000">
                  <a:srgbClr val="020000">
                    <a:alpha val="5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1" name="Splat 1241"/>
            <p:cNvSpPr>
              <a:spLocks noGrp="1"/>
            </p:cNvSpPr>
            <p:nvPr/>
          </p:nvSpPr>
          <p:spPr>
            <a:xfrm rot="4782244">
              <a:off x="2454354" y="1722724"/>
              <a:ext cx="644783" cy="575329"/>
            </a:xfrm>
            <a:prstGeom prst="ellipse">
              <a:avLst/>
            </a:prstGeom>
            <a:gradFill>
              <a:gsLst>
                <a:gs pos="0">
                  <a:srgbClr val="030000">
                    <a:alpha val="20934"/>
                  </a:srgbClr>
                </a:gs>
                <a:gs pos="14286">
                  <a:srgbClr val="030000">
                    <a:alpha val="19417"/>
                  </a:srgbClr>
                </a:gs>
                <a:gs pos="28571">
                  <a:srgbClr val="030000">
                    <a:alpha val="15433"/>
                  </a:srgbClr>
                </a:gs>
                <a:gs pos="42857">
                  <a:srgbClr val="030000">
                    <a:alpha val="10412"/>
                  </a:srgbClr>
                </a:gs>
                <a:gs pos="57143">
                  <a:srgbClr val="030000">
                    <a:alpha val="5910"/>
                  </a:srgbClr>
                </a:gs>
                <a:gs pos="71429">
                  <a:srgbClr val="030000">
                    <a:alpha val="2811"/>
                  </a:srgbClr>
                </a:gs>
                <a:gs pos="85714">
                  <a:srgbClr val="030000">
                    <a:alpha val="1121"/>
                  </a:srgbClr>
                </a:gs>
                <a:gs pos="100000">
                  <a:srgbClr val="030000">
                    <a:alpha val="3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2" name="Splat 1242"/>
            <p:cNvSpPr>
              <a:spLocks noGrp="1"/>
            </p:cNvSpPr>
            <p:nvPr/>
          </p:nvSpPr>
          <p:spPr>
            <a:xfrm rot="-10573826">
              <a:off x="2358716" y="1673299"/>
              <a:ext cx="593711" cy="592033"/>
            </a:xfrm>
            <a:prstGeom prst="ellipse">
              <a:avLst/>
            </a:prstGeom>
            <a:gradFill>
              <a:gsLst>
                <a:gs pos="0">
                  <a:srgbClr val="010000">
                    <a:alpha val="2220"/>
                  </a:srgbClr>
                </a:gs>
                <a:gs pos="14286">
                  <a:srgbClr val="010000">
                    <a:alpha val="2042"/>
                  </a:srgbClr>
                </a:gs>
                <a:gs pos="28571">
                  <a:srgbClr val="010000">
                    <a:alpha val="1589"/>
                  </a:srgbClr>
                </a:gs>
                <a:gs pos="42857">
                  <a:srgbClr val="010000">
                    <a:alpha val="1045"/>
                  </a:srgbClr>
                </a:gs>
                <a:gs pos="57143">
                  <a:srgbClr val="010000">
                    <a:alpha val="581"/>
                  </a:srgbClr>
                </a:gs>
                <a:gs pos="71429">
                  <a:srgbClr val="010000">
                    <a:alpha val="272"/>
                  </a:srgbClr>
                </a:gs>
                <a:gs pos="85714">
                  <a:srgbClr val="010000">
                    <a:alpha val="108"/>
                  </a:srgbClr>
                </a:gs>
                <a:gs pos="100000">
                  <a:srgbClr val="010000">
                    <a:alpha val="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3" name="Splat 1243"/>
            <p:cNvSpPr>
              <a:spLocks noGrp="1"/>
            </p:cNvSpPr>
            <p:nvPr/>
          </p:nvSpPr>
          <p:spPr>
            <a:xfrm rot="3940744">
              <a:off x="2125318" y="1734027"/>
              <a:ext cx="575121" cy="517412"/>
            </a:xfrm>
            <a:prstGeom prst="ellipse">
              <a:avLst/>
            </a:prstGeom>
            <a:gradFill>
              <a:gsLst>
                <a:gs pos="0">
                  <a:srgbClr val="E7E7E7">
                    <a:alpha val="16214"/>
                  </a:srgbClr>
                </a:gs>
                <a:gs pos="14286">
                  <a:srgbClr val="E7E7E7">
                    <a:alpha val="15007"/>
                  </a:srgbClr>
                </a:gs>
                <a:gs pos="28571">
                  <a:srgbClr val="E7E7E7">
                    <a:alpha val="11860"/>
                  </a:srgbClr>
                </a:gs>
                <a:gs pos="42857">
                  <a:srgbClr val="E7E7E7">
                    <a:alpha val="7947"/>
                  </a:srgbClr>
                </a:gs>
                <a:gs pos="57143">
                  <a:srgbClr val="E7E7E7">
                    <a:alpha val="4485"/>
                  </a:srgbClr>
                </a:gs>
                <a:gs pos="71429">
                  <a:srgbClr val="E7E7E7">
                    <a:alpha val="2125"/>
                  </a:srgbClr>
                </a:gs>
                <a:gs pos="85714">
                  <a:srgbClr val="E7E7E7">
                    <a:alpha val="846"/>
                  </a:srgbClr>
                </a:gs>
                <a:gs pos="100000">
                  <a:srgbClr val="E7E7E7">
                    <a:alpha val="2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4" name="Splat 1244"/>
            <p:cNvSpPr>
              <a:spLocks noGrp="1"/>
            </p:cNvSpPr>
            <p:nvPr/>
          </p:nvSpPr>
          <p:spPr>
            <a:xfrm rot="8197337">
              <a:off x="1759905" y="1692447"/>
              <a:ext cx="597992" cy="589197"/>
            </a:xfrm>
            <a:prstGeom prst="ellipse">
              <a:avLst/>
            </a:prstGeom>
            <a:gradFill>
              <a:gsLst>
                <a:gs pos="0">
                  <a:srgbClr val="020001">
                    <a:alpha val="6166"/>
                  </a:srgbClr>
                </a:gs>
                <a:gs pos="14286">
                  <a:srgbClr val="020001">
                    <a:alpha val="5682"/>
                  </a:srgbClr>
                </a:gs>
                <a:gs pos="28571">
                  <a:srgbClr val="020001">
                    <a:alpha val="4440"/>
                  </a:srgbClr>
                </a:gs>
                <a:gs pos="42857">
                  <a:srgbClr val="020001">
                    <a:alpha val="2935"/>
                  </a:srgbClr>
                </a:gs>
                <a:gs pos="57143">
                  <a:srgbClr val="020001">
                    <a:alpha val="1637"/>
                  </a:srgbClr>
                </a:gs>
                <a:gs pos="71429">
                  <a:srgbClr val="020001">
                    <a:alpha val="770"/>
                  </a:srgbClr>
                </a:gs>
                <a:gs pos="85714">
                  <a:srgbClr val="020001">
                    <a:alpha val="305"/>
                  </a:srgbClr>
                </a:gs>
                <a:gs pos="100000">
                  <a:srgbClr val="020001">
                    <a:alpha val="1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5" name="Splat 1245"/>
            <p:cNvSpPr>
              <a:spLocks noGrp="1"/>
            </p:cNvSpPr>
            <p:nvPr/>
          </p:nvSpPr>
          <p:spPr>
            <a:xfrm rot="5622254">
              <a:off x="1609974" y="1749322"/>
              <a:ext cx="617974" cy="577420"/>
            </a:xfrm>
            <a:prstGeom prst="ellipse">
              <a:avLst/>
            </a:prstGeom>
            <a:gradFill>
              <a:gsLst>
                <a:gs pos="0">
                  <a:srgbClr val="020002">
                    <a:alpha val="22351"/>
                  </a:srgbClr>
                </a:gs>
                <a:gs pos="14286">
                  <a:srgbClr val="020002">
                    <a:alpha val="20746"/>
                  </a:srgbClr>
                </a:gs>
                <a:gs pos="28571">
                  <a:srgbClr val="020002">
                    <a:alpha val="16518"/>
                  </a:srgbClr>
                </a:gs>
                <a:gs pos="42857">
                  <a:srgbClr val="020002">
                    <a:alpha val="11167"/>
                  </a:srgbClr>
                </a:gs>
                <a:gs pos="57143">
                  <a:srgbClr val="020002">
                    <a:alpha val="6351"/>
                  </a:srgbClr>
                </a:gs>
                <a:gs pos="71429">
                  <a:srgbClr val="020002">
                    <a:alpha val="3025"/>
                  </a:srgbClr>
                </a:gs>
                <a:gs pos="85714">
                  <a:srgbClr val="020002">
                    <a:alpha val="1207"/>
                  </a:srgbClr>
                </a:gs>
                <a:gs pos="100000">
                  <a:srgbClr val="020002">
                    <a:alpha val="4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6" name="Splat 1246"/>
            <p:cNvSpPr>
              <a:spLocks noGrp="1"/>
            </p:cNvSpPr>
            <p:nvPr/>
          </p:nvSpPr>
          <p:spPr>
            <a:xfrm rot="9774075">
              <a:off x="1357292" y="1692534"/>
              <a:ext cx="618932" cy="566363"/>
            </a:xfrm>
            <a:prstGeom prst="ellipse">
              <a:avLst/>
            </a:prstGeom>
            <a:gradFill>
              <a:gsLst>
                <a:gs pos="0">
                  <a:srgbClr val="1A1C1B">
                    <a:alpha val="6872"/>
                  </a:srgbClr>
                </a:gs>
                <a:gs pos="14286">
                  <a:srgbClr val="1A1C1B">
                    <a:alpha val="6334"/>
                  </a:srgbClr>
                </a:gs>
                <a:gs pos="28571">
                  <a:srgbClr val="1A1C1B">
                    <a:alpha val="4954"/>
                  </a:srgbClr>
                </a:gs>
                <a:gs pos="42857">
                  <a:srgbClr val="1A1C1B">
                    <a:alpha val="3277"/>
                  </a:srgbClr>
                </a:gs>
                <a:gs pos="57143">
                  <a:srgbClr val="1A1C1B">
                    <a:alpha val="1830"/>
                  </a:srgbClr>
                </a:gs>
                <a:gs pos="71429">
                  <a:srgbClr val="1A1C1B">
                    <a:alpha val="861"/>
                  </a:srgbClr>
                </a:gs>
                <a:gs pos="85714">
                  <a:srgbClr val="1A1C1B">
                    <a:alpha val="341"/>
                  </a:srgbClr>
                </a:gs>
                <a:gs pos="100000">
                  <a:srgbClr val="1A1C1B">
                    <a:alpha val="1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7" name="Splat 1247"/>
            <p:cNvSpPr>
              <a:spLocks noGrp="1"/>
            </p:cNvSpPr>
            <p:nvPr/>
          </p:nvSpPr>
          <p:spPr>
            <a:xfrm rot="-8332861">
              <a:off x="1002168" y="1764730"/>
              <a:ext cx="686908" cy="470587"/>
            </a:xfrm>
            <a:prstGeom prst="ellipse">
              <a:avLst/>
            </a:prstGeom>
            <a:gradFill>
              <a:gsLst>
                <a:gs pos="0">
                  <a:srgbClr val="050202">
                    <a:alpha val="15982"/>
                  </a:srgbClr>
                </a:gs>
                <a:gs pos="14286">
                  <a:srgbClr val="050202">
                    <a:alpha val="14790"/>
                  </a:srgbClr>
                </a:gs>
                <a:gs pos="28571">
                  <a:srgbClr val="050202">
                    <a:alpha val="11686"/>
                  </a:srgbClr>
                </a:gs>
                <a:gs pos="42857">
                  <a:srgbClr val="050202">
                    <a:alpha val="7828"/>
                  </a:srgbClr>
                </a:gs>
                <a:gs pos="57143">
                  <a:srgbClr val="050202">
                    <a:alpha val="4416"/>
                  </a:srgbClr>
                </a:gs>
                <a:gs pos="71429">
                  <a:srgbClr val="050202">
                    <a:alpha val="2092"/>
                  </a:srgbClr>
                </a:gs>
                <a:gs pos="85714">
                  <a:srgbClr val="050202">
                    <a:alpha val="833"/>
                  </a:srgbClr>
                </a:gs>
                <a:gs pos="100000">
                  <a:srgbClr val="050202">
                    <a:alpha val="2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8" name="Splat 1248"/>
            <p:cNvSpPr>
              <a:spLocks noGrp="1"/>
            </p:cNvSpPr>
            <p:nvPr/>
          </p:nvSpPr>
          <p:spPr>
            <a:xfrm rot="8012071">
              <a:off x="758362" y="1888715"/>
              <a:ext cx="715732" cy="404597"/>
            </a:xfrm>
            <a:prstGeom prst="ellipse">
              <a:avLst/>
            </a:prstGeom>
            <a:gradFill>
              <a:gsLst>
                <a:gs pos="0">
                  <a:srgbClr val="000201">
                    <a:alpha val="8512"/>
                  </a:srgbClr>
                </a:gs>
                <a:gs pos="14286">
                  <a:srgbClr val="000201">
                    <a:alpha val="7851"/>
                  </a:srgbClr>
                </a:gs>
                <a:gs pos="28571">
                  <a:srgbClr val="000201">
                    <a:alpha val="6151"/>
                  </a:srgbClr>
                </a:gs>
                <a:gs pos="42857">
                  <a:srgbClr val="000201">
                    <a:alpha val="4079"/>
                  </a:srgbClr>
                </a:gs>
                <a:gs pos="57143">
                  <a:srgbClr val="000201">
                    <a:alpha val="2281"/>
                  </a:srgbClr>
                </a:gs>
                <a:gs pos="71429">
                  <a:srgbClr val="000201">
                    <a:alpha val="1074"/>
                  </a:srgbClr>
                </a:gs>
                <a:gs pos="85714">
                  <a:srgbClr val="000201">
                    <a:alpha val="426"/>
                  </a:srgbClr>
                </a:gs>
                <a:gs pos="100000">
                  <a:srgbClr val="000201">
                    <a:alpha val="1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9" name="Splat 1249"/>
            <p:cNvSpPr>
              <a:spLocks noGrp="1"/>
            </p:cNvSpPr>
            <p:nvPr/>
          </p:nvSpPr>
          <p:spPr>
            <a:xfrm rot="4570295">
              <a:off x="674579" y="1782077"/>
              <a:ext cx="775920" cy="457454"/>
            </a:xfrm>
            <a:prstGeom prst="ellipse">
              <a:avLst/>
            </a:prstGeom>
            <a:gradFill>
              <a:gsLst>
                <a:gs pos="0">
                  <a:srgbClr val="030400">
                    <a:alpha val="14801"/>
                  </a:srgbClr>
                </a:gs>
                <a:gs pos="14286">
                  <a:srgbClr val="030400">
                    <a:alpha val="13690"/>
                  </a:srgbClr>
                </a:gs>
                <a:gs pos="28571">
                  <a:srgbClr val="030400">
                    <a:alpha val="10802"/>
                  </a:srgbClr>
                </a:gs>
                <a:gs pos="42857">
                  <a:srgbClr val="030400">
                    <a:alpha val="7224"/>
                  </a:srgbClr>
                </a:gs>
                <a:gs pos="57143">
                  <a:srgbClr val="030400">
                    <a:alpha val="4069"/>
                  </a:srgbClr>
                </a:gs>
                <a:gs pos="71429">
                  <a:srgbClr val="030400">
                    <a:alpha val="1926"/>
                  </a:srgbClr>
                </a:gs>
                <a:gs pos="85714">
                  <a:srgbClr val="030400">
                    <a:alpha val="766"/>
                  </a:srgbClr>
                </a:gs>
                <a:gs pos="100000">
                  <a:srgbClr val="030400">
                    <a:alpha val="2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0" name="Splat 1250"/>
            <p:cNvSpPr>
              <a:spLocks noGrp="1"/>
            </p:cNvSpPr>
            <p:nvPr/>
          </p:nvSpPr>
          <p:spPr>
            <a:xfrm rot="9987318">
              <a:off x="452394" y="1817912"/>
              <a:ext cx="684478" cy="509165"/>
            </a:xfrm>
            <a:prstGeom prst="ellipse">
              <a:avLst/>
            </a:prstGeom>
            <a:gradFill>
              <a:gsLst>
                <a:gs pos="0">
                  <a:srgbClr val="646665">
                    <a:alpha val="2117"/>
                  </a:srgbClr>
                </a:gs>
                <a:gs pos="14286">
                  <a:srgbClr val="646665">
                    <a:alpha val="1948"/>
                  </a:srgbClr>
                </a:gs>
                <a:gs pos="28571">
                  <a:srgbClr val="646665">
                    <a:alpha val="1516"/>
                  </a:srgbClr>
                </a:gs>
                <a:gs pos="42857">
                  <a:srgbClr val="646665">
                    <a:alpha val="997"/>
                  </a:srgbClr>
                </a:gs>
                <a:gs pos="57143">
                  <a:srgbClr val="646665">
                    <a:alpha val="554"/>
                  </a:srgbClr>
                </a:gs>
                <a:gs pos="71429">
                  <a:srgbClr val="646665">
                    <a:alpha val="259"/>
                  </a:srgbClr>
                </a:gs>
                <a:gs pos="85714">
                  <a:srgbClr val="646665">
                    <a:alpha val="103"/>
                  </a:srgbClr>
                </a:gs>
                <a:gs pos="100000">
                  <a:srgbClr val="646665">
                    <a:alpha val="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1" name="Splat 1251"/>
            <p:cNvSpPr>
              <a:spLocks noGrp="1"/>
            </p:cNvSpPr>
            <p:nvPr/>
          </p:nvSpPr>
          <p:spPr>
            <a:xfrm rot="5142342">
              <a:off x="179975" y="1746685"/>
              <a:ext cx="658005" cy="447928"/>
            </a:xfrm>
            <a:prstGeom prst="ellipse">
              <a:avLst/>
            </a:prstGeom>
            <a:gradFill>
              <a:gsLst>
                <a:gs pos="0">
                  <a:srgbClr val="000204">
                    <a:alpha val="16957"/>
                  </a:srgbClr>
                </a:gs>
                <a:gs pos="14286">
                  <a:srgbClr val="000204">
                    <a:alpha val="15700"/>
                  </a:srgbClr>
                </a:gs>
                <a:gs pos="28571">
                  <a:srgbClr val="000204">
                    <a:alpha val="12419"/>
                  </a:srgbClr>
                </a:gs>
                <a:gs pos="42857">
                  <a:srgbClr val="000204">
                    <a:alpha val="8330"/>
                  </a:srgbClr>
                </a:gs>
                <a:gs pos="57143">
                  <a:srgbClr val="000204">
                    <a:alpha val="4705"/>
                  </a:srgbClr>
                </a:gs>
                <a:gs pos="71429">
                  <a:srgbClr val="000204">
                    <a:alpha val="2231"/>
                  </a:srgbClr>
                </a:gs>
                <a:gs pos="85714">
                  <a:srgbClr val="000204">
                    <a:alpha val="888"/>
                  </a:srgbClr>
                </a:gs>
                <a:gs pos="100000">
                  <a:srgbClr val="000204">
                    <a:alpha val="2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2" name="Splat 1252"/>
            <p:cNvSpPr>
              <a:spLocks noGrp="1"/>
            </p:cNvSpPr>
            <p:nvPr/>
          </p:nvSpPr>
          <p:spPr>
            <a:xfrm rot="9400955">
              <a:off x="-319103" y="1819222"/>
              <a:ext cx="723662" cy="537450"/>
            </a:xfrm>
            <a:prstGeom prst="ellipse">
              <a:avLst/>
            </a:prstGeom>
            <a:gradFill>
              <a:gsLst>
                <a:gs pos="0">
                  <a:srgbClr val="7D7E7D">
                    <a:alpha val="1566"/>
                  </a:srgbClr>
                </a:gs>
                <a:gs pos="14286">
                  <a:srgbClr val="7D7E7D">
                    <a:alpha val="1441"/>
                  </a:srgbClr>
                </a:gs>
                <a:gs pos="28571">
                  <a:srgbClr val="7D7E7D">
                    <a:alpha val="1120"/>
                  </a:srgbClr>
                </a:gs>
                <a:gs pos="42857">
                  <a:srgbClr val="7D7E7D">
                    <a:alpha val="736"/>
                  </a:srgbClr>
                </a:gs>
                <a:gs pos="57143">
                  <a:srgbClr val="7D7E7D">
                    <a:alpha val="409"/>
                  </a:srgbClr>
                </a:gs>
                <a:gs pos="71429">
                  <a:srgbClr val="7D7E7D">
                    <a:alpha val="192"/>
                  </a:srgbClr>
                </a:gs>
                <a:gs pos="85714">
                  <a:srgbClr val="7D7E7D">
                    <a:alpha val="76"/>
                  </a:srgbClr>
                </a:gs>
                <a:gs pos="100000">
                  <a:srgbClr val="7D7E7D">
                    <a:alpha val="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3" name="Splat 1253"/>
            <p:cNvSpPr>
              <a:spLocks noGrp="1"/>
            </p:cNvSpPr>
            <p:nvPr/>
          </p:nvSpPr>
          <p:spPr>
            <a:xfrm rot="8929716">
              <a:off x="2606948" y="1557764"/>
              <a:ext cx="639814" cy="580777"/>
            </a:xfrm>
            <a:prstGeom prst="ellipse">
              <a:avLst/>
            </a:prstGeom>
            <a:gradFill>
              <a:gsLst>
                <a:gs pos="0">
                  <a:srgbClr val="020001">
                    <a:alpha val="5387"/>
                  </a:srgbClr>
                </a:gs>
                <a:gs pos="14286">
                  <a:srgbClr val="020001">
                    <a:alpha val="4962"/>
                  </a:srgbClr>
                </a:gs>
                <a:gs pos="28571">
                  <a:srgbClr val="020001">
                    <a:alpha val="3875"/>
                  </a:srgbClr>
                </a:gs>
                <a:gs pos="42857">
                  <a:srgbClr val="020001">
                    <a:alpha val="2559"/>
                  </a:srgbClr>
                </a:gs>
                <a:gs pos="57143">
                  <a:srgbClr val="020001">
                    <a:alpha val="1426"/>
                  </a:srgbClr>
                </a:gs>
                <a:gs pos="71429">
                  <a:srgbClr val="020001">
                    <a:alpha val="670"/>
                  </a:srgbClr>
                </a:gs>
                <a:gs pos="85714">
                  <a:srgbClr val="020001">
                    <a:alpha val="265"/>
                  </a:srgbClr>
                </a:gs>
                <a:gs pos="100000">
                  <a:srgbClr val="020001">
                    <a:alpha val="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4" name="Splat 1254"/>
            <p:cNvSpPr>
              <a:spLocks noGrp="1"/>
            </p:cNvSpPr>
            <p:nvPr/>
          </p:nvSpPr>
          <p:spPr>
            <a:xfrm rot="-9661264">
              <a:off x="2488819" y="1561660"/>
              <a:ext cx="624985" cy="574800"/>
            </a:xfrm>
            <a:prstGeom prst="ellipse">
              <a:avLst/>
            </a:prstGeom>
            <a:gradFill>
              <a:gsLst>
                <a:gs pos="0">
                  <a:srgbClr val="000001">
                    <a:alpha val="27193"/>
                  </a:srgbClr>
                </a:gs>
                <a:gs pos="14286">
                  <a:srgbClr val="000001">
                    <a:alpha val="25300"/>
                  </a:srgbClr>
                </a:gs>
                <a:gs pos="28571">
                  <a:srgbClr val="000001">
                    <a:alpha val="20267"/>
                  </a:srgbClr>
                </a:gs>
                <a:gs pos="42857">
                  <a:srgbClr val="000001">
                    <a:alpha val="13805"/>
                  </a:srgbClr>
                </a:gs>
                <a:gs pos="57143">
                  <a:srgbClr val="000001">
                    <a:alpha val="7902"/>
                  </a:srgbClr>
                </a:gs>
                <a:gs pos="71429">
                  <a:srgbClr val="000001">
                    <a:alpha val="3780"/>
                  </a:srgbClr>
                </a:gs>
                <a:gs pos="85714">
                  <a:srgbClr val="000001">
                    <a:alpha val="1512"/>
                  </a:srgbClr>
                </a:gs>
                <a:gs pos="100000">
                  <a:srgbClr val="000001">
                    <a:alpha val="5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5" name="Splat 1255"/>
            <p:cNvSpPr>
              <a:spLocks noGrp="1"/>
            </p:cNvSpPr>
            <p:nvPr/>
          </p:nvSpPr>
          <p:spPr>
            <a:xfrm rot="9752236">
              <a:off x="2260097" y="1582909"/>
              <a:ext cx="598343" cy="590555"/>
            </a:xfrm>
            <a:prstGeom prst="ellipse">
              <a:avLst/>
            </a:prstGeom>
            <a:gradFill>
              <a:gsLst>
                <a:gs pos="0">
                  <a:srgbClr val="000000">
                    <a:alpha val="2817"/>
                  </a:srgbClr>
                </a:gs>
                <a:gs pos="14286">
                  <a:srgbClr val="000000">
                    <a:alpha val="2592"/>
                  </a:srgbClr>
                </a:gs>
                <a:gs pos="28571">
                  <a:srgbClr val="000000">
                    <a:alpha val="2018"/>
                  </a:srgbClr>
                </a:gs>
                <a:gs pos="42857">
                  <a:srgbClr val="000000">
                    <a:alpha val="1328"/>
                  </a:srgbClr>
                </a:gs>
                <a:gs pos="57143">
                  <a:srgbClr val="000000">
                    <a:alpha val="738"/>
                  </a:srgbClr>
                </a:gs>
                <a:gs pos="71429">
                  <a:srgbClr val="000000">
                    <a:alpha val="346"/>
                  </a:srgbClr>
                </a:gs>
                <a:gs pos="85714">
                  <a:srgbClr val="000000">
                    <a:alpha val="137"/>
                  </a:srgbClr>
                </a:gs>
                <a:gs pos="100000">
                  <a:srgbClr val="000000">
                    <a:alpha val="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6" name="Splat 1256"/>
            <p:cNvSpPr>
              <a:spLocks noGrp="1"/>
            </p:cNvSpPr>
            <p:nvPr/>
          </p:nvSpPr>
          <p:spPr>
            <a:xfrm rot="7036795">
              <a:off x="2119627" y="1471210"/>
              <a:ext cx="600549" cy="597361"/>
            </a:xfrm>
            <a:prstGeom prst="ellipse">
              <a:avLst/>
            </a:prstGeom>
            <a:gradFill>
              <a:gsLst>
                <a:gs pos="0">
                  <a:srgbClr val="010000">
                    <a:alpha val="2950"/>
                  </a:srgbClr>
                </a:gs>
                <a:gs pos="14286">
                  <a:srgbClr val="010000">
                    <a:alpha val="2715"/>
                  </a:srgbClr>
                </a:gs>
                <a:gs pos="28571">
                  <a:srgbClr val="010000">
                    <a:alpha val="2115"/>
                  </a:srgbClr>
                </a:gs>
                <a:gs pos="42857">
                  <a:srgbClr val="010000">
                    <a:alpha val="1392"/>
                  </a:srgbClr>
                </a:gs>
                <a:gs pos="57143">
                  <a:srgbClr val="010000">
                    <a:alpha val="774"/>
                  </a:srgbClr>
                </a:gs>
                <a:gs pos="71429">
                  <a:srgbClr val="010000">
                    <a:alpha val="363"/>
                  </a:srgbClr>
                </a:gs>
                <a:gs pos="85714">
                  <a:srgbClr val="010000">
                    <a:alpha val="144"/>
                  </a:srgbClr>
                </a:gs>
                <a:gs pos="100000">
                  <a:srgbClr val="010000">
                    <a:alpha val="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7" name="Splat 1257"/>
            <p:cNvSpPr>
              <a:spLocks noGrp="1"/>
            </p:cNvSpPr>
            <p:nvPr/>
          </p:nvSpPr>
          <p:spPr>
            <a:xfrm rot="4631528">
              <a:off x="1993205" y="1498449"/>
              <a:ext cx="598415" cy="589897"/>
            </a:xfrm>
            <a:prstGeom prst="ellipse">
              <a:avLst/>
            </a:prstGeom>
            <a:gradFill>
              <a:gsLst>
                <a:gs pos="0">
                  <a:srgbClr val="030100">
                    <a:alpha val="5111"/>
                  </a:srgbClr>
                </a:gs>
                <a:gs pos="14286">
                  <a:srgbClr val="030100">
                    <a:alpha val="4708"/>
                  </a:srgbClr>
                </a:gs>
                <a:gs pos="28571">
                  <a:srgbClr val="030100">
                    <a:alpha val="3675"/>
                  </a:srgbClr>
                </a:gs>
                <a:gs pos="42857">
                  <a:srgbClr val="030100">
                    <a:alpha val="2426"/>
                  </a:srgbClr>
                </a:gs>
                <a:gs pos="57143">
                  <a:srgbClr val="030100">
                    <a:alpha val="1352"/>
                  </a:srgbClr>
                </a:gs>
                <a:gs pos="71429">
                  <a:srgbClr val="030100">
                    <a:alpha val="635"/>
                  </a:srgbClr>
                </a:gs>
                <a:gs pos="85714">
                  <a:srgbClr val="030100">
                    <a:alpha val="252"/>
                  </a:srgbClr>
                </a:gs>
                <a:gs pos="100000">
                  <a:srgbClr val="030100">
                    <a:alpha val="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8" name="Splat 1258"/>
            <p:cNvSpPr>
              <a:spLocks noGrp="1"/>
            </p:cNvSpPr>
            <p:nvPr/>
          </p:nvSpPr>
          <p:spPr>
            <a:xfrm rot="-9650490">
              <a:off x="1741271" y="1522729"/>
              <a:ext cx="597504" cy="56911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9" name="Splat 1259"/>
            <p:cNvSpPr>
              <a:spLocks noGrp="1"/>
            </p:cNvSpPr>
            <p:nvPr/>
          </p:nvSpPr>
          <p:spPr>
            <a:xfrm rot="9203761">
              <a:off x="1526196" y="1535516"/>
              <a:ext cx="649300" cy="631541"/>
            </a:xfrm>
            <a:prstGeom prst="ellipse">
              <a:avLst/>
            </a:prstGeom>
            <a:gradFill>
              <a:gsLst>
                <a:gs pos="0">
                  <a:srgbClr val="000002">
                    <a:alpha val="22609"/>
                  </a:srgbClr>
                </a:gs>
                <a:gs pos="14286">
                  <a:srgbClr val="000002">
                    <a:alpha val="20988"/>
                  </a:srgbClr>
                </a:gs>
                <a:gs pos="28571">
                  <a:srgbClr val="000002">
                    <a:alpha val="16715"/>
                  </a:srgbClr>
                </a:gs>
                <a:gs pos="42857">
                  <a:srgbClr val="000002">
                    <a:alpha val="11305"/>
                  </a:srgbClr>
                </a:gs>
                <a:gs pos="57143">
                  <a:srgbClr val="000002">
                    <a:alpha val="6432"/>
                  </a:srgbClr>
                </a:gs>
                <a:gs pos="71429">
                  <a:srgbClr val="000002">
                    <a:alpha val="3064"/>
                  </a:srgbClr>
                </a:gs>
                <a:gs pos="85714">
                  <a:srgbClr val="000002">
                    <a:alpha val="1223"/>
                  </a:srgbClr>
                </a:gs>
                <a:gs pos="100000">
                  <a:srgbClr val="000002">
                    <a:alpha val="4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0" name="Splat 1260"/>
            <p:cNvSpPr>
              <a:spLocks noGrp="1"/>
            </p:cNvSpPr>
            <p:nvPr/>
          </p:nvSpPr>
          <p:spPr>
            <a:xfrm rot="-9363333">
              <a:off x="1431727" y="1552674"/>
              <a:ext cx="586401" cy="491251"/>
            </a:xfrm>
            <a:prstGeom prst="ellipse">
              <a:avLst/>
            </a:prstGeom>
            <a:gradFill>
              <a:gsLst>
                <a:gs pos="0">
                  <a:srgbClr val="686769">
                    <a:alpha val="1269"/>
                  </a:srgbClr>
                </a:gs>
                <a:gs pos="14286">
                  <a:srgbClr val="686769">
                    <a:alpha val="1167"/>
                  </a:srgbClr>
                </a:gs>
                <a:gs pos="28571">
                  <a:srgbClr val="686769">
                    <a:alpha val="907"/>
                  </a:srgbClr>
                </a:gs>
                <a:gs pos="42857">
                  <a:srgbClr val="686769">
                    <a:alpha val="596"/>
                  </a:srgbClr>
                </a:gs>
                <a:gs pos="57143">
                  <a:srgbClr val="686769">
                    <a:alpha val="331"/>
                  </a:srgbClr>
                </a:gs>
                <a:gs pos="71429">
                  <a:srgbClr val="686769">
                    <a:alpha val="155"/>
                  </a:srgbClr>
                </a:gs>
                <a:gs pos="85714">
                  <a:srgbClr val="686769">
                    <a:alpha val="61"/>
                  </a:srgbClr>
                </a:gs>
                <a:gs pos="100000">
                  <a:srgbClr val="686769">
                    <a:alpha val="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1" name="Splat 1261"/>
            <p:cNvSpPr>
              <a:spLocks noGrp="1"/>
            </p:cNvSpPr>
            <p:nvPr/>
          </p:nvSpPr>
          <p:spPr>
            <a:xfrm rot="4602229">
              <a:off x="1177946" y="1536785"/>
              <a:ext cx="776999" cy="558094"/>
            </a:xfrm>
            <a:prstGeom prst="ellipse">
              <a:avLst/>
            </a:prstGeom>
            <a:gradFill>
              <a:gsLst>
                <a:gs pos="0">
                  <a:srgbClr val="000107">
                    <a:alpha val="5244"/>
                  </a:srgbClr>
                </a:gs>
                <a:gs pos="14286">
                  <a:srgbClr val="000107">
                    <a:alpha val="4831"/>
                  </a:srgbClr>
                </a:gs>
                <a:gs pos="28571">
                  <a:srgbClr val="000107">
                    <a:alpha val="3771"/>
                  </a:srgbClr>
                </a:gs>
                <a:gs pos="42857">
                  <a:srgbClr val="000107">
                    <a:alpha val="2490"/>
                  </a:srgbClr>
                </a:gs>
                <a:gs pos="57143">
                  <a:srgbClr val="000107">
                    <a:alpha val="1387"/>
                  </a:srgbClr>
                </a:gs>
                <a:gs pos="71429">
                  <a:srgbClr val="000107">
                    <a:alpha val="652"/>
                  </a:srgbClr>
                </a:gs>
                <a:gs pos="85714">
                  <a:srgbClr val="000107">
                    <a:alpha val="258"/>
                  </a:srgbClr>
                </a:gs>
                <a:gs pos="100000">
                  <a:srgbClr val="000107">
                    <a:alpha val="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2" name="Splat 1262"/>
            <p:cNvSpPr>
              <a:spLocks noGrp="1"/>
            </p:cNvSpPr>
            <p:nvPr/>
          </p:nvSpPr>
          <p:spPr>
            <a:xfrm rot="7073025">
              <a:off x="736485" y="1642002"/>
              <a:ext cx="715526" cy="479391"/>
            </a:xfrm>
            <a:prstGeom prst="ellipse">
              <a:avLst/>
            </a:prstGeom>
            <a:gradFill>
              <a:gsLst>
                <a:gs pos="0">
                  <a:srgbClr val="7C7C7B">
                    <a:alpha val="6655"/>
                  </a:srgbClr>
                </a:gs>
                <a:gs pos="14286">
                  <a:srgbClr val="7C7C7B">
                    <a:alpha val="6133"/>
                  </a:srgbClr>
                </a:gs>
                <a:gs pos="28571">
                  <a:srgbClr val="7C7C7B">
                    <a:alpha val="4796"/>
                  </a:srgbClr>
                </a:gs>
                <a:gs pos="42857">
                  <a:srgbClr val="7C7C7B">
                    <a:alpha val="3172"/>
                  </a:srgbClr>
                </a:gs>
                <a:gs pos="57143">
                  <a:srgbClr val="7C7C7B">
                    <a:alpha val="1770"/>
                  </a:srgbClr>
                </a:gs>
                <a:gs pos="71429">
                  <a:srgbClr val="7C7C7B">
                    <a:alpha val="833"/>
                  </a:srgbClr>
                </a:gs>
                <a:gs pos="85714">
                  <a:srgbClr val="7C7C7B">
                    <a:alpha val="330"/>
                  </a:srgbClr>
                </a:gs>
                <a:gs pos="100000">
                  <a:srgbClr val="7C7C7B">
                    <a:alpha val="1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3" name="Splat 1263"/>
            <p:cNvSpPr>
              <a:spLocks noGrp="1"/>
            </p:cNvSpPr>
            <p:nvPr/>
          </p:nvSpPr>
          <p:spPr>
            <a:xfrm rot="5645231">
              <a:off x="454862" y="1620441"/>
              <a:ext cx="655561" cy="400247"/>
            </a:xfrm>
            <a:prstGeom prst="ellipse">
              <a:avLst/>
            </a:prstGeom>
            <a:gradFill>
              <a:gsLst>
                <a:gs pos="0">
                  <a:srgbClr val="000700">
                    <a:alpha val="7532"/>
                  </a:srgbClr>
                </a:gs>
                <a:gs pos="14286">
                  <a:srgbClr val="000700">
                    <a:alpha val="6945"/>
                  </a:srgbClr>
                </a:gs>
                <a:gs pos="28571">
                  <a:srgbClr val="000700">
                    <a:alpha val="5435"/>
                  </a:srgbClr>
                </a:gs>
                <a:gs pos="42857">
                  <a:srgbClr val="000700">
                    <a:alpha val="3599"/>
                  </a:srgbClr>
                </a:gs>
                <a:gs pos="57143">
                  <a:srgbClr val="000700">
                    <a:alpha val="2011"/>
                  </a:srgbClr>
                </a:gs>
                <a:gs pos="71429">
                  <a:srgbClr val="000700">
                    <a:alpha val="946"/>
                  </a:srgbClr>
                </a:gs>
                <a:gs pos="85714">
                  <a:srgbClr val="000700">
                    <a:alpha val="375"/>
                  </a:srgbClr>
                </a:gs>
                <a:gs pos="100000">
                  <a:srgbClr val="000700">
                    <a:alpha val="1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4" name="Splat 1264"/>
            <p:cNvSpPr>
              <a:spLocks noGrp="1"/>
            </p:cNvSpPr>
            <p:nvPr/>
          </p:nvSpPr>
          <p:spPr>
            <a:xfrm rot="7621045">
              <a:off x="447909" y="1581940"/>
              <a:ext cx="459958" cy="444824"/>
            </a:xfrm>
            <a:prstGeom prst="ellipse">
              <a:avLst/>
            </a:prstGeom>
            <a:gradFill>
              <a:gsLst>
                <a:gs pos="0">
                  <a:srgbClr val="7A7A7A">
                    <a:alpha val="2533"/>
                  </a:srgbClr>
                </a:gs>
                <a:gs pos="14286">
                  <a:srgbClr val="7A7A7A">
                    <a:alpha val="2331"/>
                  </a:srgbClr>
                </a:gs>
                <a:gs pos="28571">
                  <a:srgbClr val="7A7A7A">
                    <a:alpha val="1814"/>
                  </a:srgbClr>
                </a:gs>
                <a:gs pos="42857">
                  <a:srgbClr val="7A7A7A">
                    <a:alpha val="1194"/>
                  </a:srgbClr>
                </a:gs>
                <a:gs pos="57143">
                  <a:srgbClr val="7A7A7A">
                    <a:alpha val="663"/>
                  </a:srgbClr>
                </a:gs>
                <a:gs pos="71429">
                  <a:srgbClr val="7A7A7A">
                    <a:alpha val="311"/>
                  </a:srgbClr>
                </a:gs>
                <a:gs pos="85714">
                  <a:srgbClr val="7A7A7A">
                    <a:alpha val="123"/>
                  </a:srgbClr>
                </a:gs>
                <a:gs pos="100000">
                  <a:srgbClr val="7A7A7A">
                    <a:alpha val="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5" name="Splat 1265"/>
            <p:cNvSpPr>
              <a:spLocks noGrp="1"/>
            </p:cNvSpPr>
            <p:nvPr/>
          </p:nvSpPr>
          <p:spPr>
            <a:xfrm rot="6584294">
              <a:off x="76317" y="1622885"/>
              <a:ext cx="673179" cy="417722"/>
            </a:xfrm>
            <a:prstGeom prst="ellipse">
              <a:avLst/>
            </a:prstGeom>
            <a:gradFill>
              <a:gsLst>
                <a:gs pos="0">
                  <a:srgbClr val="7F7F7F">
                    <a:alpha val="14057"/>
                  </a:srgbClr>
                </a:gs>
                <a:gs pos="14286">
                  <a:srgbClr val="7F7F7F">
                    <a:alpha val="12997"/>
                  </a:srgbClr>
                </a:gs>
                <a:gs pos="28571">
                  <a:srgbClr val="7F7F7F">
                    <a:alpha val="10247"/>
                  </a:srgbClr>
                </a:gs>
                <a:gs pos="42857">
                  <a:srgbClr val="7F7F7F">
                    <a:alpha val="6845"/>
                  </a:srgbClr>
                </a:gs>
                <a:gs pos="57143">
                  <a:srgbClr val="7F7F7F">
                    <a:alpha val="3853"/>
                  </a:srgbClr>
                </a:gs>
                <a:gs pos="71429">
                  <a:srgbClr val="7F7F7F">
                    <a:alpha val="1822"/>
                  </a:srgbClr>
                </a:gs>
                <a:gs pos="85714">
                  <a:srgbClr val="7F7F7F">
                    <a:alpha val="725"/>
                  </a:srgbClr>
                </a:gs>
                <a:gs pos="100000">
                  <a:srgbClr val="7F7F7F">
                    <a:alpha val="2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6" name="Splat 1266"/>
            <p:cNvSpPr>
              <a:spLocks noGrp="1"/>
            </p:cNvSpPr>
            <p:nvPr/>
          </p:nvSpPr>
          <p:spPr>
            <a:xfrm rot="7032501">
              <a:off x="51626" y="1586621"/>
              <a:ext cx="626809" cy="464599"/>
            </a:xfrm>
            <a:prstGeom prst="ellipse">
              <a:avLst/>
            </a:prstGeom>
            <a:gradFill>
              <a:gsLst>
                <a:gs pos="0">
                  <a:srgbClr val="030105">
                    <a:alpha val="27428"/>
                  </a:srgbClr>
                </a:gs>
                <a:gs pos="14286">
                  <a:srgbClr val="030105">
                    <a:alpha val="25521"/>
                  </a:srgbClr>
                </a:gs>
                <a:gs pos="28571">
                  <a:srgbClr val="030105">
                    <a:alpha val="20450"/>
                  </a:srgbClr>
                </a:gs>
                <a:gs pos="42857">
                  <a:srgbClr val="030105">
                    <a:alpha val="13935"/>
                  </a:srgbClr>
                </a:gs>
                <a:gs pos="57143">
                  <a:srgbClr val="030105">
                    <a:alpha val="7979"/>
                  </a:srgbClr>
                </a:gs>
                <a:gs pos="71429">
                  <a:srgbClr val="030105">
                    <a:alpha val="3818"/>
                  </a:srgbClr>
                </a:gs>
                <a:gs pos="85714">
                  <a:srgbClr val="030105">
                    <a:alpha val="1527"/>
                  </a:srgbClr>
                </a:gs>
                <a:gs pos="100000">
                  <a:srgbClr val="030105">
                    <a:alpha val="5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7" name="Splat 1267"/>
            <p:cNvSpPr>
              <a:spLocks noGrp="1"/>
            </p:cNvSpPr>
            <p:nvPr/>
          </p:nvSpPr>
          <p:spPr>
            <a:xfrm rot="7212392">
              <a:off x="-256919" y="1835590"/>
              <a:ext cx="771451" cy="214908"/>
            </a:xfrm>
            <a:prstGeom prst="ellipse">
              <a:avLst/>
            </a:prstGeom>
            <a:gradFill>
              <a:gsLst>
                <a:gs pos="0">
                  <a:srgbClr val="010004">
                    <a:alpha val="8079"/>
                  </a:srgbClr>
                </a:gs>
                <a:gs pos="14286">
                  <a:srgbClr val="010004">
                    <a:alpha val="7450"/>
                  </a:srgbClr>
                </a:gs>
                <a:gs pos="28571">
                  <a:srgbClr val="010004">
                    <a:alpha val="5834"/>
                  </a:srgbClr>
                </a:gs>
                <a:gs pos="42857">
                  <a:srgbClr val="010004">
                    <a:alpha val="3866"/>
                  </a:srgbClr>
                </a:gs>
                <a:gs pos="57143">
                  <a:srgbClr val="010004">
                    <a:alpha val="2161"/>
                  </a:srgbClr>
                </a:gs>
                <a:gs pos="71429">
                  <a:srgbClr val="010004">
                    <a:alpha val="1018"/>
                  </a:srgbClr>
                </a:gs>
                <a:gs pos="85714">
                  <a:srgbClr val="010004">
                    <a:alpha val="404"/>
                  </a:srgbClr>
                </a:gs>
                <a:gs pos="100000">
                  <a:srgbClr val="010004">
                    <a:alpha val="1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8" name="Splat 1268"/>
            <p:cNvSpPr>
              <a:spLocks noGrp="1"/>
            </p:cNvSpPr>
            <p:nvPr/>
          </p:nvSpPr>
          <p:spPr>
            <a:xfrm rot="6689834">
              <a:off x="2388081" y="1372550"/>
              <a:ext cx="631183" cy="596901"/>
            </a:xfrm>
            <a:prstGeom prst="ellipse">
              <a:avLst/>
            </a:prstGeom>
            <a:gradFill>
              <a:gsLst>
                <a:gs pos="0">
                  <a:srgbClr val="000000">
                    <a:alpha val="30369"/>
                  </a:srgbClr>
                </a:gs>
                <a:gs pos="14286">
                  <a:srgbClr val="000000">
                    <a:alpha val="28300"/>
                  </a:srgbClr>
                </a:gs>
                <a:gs pos="28571">
                  <a:srgbClr val="000000">
                    <a:alpha val="22764"/>
                  </a:srgbClr>
                </a:gs>
                <a:gs pos="42857">
                  <a:srgbClr val="000000">
                    <a:alpha val="15585"/>
                  </a:srgbClr>
                </a:gs>
                <a:gs pos="57143">
                  <a:srgbClr val="000000">
                    <a:alpha val="8961"/>
                  </a:srgbClr>
                </a:gs>
                <a:gs pos="71429">
                  <a:srgbClr val="000000">
                    <a:alpha val="4299"/>
                  </a:srgbClr>
                </a:gs>
                <a:gs pos="85714">
                  <a:srgbClr val="000000">
                    <a:alpha val="1723"/>
                  </a:srgbClr>
                </a:gs>
                <a:gs pos="100000">
                  <a:srgbClr val="000000">
                    <a:alpha val="5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9" name="Splat 1269"/>
            <p:cNvSpPr>
              <a:spLocks noGrp="1"/>
            </p:cNvSpPr>
            <p:nvPr/>
          </p:nvSpPr>
          <p:spPr>
            <a:xfrm rot="4055656">
              <a:off x="2325360" y="1374214"/>
              <a:ext cx="613747" cy="56570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0" name="Splat 1270"/>
            <p:cNvSpPr>
              <a:spLocks noGrp="1"/>
            </p:cNvSpPr>
            <p:nvPr/>
          </p:nvSpPr>
          <p:spPr>
            <a:xfrm rot="-10309024">
              <a:off x="2120192" y="1376547"/>
              <a:ext cx="656425" cy="589832"/>
            </a:xfrm>
            <a:prstGeom prst="ellipse">
              <a:avLst/>
            </a:prstGeom>
            <a:gradFill>
              <a:gsLst>
                <a:gs pos="0">
                  <a:srgbClr val="000000">
                    <a:alpha val="32431"/>
                  </a:srgbClr>
                </a:gs>
                <a:gs pos="14286">
                  <a:srgbClr val="000000">
                    <a:alpha val="30254"/>
                  </a:srgbClr>
                </a:gs>
                <a:gs pos="28571">
                  <a:srgbClr val="000000">
                    <a:alpha val="24404"/>
                  </a:srgbClr>
                </a:gs>
                <a:gs pos="42857">
                  <a:srgbClr val="000000">
                    <a:alpha val="16765"/>
                  </a:srgbClr>
                </a:gs>
                <a:gs pos="57143">
                  <a:srgbClr val="000000">
                    <a:alpha val="9668"/>
                  </a:srgbClr>
                </a:gs>
                <a:gs pos="71429">
                  <a:srgbClr val="000000">
                    <a:alpha val="4648"/>
                  </a:srgbClr>
                </a:gs>
                <a:gs pos="85714">
                  <a:srgbClr val="000000">
                    <a:alpha val="1864"/>
                  </a:srgbClr>
                </a:gs>
                <a:gs pos="100000">
                  <a:srgbClr val="000000">
                    <a:alpha val="6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1" name="Splat 1271"/>
            <p:cNvSpPr>
              <a:spLocks noGrp="1"/>
            </p:cNvSpPr>
            <p:nvPr/>
          </p:nvSpPr>
          <p:spPr>
            <a:xfrm rot="8988884">
              <a:off x="1888451" y="1390152"/>
              <a:ext cx="620183" cy="594641"/>
            </a:xfrm>
            <a:prstGeom prst="ellipse">
              <a:avLst/>
            </a:prstGeom>
            <a:gradFill>
              <a:gsLst>
                <a:gs pos="0">
                  <a:srgbClr val="000000">
                    <a:alpha val="29021"/>
                  </a:srgbClr>
                </a:gs>
                <a:gs pos="14286">
                  <a:srgbClr val="000000">
                    <a:alpha val="27025"/>
                  </a:srgbClr>
                </a:gs>
                <a:gs pos="28571">
                  <a:srgbClr val="000000">
                    <a:alpha val="21700"/>
                  </a:srgbClr>
                </a:gs>
                <a:gs pos="42857">
                  <a:srgbClr val="000000">
                    <a:alpha val="14824"/>
                  </a:srgbClr>
                </a:gs>
                <a:gs pos="57143">
                  <a:srgbClr val="000000">
                    <a:alpha val="8507"/>
                  </a:srgbClr>
                </a:gs>
                <a:gs pos="71429">
                  <a:srgbClr val="000000">
                    <a:alpha val="4076"/>
                  </a:srgbClr>
                </a:gs>
                <a:gs pos="85714">
                  <a:srgbClr val="000000">
                    <a:alpha val="1632"/>
                  </a:srgbClr>
                </a:gs>
                <a:gs pos="100000">
                  <a:srgbClr val="000000">
                    <a:alpha val="5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2" name="Splat 1272"/>
            <p:cNvSpPr>
              <a:spLocks noGrp="1"/>
            </p:cNvSpPr>
            <p:nvPr/>
          </p:nvSpPr>
          <p:spPr>
            <a:xfrm rot="6781732">
              <a:off x="1720913" y="1343714"/>
              <a:ext cx="666826" cy="614241"/>
            </a:xfrm>
            <a:prstGeom prst="ellipse">
              <a:avLst/>
            </a:prstGeom>
            <a:gradFill>
              <a:gsLst>
                <a:gs pos="0">
                  <a:srgbClr val="000001">
                    <a:alpha val="17175"/>
                  </a:srgbClr>
                </a:gs>
                <a:gs pos="14286">
                  <a:srgbClr val="000001">
                    <a:alpha val="15903"/>
                  </a:srgbClr>
                </a:gs>
                <a:gs pos="28571">
                  <a:srgbClr val="000001">
                    <a:alpha val="12583"/>
                  </a:srgbClr>
                </a:gs>
                <a:gs pos="42857">
                  <a:srgbClr val="000001">
                    <a:alpha val="8443"/>
                  </a:srgbClr>
                </a:gs>
                <a:gs pos="57143">
                  <a:srgbClr val="000001">
                    <a:alpha val="4770"/>
                  </a:srgbClr>
                </a:gs>
                <a:gs pos="71429">
                  <a:srgbClr val="000001">
                    <a:alpha val="2262"/>
                  </a:srgbClr>
                </a:gs>
                <a:gs pos="85714">
                  <a:srgbClr val="000001">
                    <a:alpha val="901"/>
                  </a:srgbClr>
                </a:gs>
                <a:gs pos="100000">
                  <a:srgbClr val="000001">
                    <a:alpha val="3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3" name="Splat 1273"/>
            <p:cNvSpPr>
              <a:spLocks noGrp="1"/>
            </p:cNvSpPr>
            <p:nvPr/>
          </p:nvSpPr>
          <p:spPr>
            <a:xfrm rot="7300720">
              <a:off x="1549391" y="1333299"/>
              <a:ext cx="646442" cy="601607"/>
            </a:xfrm>
            <a:prstGeom prst="ellipse">
              <a:avLst/>
            </a:prstGeom>
            <a:gradFill>
              <a:gsLst>
                <a:gs pos="0">
                  <a:srgbClr val="000002">
                    <a:alpha val="2543"/>
                  </a:srgbClr>
                </a:gs>
                <a:gs pos="14286">
                  <a:srgbClr val="000002">
                    <a:alpha val="2340"/>
                  </a:srgbClr>
                </a:gs>
                <a:gs pos="28571">
                  <a:srgbClr val="000002">
                    <a:alpha val="1822"/>
                  </a:srgbClr>
                </a:gs>
                <a:gs pos="42857">
                  <a:srgbClr val="000002">
                    <a:alpha val="1199"/>
                  </a:srgbClr>
                </a:gs>
                <a:gs pos="57143">
                  <a:srgbClr val="000002">
                    <a:alpha val="666"/>
                  </a:srgbClr>
                </a:gs>
                <a:gs pos="71429">
                  <a:srgbClr val="000002">
                    <a:alpha val="312"/>
                  </a:srgbClr>
                </a:gs>
                <a:gs pos="85714">
                  <a:srgbClr val="000002">
                    <a:alpha val="124"/>
                  </a:srgbClr>
                </a:gs>
                <a:gs pos="100000">
                  <a:srgbClr val="000002">
                    <a:alpha val="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4" name="Splat 1274"/>
            <p:cNvSpPr>
              <a:spLocks noGrp="1"/>
            </p:cNvSpPr>
            <p:nvPr/>
          </p:nvSpPr>
          <p:spPr>
            <a:xfrm rot="10251615">
              <a:off x="1372024" y="1327799"/>
              <a:ext cx="628362" cy="492924"/>
            </a:xfrm>
            <a:prstGeom prst="ellipse">
              <a:avLst/>
            </a:prstGeom>
            <a:gradFill>
              <a:gsLst>
                <a:gs pos="0">
                  <a:srgbClr val="000303">
                    <a:alpha val="12087"/>
                  </a:srgbClr>
                </a:gs>
                <a:gs pos="14286">
                  <a:srgbClr val="000303">
                    <a:alpha val="11166"/>
                  </a:srgbClr>
                </a:gs>
                <a:gs pos="28571">
                  <a:srgbClr val="000303">
                    <a:alpha val="8783"/>
                  </a:srgbClr>
                </a:gs>
                <a:gs pos="42857">
                  <a:srgbClr val="000303">
                    <a:alpha val="5852"/>
                  </a:srgbClr>
                </a:gs>
                <a:gs pos="57143">
                  <a:srgbClr val="000303">
                    <a:alpha val="3286"/>
                  </a:srgbClr>
                </a:gs>
                <a:gs pos="71429">
                  <a:srgbClr val="000303">
                    <a:alpha val="1552"/>
                  </a:srgbClr>
                </a:gs>
                <a:gs pos="85714">
                  <a:srgbClr val="000303">
                    <a:alpha val="617"/>
                  </a:srgbClr>
                </a:gs>
                <a:gs pos="100000">
                  <a:srgbClr val="000303">
                    <a:alpha val="2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5" name="Splat 1275"/>
            <p:cNvSpPr>
              <a:spLocks noGrp="1"/>
            </p:cNvSpPr>
            <p:nvPr/>
          </p:nvSpPr>
          <p:spPr>
            <a:xfrm rot="-9634671">
              <a:off x="1270642" y="1361232"/>
              <a:ext cx="598275" cy="355866"/>
            </a:xfrm>
            <a:prstGeom prst="ellipse">
              <a:avLst/>
            </a:prstGeom>
            <a:gradFill>
              <a:gsLst>
                <a:gs pos="0">
                  <a:srgbClr val="5F5F5F">
                    <a:alpha val="10728"/>
                  </a:srgbClr>
                </a:gs>
                <a:gs pos="14286">
                  <a:srgbClr val="5F5F5F">
                    <a:alpha val="9905"/>
                  </a:srgbClr>
                </a:gs>
                <a:gs pos="28571">
                  <a:srgbClr val="5F5F5F">
                    <a:alpha val="7780"/>
                  </a:srgbClr>
                </a:gs>
                <a:gs pos="42857">
                  <a:srgbClr val="5F5F5F">
                    <a:alpha val="5174"/>
                  </a:srgbClr>
                </a:gs>
                <a:gs pos="57143">
                  <a:srgbClr val="5F5F5F">
                    <a:alpha val="2901"/>
                  </a:srgbClr>
                </a:gs>
                <a:gs pos="71429">
                  <a:srgbClr val="5F5F5F">
                    <a:alpha val="1368"/>
                  </a:srgbClr>
                </a:gs>
                <a:gs pos="85714">
                  <a:srgbClr val="5F5F5F">
                    <a:alpha val="543"/>
                  </a:srgbClr>
                </a:gs>
                <a:gs pos="100000">
                  <a:srgbClr val="5F5F5F">
                    <a:alpha val="1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6" name="Splat 1276"/>
            <p:cNvSpPr>
              <a:spLocks noGrp="1"/>
            </p:cNvSpPr>
            <p:nvPr/>
          </p:nvSpPr>
          <p:spPr>
            <a:xfrm rot="-10526369">
              <a:off x="984200" y="1406481"/>
              <a:ext cx="707073" cy="441148"/>
            </a:xfrm>
            <a:prstGeom prst="ellipse">
              <a:avLst/>
            </a:prstGeom>
            <a:gradFill>
              <a:gsLst>
                <a:gs pos="0">
                  <a:srgbClr val="000507">
                    <a:alpha val="7859"/>
                  </a:srgbClr>
                </a:gs>
                <a:gs pos="14286">
                  <a:srgbClr val="000507">
                    <a:alpha val="7247"/>
                  </a:srgbClr>
                </a:gs>
                <a:gs pos="28571">
                  <a:srgbClr val="000507">
                    <a:alpha val="5674"/>
                  </a:srgbClr>
                </a:gs>
                <a:gs pos="42857">
                  <a:srgbClr val="000507">
                    <a:alpha val="3759"/>
                  </a:srgbClr>
                </a:gs>
                <a:gs pos="57143">
                  <a:srgbClr val="000507">
                    <a:alpha val="2101"/>
                  </a:srgbClr>
                </a:gs>
                <a:gs pos="71429">
                  <a:srgbClr val="000507">
                    <a:alpha val="989"/>
                  </a:srgbClr>
                </a:gs>
                <a:gs pos="85714">
                  <a:srgbClr val="000507">
                    <a:alpha val="392"/>
                  </a:srgbClr>
                </a:gs>
                <a:gs pos="100000">
                  <a:srgbClr val="000507">
                    <a:alpha val="1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7" name="Splat 1277"/>
            <p:cNvSpPr>
              <a:spLocks noGrp="1"/>
            </p:cNvSpPr>
            <p:nvPr/>
          </p:nvSpPr>
          <p:spPr>
            <a:xfrm rot="8857307">
              <a:off x="923102" y="1401571"/>
              <a:ext cx="583375" cy="507053"/>
            </a:xfrm>
            <a:prstGeom prst="ellipse">
              <a:avLst/>
            </a:prstGeom>
            <a:gradFill>
              <a:gsLst>
                <a:gs pos="0">
                  <a:srgbClr val="6A6B6A">
                    <a:alpha val="9005"/>
                  </a:srgbClr>
                </a:gs>
                <a:gs pos="14286">
                  <a:srgbClr val="6A6B6A">
                    <a:alpha val="8307"/>
                  </a:srgbClr>
                </a:gs>
                <a:gs pos="28571">
                  <a:srgbClr val="6A6B6A">
                    <a:alpha val="6512"/>
                  </a:srgbClr>
                </a:gs>
                <a:gs pos="42857">
                  <a:srgbClr val="6A6B6A">
                    <a:alpha val="4321"/>
                  </a:srgbClr>
                </a:gs>
                <a:gs pos="57143">
                  <a:srgbClr val="6A6B6A">
                    <a:alpha val="2418"/>
                  </a:srgbClr>
                </a:gs>
                <a:gs pos="71429">
                  <a:srgbClr val="6A6B6A">
                    <a:alpha val="1139"/>
                  </a:srgbClr>
                </a:gs>
                <a:gs pos="85714">
                  <a:srgbClr val="6A6B6A">
                    <a:alpha val="452"/>
                  </a:srgbClr>
                </a:gs>
                <a:gs pos="100000">
                  <a:srgbClr val="6A6B6A">
                    <a:alpha val="1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8" name="Splat 1278"/>
            <p:cNvSpPr>
              <a:spLocks noGrp="1"/>
            </p:cNvSpPr>
            <p:nvPr/>
          </p:nvSpPr>
          <p:spPr>
            <a:xfrm rot="-10680211">
              <a:off x="746854" y="1404941"/>
              <a:ext cx="612196" cy="493373"/>
            </a:xfrm>
            <a:prstGeom prst="ellipse">
              <a:avLst/>
            </a:prstGeom>
            <a:gradFill>
              <a:gsLst>
                <a:gs pos="0">
                  <a:srgbClr val="030700">
                    <a:alpha val="4758"/>
                  </a:srgbClr>
                </a:gs>
                <a:gs pos="14286">
                  <a:srgbClr val="030700">
                    <a:alpha val="4381"/>
                  </a:srgbClr>
                </a:gs>
                <a:gs pos="28571">
                  <a:srgbClr val="030700">
                    <a:alpha val="3419"/>
                  </a:srgbClr>
                </a:gs>
                <a:gs pos="42857">
                  <a:srgbClr val="030700">
                    <a:alpha val="2256"/>
                  </a:srgbClr>
                </a:gs>
                <a:gs pos="57143">
                  <a:srgbClr val="030700">
                    <a:alpha val="1256"/>
                  </a:srgbClr>
                </a:gs>
                <a:gs pos="71429">
                  <a:srgbClr val="030700">
                    <a:alpha val="590"/>
                  </a:srgbClr>
                </a:gs>
                <a:gs pos="85714">
                  <a:srgbClr val="030700">
                    <a:alpha val="234"/>
                  </a:srgbClr>
                </a:gs>
                <a:gs pos="100000">
                  <a:srgbClr val="030700">
                    <a:alpha val="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9" name="Splat 1279"/>
            <p:cNvSpPr>
              <a:spLocks noGrp="1"/>
            </p:cNvSpPr>
            <p:nvPr/>
          </p:nvSpPr>
          <p:spPr>
            <a:xfrm rot="5808386">
              <a:off x="374071" y="1505984"/>
              <a:ext cx="651572" cy="432749"/>
            </a:xfrm>
            <a:prstGeom prst="ellipse">
              <a:avLst/>
            </a:prstGeom>
            <a:gradFill>
              <a:gsLst>
                <a:gs pos="0">
                  <a:srgbClr val="706F6F">
                    <a:alpha val="1766"/>
                  </a:srgbClr>
                </a:gs>
                <a:gs pos="14286">
                  <a:srgbClr val="706F6F">
                    <a:alpha val="1624"/>
                  </a:srgbClr>
                </a:gs>
                <a:gs pos="28571">
                  <a:srgbClr val="706F6F">
                    <a:alpha val="1264"/>
                  </a:srgbClr>
                </a:gs>
                <a:gs pos="42857">
                  <a:srgbClr val="706F6F">
                    <a:alpha val="831"/>
                  </a:srgbClr>
                </a:gs>
                <a:gs pos="57143">
                  <a:srgbClr val="706F6F">
                    <a:alpha val="461"/>
                  </a:srgbClr>
                </a:gs>
                <a:gs pos="71429">
                  <a:srgbClr val="706F6F">
                    <a:alpha val="216"/>
                  </a:srgbClr>
                </a:gs>
                <a:gs pos="85714">
                  <a:srgbClr val="706F6F">
                    <a:alpha val="86"/>
                  </a:srgbClr>
                </a:gs>
                <a:gs pos="100000">
                  <a:srgbClr val="706F6F">
                    <a:alpha val="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0" name="Splat 1280"/>
            <p:cNvSpPr>
              <a:spLocks noGrp="1"/>
            </p:cNvSpPr>
            <p:nvPr/>
          </p:nvSpPr>
          <p:spPr>
            <a:xfrm rot="9138992">
              <a:off x="192502" y="1536134"/>
              <a:ext cx="659757" cy="298201"/>
            </a:xfrm>
            <a:prstGeom prst="ellipse">
              <a:avLst/>
            </a:prstGeom>
            <a:gradFill>
              <a:gsLst>
                <a:gs pos="0">
                  <a:srgbClr val="010500">
                    <a:alpha val="8872"/>
                  </a:srgbClr>
                </a:gs>
                <a:gs pos="14286">
                  <a:srgbClr val="010500">
                    <a:alpha val="8184"/>
                  </a:srgbClr>
                </a:gs>
                <a:gs pos="28571">
                  <a:srgbClr val="010500">
                    <a:alpha val="6415"/>
                  </a:srgbClr>
                </a:gs>
                <a:gs pos="42857">
                  <a:srgbClr val="010500">
                    <a:alpha val="4255"/>
                  </a:srgbClr>
                </a:gs>
                <a:gs pos="57143">
                  <a:srgbClr val="010500">
                    <a:alpha val="2381"/>
                  </a:srgbClr>
                </a:gs>
                <a:gs pos="71429">
                  <a:srgbClr val="010500">
                    <a:alpha val="1122"/>
                  </a:srgbClr>
                </a:gs>
                <a:gs pos="85714">
                  <a:srgbClr val="010500">
                    <a:alpha val="445"/>
                  </a:srgbClr>
                </a:gs>
                <a:gs pos="100000">
                  <a:srgbClr val="010500">
                    <a:alpha val="1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1" name="Splat 1281"/>
            <p:cNvSpPr>
              <a:spLocks noGrp="1"/>
            </p:cNvSpPr>
            <p:nvPr/>
          </p:nvSpPr>
          <p:spPr>
            <a:xfrm rot="10110490">
              <a:off x="-74542" y="1542187"/>
              <a:ext cx="733778" cy="463816"/>
            </a:xfrm>
            <a:prstGeom prst="ellipse">
              <a:avLst/>
            </a:prstGeom>
            <a:gradFill>
              <a:gsLst>
                <a:gs pos="0">
                  <a:srgbClr val="656665">
                    <a:alpha val="9023"/>
                  </a:srgbClr>
                </a:gs>
                <a:gs pos="14286">
                  <a:srgbClr val="656665">
                    <a:alpha val="8325"/>
                  </a:srgbClr>
                </a:gs>
                <a:gs pos="28571">
                  <a:srgbClr val="656665">
                    <a:alpha val="6526"/>
                  </a:srgbClr>
                </a:gs>
                <a:gs pos="42857">
                  <a:srgbClr val="656665">
                    <a:alpha val="4330"/>
                  </a:srgbClr>
                </a:gs>
                <a:gs pos="57143">
                  <a:srgbClr val="656665">
                    <a:alpha val="2423"/>
                  </a:srgbClr>
                </a:gs>
                <a:gs pos="71429">
                  <a:srgbClr val="656665">
                    <a:alpha val="1142"/>
                  </a:srgbClr>
                </a:gs>
                <a:gs pos="85714">
                  <a:srgbClr val="656665">
                    <a:alpha val="453"/>
                  </a:srgbClr>
                </a:gs>
                <a:gs pos="100000">
                  <a:srgbClr val="656665">
                    <a:alpha val="1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2" name="Splat 1282"/>
            <p:cNvSpPr>
              <a:spLocks noGrp="1"/>
            </p:cNvSpPr>
            <p:nvPr/>
          </p:nvSpPr>
          <p:spPr>
            <a:xfrm rot="3731810">
              <a:off x="-253175" y="1536323"/>
              <a:ext cx="698563" cy="239666"/>
            </a:xfrm>
            <a:prstGeom prst="ellipse">
              <a:avLst/>
            </a:prstGeom>
            <a:gradFill>
              <a:gsLst>
                <a:gs pos="0">
                  <a:srgbClr val="060002">
                    <a:alpha val="10759"/>
                  </a:srgbClr>
                </a:gs>
                <a:gs pos="14286">
                  <a:srgbClr val="060002">
                    <a:alpha val="9934"/>
                  </a:srgbClr>
                </a:gs>
                <a:gs pos="28571">
                  <a:srgbClr val="060002">
                    <a:alpha val="7802"/>
                  </a:srgbClr>
                </a:gs>
                <a:gs pos="42857">
                  <a:srgbClr val="060002">
                    <a:alpha val="5189"/>
                  </a:srgbClr>
                </a:gs>
                <a:gs pos="57143">
                  <a:srgbClr val="060002">
                    <a:alpha val="2909"/>
                  </a:srgbClr>
                </a:gs>
                <a:gs pos="71429">
                  <a:srgbClr val="060002">
                    <a:alpha val="1373"/>
                  </a:srgbClr>
                </a:gs>
                <a:gs pos="85714">
                  <a:srgbClr val="060002">
                    <a:alpha val="545"/>
                  </a:srgbClr>
                </a:gs>
                <a:gs pos="100000">
                  <a:srgbClr val="060002">
                    <a:alpha val="1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3" name="Splat 1283"/>
            <p:cNvSpPr>
              <a:spLocks noGrp="1"/>
            </p:cNvSpPr>
            <p:nvPr/>
          </p:nvSpPr>
          <p:spPr>
            <a:xfrm rot="7017373">
              <a:off x="2315773" y="1212602"/>
              <a:ext cx="586802" cy="323862"/>
            </a:xfrm>
            <a:prstGeom prst="ellipse">
              <a:avLst/>
            </a:prstGeom>
            <a:gradFill>
              <a:gsLst>
                <a:gs pos="0">
                  <a:srgbClr val="050001">
                    <a:alpha val="15005"/>
                  </a:srgbClr>
                </a:gs>
                <a:gs pos="14286">
                  <a:srgbClr val="050001">
                    <a:alpha val="13880"/>
                  </a:srgbClr>
                </a:gs>
                <a:gs pos="28571">
                  <a:srgbClr val="050001">
                    <a:alpha val="10955"/>
                  </a:srgbClr>
                </a:gs>
                <a:gs pos="42857">
                  <a:srgbClr val="050001">
                    <a:alpha val="7328"/>
                  </a:srgbClr>
                </a:gs>
                <a:gs pos="57143">
                  <a:srgbClr val="050001">
                    <a:alpha val="4129"/>
                  </a:srgbClr>
                </a:gs>
                <a:gs pos="71429">
                  <a:srgbClr val="050001">
                    <a:alpha val="1955"/>
                  </a:srgbClr>
                </a:gs>
                <a:gs pos="85714">
                  <a:srgbClr val="050001">
                    <a:alpha val="778"/>
                  </a:srgbClr>
                </a:gs>
                <a:gs pos="100000">
                  <a:srgbClr val="050001">
                    <a:alpha val="2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4" name="Splat 1284"/>
            <p:cNvSpPr>
              <a:spLocks noGrp="1"/>
            </p:cNvSpPr>
            <p:nvPr/>
          </p:nvSpPr>
          <p:spPr>
            <a:xfrm rot="6488277">
              <a:off x="2092801" y="1166641"/>
              <a:ext cx="619117" cy="543618"/>
            </a:xfrm>
            <a:prstGeom prst="ellipse">
              <a:avLst/>
            </a:prstGeom>
            <a:gradFill>
              <a:gsLst>
                <a:gs pos="0">
                  <a:srgbClr val="000003">
                    <a:alpha val="25227"/>
                  </a:srgbClr>
                </a:gs>
                <a:gs pos="14286">
                  <a:srgbClr val="000003">
                    <a:alpha val="23448"/>
                  </a:srgbClr>
                </a:gs>
                <a:gs pos="28571">
                  <a:srgbClr val="000003">
                    <a:alpha val="18736"/>
                  </a:srgbClr>
                </a:gs>
                <a:gs pos="42857">
                  <a:srgbClr val="000003">
                    <a:alpha val="12723"/>
                  </a:srgbClr>
                </a:gs>
                <a:gs pos="57143">
                  <a:srgbClr val="000003">
                    <a:alpha val="7263"/>
                  </a:srgbClr>
                </a:gs>
                <a:gs pos="71429">
                  <a:srgbClr val="000003">
                    <a:alpha val="3468"/>
                  </a:srgbClr>
                </a:gs>
                <a:gs pos="85714">
                  <a:srgbClr val="000003">
                    <a:alpha val="1386"/>
                  </a:srgbClr>
                </a:gs>
                <a:gs pos="100000">
                  <a:srgbClr val="000003">
                    <a:alpha val="4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5" name="Splat 1285"/>
            <p:cNvSpPr>
              <a:spLocks noGrp="1"/>
            </p:cNvSpPr>
            <p:nvPr/>
          </p:nvSpPr>
          <p:spPr>
            <a:xfrm rot="-9586165">
              <a:off x="1951042" y="1112545"/>
              <a:ext cx="625832" cy="600347"/>
            </a:xfrm>
            <a:prstGeom prst="ellipse">
              <a:avLst/>
            </a:prstGeom>
            <a:gradFill>
              <a:gsLst>
                <a:gs pos="0">
                  <a:srgbClr val="000002">
                    <a:alpha val="10674"/>
                  </a:srgbClr>
                </a:gs>
                <a:gs pos="14286">
                  <a:srgbClr val="000002">
                    <a:alpha val="9854"/>
                  </a:srgbClr>
                </a:gs>
                <a:gs pos="28571">
                  <a:srgbClr val="000002">
                    <a:alpha val="7739"/>
                  </a:srgbClr>
                </a:gs>
                <a:gs pos="42857">
                  <a:srgbClr val="000002">
                    <a:alpha val="5146"/>
                  </a:srgbClr>
                </a:gs>
                <a:gs pos="57143">
                  <a:srgbClr val="000002">
                    <a:alpha val="2885"/>
                  </a:srgbClr>
                </a:gs>
                <a:gs pos="71429">
                  <a:srgbClr val="000002">
                    <a:alpha val="1361"/>
                  </a:srgbClr>
                </a:gs>
                <a:gs pos="85714">
                  <a:srgbClr val="000002">
                    <a:alpha val="540"/>
                  </a:srgbClr>
                </a:gs>
                <a:gs pos="100000">
                  <a:srgbClr val="000002">
                    <a:alpha val="1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6" name="Splat 1286"/>
            <p:cNvSpPr>
              <a:spLocks noGrp="1"/>
            </p:cNvSpPr>
            <p:nvPr/>
          </p:nvSpPr>
          <p:spPr>
            <a:xfrm rot="8277311">
              <a:off x="1807623" y="1165955"/>
              <a:ext cx="608605" cy="504865"/>
            </a:xfrm>
            <a:prstGeom prst="ellipse">
              <a:avLst/>
            </a:prstGeom>
            <a:gradFill>
              <a:gsLst>
                <a:gs pos="0">
                  <a:srgbClr val="030204">
                    <a:alpha val="31266"/>
                  </a:srgbClr>
                </a:gs>
                <a:gs pos="14286">
                  <a:srgbClr val="030204">
                    <a:alpha val="29150"/>
                  </a:srgbClr>
                </a:gs>
                <a:gs pos="28571">
                  <a:srgbClr val="030204">
                    <a:alpha val="23476"/>
                  </a:srgbClr>
                </a:gs>
                <a:gs pos="42857">
                  <a:srgbClr val="030204">
                    <a:alpha val="16096"/>
                  </a:srgbClr>
                </a:gs>
                <a:gs pos="57143">
                  <a:srgbClr val="030204">
                    <a:alpha val="9267"/>
                  </a:srgbClr>
                </a:gs>
                <a:gs pos="71429">
                  <a:srgbClr val="030204">
                    <a:alpha val="4450"/>
                  </a:srgbClr>
                </a:gs>
                <a:gs pos="85714">
                  <a:srgbClr val="030204">
                    <a:alpha val="1784"/>
                  </a:srgbClr>
                </a:gs>
                <a:gs pos="100000">
                  <a:srgbClr val="030204">
                    <a:alpha val="5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7" name="Splat 1287"/>
            <p:cNvSpPr>
              <a:spLocks noGrp="1"/>
            </p:cNvSpPr>
            <p:nvPr/>
          </p:nvSpPr>
          <p:spPr>
            <a:xfrm rot="4348317">
              <a:off x="1631516" y="1254632"/>
              <a:ext cx="587139" cy="446786"/>
            </a:xfrm>
            <a:prstGeom prst="ellipse">
              <a:avLst/>
            </a:prstGeom>
            <a:gradFill>
              <a:gsLst>
                <a:gs pos="0">
                  <a:srgbClr val="2D2E2F">
                    <a:alpha val="27137"/>
                  </a:srgbClr>
                </a:gs>
                <a:gs pos="14286">
                  <a:srgbClr val="2D2E2F">
                    <a:alpha val="25247"/>
                  </a:srgbClr>
                </a:gs>
                <a:gs pos="28571">
                  <a:srgbClr val="2D2E2F">
                    <a:alpha val="20222"/>
                  </a:srgbClr>
                </a:gs>
                <a:gs pos="42857">
                  <a:srgbClr val="2D2E2F">
                    <a:alpha val="13773"/>
                  </a:srgbClr>
                </a:gs>
                <a:gs pos="57143">
                  <a:srgbClr val="2D2E2F">
                    <a:alpha val="7883"/>
                  </a:srgbClr>
                </a:gs>
                <a:gs pos="71429">
                  <a:srgbClr val="2D2E2F">
                    <a:alpha val="3771"/>
                  </a:srgbClr>
                </a:gs>
                <a:gs pos="85714">
                  <a:srgbClr val="2D2E2F">
                    <a:alpha val="1508"/>
                  </a:srgbClr>
                </a:gs>
                <a:gs pos="100000">
                  <a:srgbClr val="2D2E2F">
                    <a:alpha val="5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8" name="Splat 1288"/>
            <p:cNvSpPr>
              <a:spLocks noGrp="1"/>
            </p:cNvSpPr>
            <p:nvPr/>
          </p:nvSpPr>
          <p:spPr>
            <a:xfrm rot="4590641">
              <a:off x="1140451" y="1289410"/>
              <a:ext cx="631584" cy="426021"/>
            </a:xfrm>
            <a:prstGeom prst="ellipse">
              <a:avLst/>
            </a:prstGeom>
            <a:gradFill>
              <a:gsLst>
                <a:gs pos="0">
                  <a:srgbClr val="000006">
                    <a:alpha val="10099"/>
                  </a:srgbClr>
                </a:gs>
                <a:gs pos="14286">
                  <a:srgbClr val="000006">
                    <a:alpha val="9322"/>
                  </a:srgbClr>
                </a:gs>
                <a:gs pos="28571">
                  <a:srgbClr val="000006">
                    <a:alpha val="7316"/>
                  </a:srgbClr>
                </a:gs>
                <a:gs pos="42857">
                  <a:srgbClr val="000006">
                    <a:alpha val="4861"/>
                  </a:srgbClr>
                </a:gs>
                <a:gs pos="57143">
                  <a:srgbClr val="000006">
                    <a:alpha val="2724"/>
                  </a:srgbClr>
                </a:gs>
                <a:gs pos="71429">
                  <a:srgbClr val="000006">
                    <a:alpha val="1284"/>
                  </a:srgbClr>
                </a:gs>
                <a:gs pos="85714">
                  <a:srgbClr val="000006">
                    <a:alpha val="510"/>
                  </a:srgbClr>
                </a:gs>
                <a:gs pos="100000">
                  <a:srgbClr val="000006">
                    <a:alpha val="1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9" name="Splat 1289"/>
            <p:cNvSpPr>
              <a:spLocks noGrp="1"/>
            </p:cNvSpPr>
            <p:nvPr/>
          </p:nvSpPr>
          <p:spPr>
            <a:xfrm rot="5634403">
              <a:off x="835879" y="1278935"/>
              <a:ext cx="621880" cy="280318"/>
            </a:xfrm>
            <a:prstGeom prst="ellipse">
              <a:avLst/>
            </a:prstGeom>
            <a:gradFill>
              <a:gsLst>
                <a:gs pos="0">
                  <a:srgbClr val="090007">
                    <a:alpha val="9402"/>
                  </a:srgbClr>
                </a:gs>
                <a:gs pos="14286">
                  <a:srgbClr val="090007">
                    <a:alpha val="8676"/>
                  </a:srgbClr>
                </a:gs>
                <a:gs pos="28571">
                  <a:srgbClr val="090007">
                    <a:alpha val="6804"/>
                  </a:srgbClr>
                </a:gs>
                <a:gs pos="42857">
                  <a:srgbClr val="090007">
                    <a:alpha val="4517"/>
                  </a:srgbClr>
                </a:gs>
                <a:gs pos="57143">
                  <a:srgbClr val="090007">
                    <a:alpha val="2529"/>
                  </a:srgbClr>
                </a:gs>
                <a:gs pos="71429">
                  <a:srgbClr val="090007">
                    <a:alpha val="1192"/>
                  </a:srgbClr>
                </a:gs>
                <a:gs pos="85714">
                  <a:srgbClr val="090007">
                    <a:alpha val="473"/>
                  </a:srgbClr>
                </a:gs>
                <a:gs pos="100000">
                  <a:srgbClr val="090007">
                    <a:alpha val="1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0" name="Splat 1290"/>
            <p:cNvSpPr>
              <a:spLocks noGrp="1"/>
            </p:cNvSpPr>
            <p:nvPr/>
          </p:nvSpPr>
          <p:spPr>
            <a:xfrm rot="6730800">
              <a:off x="634504" y="1179864"/>
              <a:ext cx="612042" cy="563867"/>
            </a:xfrm>
            <a:prstGeom prst="ellipse">
              <a:avLst/>
            </a:prstGeom>
            <a:gradFill>
              <a:gsLst>
                <a:gs pos="0">
                  <a:srgbClr val="6E6E6E">
                    <a:alpha val="10568"/>
                  </a:srgbClr>
                </a:gs>
                <a:gs pos="14286">
                  <a:srgbClr val="6E6E6E">
                    <a:alpha val="9757"/>
                  </a:srgbClr>
                </a:gs>
                <a:gs pos="28571">
                  <a:srgbClr val="6E6E6E">
                    <a:alpha val="7662"/>
                  </a:srgbClr>
                </a:gs>
                <a:gs pos="42857">
                  <a:srgbClr val="6E6E6E">
                    <a:alpha val="5094"/>
                  </a:srgbClr>
                </a:gs>
                <a:gs pos="57143">
                  <a:srgbClr val="6E6E6E">
                    <a:alpha val="2856"/>
                  </a:srgbClr>
                </a:gs>
                <a:gs pos="71429">
                  <a:srgbClr val="6E6E6E">
                    <a:alpha val="1347"/>
                  </a:srgbClr>
                </a:gs>
                <a:gs pos="85714">
                  <a:srgbClr val="6E6E6E">
                    <a:alpha val="535"/>
                  </a:srgbClr>
                </a:gs>
                <a:gs pos="100000">
                  <a:srgbClr val="6E6E6E">
                    <a:alpha val="1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1" name="Splat 1291"/>
            <p:cNvSpPr>
              <a:spLocks noGrp="1"/>
            </p:cNvSpPr>
            <p:nvPr/>
          </p:nvSpPr>
          <p:spPr>
            <a:xfrm rot="6313922">
              <a:off x="592305" y="1274254"/>
              <a:ext cx="570962" cy="448621"/>
            </a:xfrm>
            <a:prstGeom prst="ellipse">
              <a:avLst/>
            </a:prstGeom>
            <a:gradFill>
              <a:gsLst>
                <a:gs pos="0">
                  <a:srgbClr val="040501">
                    <a:alpha val="14464"/>
                  </a:srgbClr>
                </a:gs>
                <a:gs pos="14286">
                  <a:srgbClr val="040501">
                    <a:alpha val="13376"/>
                  </a:srgbClr>
                </a:gs>
                <a:gs pos="28571">
                  <a:srgbClr val="040501">
                    <a:alpha val="10551"/>
                  </a:srgbClr>
                </a:gs>
                <a:gs pos="42857">
                  <a:srgbClr val="040501">
                    <a:alpha val="7052"/>
                  </a:srgbClr>
                </a:gs>
                <a:gs pos="57143">
                  <a:srgbClr val="040501">
                    <a:alpha val="3971"/>
                  </a:srgbClr>
                </a:gs>
                <a:gs pos="71429">
                  <a:srgbClr val="040501">
                    <a:alpha val="1879"/>
                  </a:srgbClr>
                </a:gs>
                <a:gs pos="85714">
                  <a:srgbClr val="040501">
                    <a:alpha val="747"/>
                  </a:srgbClr>
                </a:gs>
                <a:gs pos="100000">
                  <a:srgbClr val="040501">
                    <a:alpha val="2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2" name="Splat 1292"/>
            <p:cNvSpPr>
              <a:spLocks noGrp="1"/>
            </p:cNvSpPr>
            <p:nvPr/>
          </p:nvSpPr>
          <p:spPr>
            <a:xfrm rot="3590947">
              <a:off x="154315" y="1312153"/>
              <a:ext cx="740855" cy="314275"/>
            </a:xfrm>
            <a:prstGeom prst="ellipse">
              <a:avLst/>
            </a:prstGeom>
            <a:gradFill>
              <a:gsLst>
                <a:gs pos="0">
                  <a:srgbClr val="797978">
                    <a:alpha val="2161"/>
                  </a:srgbClr>
                </a:gs>
                <a:gs pos="14286">
                  <a:srgbClr val="797978">
                    <a:alpha val="1988"/>
                  </a:srgbClr>
                </a:gs>
                <a:gs pos="28571">
                  <a:srgbClr val="797978">
                    <a:alpha val="1547"/>
                  </a:srgbClr>
                </a:gs>
                <a:gs pos="42857">
                  <a:srgbClr val="797978">
                    <a:alpha val="1018"/>
                  </a:srgbClr>
                </a:gs>
                <a:gs pos="57143">
                  <a:srgbClr val="797978">
                    <a:alpha val="565"/>
                  </a:srgbClr>
                </a:gs>
                <a:gs pos="71429">
                  <a:srgbClr val="797978">
                    <a:alpha val="265"/>
                  </a:srgbClr>
                </a:gs>
                <a:gs pos="85714">
                  <a:srgbClr val="797978">
                    <a:alpha val="105"/>
                  </a:srgbClr>
                </a:gs>
                <a:gs pos="100000">
                  <a:srgbClr val="797978">
                    <a:alpha val="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3" name="Splat 1293"/>
            <p:cNvSpPr>
              <a:spLocks noGrp="1"/>
            </p:cNvSpPr>
            <p:nvPr/>
          </p:nvSpPr>
          <p:spPr>
            <a:xfrm rot="6220074">
              <a:off x="-288195" y="1312973"/>
              <a:ext cx="690728" cy="407730"/>
            </a:xfrm>
            <a:prstGeom prst="ellipse">
              <a:avLst/>
            </a:prstGeom>
            <a:gradFill>
              <a:gsLst>
                <a:gs pos="0">
                  <a:srgbClr val="7B7C7C">
                    <a:alpha val="3568"/>
                  </a:srgbClr>
                </a:gs>
                <a:gs pos="14286">
                  <a:srgbClr val="7B7C7C">
                    <a:alpha val="3284"/>
                  </a:srgbClr>
                </a:gs>
                <a:gs pos="28571">
                  <a:srgbClr val="7B7C7C">
                    <a:alpha val="2559"/>
                  </a:srgbClr>
                </a:gs>
                <a:gs pos="42857">
                  <a:srgbClr val="7B7C7C">
                    <a:alpha val="1686"/>
                  </a:srgbClr>
                </a:gs>
                <a:gs pos="57143">
                  <a:srgbClr val="7B7C7C">
                    <a:alpha val="938"/>
                  </a:srgbClr>
                </a:gs>
                <a:gs pos="71429">
                  <a:srgbClr val="7B7C7C">
                    <a:alpha val="440"/>
                  </a:srgbClr>
                </a:gs>
                <a:gs pos="85714">
                  <a:srgbClr val="7B7C7C">
                    <a:alpha val="174"/>
                  </a:srgbClr>
                </a:gs>
                <a:gs pos="100000">
                  <a:srgbClr val="7B7C7C">
                    <a:alpha val="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4" name="Splat 1294"/>
            <p:cNvSpPr>
              <a:spLocks noGrp="1"/>
            </p:cNvSpPr>
            <p:nvPr/>
          </p:nvSpPr>
          <p:spPr>
            <a:xfrm rot="3077028">
              <a:off x="2625740" y="1044979"/>
              <a:ext cx="649013" cy="401898"/>
            </a:xfrm>
            <a:prstGeom prst="ellipse">
              <a:avLst/>
            </a:prstGeom>
            <a:gradFill>
              <a:gsLst>
                <a:gs pos="0">
                  <a:srgbClr val="010106">
                    <a:alpha val="8395"/>
                  </a:srgbClr>
                </a:gs>
                <a:gs pos="14286">
                  <a:srgbClr val="010106">
                    <a:alpha val="7743"/>
                  </a:srgbClr>
                </a:gs>
                <a:gs pos="28571">
                  <a:srgbClr val="010106">
                    <a:alpha val="6065"/>
                  </a:srgbClr>
                </a:gs>
                <a:gs pos="42857">
                  <a:srgbClr val="010106">
                    <a:alpha val="4021"/>
                  </a:srgbClr>
                </a:gs>
                <a:gs pos="57143">
                  <a:srgbClr val="010106">
                    <a:alpha val="2248"/>
                  </a:srgbClr>
                </a:gs>
                <a:gs pos="71429">
                  <a:srgbClr val="010106">
                    <a:alpha val="1059"/>
                  </a:srgbClr>
                </a:gs>
                <a:gs pos="85714">
                  <a:srgbClr val="010106">
                    <a:alpha val="420"/>
                  </a:srgbClr>
                </a:gs>
                <a:gs pos="100000">
                  <a:srgbClr val="010106">
                    <a:alpha val="1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5" name="Splat 1295"/>
            <p:cNvSpPr>
              <a:spLocks noGrp="1"/>
            </p:cNvSpPr>
            <p:nvPr/>
          </p:nvSpPr>
          <p:spPr>
            <a:xfrm rot="-9178755">
              <a:off x="1738609" y="1015703"/>
              <a:ext cx="603491" cy="461340"/>
            </a:xfrm>
            <a:prstGeom prst="ellipse">
              <a:avLst/>
            </a:prstGeom>
            <a:gradFill>
              <a:gsLst>
                <a:gs pos="0">
                  <a:srgbClr val="000004">
                    <a:alpha val="6506"/>
                  </a:srgbClr>
                </a:gs>
                <a:gs pos="14286">
                  <a:srgbClr val="000004">
                    <a:alpha val="5996"/>
                  </a:srgbClr>
                </a:gs>
                <a:gs pos="28571">
                  <a:srgbClr val="000004">
                    <a:alpha val="4688"/>
                  </a:srgbClr>
                </a:gs>
                <a:gs pos="42857">
                  <a:srgbClr val="000004">
                    <a:alpha val="3100"/>
                  </a:srgbClr>
                </a:gs>
                <a:gs pos="57143">
                  <a:srgbClr val="000004">
                    <a:alpha val="1730"/>
                  </a:srgbClr>
                </a:gs>
                <a:gs pos="71429">
                  <a:srgbClr val="000004">
                    <a:alpha val="813"/>
                  </a:srgbClr>
                </a:gs>
                <a:gs pos="85714">
                  <a:srgbClr val="000004">
                    <a:alpha val="322"/>
                  </a:srgbClr>
                </a:gs>
                <a:gs pos="100000">
                  <a:srgbClr val="000004">
                    <a:alpha val="1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6" name="Splat 1296"/>
            <p:cNvSpPr>
              <a:spLocks noGrp="1"/>
            </p:cNvSpPr>
            <p:nvPr/>
          </p:nvSpPr>
          <p:spPr>
            <a:xfrm rot="3911413">
              <a:off x="1594882" y="1155734"/>
              <a:ext cx="709822" cy="322982"/>
            </a:xfrm>
            <a:prstGeom prst="ellipse">
              <a:avLst/>
            </a:prstGeom>
            <a:gradFill>
              <a:gsLst>
                <a:gs pos="0">
                  <a:srgbClr val="6C6B6B">
                    <a:alpha val="6343"/>
                  </a:srgbClr>
                </a:gs>
                <a:gs pos="14286">
                  <a:srgbClr val="6C6B6B">
                    <a:alpha val="5845"/>
                  </a:srgbClr>
                </a:gs>
                <a:gs pos="28571">
                  <a:srgbClr val="6C6B6B">
                    <a:alpha val="4569"/>
                  </a:srgbClr>
                </a:gs>
                <a:gs pos="42857">
                  <a:srgbClr val="6C6B6B">
                    <a:alpha val="3021"/>
                  </a:srgbClr>
                </a:gs>
                <a:gs pos="57143">
                  <a:srgbClr val="6C6B6B">
                    <a:alpha val="1685"/>
                  </a:srgbClr>
                </a:gs>
                <a:gs pos="71429">
                  <a:srgbClr val="6C6B6B">
                    <a:alpha val="792"/>
                  </a:srgbClr>
                </a:gs>
                <a:gs pos="85714">
                  <a:srgbClr val="6C6B6B">
                    <a:alpha val="314"/>
                  </a:srgbClr>
                </a:gs>
                <a:gs pos="100000">
                  <a:srgbClr val="6C6B6B">
                    <a:alpha val="1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7" name="Splat 1297"/>
            <p:cNvSpPr>
              <a:spLocks noGrp="1"/>
            </p:cNvSpPr>
            <p:nvPr/>
          </p:nvSpPr>
          <p:spPr>
            <a:xfrm rot="-10710025">
              <a:off x="1296243" y="1072305"/>
              <a:ext cx="838822" cy="345940"/>
            </a:xfrm>
            <a:prstGeom prst="ellipse">
              <a:avLst/>
            </a:prstGeom>
            <a:gradFill>
              <a:gsLst>
                <a:gs pos="0">
                  <a:srgbClr val="000100">
                    <a:alpha val="16590"/>
                  </a:srgbClr>
                </a:gs>
                <a:gs pos="14286">
                  <a:srgbClr val="000100">
                    <a:alpha val="15357"/>
                  </a:srgbClr>
                </a:gs>
                <a:gs pos="28571">
                  <a:srgbClr val="000100">
                    <a:alpha val="12143"/>
                  </a:srgbClr>
                </a:gs>
                <a:gs pos="42857">
                  <a:srgbClr val="000100">
                    <a:alpha val="8141"/>
                  </a:srgbClr>
                </a:gs>
                <a:gs pos="57143">
                  <a:srgbClr val="000100">
                    <a:alpha val="4596"/>
                  </a:srgbClr>
                </a:gs>
                <a:gs pos="71429">
                  <a:srgbClr val="000100">
                    <a:alpha val="2178"/>
                  </a:srgbClr>
                </a:gs>
                <a:gs pos="85714">
                  <a:srgbClr val="000100">
                    <a:alpha val="867"/>
                  </a:srgbClr>
                </a:gs>
                <a:gs pos="100000">
                  <a:srgbClr val="000100">
                    <a:alpha val="2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8" name="Splat 1298"/>
            <p:cNvSpPr>
              <a:spLocks noGrp="1"/>
            </p:cNvSpPr>
            <p:nvPr/>
          </p:nvSpPr>
          <p:spPr>
            <a:xfrm rot="-10102454">
              <a:off x="1158803" y="1139274"/>
              <a:ext cx="879124" cy="222088"/>
            </a:xfrm>
            <a:prstGeom prst="ellipse">
              <a:avLst/>
            </a:prstGeom>
            <a:gradFill>
              <a:gsLst>
                <a:gs pos="0">
                  <a:srgbClr val="989898">
                    <a:alpha val="4814"/>
                  </a:srgbClr>
                </a:gs>
                <a:gs pos="14286">
                  <a:srgbClr val="989898">
                    <a:alpha val="4433"/>
                  </a:srgbClr>
                </a:gs>
                <a:gs pos="28571">
                  <a:srgbClr val="989898">
                    <a:alpha val="3460"/>
                  </a:srgbClr>
                </a:gs>
                <a:gs pos="42857">
                  <a:srgbClr val="989898">
                    <a:alpha val="2283"/>
                  </a:srgbClr>
                </a:gs>
                <a:gs pos="57143">
                  <a:srgbClr val="989898">
                    <a:alpha val="1272"/>
                  </a:srgbClr>
                </a:gs>
                <a:gs pos="71429">
                  <a:srgbClr val="989898">
                    <a:alpha val="597"/>
                  </a:srgbClr>
                </a:gs>
                <a:gs pos="85714">
                  <a:srgbClr val="989898">
                    <a:alpha val="237"/>
                  </a:srgbClr>
                </a:gs>
                <a:gs pos="100000">
                  <a:srgbClr val="989898">
                    <a:alpha val="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9" name="Splat 1299"/>
            <p:cNvSpPr>
              <a:spLocks noGrp="1"/>
            </p:cNvSpPr>
            <p:nvPr/>
          </p:nvSpPr>
          <p:spPr>
            <a:xfrm rot="-8358889">
              <a:off x="1000313" y="1115449"/>
              <a:ext cx="855338" cy="248851"/>
            </a:xfrm>
            <a:prstGeom prst="ellipse">
              <a:avLst/>
            </a:prstGeom>
            <a:gradFill>
              <a:gsLst>
                <a:gs pos="0">
                  <a:srgbClr val="030200">
                    <a:alpha val="10901"/>
                  </a:srgbClr>
                </a:gs>
                <a:gs pos="14286">
                  <a:srgbClr val="030200">
                    <a:alpha val="10065"/>
                  </a:srgbClr>
                </a:gs>
                <a:gs pos="28571">
                  <a:srgbClr val="030200">
                    <a:alpha val="7907"/>
                  </a:srgbClr>
                </a:gs>
                <a:gs pos="42857">
                  <a:srgbClr val="030200">
                    <a:alpha val="5259"/>
                  </a:srgbClr>
                </a:gs>
                <a:gs pos="57143">
                  <a:srgbClr val="030200">
                    <a:alpha val="2949"/>
                  </a:srgbClr>
                </a:gs>
                <a:gs pos="71429">
                  <a:srgbClr val="030200">
                    <a:alpha val="1392"/>
                  </a:srgbClr>
                </a:gs>
                <a:gs pos="85714">
                  <a:srgbClr val="030200">
                    <a:alpha val="553"/>
                  </a:srgbClr>
                </a:gs>
                <a:gs pos="100000">
                  <a:srgbClr val="030200">
                    <a:alpha val="1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0" name="Splat 1300"/>
            <p:cNvSpPr>
              <a:spLocks noGrp="1"/>
            </p:cNvSpPr>
            <p:nvPr/>
          </p:nvSpPr>
          <p:spPr>
            <a:xfrm rot="4413391">
              <a:off x="898979" y="1063109"/>
              <a:ext cx="647553" cy="458430"/>
            </a:xfrm>
            <a:prstGeom prst="ellipse">
              <a:avLst/>
            </a:prstGeom>
            <a:gradFill>
              <a:gsLst>
                <a:gs pos="0">
                  <a:srgbClr val="6B6A6B">
                    <a:alpha val="2241"/>
                  </a:srgbClr>
                </a:gs>
                <a:gs pos="14286">
                  <a:srgbClr val="6B6A6B">
                    <a:alpha val="2062"/>
                  </a:srgbClr>
                </a:gs>
                <a:gs pos="28571">
                  <a:srgbClr val="6B6A6B">
                    <a:alpha val="1605"/>
                  </a:srgbClr>
                </a:gs>
                <a:gs pos="42857">
                  <a:srgbClr val="6B6A6B">
                    <a:alpha val="1055"/>
                  </a:srgbClr>
                </a:gs>
                <a:gs pos="57143">
                  <a:srgbClr val="6B6A6B">
                    <a:alpha val="586"/>
                  </a:srgbClr>
                </a:gs>
                <a:gs pos="71429">
                  <a:srgbClr val="6B6A6B">
                    <a:alpha val="275"/>
                  </a:srgbClr>
                </a:gs>
                <a:gs pos="85714">
                  <a:srgbClr val="6B6A6B">
                    <a:alpha val="109"/>
                  </a:srgbClr>
                </a:gs>
                <a:gs pos="100000">
                  <a:srgbClr val="6B6A6B">
                    <a:alpha val="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1" name="Splat 1301"/>
            <p:cNvSpPr>
              <a:spLocks noGrp="1"/>
            </p:cNvSpPr>
            <p:nvPr/>
          </p:nvSpPr>
          <p:spPr>
            <a:xfrm rot="5789597">
              <a:off x="396493" y="987631"/>
              <a:ext cx="701008" cy="569234"/>
            </a:xfrm>
            <a:prstGeom prst="ellipse">
              <a:avLst/>
            </a:prstGeom>
            <a:gradFill>
              <a:gsLst>
                <a:gs pos="0">
                  <a:srgbClr val="030203">
                    <a:alpha val="5883"/>
                  </a:srgbClr>
                </a:gs>
                <a:gs pos="14286">
                  <a:srgbClr val="030203">
                    <a:alpha val="5420"/>
                  </a:srgbClr>
                </a:gs>
                <a:gs pos="28571">
                  <a:srgbClr val="030203">
                    <a:alpha val="4235"/>
                  </a:srgbClr>
                </a:gs>
                <a:gs pos="42857">
                  <a:srgbClr val="030203">
                    <a:alpha val="2798"/>
                  </a:srgbClr>
                </a:gs>
                <a:gs pos="57143">
                  <a:srgbClr val="030203">
                    <a:alpha val="1560"/>
                  </a:srgbClr>
                </a:gs>
                <a:gs pos="71429">
                  <a:srgbClr val="030203">
                    <a:alpha val="733"/>
                  </a:srgbClr>
                </a:gs>
                <a:gs pos="85714">
                  <a:srgbClr val="030203">
                    <a:alpha val="291"/>
                  </a:srgbClr>
                </a:gs>
                <a:gs pos="100000">
                  <a:srgbClr val="030203">
                    <a:alpha val="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2" name="Splat 1302"/>
            <p:cNvSpPr>
              <a:spLocks noGrp="1"/>
            </p:cNvSpPr>
            <p:nvPr/>
          </p:nvSpPr>
          <p:spPr>
            <a:xfrm rot="10124472">
              <a:off x="2683250" y="851498"/>
              <a:ext cx="642615" cy="447513"/>
            </a:xfrm>
            <a:prstGeom prst="ellipse">
              <a:avLst/>
            </a:prstGeom>
            <a:gradFill>
              <a:gsLst>
                <a:gs pos="0">
                  <a:srgbClr val="020402">
                    <a:alpha val="5526"/>
                  </a:srgbClr>
                </a:gs>
                <a:gs pos="14286">
                  <a:srgbClr val="020402">
                    <a:alpha val="5090"/>
                  </a:srgbClr>
                </a:gs>
                <a:gs pos="28571">
                  <a:srgbClr val="020402">
                    <a:alpha val="3975"/>
                  </a:srgbClr>
                </a:gs>
                <a:gs pos="42857">
                  <a:srgbClr val="020402">
                    <a:alpha val="2626"/>
                  </a:srgbClr>
                </a:gs>
                <a:gs pos="57143">
                  <a:srgbClr val="020402">
                    <a:alpha val="1463"/>
                  </a:srgbClr>
                </a:gs>
                <a:gs pos="71429">
                  <a:srgbClr val="020402">
                    <a:alpha val="688"/>
                  </a:srgbClr>
                </a:gs>
                <a:gs pos="85714">
                  <a:srgbClr val="020402">
                    <a:alpha val="273"/>
                  </a:srgbClr>
                </a:gs>
                <a:gs pos="100000">
                  <a:srgbClr val="020402">
                    <a:alpha val="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3" name="Splat 1303"/>
            <p:cNvSpPr>
              <a:spLocks noGrp="1"/>
            </p:cNvSpPr>
            <p:nvPr/>
          </p:nvSpPr>
          <p:spPr>
            <a:xfrm rot="5276469">
              <a:off x="2410953" y="818226"/>
              <a:ext cx="716475" cy="321044"/>
            </a:xfrm>
            <a:prstGeom prst="ellipse">
              <a:avLst/>
            </a:prstGeom>
            <a:gradFill>
              <a:gsLst>
                <a:gs pos="0">
                  <a:srgbClr val="000008">
                    <a:alpha val="17833"/>
                  </a:srgbClr>
                </a:gs>
                <a:gs pos="14286">
                  <a:srgbClr val="000008">
                    <a:alpha val="16517"/>
                  </a:srgbClr>
                </a:gs>
                <a:gs pos="28571">
                  <a:srgbClr val="000008">
                    <a:alpha val="13079"/>
                  </a:srgbClr>
                </a:gs>
                <a:gs pos="42857">
                  <a:srgbClr val="000008">
                    <a:alpha val="8784"/>
                  </a:srgbClr>
                </a:gs>
                <a:gs pos="57143">
                  <a:srgbClr val="000008">
                    <a:alpha val="4967"/>
                  </a:srgbClr>
                </a:gs>
                <a:gs pos="71429">
                  <a:srgbClr val="000008">
                    <a:alpha val="2356"/>
                  </a:srgbClr>
                </a:gs>
                <a:gs pos="85714">
                  <a:srgbClr val="000008">
                    <a:alpha val="939"/>
                  </a:srgbClr>
                </a:gs>
                <a:gs pos="100000">
                  <a:srgbClr val="000008">
                    <a:alpha val="3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4" name="Splat 1304"/>
            <p:cNvSpPr>
              <a:spLocks noGrp="1"/>
            </p:cNvSpPr>
            <p:nvPr/>
          </p:nvSpPr>
          <p:spPr>
            <a:xfrm rot="9049412">
              <a:off x="2315337" y="958145"/>
              <a:ext cx="605075" cy="274594"/>
            </a:xfrm>
            <a:prstGeom prst="ellipse">
              <a:avLst/>
            </a:prstGeom>
            <a:gradFill>
              <a:gsLst>
                <a:gs pos="0">
                  <a:srgbClr val="000301">
                    <a:alpha val="11465"/>
                  </a:srgbClr>
                </a:gs>
                <a:gs pos="14286">
                  <a:srgbClr val="000301">
                    <a:alpha val="10588"/>
                  </a:srgbClr>
                </a:gs>
                <a:gs pos="28571">
                  <a:srgbClr val="000301">
                    <a:alpha val="8323"/>
                  </a:srgbClr>
                </a:gs>
                <a:gs pos="42857">
                  <a:srgbClr val="000301">
                    <a:alpha val="5540"/>
                  </a:srgbClr>
                </a:gs>
                <a:gs pos="57143">
                  <a:srgbClr val="000301">
                    <a:alpha val="3109"/>
                  </a:srgbClr>
                </a:gs>
                <a:gs pos="71429">
                  <a:srgbClr val="000301">
                    <a:alpha val="1468"/>
                  </a:srgbClr>
                </a:gs>
                <a:gs pos="85714">
                  <a:srgbClr val="000301">
                    <a:alpha val="583"/>
                  </a:srgbClr>
                </a:gs>
                <a:gs pos="100000">
                  <a:srgbClr val="000301">
                    <a:alpha val="1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5" name="Splat 1305"/>
            <p:cNvSpPr>
              <a:spLocks noGrp="1"/>
            </p:cNvSpPr>
            <p:nvPr/>
          </p:nvSpPr>
          <p:spPr>
            <a:xfrm rot="4295576">
              <a:off x="2001233" y="818456"/>
              <a:ext cx="679501" cy="568359"/>
            </a:xfrm>
            <a:prstGeom prst="ellipse">
              <a:avLst/>
            </a:prstGeom>
            <a:gradFill>
              <a:gsLst>
                <a:gs pos="0">
                  <a:srgbClr val="040003">
                    <a:alpha val="5360"/>
                  </a:srgbClr>
                </a:gs>
                <a:gs pos="14286">
                  <a:srgbClr val="040003">
                    <a:alpha val="4937"/>
                  </a:srgbClr>
                </a:gs>
                <a:gs pos="28571">
                  <a:srgbClr val="040003">
                    <a:alpha val="3855"/>
                  </a:srgbClr>
                </a:gs>
                <a:gs pos="42857">
                  <a:srgbClr val="040003">
                    <a:alpha val="2546"/>
                  </a:srgbClr>
                </a:gs>
                <a:gs pos="57143">
                  <a:srgbClr val="040003">
                    <a:alpha val="1419"/>
                  </a:srgbClr>
                </a:gs>
                <a:gs pos="71429">
                  <a:srgbClr val="040003">
                    <a:alpha val="667"/>
                  </a:srgbClr>
                </a:gs>
                <a:gs pos="85714">
                  <a:srgbClr val="040003">
                    <a:alpha val="264"/>
                  </a:srgbClr>
                </a:gs>
                <a:gs pos="100000">
                  <a:srgbClr val="040003">
                    <a:alpha val="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6" name="Splat 1306"/>
            <p:cNvSpPr>
              <a:spLocks noGrp="1"/>
            </p:cNvSpPr>
            <p:nvPr/>
          </p:nvSpPr>
          <p:spPr>
            <a:xfrm rot="3717694">
              <a:off x="2041701" y="873628"/>
              <a:ext cx="662025" cy="360825"/>
            </a:xfrm>
            <a:prstGeom prst="ellipse">
              <a:avLst/>
            </a:prstGeom>
            <a:gradFill>
              <a:gsLst>
                <a:gs pos="0">
                  <a:srgbClr val="787878">
                    <a:alpha val="3569"/>
                  </a:srgbClr>
                </a:gs>
                <a:gs pos="14286">
                  <a:srgbClr val="787878">
                    <a:alpha val="3285"/>
                  </a:srgbClr>
                </a:gs>
                <a:gs pos="28571">
                  <a:srgbClr val="787878">
                    <a:alpha val="2560"/>
                  </a:srgbClr>
                </a:gs>
                <a:gs pos="42857">
                  <a:srgbClr val="787878">
                    <a:alpha val="1687"/>
                  </a:srgbClr>
                </a:gs>
                <a:gs pos="57143">
                  <a:srgbClr val="787878">
                    <a:alpha val="938"/>
                  </a:srgbClr>
                </a:gs>
                <a:gs pos="71429">
                  <a:srgbClr val="787878">
                    <a:alpha val="440"/>
                  </a:srgbClr>
                </a:gs>
                <a:gs pos="85714">
                  <a:srgbClr val="787878">
                    <a:alpha val="174"/>
                  </a:srgbClr>
                </a:gs>
                <a:gs pos="100000">
                  <a:srgbClr val="787878">
                    <a:alpha val="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7" name="Splat 1307"/>
            <p:cNvSpPr>
              <a:spLocks noGrp="1"/>
            </p:cNvSpPr>
            <p:nvPr/>
          </p:nvSpPr>
          <p:spPr>
            <a:xfrm rot="6489360">
              <a:off x="1787194" y="871065"/>
              <a:ext cx="579053" cy="240686"/>
            </a:xfrm>
            <a:prstGeom prst="ellipse">
              <a:avLst/>
            </a:prstGeom>
            <a:gradFill>
              <a:gsLst>
                <a:gs pos="0">
                  <a:srgbClr val="000002">
                    <a:alpha val="7551"/>
                  </a:srgbClr>
                </a:gs>
                <a:gs pos="14286">
                  <a:srgbClr val="000002">
                    <a:alpha val="6962"/>
                  </a:srgbClr>
                </a:gs>
                <a:gs pos="28571">
                  <a:srgbClr val="000002">
                    <a:alpha val="5449"/>
                  </a:srgbClr>
                </a:gs>
                <a:gs pos="42857">
                  <a:srgbClr val="000002">
                    <a:alpha val="3608"/>
                  </a:srgbClr>
                </a:gs>
                <a:gs pos="57143">
                  <a:srgbClr val="000002">
                    <a:alpha val="2016"/>
                  </a:srgbClr>
                </a:gs>
                <a:gs pos="71429">
                  <a:srgbClr val="000002">
                    <a:alpha val="949"/>
                  </a:srgbClr>
                </a:gs>
                <a:gs pos="85714">
                  <a:srgbClr val="000002">
                    <a:alpha val="376"/>
                  </a:srgbClr>
                </a:gs>
                <a:gs pos="100000">
                  <a:srgbClr val="000002">
                    <a:alpha val="1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8" name="Splat 1308"/>
            <p:cNvSpPr>
              <a:spLocks noGrp="1"/>
            </p:cNvSpPr>
            <p:nvPr/>
          </p:nvSpPr>
          <p:spPr>
            <a:xfrm rot="4709536">
              <a:off x="1406347" y="882544"/>
              <a:ext cx="812126" cy="363306"/>
            </a:xfrm>
            <a:prstGeom prst="ellipse">
              <a:avLst/>
            </a:prstGeom>
            <a:gradFill>
              <a:gsLst>
                <a:gs pos="0">
                  <a:srgbClr val="000000">
                    <a:alpha val="4507"/>
                  </a:srgbClr>
                </a:gs>
                <a:gs pos="14286">
                  <a:srgbClr val="000000">
                    <a:alpha val="4150"/>
                  </a:srgbClr>
                </a:gs>
                <a:gs pos="28571">
                  <a:srgbClr val="000000">
                    <a:alpha val="3238"/>
                  </a:srgbClr>
                </a:gs>
                <a:gs pos="42857">
                  <a:srgbClr val="000000">
                    <a:alpha val="2136"/>
                  </a:srgbClr>
                </a:gs>
                <a:gs pos="57143">
                  <a:srgbClr val="000000">
                    <a:alpha val="1189"/>
                  </a:srgbClr>
                </a:gs>
                <a:gs pos="71429">
                  <a:srgbClr val="000000">
                    <a:alpha val="558"/>
                  </a:srgbClr>
                </a:gs>
                <a:gs pos="85714">
                  <a:srgbClr val="000000">
                    <a:alpha val="221"/>
                  </a:srgbClr>
                </a:gs>
                <a:gs pos="100000">
                  <a:srgbClr val="000000">
                    <a:alpha val="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9" name="Splat 1309"/>
            <p:cNvSpPr>
              <a:spLocks noGrp="1"/>
            </p:cNvSpPr>
            <p:nvPr/>
          </p:nvSpPr>
          <p:spPr>
            <a:xfrm rot="9590511">
              <a:off x="1376469" y="879927"/>
              <a:ext cx="710662" cy="415699"/>
            </a:xfrm>
            <a:prstGeom prst="ellipse">
              <a:avLst/>
            </a:prstGeom>
            <a:gradFill>
              <a:gsLst>
                <a:gs pos="0">
                  <a:srgbClr val="A3A2A3">
                    <a:alpha val="4890"/>
                  </a:srgbClr>
                </a:gs>
                <a:gs pos="14286">
                  <a:srgbClr val="A3A2A3">
                    <a:alpha val="4503"/>
                  </a:srgbClr>
                </a:gs>
                <a:gs pos="28571">
                  <a:srgbClr val="A3A2A3">
                    <a:alpha val="3515"/>
                  </a:srgbClr>
                </a:gs>
                <a:gs pos="42857">
                  <a:srgbClr val="A3A2A3">
                    <a:alpha val="2319"/>
                  </a:srgbClr>
                </a:gs>
                <a:gs pos="57143">
                  <a:srgbClr val="A3A2A3">
                    <a:alpha val="1292"/>
                  </a:srgbClr>
                </a:gs>
                <a:gs pos="71429">
                  <a:srgbClr val="A3A2A3">
                    <a:alpha val="607"/>
                  </a:srgbClr>
                </a:gs>
                <a:gs pos="85714">
                  <a:srgbClr val="A3A2A3">
                    <a:alpha val="240"/>
                  </a:srgbClr>
                </a:gs>
                <a:gs pos="100000">
                  <a:srgbClr val="A3A2A3">
                    <a:alpha val="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0" name="Splat 1310"/>
            <p:cNvSpPr>
              <a:spLocks noGrp="1"/>
            </p:cNvSpPr>
            <p:nvPr/>
          </p:nvSpPr>
          <p:spPr>
            <a:xfrm rot="7110738">
              <a:off x="1110661" y="899240"/>
              <a:ext cx="746537" cy="405938"/>
            </a:xfrm>
            <a:prstGeom prst="ellipse">
              <a:avLst/>
            </a:prstGeom>
            <a:gradFill>
              <a:gsLst>
                <a:gs pos="0">
                  <a:srgbClr val="919191">
                    <a:alpha val="3191"/>
                  </a:srgbClr>
                </a:gs>
                <a:gs pos="14286">
                  <a:srgbClr val="919191">
                    <a:alpha val="2937"/>
                  </a:srgbClr>
                </a:gs>
                <a:gs pos="28571">
                  <a:srgbClr val="919191">
                    <a:alpha val="2288"/>
                  </a:srgbClr>
                </a:gs>
                <a:gs pos="42857">
                  <a:srgbClr val="919191">
                    <a:alpha val="1507"/>
                  </a:srgbClr>
                </a:gs>
                <a:gs pos="57143">
                  <a:srgbClr val="919191">
                    <a:alpha val="838"/>
                  </a:srgbClr>
                </a:gs>
                <a:gs pos="71429">
                  <a:srgbClr val="919191">
                    <a:alpha val="393"/>
                  </a:srgbClr>
                </a:gs>
                <a:gs pos="85714">
                  <a:srgbClr val="919191">
                    <a:alpha val="156"/>
                  </a:srgbClr>
                </a:gs>
                <a:gs pos="100000">
                  <a:srgbClr val="919191">
                    <a:alpha val="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1" name="Splat 1311"/>
            <p:cNvSpPr>
              <a:spLocks noGrp="1"/>
            </p:cNvSpPr>
            <p:nvPr/>
          </p:nvSpPr>
          <p:spPr>
            <a:xfrm rot="4361723">
              <a:off x="1106913" y="797292"/>
              <a:ext cx="578491" cy="424619"/>
            </a:xfrm>
            <a:prstGeom prst="ellipse">
              <a:avLst/>
            </a:prstGeom>
            <a:gradFill>
              <a:gsLst>
                <a:gs pos="0">
                  <a:srgbClr val="6F7070">
                    <a:alpha val="4840"/>
                  </a:srgbClr>
                </a:gs>
                <a:gs pos="14286">
                  <a:srgbClr val="6F7070">
                    <a:alpha val="4457"/>
                  </a:srgbClr>
                </a:gs>
                <a:gs pos="28571">
                  <a:srgbClr val="6F7070">
                    <a:alpha val="3478"/>
                  </a:srgbClr>
                </a:gs>
                <a:gs pos="42857">
                  <a:srgbClr val="6F7070">
                    <a:alpha val="2295"/>
                  </a:srgbClr>
                </a:gs>
                <a:gs pos="57143">
                  <a:srgbClr val="6F7070">
                    <a:alpha val="1278"/>
                  </a:srgbClr>
                </a:gs>
                <a:gs pos="71429">
                  <a:srgbClr val="6F7070">
                    <a:alpha val="600"/>
                  </a:srgbClr>
                </a:gs>
                <a:gs pos="85714">
                  <a:srgbClr val="6F7070">
                    <a:alpha val="238"/>
                  </a:srgbClr>
                </a:gs>
                <a:gs pos="100000">
                  <a:srgbClr val="6F7070">
                    <a:alpha val="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2" name="Splat 1312"/>
            <p:cNvSpPr>
              <a:spLocks noGrp="1"/>
            </p:cNvSpPr>
            <p:nvPr/>
          </p:nvSpPr>
          <p:spPr>
            <a:xfrm rot="5842023">
              <a:off x="679132" y="862284"/>
              <a:ext cx="726263" cy="369855"/>
            </a:xfrm>
            <a:prstGeom prst="ellipse">
              <a:avLst/>
            </a:prstGeom>
            <a:gradFill>
              <a:gsLst>
                <a:gs pos="0">
                  <a:srgbClr val="000403">
                    <a:alpha val="11363"/>
                  </a:srgbClr>
                </a:gs>
                <a:gs pos="14286">
                  <a:srgbClr val="000403">
                    <a:alpha val="10494"/>
                  </a:srgbClr>
                </a:gs>
                <a:gs pos="28571">
                  <a:srgbClr val="000403">
                    <a:alpha val="8248"/>
                  </a:srgbClr>
                </a:gs>
                <a:gs pos="42857">
                  <a:srgbClr val="000403">
                    <a:alpha val="5490"/>
                  </a:srgbClr>
                </a:gs>
                <a:gs pos="57143">
                  <a:srgbClr val="000403">
                    <a:alpha val="3080"/>
                  </a:srgbClr>
                </a:gs>
                <a:gs pos="71429">
                  <a:srgbClr val="000403">
                    <a:alpha val="1454"/>
                  </a:srgbClr>
                </a:gs>
                <a:gs pos="85714">
                  <a:srgbClr val="000403">
                    <a:alpha val="577"/>
                  </a:srgbClr>
                </a:gs>
                <a:gs pos="100000">
                  <a:srgbClr val="000403">
                    <a:alpha val="1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3" name="Splat 1313"/>
            <p:cNvSpPr>
              <a:spLocks noGrp="1"/>
            </p:cNvSpPr>
            <p:nvPr/>
          </p:nvSpPr>
          <p:spPr>
            <a:xfrm rot="-10738405">
              <a:off x="503068" y="852824"/>
              <a:ext cx="674412" cy="546671"/>
            </a:xfrm>
            <a:prstGeom prst="ellipse">
              <a:avLst/>
            </a:prstGeom>
            <a:gradFill>
              <a:gsLst>
                <a:gs pos="0">
                  <a:srgbClr val="050505">
                    <a:alpha val="5612"/>
                  </a:srgbClr>
                </a:gs>
                <a:gs pos="14286">
                  <a:srgbClr val="050505">
                    <a:alpha val="5170"/>
                  </a:srgbClr>
                </a:gs>
                <a:gs pos="28571">
                  <a:srgbClr val="050505">
                    <a:alpha val="4038"/>
                  </a:srgbClr>
                </a:gs>
                <a:gs pos="42857">
                  <a:srgbClr val="050505">
                    <a:alpha val="2667"/>
                  </a:srgbClr>
                </a:gs>
                <a:gs pos="57143">
                  <a:srgbClr val="050505">
                    <a:alpha val="1487"/>
                  </a:srgbClr>
                </a:gs>
                <a:gs pos="71429">
                  <a:srgbClr val="050505">
                    <a:alpha val="699"/>
                  </a:srgbClr>
                </a:gs>
                <a:gs pos="85714">
                  <a:srgbClr val="050505">
                    <a:alpha val="277"/>
                  </a:srgbClr>
                </a:gs>
                <a:gs pos="100000">
                  <a:srgbClr val="050505">
                    <a:alpha val="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4" name="Splat 1314"/>
            <p:cNvSpPr>
              <a:spLocks noGrp="1"/>
            </p:cNvSpPr>
            <p:nvPr/>
          </p:nvSpPr>
          <p:spPr>
            <a:xfrm rot="7078732">
              <a:off x="342935" y="864307"/>
              <a:ext cx="645940" cy="445297"/>
            </a:xfrm>
            <a:prstGeom prst="ellipse">
              <a:avLst/>
            </a:prstGeom>
            <a:gradFill>
              <a:gsLst>
                <a:gs pos="0">
                  <a:srgbClr val="020306">
                    <a:alpha val="21385"/>
                  </a:srgbClr>
                </a:gs>
                <a:gs pos="14286">
                  <a:srgbClr val="020306">
                    <a:alpha val="19840"/>
                  </a:srgbClr>
                </a:gs>
                <a:gs pos="28571">
                  <a:srgbClr val="020306">
                    <a:alpha val="15777"/>
                  </a:srgbClr>
                </a:gs>
                <a:gs pos="42857">
                  <a:srgbClr val="020306">
                    <a:alpha val="10652"/>
                  </a:srgbClr>
                </a:gs>
                <a:gs pos="57143">
                  <a:srgbClr val="020306">
                    <a:alpha val="6050"/>
                  </a:srgbClr>
                </a:gs>
                <a:gs pos="71429">
                  <a:srgbClr val="020306">
                    <a:alpha val="2879"/>
                  </a:srgbClr>
                </a:gs>
                <a:gs pos="85714">
                  <a:srgbClr val="020306">
                    <a:alpha val="1148"/>
                  </a:srgbClr>
                </a:gs>
                <a:gs pos="100000">
                  <a:srgbClr val="020306">
                    <a:alpha val="3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5" name="Splat 1315"/>
            <p:cNvSpPr>
              <a:spLocks noGrp="1"/>
            </p:cNvSpPr>
            <p:nvPr/>
          </p:nvSpPr>
          <p:spPr>
            <a:xfrm rot="4281376">
              <a:off x="-267969" y="878039"/>
              <a:ext cx="646670" cy="399283"/>
            </a:xfrm>
            <a:prstGeom prst="ellipse">
              <a:avLst/>
            </a:prstGeom>
            <a:gradFill>
              <a:gsLst>
                <a:gs pos="0">
                  <a:srgbClr val="010600">
                    <a:alpha val="14220"/>
                  </a:srgbClr>
                </a:gs>
                <a:gs pos="14286">
                  <a:srgbClr val="010600">
                    <a:alpha val="13149"/>
                  </a:srgbClr>
                </a:gs>
                <a:gs pos="28571">
                  <a:srgbClr val="010600">
                    <a:alpha val="10368"/>
                  </a:srgbClr>
                </a:gs>
                <a:gs pos="42857">
                  <a:srgbClr val="010600">
                    <a:alpha val="6928"/>
                  </a:srgbClr>
                </a:gs>
                <a:gs pos="57143">
                  <a:srgbClr val="010600">
                    <a:alpha val="3900"/>
                  </a:srgbClr>
                </a:gs>
                <a:gs pos="71429">
                  <a:srgbClr val="010600">
                    <a:alpha val="1845"/>
                  </a:srgbClr>
                </a:gs>
                <a:gs pos="85714">
                  <a:srgbClr val="010600">
                    <a:alpha val="734"/>
                  </a:srgbClr>
                </a:gs>
                <a:gs pos="100000">
                  <a:srgbClr val="010600">
                    <a:alpha val="2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6" name="Splat 1316"/>
            <p:cNvSpPr>
              <a:spLocks noGrp="1"/>
            </p:cNvSpPr>
            <p:nvPr/>
          </p:nvSpPr>
          <p:spPr>
            <a:xfrm rot="7439540">
              <a:off x="2706643" y="649768"/>
              <a:ext cx="553667" cy="357623"/>
            </a:xfrm>
            <a:prstGeom prst="ellipse">
              <a:avLst/>
            </a:prstGeom>
            <a:gradFill>
              <a:gsLst>
                <a:gs pos="0">
                  <a:srgbClr val="050703">
                    <a:alpha val="8921"/>
                  </a:srgbClr>
                </a:gs>
                <a:gs pos="14286">
                  <a:srgbClr val="050703">
                    <a:alpha val="8230"/>
                  </a:srgbClr>
                </a:gs>
                <a:gs pos="28571">
                  <a:srgbClr val="050703">
                    <a:alpha val="6451"/>
                  </a:srgbClr>
                </a:gs>
                <a:gs pos="42857">
                  <a:srgbClr val="050703">
                    <a:alpha val="4280"/>
                  </a:srgbClr>
                </a:gs>
                <a:gs pos="57143">
                  <a:srgbClr val="050703">
                    <a:alpha val="2394"/>
                  </a:srgbClr>
                </a:gs>
                <a:gs pos="71429">
                  <a:srgbClr val="050703">
                    <a:alpha val="1128"/>
                  </a:srgbClr>
                </a:gs>
                <a:gs pos="85714">
                  <a:srgbClr val="050703">
                    <a:alpha val="448"/>
                  </a:srgbClr>
                </a:gs>
                <a:gs pos="100000">
                  <a:srgbClr val="050703">
                    <a:alpha val="1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7" name="Splat 1317"/>
            <p:cNvSpPr>
              <a:spLocks noGrp="1"/>
            </p:cNvSpPr>
            <p:nvPr/>
          </p:nvSpPr>
          <p:spPr>
            <a:xfrm rot="9581712">
              <a:off x="2357860" y="647661"/>
              <a:ext cx="651823" cy="520932"/>
            </a:xfrm>
            <a:prstGeom prst="ellipse">
              <a:avLst/>
            </a:prstGeom>
            <a:gradFill>
              <a:gsLst>
                <a:gs pos="0">
                  <a:srgbClr val="878686">
                    <a:alpha val="4441"/>
                  </a:srgbClr>
                </a:gs>
                <a:gs pos="14286">
                  <a:srgbClr val="878686">
                    <a:alpha val="4089"/>
                  </a:srgbClr>
                </a:gs>
                <a:gs pos="28571">
                  <a:srgbClr val="878686">
                    <a:alpha val="3190"/>
                  </a:srgbClr>
                </a:gs>
                <a:gs pos="42857">
                  <a:srgbClr val="878686">
                    <a:alpha val="2104"/>
                  </a:srgbClr>
                </a:gs>
                <a:gs pos="57143">
                  <a:srgbClr val="878686">
                    <a:alpha val="1171"/>
                  </a:srgbClr>
                </a:gs>
                <a:gs pos="71429">
                  <a:srgbClr val="878686">
                    <a:alpha val="550"/>
                  </a:srgbClr>
                </a:gs>
                <a:gs pos="85714">
                  <a:srgbClr val="878686">
                    <a:alpha val="218"/>
                  </a:srgbClr>
                </a:gs>
                <a:gs pos="100000">
                  <a:srgbClr val="878686">
                    <a:alpha val="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8" name="Splat 1318"/>
            <p:cNvSpPr>
              <a:spLocks noGrp="1"/>
            </p:cNvSpPr>
            <p:nvPr/>
          </p:nvSpPr>
          <p:spPr>
            <a:xfrm rot="-8580865">
              <a:off x="2286144" y="576401"/>
              <a:ext cx="785469" cy="460718"/>
            </a:xfrm>
            <a:prstGeom prst="ellipse">
              <a:avLst/>
            </a:prstGeom>
            <a:gradFill>
              <a:gsLst>
                <a:gs pos="0">
                  <a:srgbClr val="010301">
                    <a:alpha val="3364"/>
                  </a:srgbClr>
                </a:gs>
                <a:gs pos="14286">
                  <a:srgbClr val="010301">
                    <a:alpha val="3096"/>
                  </a:srgbClr>
                </a:gs>
                <a:gs pos="28571">
                  <a:srgbClr val="010301">
                    <a:alpha val="2412"/>
                  </a:srgbClr>
                </a:gs>
                <a:gs pos="42857">
                  <a:srgbClr val="010301">
                    <a:alpha val="1589"/>
                  </a:srgbClr>
                </a:gs>
                <a:gs pos="57143">
                  <a:srgbClr val="010301">
                    <a:alpha val="884"/>
                  </a:srgbClr>
                </a:gs>
                <a:gs pos="71429">
                  <a:srgbClr val="010301">
                    <a:alpha val="415"/>
                  </a:srgbClr>
                </a:gs>
                <a:gs pos="85714">
                  <a:srgbClr val="010301">
                    <a:alpha val="164"/>
                  </a:srgbClr>
                </a:gs>
                <a:gs pos="100000">
                  <a:srgbClr val="010301">
                    <a:alpha val="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9" name="Splat 1319"/>
            <p:cNvSpPr>
              <a:spLocks noGrp="1"/>
            </p:cNvSpPr>
            <p:nvPr/>
          </p:nvSpPr>
          <p:spPr>
            <a:xfrm rot="10326356">
              <a:off x="1584018" y="607142"/>
              <a:ext cx="661913" cy="456276"/>
            </a:xfrm>
            <a:prstGeom prst="ellipse">
              <a:avLst/>
            </a:prstGeom>
            <a:gradFill>
              <a:gsLst>
                <a:gs pos="0">
                  <a:srgbClr val="040006">
                    <a:alpha val="4444"/>
                  </a:srgbClr>
                </a:gs>
                <a:gs pos="14286">
                  <a:srgbClr val="040006">
                    <a:alpha val="4092"/>
                  </a:srgbClr>
                </a:gs>
                <a:gs pos="28571">
                  <a:srgbClr val="040006">
                    <a:alpha val="3192"/>
                  </a:srgbClr>
                </a:gs>
                <a:gs pos="42857">
                  <a:srgbClr val="040006">
                    <a:alpha val="2105"/>
                  </a:srgbClr>
                </a:gs>
                <a:gs pos="57143">
                  <a:srgbClr val="040006">
                    <a:alpha val="1172"/>
                  </a:srgbClr>
                </a:gs>
                <a:gs pos="71429">
                  <a:srgbClr val="040006">
                    <a:alpha val="550"/>
                  </a:srgbClr>
                </a:gs>
                <a:gs pos="85714">
                  <a:srgbClr val="040006">
                    <a:alpha val="218"/>
                  </a:srgbClr>
                </a:gs>
                <a:gs pos="100000">
                  <a:srgbClr val="040006">
                    <a:alpha val="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0" name="Splat 1320"/>
            <p:cNvSpPr>
              <a:spLocks noGrp="1"/>
            </p:cNvSpPr>
            <p:nvPr/>
          </p:nvSpPr>
          <p:spPr>
            <a:xfrm rot="9825877">
              <a:off x="972956" y="581539"/>
              <a:ext cx="693709" cy="455293"/>
            </a:xfrm>
            <a:prstGeom prst="ellipse">
              <a:avLst/>
            </a:prstGeom>
            <a:gradFill>
              <a:gsLst>
                <a:gs pos="0">
                  <a:srgbClr val="030500">
                    <a:alpha val="12644"/>
                  </a:srgbClr>
                </a:gs>
                <a:gs pos="14286">
                  <a:srgbClr val="030500">
                    <a:alpha val="11684"/>
                  </a:srgbClr>
                </a:gs>
                <a:gs pos="28571">
                  <a:srgbClr val="030500">
                    <a:alpha val="9196"/>
                  </a:srgbClr>
                </a:gs>
                <a:gs pos="42857">
                  <a:srgbClr val="030500">
                    <a:alpha val="6132"/>
                  </a:srgbClr>
                </a:gs>
                <a:gs pos="57143">
                  <a:srgbClr val="030500">
                    <a:alpha val="3445"/>
                  </a:srgbClr>
                </a:gs>
                <a:gs pos="71429">
                  <a:srgbClr val="030500">
                    <a:alpha val="1628"/>
                  </a:srgbClr>
                </a:gs>
                <a:gs pos="85714">
                  <a:srgbClr val="030500">
                    <a:alpha val="647"/>
                  </a:srgbClr>
                </a:gs>
                <a:gs pos="100000">
                  <a:srgbClr val="030500">
                    <a:alpha val="2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1" name="Splat 1321"/>
            <p:cNvSpPr>
              <a:spLocks noGrp="1"/>
            </p:cNvSpPr>
            <p:nvPr/>
          </p:nvSpPr>
          <p:spPr>
            <a:xfrm rot="4053528">
              <a:off x="772662" y="619440"/>
              <a:ext cx="686076" cy="496083"/>
            </a:xfrm>
            <a:prstGeom prst="ellipse">
              <a:avLst/>
            </a:prstGeom>
            <a:gradFill>
              <a:gsLst>
                <a:gs pos="0">
                  <a:srgbClr val="000400">
                    <a:alpha val="5521"/>
                  </a:srgbClr>
                </a:gs>
                <a:gs pos="14286">
                  <a:srgbClr val="000400">
                    <a:alpha val="5086"/>
                  </a:srgbClr>
                </a:gs>
                <a:gs pos="28571">
                  <a:srgbClr val="000400">
                    <a:alpha val="3972"/>
                  </a:srgbClr>
                </a:gs>
                <a:gs pos="42857">
                  <a:srgbClr val="000400">
                    <a:alpha val="2623"/>
                  </a:srgbClr>
                </a:gs>
                <a:gs pos="57143">
                  <a:srgbClr val="000400">
                    <a:alpha val="1462"/>
                  </a:srgbClr>
                </a:gs>
                <a:gs pos="71429">
                  <a:srgbClr val="000400">
                    <a:alpha val="687"/>
                  </a:srgbClr>
                </a:gs>
                <a:gs pos="85714">
                  <a:srgbClr val="000400">
                    <a:alpha val="272"/>
                  </a:srgbClr>
                </a:gs>
                <a:gs pos="100000">
                  <a:srgbClr val="000400">
                    <a:alpha val="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2" name="Splat 1322"/>
            <p:cNvSpPr>
              <a:spLocks noGrp="1"/>
            </p:cNvSpPr>
            <p:nvPr/>
          </p:nvSpPr>
          <p:spPr>
            <a:xfrm rot="4514761">
              <a:off x="291725" y="710838"/>
              <a:ext cx="653491" cy="284070"/>
            </a:xfrm>
            <a:prstGeom prst="ellipse">
              <a:avLst/>
            </a:prstGeom>
            <a:gradFill>
              <a:gsLst>
                <a:gs pos="0">
                  <a:srgbClr val="7A7B7A">
                    <a:alpha val="2952"/>
                  </a:srgbClr>
                </a:gs>
                <a:gs pos="14286">
                  <a:srgbClr val="7A7B7A">
                    <a:alpha val="2716"/>
                  </a:srgbClr>
                </a:gs>
                <a:gs pos="28571">
                  <a:srgbClr val="7A7B7A">
                    <a:alpha val="2115"/>
                  </a:srgbClr>
                </a:gs>
                <a:gs pos="42857">
                  <a:srgbClr val="7A7B7A">
                    <a:alpha val="1393"/>
                  </a:srgbClr>
                </a:gs>
                <a:gs pos="57143">
                  <a:srgbClr val="7A7B7A">
                    <a:alpha val="774"/>
                  </a:srgbClr>
                </a:gs>
                <a:gs pos="71429">
                  <a:srgbClr val="7A7B7A">
                    <a:alpha val="363"/>
                  </a:srgbClr>
                </a:gs>
                <a:gs pos="85714">
                  <a:srgbClr val="7A7B7A">
                    <a:alpha val="144"/>
                  </a:srgbClr>
                </a:gs>
                <a:gs pos="100000">
                  <a:srgbClr val="7A7B7A">
                    <a:alpha val="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3" name="Splat 1323"/>
            <p:cNvSpPr>
              <a:spLocks noGrp="1"/>
            </p:cNvSpPr>
            <p:nvPr/>
          </p:nvSpPr>
          <p:spPr>
            <a:xfrm rot="8719016">
              <a:off x="73584" y="742907"/>
              <a:ext cx="680066" cy="290108"/>
            </a:xfrm>
            <a:prstGeom prst="ellipse">
              <a:avLst/>
            </a:prstGeom>
            <a:gradFill>
              <a:gsLst>
                <a:gs pos="0">
                  <a:srgbClr val="878686">
                    <a:alpha val="3916"/>
                  </a:srgbClr>
                </a:gs>
                <a:gs pos="14286">
                  <a:srgbClr val="878686">
                    <a:alpha val="3605"/>
                  </a:srgbClr>
                </a:gs>
                <a:gs pos="28571">
                  <a:srgbClr val="878686">
                    <a:alpha val="2810"/>
                  </a:srgbClr>
                </a:gs>
                <a:gs pos="42857">
                  <a:srgbClr val="878686">
                    <a:alpha val="1852"/>
                  </a:srgbClr>
                </a:gs>
                <a:gs pos="57143">
                  <a:srgbClr val="878686">
                    <a:alpha val="1031"/>
                  </a:srgbClr>
                </a:gs>
                <a:gs pos="71429">
                  <a:srgbClr val="878686">
                    <a:alpha val="484"/>
                  </a:srgbClr>
                </a:gs>
                <a:gs pos="85714">
                  <a:srgbClr val="878686">
                    <a:alpha val="192"/>
                  </a:srgbClr>
                </a:gs>
                <a:gs pos="100000">
                  <a:srgbClr val="878686">
                    <a:alpha val="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4" name="Splat 1324"/>
            <p:cNvSpPr>
              <a:spLocks noGrp="1"/>
            </p:cNvSpPr>
            <p:nvPr/>
          </p:nvSpPr>
          <p:spPr>
            <a:xfrm rot="-10653719">
              <a:off x="-93924" y="640302"/>
              <a:ext cx="768647" cy="360809"/>
            </a:xfrm>
            <a:prstGeom prst="ellipse">
              <a:avLst/>
            </a:prstGeom>
            <a:gradFill>
              <a:gsLst>
                <a:gs pos="0">
                  <a:srgbClr val="030006">
                    <a:alpha val="10376"/>
                  </a:srgbClr>
                </a:gs>
                <a:gs pos="14286">
                  <a:srgbClr val="030006">
                    <a:alpha val="9579"/>
                  </a:srgbClr>
                </a:gs>
                <a:gs pos="28571">
                  <a:srgbClr val="030006">
                    <a:alpha val="7520"/>
                  </a:srgbClr>
                </a:gs>
                <a:gs pos="42857">
                  <a:srgbClr val="030006">
                    <a:alpha val="4999"/>
                  </a:srgbClr>
                </a:gs>
                <a:gs pos="57143">
                  <a:srgbClr val="030006">
                    <a:alpha val="2801"/>
                  </a:srgbClr>
                </a:gs>
                <a:gs pos="71429">
                  <a:srgbClr val="030006">
                    <a:alpha val="1321"/>
                  </a:srgbClr>
                </a:gs>
                <a:gs pos="85714">
                  <a:srgbClr val="030006">
                    <a:alpha val="525"/>
                  </a:srgbClr>
                </a:gs>
                <a:gs pos="100000">
                  <a:srgbClr val="030006">
                    <a:alpha val="1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5" name="Splat 1325"/>
            <p:cNvSpPr>
              <a:spLocks noGrp="1"/>
            </p:cNvSpPr>
            <p:nvPr/>
          </p:nvSpPr>
          <p:spPr>
            <a:xfrm rot="8769260">
              <a:off x="-215517" y="744900"/>
              <a:ext cx="580121" cy="195727"/>
            </a:xfrm>
            <a:prstGeom prst="ellipse">
              <a:avLst/>
            </a:prstGeom>
            <a:gradFill>
              <a:gsLst>
                <a:gs pos="0">
                  <a:srgbClr val="929292">
                    <a:alpha val="4165"/>
                  </a:srgbClr>
                </a:gs>
                <a:gs pos="14286">
                  <a:srgbClr val="929292">
                    <a:alpha val="3835"/>
                  </a:srgbClr>
                </a:gs>
                <a:gs pos="28571">
                  <a:srgbClr val="929292">
                    <a:alpha val="2990"/>
                  </a:srgbClr>
                </a:gs>
                <a:gs pos="42857">
                  <a:srgbClr val="929292">
                    <a:alpha val="1972"/>
                  </a:srgbClr>
                </a:gs>
                <a:gs pos="57143">
                  <a:srgbClr val="929292">
                    <a:alpha val="1097"/>
                  </a:srgbClr>
                </a:gs>
                <a:gs pos="71429">
                  <a:srgbClr val="929292">
                    <a:alpha val="515"/>
                  </a:srgbClr>
                </a:gs>
                <a:gs pos="85714">
                  <a:srgbClr val="929292">
                    <a:alpha val="204"/>
                  </a:srgbClr>
                </a:gs>
                <a:gs pos="100000">
                  <a:srgbClr val="929292">
                    <a:alpha val="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6" name="Splat 1326"/>
            <p:cNvSpPr>
              <a:spLocks noGrp="1"/>
            </p:cNvSpPr>
            <p:nvPr/>
          </p:nvSpPr>
          <p:spPr>
            <a:xfrm rot="4359354">
              <a:off x="2604398" y="343845"/>
              <a:ext cx="652945" cy="625068"/>
            </a:xfrm>
            <a:prstGeom prst="ellipse">
              <a:avLst/>
            </a:prstGeom>
            <a:gradFill>
              <a:gsLst>
                <a:gs pos="0">
                  <a:srgbClr val="010402">
                    <a:alpha val="2506"/>
                  </a:srgbClr>
                </a:gs>
                <a:gs pos="14286">
                  <a:srgbClr val="010402">
                    <a:alpha val="2306"/>
                  </a:srgbClr>
                </a:gs>
                <a:gs pos="28571">
                  <a:srgbClr val="010402">
                    <a:alpha val="1795"/>
                  </a:srgbClr>
                </a:gs>
                <a:gs pos="42857">
                  <a:srgbClr val="010402">
                    <a:alpha val="1181"/>
                  </a:srgbClr>
                </a:gs>
                <a:gs pos="57143">
                  <a:srgbClr val="010402">
                    <a:alpha val="656"/>
                  </a:srgbClr>
                </a:gs>
                <a:gs pos="71429">
                  <a:srgbClr val="010402">
                    <a:alpha val="308"/>
                  </a:srgbClr>
                </a:gs>
                <a:gs pos="85714">
                  <a:srgbClr val="010402">
                    <a:alpha val="122"/>
                  </a:srgbClr>
                </a:gs>
                <a:gs pos="100000">
                  <a:srgbClr val="010402">
                    <a:alpha val="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7" name="Splat 1327"/>
            <p:cNvSpPr>
              <a:spLocks noGrp="1"/>
            </p:cNvSpPr>
            <p:nvPr/>
          </p:nvSpPr>
          <p:spPr>
            <a:xfrm rot="10660043">
              <a:off x="2543958" y="476498"/>
              <a:ext cx="551035" cy="323296"/>
            </a:xfrm>
            <a:prstGeom prst="ellipse">
              <a:avLst/>
            </a:prstGeom>
            <a:gradFill>
              <a:gsLst>
                <a:gs pos="0">
                  <a:srgbClr val="757675">
                    <a:alpha val="4844"/>
                  </a:srgbClr>
                </a:gs>
                <a:gs pos="14286">
                  <a:srgbClr val="757675">
                    <a:alpha val="4461"/>
                  </a:srgbClr>
                </a:gs>
                <a:gs pos="28571">
                  <a:srgbClr val="757675">
                    <a:alpha val="3482"/>
                  </a:srgbClr>
                </a:gs>
                <a:gs pos="42857">
                  <a:srgbClr val="757675">
                    <a:alpha val="2298"/>
                  </a:srgbClr>
                </a:gs>
                <a:gs pos="57143">
                  <a:srgbClr val="757675">
                    <a:alpha val="1280"/>
                  </a:srgbClr>
                </a:gs>
                <a:gs pos="71429">
                  <a:srgbClr val="757675">
                    <a:alpha val="601"/>
                  </a:srgbClr>
                </a:gs>
                <a:gs pos="85714">
                  <a:srgbClr val="757675">
                    <a:alpha val="238"/>
                  </a:srgbClr>
                </a:gs>
                <a:gs pos="100000">
                  <a:srgbClr val="757675">
                    <a:alpha val="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8" name="Splat 1328"/>
            <p:cNvSpPr>
              <a:spLocks noGrp="1"/>
            </p:cNvSpPr>
            <p:nvPr/>
          </p:nvSpPr>
          <p:spPr>
            <a:xfrm rot="4961961">
              <a:off x="2289250" y="569750"/>
              <a:ext cx="609838" cy="184244"/>
            </a:xfrm>
            <a:prstGeom prst="ellipse">
              <a:avLst/>
            </a:prstGeom>
            <a:gradFill>
              <a:gsLst>
                <a:gs pos="0">
                  <a:srgbClr val="807F7F">
                    <a:alpha val="5273"/>
                  </a:srgbClr>
                </a:gs>
                <a:gs pos="14286">
                  <a:srgbClr val="807F7F">
                    <a:alpha val="4857"/>
                  </a:srgbClr>
                </a:gs>
                <a:gs pos="28571">
                  <a:srgbClr val="807F7F">
                    <a:alpha val="3792"/>
                  </a:srgbClr>
                </a:gs>
                <a:gs pos="42857">
                  <a:srgbClr val="807F7F">
                    <a:alpha val="2504"/>
                  </a:srgbClr>
                </a:gs>
                <a:gs pos="57143">
                  <a:srgbClr val="807F7F">
                    <a:alpha val="1395"/>
                  </a:srgbClr>
                </a:gs>
                <a:gs pos="71429">
                  <a:srgbClr val="807F7F">
                    <a:alpha val="655"/>
                  </a:srgbClr>
                </a:gs>
                <a:gs pos="85714">
                  <a:srgbClr val="807F7F">
                    <a:alpha val="260"/>
                  </a:srgbClr>
                </a:gs>
                <a:gs pos="100000">
                  <a:srgbClr val="807F7F">
                    <a:alpha val="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9" name="Splat 1329"/>
            <p:cNvSpPr>
              <a:spLocks noGrp="1"/>
            </p:cNvSpPr>
            <p:nvPr/>
          </p:nvSpPr>
          <p:spPr>
            <a:xfrm rot="8276877">
              <a:off x="1892618" y="394763"/>
              <a:ext cx="734632" cy="505665"/>
            </a:xfrm>
            <a:prstGeom prst="ellipse">
              <a:avLst/>
            </a:prstGeom>
            <a:gradFill>
              <a:gsLst>
                <a:gs pos="0">
                  <a:srgbClr val="0E1519">
                    <a:alpha val="1401"/>
                  </a:srgbClr>
                </a:gs>
                <a:gs pos="14286">
                  <a:srgbClr val="0E1519">
                    <a:alpha val="1289"/>
                  </a:srgbClr>
                </a:gs>
                <a:gs pos="28571">
                  <a:srgbClr val="0E1519">
                    <a:alpha val="1002"/>
                  </a:srgbClr>
                </a:gs>
                <a:gs pos="42857">
                  <a:srgbClr val="0E1519">
                    <a:alpha val="658"/>
                  </a:srgbClr>
                </a:gs>
                <a:gs pos="57143">
                  <a:srgbClr val="0E1519">
                    <a:alpha val="365"/>
                  </a:srgbClr>
                </a:gs>
                <a:gs pos="71429">
                  <a:srgbClr val="0E1519">
                    <a:alpha val="171"/>
                  </a:srgbClr>
                </a:gs>
                <a:gs pos="85714">
                  <a:srgbClr val="0E1519">
                    <a:alpha val="68"/>
                  </a:srgbClr>
                </a:gs>
                <a:gs pos="100000">
                  <a:srgbClr val="0E1519">
                    <a:alpha val="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0" name="Splat 1330"/>
            <p:cNvSpPr>
              <a:spLocks noGrp="1"/>
            </p:cNvSpPr>
            <p:nvPr/>
          </p:nvSpPr>
          <p:spPr>
            <a:xfrm rot="8916311">
              <a:off x="1372910" y="468123"/>
              <a:ext cx="608690" cy="380577"/>
            </a:xfrm>
            <a:prstGeom prst="ellipse">
              <a:avLst/>
            </a:prstGeom>
            <a:gradFill>
              <a:gsLst>
                <a:gs pos="0">
                  <a:srgbClr val="080300">
                    <a:alpha val="10957"/>
                  </a:srgbClr>
                </a:gs>
                <a:gs pos="14286">
                  <a:srgbClr val="080300">
                    <a:alpha val="10118"/>
                  </a:srgbClr>
                </a:gs>
                <a:gs pos="28571">
                  <a:srgbClr val="080300">
                    <a:alpha val="7948"/>
                  </a:srgbClr>
                </a:gs>
                <a:gs pos="42857">
                  <a:srgbClr val="080300">
                    <a:alpha val="5287"/>
                  </a:srgbClr>
                </a:gs>
                <a:gs pos="57143">
                  <a:srgbClr val="080300">
                    <a:alpha val="2965"/>
                  </a:srgbClr>
                </a:gs>
                <a:gs pos="71429">
                  <a:srgbClr val="080300">
                    <a:alpha val="1399"/>
                  </a:srgbClr>
                </a:gs>
                <a:gs pos="85714">
                  <a:srgbClr val="080300">
                    <a:alpha val="556"/>
                  </a:srgbClr>
                </a:gs>
                <a:gs pos="100000">
                  <a:srgbClr val="080300">
                    <a:alpha val="1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1" name="Splat 1331"/>
            <p:cNvSpPr>
              <a:spLocks noGrp="1"/>
            </p:cNvSpPr>
            <p:nvPr/>
          </p:nvSpPr>
          <p:spPr>
            <a:xfrm rot="4992337">
              <a:off x="1274248" y="406014"/>
              <a:ext cx="614894" cy="378702"/>
            </a:xfrm>
            <a:prstGeom prst="ellipse">
              <a:avLst/>
            </a:prstGeom>
            <a:gradFill>
              <a:gsLst>
                <a:gs pos="0">
                  <a:srgbClr val="565756">
                    <a:alpha val="13156"/>
                  </a:srgbClr>
                </a:gs>
                <a:gs pos="14286">
                  <a:srgbClr val="565756">
                    <a:alpha val="12160"/>
                  </a:srgbClr>
                </a:gs>
                <a:gs pos="28571">
                  <a:srgbClr val="565756">
                    <a:alpha val="9576"/>
                  </a:srgbClr>
                </a:gs>
                <a:gs pos="42857">
                  <a:srgbClr val="565756">
                    <a:alpha val="6390"/>
                  </a:srgbClr>
                </a:gs>
                <a:gs pos="57143">
                  <a:srgbClr val="565756">
                    <a:alpha val="3593"/>
                  </a:srgbClr>
                </a:gs>
                <a:gs pos="71429">
                  <a:srgbClr val="565756">
                    <a:alpha val="1698"/>
                  </a:srgbClr>
                </a:gs>
                <a:gs pos="85714">
                  <a:srgbClr val="565756">
                    <a:alpha val="675"/>
                  </a:srgbClr>
                </a:gs>
                <a:gs pos="100000">
                  <a:srgbClr val="565756">
                    <a:alpha val="2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2" name="Splat 1332"/>
            <p:cNvSpPr>
              <a:spLocks noGrp="1"/>
            </p:cNvSpPr>
            <p:nvPr/>
          </p:nvSpPr>
          <p:spPr>
            <a:xfrm rot="7301201">
              <a:off x="988662" y="399369"/>
              <a:ext cx="742002" cy="397972"/>
            </a:xfrm>
            <a:prstGeom prst="ellipse">
              <a:avLst/>
            </a:prstGeom>
            <a:gradFill>
              <a:gsLst>
                <a:gs pos="0">
                  <a:srgbClr val="8E8E8D">
                    <a:alpha val="3789"/>
                  </a:srgbClr>
                </a:gs>
                <a:gs pos="14286">
                  <a:srgbClr val="8E8E8D">
                    <a:alpha val="3488"/>
                  </a:srgbClr>
                </a:gs>
                <a:gs pos="28571">
                  <a:srgbClr val="8E8E8D">
                    <a:alpha val="2719"/>
                  </a:srgbClr>
                </a:gs>
                <a:gs pos="42857">
                  <a:srgbClr val="8E8E8D">
                    <a:alpha val="1792"/>
                  </a:srgbClr>
                </a:gs>
                <a:gs pos="57143">
                  <a:srgbClr val="8E8E8D">
                    <a:alpha val="997"/>
                  </a:srgbClr>
                </a:gs>
                <a:gs pos="71429">
                  <a:srgbClr val="8E8E8D">
                    <a:alpha val="468"/>
                  </a:srgbClr>
                </a:gs>
                <a:gs pos="85714">
                  <a:srgbClr val="8E8E8D">
                    <a:alpha val="185"/>
                  </a:srgbClr>
                </a:gs>
                <a:gs pos="100000">
                  <a:srgbClr val="8E8E8D">
                    <a:alpha val="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3" name="Splat 1333"/>
            <p:cNvSpPr>
              <a:spLocks noGrp="1"/>
            </p:cNvSpPr>
            <p:nvPr/>
          </p:nvSpPr>
          <p:spPr>
            <a:xfrm rot="10767615">
              <a:off x="727825" y="434867"/>
              <a:ext cx="630214" cy="282013"/>
            </a:xfrm>
            <a:prstGeom prst="ellipse">
              <a:avLst/>
            </a:prstGeom>
            <a:gradFill>
              <a:gsLst>
                <a:gs pos="0">
                  <a:srgbClr val="000006">
                    <a:alpha val="12631"/>
                  </a:srgbClr>
                </a:gs>
                <a:gs pos="14286">
                  <a:srgbClr val="000006">
                    <a:alpha val="11672"/>
                  </a:srgbClr>
                </a:gs>
                <a:gs pos="28571">
                  <a:srgbClr val="000006">
                    <a:alpha val="9187"/>
                  </a:srgbClr>
                </a:gs>
                <a:gs pos="42857">
                  <a:srgbClr val="000006">
                    <a:alpha val="6125"/>
                  </a:srgbClr>
                </a:gs>
                <a:gs pos="57143">
                  <a:srgbClr val="000006">
                    <a:alpha val="3442"/>
                  </a:srgbClr>
                </a:gs>
                <a:gs pos="71429">
                  <a:srgbClr val="000006">
                    <a:alpha val="1626"/>
                  </a:srgbClr>
                </a:gs>
                <a:gs pos="85714">
                  <a:srgbClr val="000006">
                    <a:alpha val="646"/>
                  </a:srgbClr>
                </a:gs>
                <a:gs pos="100000">
                  <a:srgbClr val="000006">
                    <a:alpha val="2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4" name="Splat 1334"/>
            <p:cNvSpPr>
              <a:spLocks noGrp="1"/>
            </p:cNvSpPr>
            <p:nvPr/>
          </p:nvSpPr>
          <p:spPr>
            <a:xfrm rot="-10415351">
              <a:off x="487402" y="414266"/>
              <a:ext cx="684508" cy="394943"/>
            </a:xfrm>
            <a:prstGeom prst="ellipse">
              <a:avLst/>
            </a:prstGeom>
            <a:gradFill>
              <a:gsLst>
                <a:gs pos="0">
                  <a:srgbClr val="848485">
                    <a:alpha val="2774"/>
                  </a:srgbClr>
                </a:gs>
                <a:gs pos="14286">
                  <a:srgbClr val="848485">
                    <a:alpha val="2553"/>
                  </a:srgbClr>
                </a:gs>
                <a:gs pos="28571">
                  <a:srgbClr val="848485">
                    <a:alpha val="1988"/>
                  </a:srgbClr>
                </a:gs>
                <a:gs pos="42857">
                  <a:srgbClr val="848485">
                    <a:alpha val="1308"/>
                  </a:srgbClr>
                </a:gs>
                <a:gs pos="57143">
                  <a:srgbClr val="848485">
                    <a:alpha val="727"/>
                  </a:srgbClr>
                </a:gs>
                <a:gs pos="71429">
                  <a:srgbClr val="848485">
                    <a:alpha val="341"/>
                  </a:srgbClr>
                </a:gs>
                <a:gs pos="85714">
                  <a:srgbClr val="848485">
                    <a:alpha val="135"/>
                  </a:srgbClr>
                </a:gs>
                <a:gs pos="100000">
                  <a:srgbClr val="848485">
                    <a:alpha val="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5" name="Splat 1335"/>
            <p:cNvSpPr>
              <a:spLocks noGrp="1"/>
            </p:cNvSpPr>
            <p:nvPr/>
          </p:nvSpPr>
          <p:spPr>
            <a:xfrm rot="9249561">
              <a:off x="229124" y="554678"/>
              <a:ext cx="691301" cy="368759"/>
            </a:xfrm>
            <a:prstGeom prst="ellipse">
              <a:avLst/>
            </a:prstGeom>
            <a:gradFill>
              <a:gsLst>
                <a:gs pos="0">
                  <a:srgbClr val="000006">
                    <a:alpha val="12462"/>
                  </a:srgbClr>
                </a:gs>
                <a:gs pos="14286">
                  <a:srgbClr val="000006">
                    <a:alpha val="11514"/>
                  </a:srgbClr>
                </a:gs>
                <a:gs pos="28571">
                  <a:srgbClr val="000006">
                    <a:alpha val="9061"/>
                  </a:srgbClr>
                </a:gs>
                <a:gs pos="42857">
                  <a:srgbClr val="000006">
                    <a:alpha val="6040"/>
                  </a:srgbClr>
                </a:gs>
                <a:gs pos="57143">
                  <a:srgbClr val="000006">
                    <a:alpha val="3393"/>
                  </a:srgbClr>
                </a:gs>
                <a:gs pos="71429">
                  <a:srgbClr val="000006">
                    <a:alpha val="1603"/>
                  </a:srgbClr>
                </a:gs>
                <a:gs pos="85714">
                  <a:srgbClr val="000006">
                    <a:alpha val="637"/>
                  </a:srgbClr>
                </a:gs>
                <a:gs pos="100000">
                  <a:srgbClr val="000006">
                    <a:alpha val="2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6" name="Splat 1336"/>
            <p:cNvSpPr>
              <a:spLocks noGrp="1"/>
            </p:cNvSpPr>
            <p:nvPr/>
          </p:nvSpPr>
          <p:spPr>
            <a:xfrm rot="7549913">
              <a:off x="-46086" y="464992"/>
              <a:ext cx="626673" cy="468111"/>
            </a:xfrm>
            <a:prstGeom prst="ellipse">
              <a:avLst/>
            </a:prstGeom>
            <a:gradFill>
              <a:gsLst>
                <a:gs pos="0">
                  <a:srgbClr val="7C7B7C">
                    <a:alpha val="7483"/>
                  </a:srgbClr>
                </a:gs>
                <a:gs pos="14286">
                  <a:srgbClr val="7C7B7C">
                    <a:alpha val="6899"/>
                  </a:srgbClr>
                </a:gs>
                <a:gs pos="28571">
                  <a:srgbClr val="7C7B7C">
                    <a:alpha val="5399"/>
                  </a:srgbClr>
                </a:gs>
                <a:gs pos="42857">
                  <a:srgbClr val="7C7B7C">
                    <a:alpha val="3575"/>
                  </a:srgbClr>
                </a:gs>
                <a:gs pos="57143">
                  <a:srgbClr val="7C7B7C">
                    <a:alpha val="1997"/>
                  </a:srgbClr>
                </a:gs>
                <a:gs pos="71429">
                  <a:srgbClr val="7C7B7C">
                    <a:alpha val="940"/>
                  </a:srgbClr>
                </a:gs>
                <a:gs pos="85714">
                  <a:srgbClr val="7C7B7C">
                    <a:alpha val="373"/>
                  </a:srgbClr>
                </a:gs>
                <a:gs pos="100000">
                  <a:srgbClr val="7C7B7C">
                    <a:alpha val="1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7" name="Splat 1337"/>
            <p:cNvSpPr>
              <a:spLocks noGrp="1"/>
            </p:cNvSpPr>
            <p:nvPr/>
          </p:nvSpPr>
          <p:spPr>
            <a:xfrm rot="8005447">
              <a:off x="-184690" y="513865"/>
              <a:ext cx="686573" cy="393133"/>
            </a:xfrm>
            <a:prstGeom prst="ellipse">
              <a:avLst/>
            </a:prstGeom>
            <a:gradFill>
              <a:gsLst>
                <a:gs pos="0">
                  <a:srgbClr val="282727">
                    <a:alpha val="7561"/>
                  </a:srgbClr>
                </a:gs>
                <a:gs pos="14286">
                  <a:srgbClr val="282727">
                    <a:alpha val="6971"/>
                  </a:srgbClr>
                </a:gs>
                <a:gs pos="28571">
                  <a:srgbClr val="282727">
                    <a:alpha val="5456"/>
                  </a:srgbClr>
                </a:gs>
                <a:gs pos="42857">
                  <a:srgbClr val="282727">
                    <a:alpha val="3613"/>
                  </a:srgbClr>
                </a:gs>
                <a:gs pos="57143">
                  <a:srgbClr val="282727">
                    <a:alpha val="2019"/>
                  </a:srgbClr>
                </a:gs>
                <a:gs pos="71429">
                  <a:srgbClr val="282727">
                    <a:alpha val="950"/>
                  </a:srgbClr>
                </a:gs>
                <a:gs pos="85714">
                  <a:srgbClr val="282727">
                    <a:alpha val="377"/>
                  </a:srgbClr>
                </a:gs>
                <a:gs pos="100000">
                  <a:srgbClr val="282727">
                    <a:alpha val="1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8" name="Splat 1338"/>
            <p:cNvSpPr>
              <a:spLocks noGrp="1"/>
            </p:cNvSpPr>
            <p:nvPr/>
          </p:nvSpPr>
          <p:spPr>
            <a:xfrm rot="-8433558">
              <a:off x="2587270" y="176352"/>
              <a:ext cx="670794" cy="468574"/>
            </a:xfrm>
            <a:prstGeom prst="ellipse">
              <a:avLst/>
            </a:prstGeom>
            <a:gradFill>
              <a:gsLst>
                <a:gs pos="0">
                  <a:srgbClr val="838384">
                    <a:alpha val="5129"/>
                  </a:srgbClr>
                </a:gs>
                <a:gs pos="14286">
                  <a:srgbClr val="838384">
                    <a:alpha val="4724"/>
                  </a:srgbClr>
                </a:gs>
                <a:gs pos="28571">
                  <a:srgbClr val="838384">
                    <a:alpha val="3687"/>
                  </a:srgbClr>
                </a:gs>
                <a:gs pos="42857">
                  <a:srgbClr val="838384">
                    <a:alpha val="2434"/>
                  </a:srgbClr>
                </a:gs>
                <a:gs pos="57143">
                  <a:srgbClr val="838384">
                    <a:alpha val="1356"/>
                  </a:srgbClr>
                </a:gs>
                <a:gs pos="71429">
                  <a:srgbClr val="838384">
                    <a:alpha val="637"/>
                  </a:srgbClr>
                </a:gs>
                <a:gs pos="85714">
                  <a:srgbClr val="838384">
                    <a:alpha val="252"/>
                  </a:srgbClr>
                </a:gs>
                <a:gs pos="100000">
                  <a:srgbClr val="838384">
                    <a:alpha val="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9" name="Splat 1339"/>
            <p:cNvSpPr>
              <a:spLocks noGrp="1"/>
            </p:cNvSpPr>
            <p:nvPr/>
          </p:nvSpPr>
          <p:spPr>
            <a:xfrm rot="8618576">
              <a:off x="2507022" y="312020"/>
              <a:ext cx="674970" cy="458312"/>
            </a:xfrm>
            <a:prstGeom prst="ellipse">
              <a:avLst/>
            </a:prstGeom>
            <a:gradFill>
              <a:gsLst>
                <a:gs pos="0">
                  <a:srgbClr val="000306">
                    <a:alpha val="9666"/>
                  </a:srgbClr>
                </a:gs>
                <a:gs pos="14286">
                  <a:srgbClr val="000306">
                    <a:alpha val="8920"/>
                  </a:srgbClr>
                </a:gs>
                <a:gs pos="28571">
                  <a:srgbClr val="000306">
                    <a:alpha val="6998"/>
                  </a:srgbClr>
                </a:gs>
                <a:gs pos="42857">
                  <a:srgbClr val="000306">
                    <a:alpha val="4647"/>
                  </a:srgbClr>
                </a:gs>
                <a:gs pos="57143">
                  <a:srgbClr val="000306">
                    <a:alpha val="2602"/>
                  </a:srgbClr>
                </a:gs>
                <a:gs pos="71429">
                  <a:srgbClr val="000306">
                    <a:alpha val="1227"/>
                  </a:srgbClr>
                </a:gs>
                <a:gs pos="85714">
                  <a:srgbClr val="000306">
                    <a:alpha val="487"/>
                  </a:srgbClr>
                </a:gs>
                <a:gs pos="100000">
                  <a:srgbClr val="000306">
                    <a:alpha val="1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0" name="Splat 1340"/>
            <p:cNvSpPr>
              <a:spLocks noGrp="1"/>
            </p:cNvSpPr>
            <p:nvPr/>
          </p:nvSpPr>
          <p:spPr>
            <a:xfrm rot="7665928">
              <a:off x="2240765" y="301071"/>
              <a:ext cx="688381" cy="467539"/>
            </a:xfrm>
            <a:prstGeom prst="ellipse">
              <a:avLst/>
            </a:prstGeom>
            <a:gradFill>
              <a:gsLst>
                <a:gs pos="0">
                  <a:srgbClr val="000600">
                    <a:alpha val="11962"/>
                  </a:srgbClr>
                </a:gs>
                <a:gs pos="14286">
                  <a:srgbClr val="000600">
                    <a:alpha val="11050"/>
                  </a:srgbClr>
                </a:gs>
                <a:gs pos="28571">
                  <a:srgbClr val="000600">
                    <a:alpha val="8691"/>
                  </a:srgbClr>
                </a:gs>
                <a:gs pos="42857">
                  <a:srgbClr val="000600">
                    <a:alpha val="5789"/>
                  </a:srgbClr>
                </a:gs>
                <a:gs pos="57143">
                  <a:srgbClr val="000600">
                    <a:alpha val="3250"/>
                  </a:srgbClr>
                </a:gs>
                <a:gs pos="71429">
                  <a:srgbClr val="000600">
                    <a:alpha val="1535"/>
                  </a:srgbClr>
                </a:gs>
                <a:gs pos="85714">
                  <a:srgbClr val="000600">
                    <a:alpha val="610"/>
                  </a:srgbClr>
                </a:gs>
                <a:gs pos="100000">
                  <a:srgbClr val="000600">
                    <a:alpha val="2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1" name="Splat 1341"/>
            <p:cNvSpPr>
              <a:spLocks noGrp="1"/>
            </p:cNvSpPr>
            <p:nvPr/>
          </p:nvSpPr>
          <p:spPr>
            <a:xfrm rot="-9246743">
              <a:off x="2169971" y="267076"/>
              <a:ext cx="605198" cy="472509"/>
            </a:xfrm>
            <a:prstGeom prst="ellipse">
              <a:avLst/>
            </a:prstGeom>
            <a:gradFill>
              <a:gsLst>
                <a:gs pos="0">
                  <a:srgbClr val="7E7F7F">
                    <a:alpha val="3550"/>
                  </a:srgbClr>
                </a:gs>
                <a:gs pos="14286">
                  <a:srgbClr val="7E7F7F">
                    <a:alpha val="3268"/>
                  </a:srgbClr>
                </a:gs>
                <a:gs pos="28571">
                  <a:srgbClr val="7E7F7F">
                    <a:alpha val="2546"/>
                  </a:srgbClr>
                </a:gs>
                <a:gs pos="42857">
                  <a:srgbClr val="7E7F7F">
                    <a:alpha val="1678"/>
                  </a:srgbClr>
                </a:gs>
                <a:gs pos="57143">
                  <a:srgbClr val="7E7F7F">
                    <a:alpha val="933"/>
                  </a:srgbClr>
                </a:gs>
                <a:gs pos="71429">
                  <a:srgbClr val="7E7F7F">
                    <a:alpha val="438"/>
                  </a:srgbClr>
                </a:gs>
                <a:gs pos="85714">
                  <a:srgbClr val="7E7F7F">
                    <a:alpha val="173"/>
                  </a:srgbClr>
                </a:gs>
                <a:gs pos="100000">
                  <a:srgbClr val="7E7F7F">
                    <a:alpha val="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2" name="Splat 1342"/>
            <p:cNvSpPr>
              <a:spLocks noGrp="1"/>
            </p:cNvSpPr>
            <p:nvPr/>
          </p:nvSpPr>
          <p:spPr>
            <a:xfrm rot="9732943">
              <a:off x="1787515" y="310100"/>
              <a:ext cx="603383" cy="453575"/>
            </a:xfrm>
            <a:prstGeom prst="ellipse">
              <a:avLst/>
            </a:prstGeom>
            <a:gradFill>
              <a:gsLst>
                <a:gs pos="0">
                  <a:srgbClr val="767777">
                    <a:alpha val="2762"/>
                  </a:srgbClr>
                </a:gs>
                <a:gs pos="14286">
                  <a:srgbClr val="767777">
                    <a:alpha val="2541"/>
                  </a:srgbClr>
                </a:gs>
                <a:gs pos="28571">
                  <a:srgbClr val="767777">
                    <a:alpha val="1979"/>
                  </a:srgbClr>
                </a:gs>
                <a:gs pos="42857">
                  <a:srgbClr val="767777">
                    <a:alpha val="1302"/>
                  </a:srgbClr>
                </a:gs>
                <a:gs pos="57143">
                  <a:srgbClr val="767777">
                    <a:alpha val="724"/>
                  </a:srgbClr>
                </a:gs>
                <a:gs pos="71429">
                  <a:srgbClr val="767777">
                    <a:alpha val="339"/>
                  </a:srgbClr>
                </a:gs>
                <a:gs pos="85714">
                  <a:srgbClr val="767777">
                    <a:alpha val="134"/>
                  </a:srgbClr>
                </a:gs>
                <a:gs pos="100000">
                  <a:srgbClr val="767777">
                    <a:alpha val="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3" name="Splat 1343"/>
            <p:cNvSpPr>
              <a:spLocks noGrp="1"/>
            </p:cNvSpPr>
            <p:nvPr/>
          </p:nvSpPr>
          <p:spPr>
            <a:xfrm rot="5108346">
              <a:off x="1449610" y="245272"/>
              <a:ext cx="696281" cy="467755"/>
            </a:xfrm>
            <a:prstGeom prst="ellipse">
              <a:avLst/>
            </a:prstGeom>
            <a:gradFill>
              <a:gsLst>
                <a:gs pos="0">
                  <a:srgbClr val="807F7F">
                    <a:alpha val="2394"/>
                  </a:srgbClr>
                </a:gs>
                <a:gs pos="14286">
                  <a:srgbClr val="807F7F">
                    <a:alpha val="2203"/>
                  </a:srgbClr>
                </a:gs>
                <a:gs pos="28571">
                  <a:srgbClr val="807F7F">
                    <a:alpha val="1715"/>
                  </a:srgbClr>
                </a:gs>
                <a:gs pos="42857">
                  <a:srgbClr val="807F7F">
                    <a:alpha val="1128"/>
                  </a:srgbClr>
                </a:gs>
                <a:gs pos="57143">
                  <a:srgbClr val="807F7F">
                    <a:alpha val="627"/>
                  </a:srgbClr>
                </a:gs>
                <a:gs pos="71429">
                  <a:srgbClr val="807F7F">
                    <a:alpha val="294"/>
                  </a:srgbClr>
                </a:gs>
                <a:gs pos="85714">
                  <a:srgbClr val="807F7F">
                    <a:alpha val="116"/>
                  </a:srgbClr>
                </a:gs>
                <a:gs pos="100000">
                  <a:srgbClr val="807F7F">
                    <a:alpha val="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4" name="Splat 1344"/>
            <p:cNvSpPr>
              <a:spLocks noGrp="1"/>
            </p:cNvSpPr>
            <p:nvPr/>
          </p:nvSpPr>
          <p:spPr>
            <a:xfrm rot="7578163">
              <a:off x="1413246" y="343392"/>
              <a:ext cx="705778" cy="441668"/>
            </a:xfrm>
            <a:prstGeom prst="ellipse">
              <a:avLst/>
            </a:prstGeom>
            <a:gradFill>
              <a:gsLst>
                <a:gs pos="0">
                  <a:srgbClr val="161B10">
                    <a:alpha val="1259"/>
                  </a:srgbClr>
                </a:gs>
                <a:gs pos="14286">
                  <a:srgbClr val="161B10">
                    <a:alpha val="1157"/>
                  </a:srgbClr>
                </a:gs>
                <a:gs pos="28571">
                  <a:srgbClr val="161B10">
                    <a:alpha val="900"/>
                  </a:srgbClr>
                </a:gs>
                <a:gs pos="42857">
                  <a:srgbClr val="161B10">
                    <a:alpha val="591"/>
                  </a:srgbClr>
                </a:gs>
                <a:gs pos="57143">
                  <a:srgbClr val="161B10">
                    <a:alpha val="328"/>
                  </a:srgbClr>
                </a:gs>
                <a:gs pos="71429">
                  <a:srgbClr val="161B10">
                    <a:alpha val="154"/>
                  </a:srgbClr>
                </a:gs>
                <a:gs pos="85714">
                  <a:srgbClr val="161B10">
                    <a:alpha val="61"/>
                  </a:srgbClr>
                </a:gs>
                <a:gs pos="100000">
                  <a:srgbClr val="161B10">
                    <a:alpha val="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5" name="Splat 1345"/>
            <p:cNvSpPr>
              <a:spLocks noGrp="1"/>
            </p:cNvSpPr>
            <p:nvPr/>
          </p:nvSpPr>
          <p:spPr>
            <a:xfrm rot="4327841">
              <a:off x="1235136" y="269899"/>
              <a:ext cx="593614" cy="475158"/>
            </a:xfrm>
            <a:prstGeom prst="ellipse">
              <a:avLst/>
            </a:prstGeom>
            <a:gradFill>
              <a:gsLst>
                <a:gs pos="0">
                  <a:srgbClr val="111614">
                    <a:alpha val="10630"/>
                  </a:srgbClr>
                </a:gs>
                <a:gs pos="14286">
                  <a:srgbClr val="111614">
                    <a:alpha val="9814"/>
                  </a:srgbClr>
                </a:gs>
                <a:gs pos="28571">
                  <a:srgbClr val="111614">
                    <a:alpha val="7707"/>
                  </a:srgbClr>
                </a:gs>
                <a:gs pos="42857">
                  <a:srgbClr val="111614">
                    <a:alpha val="5125"/>
                  </a:srgbClr>
                </a:gs>
                <a:gs pos="57143">
                  <a:srgbClr val="111614">
                    <a:alpha val="2873"/>
                  </a:srgbClr>
                </a:gs>
                <a:gs pos="71429">
                  <a:srgbClr val="111614">
                    <a:alpha val="1355"/>
                  </a:srgbClr>
                </a:gs>
                <a:gs pos="85714">
                  <a:srgbClr val="111614">
                    <a:alpha val="538"/>
                  </a:srgbClr>
                </a:gs>
                <a:gs pos="100000">
                  <a:srgbClr val="111614">
                    <a:alpha val="1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6" name="Splat 1346"/>
            <p:cNvSpPr>
              <a:spLocks noGrp="1"/>
            </p:cNvSpPr>
            <p:nvPr/>
          </p:nvSpPr>
          <p:spPr>
            <a:xfrm rot="4693270">
              <a:off x="1068266" y="418703"/>
              <a:ext cx="545485" cy="271587"/>
            </a:xfrm>
            <a:prstGeom prst="ellipse">
              <a:avLst/>
            </a:prstGeom>
            <a:gradFill>
              <a:gsLst>
                <a:gs pos="0">
                  <a:srgbClr val="000301">
                    <a:alpha val="16073"/>
                  </a:srgbClr>
                </a:gs>
                <a:gs pos="14286">
                  <a:srgbClr val="000301">
                    <a:alpha val="14875"/>
                  </a:srgbClr>
                </a:gs>
                <a:gs pos="28571">
                  <a:srgbClr val="000301">
                    <a:alpha val="11754"/>
                  </a:srgbClr>
                </a:gs>
                <a:gs pos="42857">
                  <a:srgbClr val="000301">
                    <a:alpha val="7875"/>
                  </a:srgbClr>
                </a:gs>
                <a:gs pos="57143">
                  <a:srgbClr val="000301">
                    <a:alpha val="4443"/>
                  </a:srgbClr>
                </a:gs>
                <a:gs pos="71429">
                  <a:srgbClr val="000301">
                    <a:alpha val="2105"/>
                  </a:srgbClr>
                </a:gs>
                <a:gs pos="85714">
                  <a:srgbClr val="000301">
                    <a:alpha val="838"/>
                  </a:srgbClr>
                </a:gs>
                <a:gs pos="100000">
                  <a:srgbClr val="000301">
                    <a:alpha val="2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7" name="Splat 1347"/>
            <p:cNvSpPr>
              <a:spLocks noGrp="1"/>
            </p:cNvSpPr>
            <p:nvPr/>
          </p:nvSpPr>
          <p:spPr>
            <a:xfrm rot="9065295">
              <a:off x="925037" y="293895"/>
              <a:ext cx="597742" cy="279510"/>
            </a:xfrm>
            <a:prstGeom prst="ellipse">
              <a:avLst/>
            </a:prstGeom>
            <a:gradFill>
              <a:gsLst>
                <a:gs pos="0">
                  <a:srgbClr val="959595">
                    <a:alpha val="3797"/>
                  </a:srgbClr>
                </a:gs>
                <a:gs pos="14286">
                  <a:srgbClr val="959595">
                    <a:alpha val="3496"/>
                  </a:srgbClr>
                </a:gs>
                <a:gs pos="28571">
                  <a:srgbClr val="959595">
                    <a:alpha val="2725"/>
                  </a:srgbClr>
                </a:gs>
                <a:gs pos="42857">
                  <a:srgbClr val="959595">
                    <a:alpha val="1796"/>
                  </a:srgbClr>
                </a:gs>
                <a:gs pos="57143">
                  <a:srgbClr val="959595">
                    <a:alpha val="999"/>
                  </a:srgbClr>
                </a:gs>
                <a:gs pos="71429">
                  <a:srgbClr val="959595">
                    <a:alpha val="469"/>
                  </a:srgbClr>
                </a:gs>
                <a:gs pos="85714">
                  <a:srgbClr val="959595">
                    <a:alpha val="186"/>
                  </a:srgbClr>
                </a:gs>
                <a:gs pos="100000">
                  <a:srgbClr val="959595">
                    <a:alpha val="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8" name="Splat 1348"/>
            <p:cNvSpPr>
              <a:spLocks noGrp="1"/>
            </p:cNvSpPr>
            <p:nvPr/>
          </p:nvSpPr>
          <p:spPr>
            <a:xfrm rot="9432339">
              <a:off x="796118" y="232328"/>
              <a:ext cx="509331" cy="421527"/>
            </a:xfrm>
            <a:prstGeom prst="ellipse">
              <a:avLst/>
            </a:prstGeom>
            <a:gradFill>
              <a:gsLst>
                <a:gs pos="0">
                  <a:srgbClr val="828382">
                    <a:alpha val="6218"/>
                  </a:srgbClr>
                </a:gs>
                <a:gs pos="14286">
                  <a:srgbClr val="828382">
                    <a:alpha val="5730"/>
                  </a:srgbClr>
                </a:gs>
                <a:gs pos="28571">
                  <a:srgbClr val="828382">
                    <a:alpha val="4478"/>
                  </a:srgbClr>
                </a:gs>
                <a:gs pos="42857">
                  <a:srgbClr val="828382">
                    <a:alpha val="2960"/>
                  </a:srgbClr>
                </a:gs>
                <a:gs pos="57143">
                  <a:srgbClr val="828382">
                    <a:alpha val="1651"/>
                  </a:srgbClr>
                </a:gs>
                <a:gs pos="71429">
                  <a:srgbClr val="828382">
                    <a:alpha val="776"/>
                  </a:srgbClr>
                </a:gs>
                <a:gs pos="85714">
                  <a:srgbClr val="828382">
                    <a:alpha val="308"/>
                  </a:srgbClr>
                </a:gs>
                <a:gs pos="100000">
                  <a:srgbClr val="828382">
                    <a:alpha val="1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9" name="Splat 1349"/>
            <p:cNvSpPr>
              <a:spLocks noGrp="1"/>
            </p:cNvSpPr>
            <p:nvPr/>
          </p:nvSpPr>
          <p:spPr>
            <a:xfrm rot="4247289">
              <a:off x="508009" y="238614"/>
              <a:ext cx="652670" cy="554868"/>
            </a:xfrm>
            <a:prstGeom prst="ellipse">
              <a:avLst/>
            </a:prstGeom>
            <a:gradFill>
              <a:gsLst>
                <a:gs pos="0">
                  <a:srgbClr val="010105">
                    <a:alpha val="2863"/>
                  </a:srgbClr>
                </a:gs>
                <a:gs pos="14286">
                  <a:srgbClr val="010105">
                    <a:alpha val="2635"/>
                  </a:srgbClr>
                </a:gs>
                <a:gs pos="28571">
                  <a:srgbClr val="010105">
                    <a:alpha val="2052"/>
                  </a:srgbClr>
                </a:gs>
                <a:gs pos="42857">
                  <a:srgbClr val="010105">
                    <a:alpha val="1351"/>
                  </a:srgbClr>
                </a:gs>
                <a:gs pos="57143">
                  <a:srgbClr val="010105">
                    <a:alpha val="751"/>
                  </a:srgbClr>
                </a:gs>
                <a:gs pos="71429">
                  <a:srgbClr val="010105">
                    <a:alpha val="352"/>
                  </a:srgbClr>
                </a:gs>
                <a:gs pos="85714">
                  <a:srgbClr val="010105">
                    <a:alpha val="139"/>
                  </a:srgbClr>
                </a:gs>
                <a:gs pos="100000">
                  <a:srgbClr val="010105">
                    <a:alpha val="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0" name="Splat 1350"/>
            <p:cNvSpPr>
              <a:spLocks noGrp="1"/>
            </p:cNvSpPr>
            <p:nvPr/>
          </p:nvSpPr>
          <p:spPr>
            <a:xfrm rot="6137887">
              <a:off x="215065" y="262798"/>
              <a:ext cx="738996" cy="480954"/>
            </a:xfrm>
            <a:prstGeom prst="ellipse">
              <a:avLst/>
            </a:prstGeom>
            <a:gradFill>
              <a:gsLst>
                <a:gs pos="0">
                  <a:srgbClr val="878787">
                    <a:alpha val="4739"/>
                  </a:srgbClr>
                </a:gs>
                <a:gs pos="14286">
                  <a:srgbClr val="878787">
                    <a:alpha val="4364"/>
                  </a:srgbClr>
                </a:gs>
                <a:gs pos="28571">
                  <a:srgbClr val="878787">
                    <a:alpha val="3405"/>
                  </a:srgbClr>
                </a:gs>
                <a:gs pos="42857">
                  <a:srgbClr val="878787">
                    <a:alpha val="2247"/>
                  </a:srgbClr>
                </a:gs>
                <a:gs pos="57143">
                  <a:srgbClr val="878787">
                    <a:alpha val="1251"/>
                  </a:srgbClr>
                </a:gs>
                <a:gs pos="71429">
                  <a:srgbClr val="878787">
                    <a:alpha val="588"/>
                  </a:srgbClr>
                </a:gs>
                <a:gs pos="85714">
                  <a:srgbClr val="878787">
                    <a:alpha val="233"/>
                  </a:srgbClr>
                </a:gs>
                <a:gs pos="100000">
                  <a:srgbClr val="878787">
                    <a:alpha val="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1" name="Splat 1351"/>
            <p:cNvSpPr>
              <a:spLocks noGrp="1"/>
            </p:cNvSpPr>
            <p:nvPr/>
          </p:nvSpPr>
          <p:spPr>
            <a:xfrm rot="-10150307">
              <a:off x="212252" y="327758"/>
              <a:ext cx="444396" cy="390016"/>
            </a:xfrm>
            <a:prstGeom prst="ellipse">
              <a:avLst/>
            </a:prstGeom>
            <a:gradFill>
              <a:gsLst>
                <a:gs pos="0">
                  <a:srgbClr val="040006">
                    <a:alpha val="19922"/>
                  </a:srgbClr>
                </a:gs>
                <a:gs pos="14286">
                  <a:srgbClr val="040006">
                    <a:alpha val="18470"/>
                  </a:srgbClr>
                </a:gs>
                <a:gs pos="28571">
                  <a:srgbClr val="040006">
                    <a:alpha val="14662"/>
                  </a:srgbClr>
                </a:gs>
                <a:gs pos="42857">
                  <a:srgbClr val="040006">
                    <a:alpha val="9877"/>
                  </a:srgbClr>
                </a:gs>
                <a:gs pos="57143">
                  <a:srgbClr val="040006">
                    <a:alpha val="5600"/>
                  </a:srgbClr>
                </a:gs>
                <a:gs pos="71429">
                  <a:srgbClr val="040006">
                    <a:alpha val="2661"/>
                  </a:srgbClr>
                </a:gs>
                <a:gs pos="85714">
                  <a:srgbClr val="040006">
                    <a:alpha val="1061"/>
                  </a:srgbClr>
                </a:gs>
                <a:gs pos="100000">
                  <a:srgbClr val="040006">
                    <a:alpha val="3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2" name="Splat 1352"/>
            <p:cNvSpPr>
              <a:spLocks noGrp="1"/>
            </p:cNvSpPr>
            <p:nvPr/>
          </p:nvSpPr>
          <p:spPr>
            <a:xfrm rot="7295135">
              <a:off x="-77459" y="379985"/>
              <a:ext cx="698854" cy="365942"/>
            </a:xfrm>
            <a:prstGeom prst="ellipse">
              <a:avLst/>
            </a:prstGeom>
            <a:gradFill>
              <a:gsLst>
                <a:gs pos="0">
                  <a:srgbClr val="07040F">
                    <a:alpha val="12693"/>
                  </a:srgbClr>
                </a:gs>
                <a:gs pos="14286">
                  <a:srgbClr val="07040F">
                    <a:alpha val="11729"/>
                  </a:srgbClr>
                </a:gs>
                <a:gs pos="28571">
                  <a:srgbClr val="07040F">
                    <a:alpha val="9233"/>
                  </a:srgbClr>
                </a:gs>
                <a:gs pos="42857">
                  <a:srgbClr val="07040F">
                    <a:alpha val="6156"/>
                  </a:srgbClr>
                </a:gs>
                <a:gs pos="57143">
                  <a:srgbClr val="07040F">
                    <a:alpha val="3459"/>
                  </a:srgbClr>
                </a:gs>
                <a:gs pos="71429">
                  <a:srgbClr val="07040F">
                    <a:alpha val="1635"/>
                  </a:srgbClr>
                </a:gs>
                <a:gs pos="85714">
                  <a:srgbClr val="07040F">
                    <a:alpha val="650"/>
                  </a:srgbClr>
                </a:gs>
                <a:gs pos="100000">
                  <a:srgbClr val="07040F">
                    <a:alpha val="2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3" name="Splat 1353"/>
            <p:cNvSpPr>
              <a:spLocks noGrp="1"/>
            </p:cNvSpPr>
            <p:nvPr/>
          </p:nvSpPr>
          <p:spPr>
            <a:xfrm rot="4271819">
              <a:off x="2536090" y="171141"/>
              <a:ext cx="670469" cy="313750"/>
            </a:xfrm>
            <a:prstGeom prst="ellipse">
              <a:avLst/>
            </a:prstGeom>
            <a:gradFill>
              <a:gsLst>
                <a:gs pos="0">
                  <a:srgbClr val="030008">
                    <a:alpha val="25067"/>
                  </a:srgbClr>
                </a:gs>
                <a:gs pos="14286">
                  <a:srgbClr val="030008">
                    <a:alpha val="23297"/>
                  </a:srgbClr>
                </a:gs>
                <a:gs pos="28571">
                  <a:srgbClr val="030008">
                    <a:alpha val="18612"/>
                  </a:srgbClr>
                </a:gs>
                <a:gs pos="42857">
                  <a:srgbClr val="030008">
                    <a:alpha val="12635"/>
                  </a:srgbClr>
                </a:gs>
                <a:gs pos="57143">
                  <a:srgbClr val="030008">
                    <a:alpha val="7212"/>
                  </a:srgbClr>
                </a:gs>
                <a:gs pos="71429">
                  <a:srgbClr val="030008">
                    <a:alpha val="3443"/>
                  </a:srgbClr>
                </a:gs>
                <a:gs pos="85714">
                  <a:srgbClr val="030008">
                    <a:alpha val="1376"/>
                  </a:srgbClr>
                </a:gs>
                <a:gs pos="100000">
                  <a:srgbClr val="030008">
                    <a:alpha val="4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4" name="Splat 1354"/>
            <p:cNvSpPr>
              <a:spLocks noGrp="1"/>
            </p:cNvSpPr>
            <p:nvPr/>
          </p:nvSpPr>
          <p:spPr>
            <a:xfrm rot="9051455">
              <a:off x="2237757" y="65072"/>
              <a:ext cx="686288" cy="492574"/>
            </a:xfrm>
            <a:prstGeom prst="ellipse">
              <a:avLst/>
            </a:prstGeom>
            <a:gradFill>
              <a:gsLst>
                <a:gs pos="0">
                  <a:srgbClr val="777777">
                    <a:alpha val="4942"/>
                  </a:srgbClr>
                </a:gs>
                <a:gs pos="14286">
                  <a:srgbClr val="777777">
                    <a:alpha val="4552"/>
                  </a:srgbClr>
                </a:gs>
                <a:gs pos="28571">
                  <a:srgbClr val="777777">
                    <a:alpha val="3553"/>
                  </a:srgbClr>
                </a:gs>
                <a:gs pos="42857">
                  <a:srgbClr val="777777">
                    <a:alpha val="2345"/>
                  </a:srgbClr>
                </a:gs>
                <a:gs pos="57143">
                  <a:srgbClr val="777777">
                    <a:alpha val="1306"/>
                  </a:srgbClr>
                </a:gs>
                <a:gs pos="71429">
                  <a:srgbClr val="777777">
                    <a:alpha val="614"/>
                  </a:srgbClr>
                </a:gs>
                <a:gs pos="85714">
                  <a:srgbClr val="777777">
                    <a:alpha val="243"/>
                  </a:srgbClr>
                </a:gs>
                <a:gs pos="100000">
                  <a:srgbClr val="777777">
                    <a:alpha val="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5" name="Splat 1355"/>
            <p:cNvSpPr>
              <a:spLocks noGrp="1"/>
            </p:cNvSpPr>
            <p:nvPr/>
          </p:nvSpPr>
          <p:spPr>
            <a:xfrm rot="2986471">
              <a:off x="2096168" y="6126"/>
              <a:ext cx="609378" cy="456296"/>
            </a:xfrm>
            <a:prstGeom prst="ellipse">
              <a:avLst/>
            </a:prstGeom>
            <a:gradFill>
              <a:gsLst>
                <a:gs pos="0">
                  <a:srgbClr val="848483">
                    <a:alpha val="5168"/>
                  </a:srgbClr>
                </a:gs>
                <a:gs pos="14286">
                  <a:srgbClr val="848483">
                    <a:alpha val="4760"/>
                  </a:srgbClr>
                </a:gs>
                <a:gs pos="28571">
                  <a:srgbClr val="848483">
                    <a:alpha val="3716"/>
                  </a:srgbClr>
                </a:gs>
                <a:gs pos="42857">
                  <a:srgbClr val="848483">
                    <a:alpha val="2453"/>
                  </a:srgbClr>
                </a:gs>
                <a:gs pos="57143">
                  <a:srgbClr val="848483">
                    <a:alpha val="1367"/>
                  </a:srgbClr>
                </a:gs>
                <a:gs pos="71429">
                  <a:srgbClr val="848483">
                    <a:alpha val="642"/>
                  </a:srgbClr>
                </a:gs>
                <a:gs pos="85714">
                  <a:srgbClr val="848483">
                    <a:alpha val="254"/>
                  </a:srgbClr>
                </a:gs>
                <a:gs pos="100000">
                  <a:srgbClr val="848483">
                    <a:alpha val="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6" name="Splat 1356"/>
            <p:cNvSpPr>
              <a:spLocks noGrp="1"/>
            </p:cNvSpPr>
            <p:nvPr/>
          </p:nvSpPr>
          <p:spPr>
            <a:xfrm rot="5664521">
              <a:off x="1864932" y="10735"/>
              <a:ext cx="679336" cy="393740"/>
            </a:xfrm>
            <a:prstGeom prst="ellipse">
              <a:avLst/>
            </a:prstGeom>
            <a:gradFill>
              <a:gsLst>
                <a:gs pos="0">
                  <a:srgbClr val="787877">
                    <a:alpha val="2275"/>
                  </a:srgbClr>
                </a:gs>
                <a:gs pos="14286">
                  <a:srgbClr val="787877">
                    <a:alpha val="2093"/>
                  </a:srgbClr>
                </a:gs>
                <a:gs pos="28571">
                  <a:srgbClr val="787877">
                    <a:alpha val="1629"/>
                  </a:srgbClr>
                </a:gs>
                <a:gs pos="42857">
                  <a:srgbClr val="787877">
                    <a:alpha val="1071"/>
                  </a:srgbClr>
                </a:gs>
                <a:gs pos="57143">
                  <a:srgbClr val="787877">
                    <a:alpha val="595"/>
                  </a:srgbClr>
                </a:gs>
                <a:gs pos="71429">
                  <a:srgbClr val="787877">
                    <a:alpha val="279"/>
                  </a:srgbClr>
                </a:gs>
                <a:gs pos="85714">
                  <a:srgbClr val="787877">
                    <a:alpha val="110"/>
                  </a:srgbClr>
                </a:gs>
                <a:gs pos="100000">
                  <a:srgbClr val="787877">
                    <a:alpha val="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7" name="Splat 1357"/>
            <p:cNvSpPr>
              <a:spLocks noGrp="1"/>
            </p:cNvSpPr>
            <p:nvPr/>
          </p:nvSpPr>
          <p:spPr>
            <a:xfrm rot="4493836">
              <a:off x="1742693" y="115875"/>
              <a:ext cx="592516" cy="431249"/>
            </a:xfrm>
            <a:prstGeom prst="ellipse">
              <a:avLst/>
            </a:prstGeom>
            <a:gradFill>
              <a:gsLst>
                <a:gs pos="0">
                  <a:srgbClr val="868786">
                    <a:alpha val="5256"/>
                  </a:srgbClr>
                </a:gs>
                <a:gs pos="14286">
                  <a:srgbClr val="868786">
                    <a:alpha val="4841"/>
                  </a:srgbClr>
                </a:gs>
                <a:gs pos="28571">
                  <a:srgbClr val="868786">
                    <a:alpha val="3780"/>
                  </a:srgbClr>
                </a:gs>
                <a:gs pos="42857">
                  <a:srgbClr val="868786">
                    <a:alpha val="2496"/>
                  </a:srgbClr>
                </a:gs>
                <a:gs pos="57143">
                  <a:srgbClr val="868786">
                    <a:alpha val="1391"/>
                  </a:srgbClr>
                </a:gs>
                <a:gs pos="71429">
                  <a:srgbClr val="868786">
                    <a:alpha val="653"/>
                  </a:srgbClr>
                </a:gs>
                <a:gs pos="85714">
                  <a:srgbClr val="868786">
                    <a:alpha val="259"/>
                  </a:srgbClr>
                </a:gs>
                <a:gs pos="100000">
                  <a:srgbClr val="868786">
                    <a:alpha val="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8" name="Splat 1358"/>
            <p:cNvSpPr>
              <a:spLocks noGrp="1"/>
            </p:cNvSpPr>
            <p:nvPr/>
          </p:nvSpPr>
          <p:spPr>
            <a:xfrm rot="8820811">
              <a:off x="1378039" y="-42668"/>
              <a:ext cx="677114" cy="494263"/>
            </a:xfrm>
            <a:prstGeom prst="ellipse">
              <a:avLst/>
            </a:prstGeom>
            <a:gradFill>
              <a:gsLst>
                <a:gs pos="0">
                  <a:srgbClr val="000204">
                    <a:alpha val="21594"/>
                  </a:srgbClr>
                </a:gs>
                <a:gs pos="14286">
                  <a:srgbClr val="000204">
                    <a:alpha val="20036"/>
                  </a:srgbClr>
                </a:gs>
                <a:gs pos="28571">
                  <a:srgbClr val="000204">
                    <a:alpha val="15937"/>
                  </a:srgbClr>
                </a:gs>
                <a:gs pos="42857">
                  <a:srgbClr val="000204">
                    <a:alpha val="10763"/>
                  </a:srgbClr>
                </a:gs>
                <a:gs pos="57143">
                  <a:srgbClr val="000204">
                    <a:alpha val="6115"/>
                  </a:srgbClr>
                </a:gs>
                <a:gs pos="71429">
                  <a:srgbClr val="000204">
                    <a:alpha val="2910"/>
                  </a:srgbClr>
                </a:gs>
                <a:gs pos="85714">
                  <a:srgbClr val="000204">
                    <a:alpha val="1161"/>
                  </a:srgbClr>
                </a:gs>
                <a:gs pos="100000">
                  <a:srgbClr val="000204">
                    <a:alpha val="3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9" name="Splat 1359"/>
            <p:cNvSpPr>
              <a:spLocks noGrp="1"/>
            </p:cNvSpPr>
            <p:nvPr/>
          </p:nvSpPr>
          <p:spPr>
            <a:xfrm rot="3316130">
              <a:off x="1040708" y="177803"/>
              <a:ext cx="604391" cy="304047"/>
            </a:xfrm>
            <a:prstGeom prst="ellipse">
              <a:avLst/>
            </a:prstGeom>
            <a:gradFill>
              <a:gsLst>
                <a:gs pos="0">
                  <a:srgbClr val="060004">
                    <a:alpha val="16504"/>
                  </a:srgbClr>
                </a:gs>
                <a:gs pos="14286">
                  <a:srgbClr val="060004">
                    <a:alpha val="15277"/>
                  </a:srgbClr>
                </a:gs>
                <a:gs pos="28571">
                  <a:srgbClr val="060004">
                    <a:alpha val="12078"/>
                  </a:srgbClr>
                </a:gs>
                <a:gs pos="42857">
                  <a:srgbClr val="060004">
                    <a:alpha val="8096"/>
                  </a:srgbClr>
                </a:gs>
                <a:gs pos="57143">
                  <a:srgbClr val="060004">
                    <a:alpha val="4571"/>
                  </a:srgbClr>
                </a:gs>
                <a:gs pos="71429">
                  <a:srgbClr val="060004">
                    <a:alpha val="2166"/>
                  </a:srgbClr>
                </a:gs>
                <a:gs pos="85714">
                  <a:srgbClr val="060004">
                    <a:alpha val="862"/>
                  </a:srgbClr>
                </a:gs>
                <a:gs pos="100000">
                  <a:srgbClr val="060004">
                    <a:alpha val="2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0" name="Splat 1360"/>
            <p:cNvSpPr>
              <a:spLocks noGrp="1"/>
            </p:cNvSpPr>
            <p:nvPr/>
          </p:nvSpPr>
          <p:spPr>
            <a:xfrm rot="7831804">
              <a:off x="814773" y="42758"/>
              <a:ext cx="638494" cy="500905"/>
            </a:xfrm>
            <a:prstGeom prst="ellipse">
              <a:avLst/>
            </a:prstGeom>
            <a:gradFill>
              <a:gsLst>
                <a:gs pos="0">
                  <a:srgbClr val="333433">
                    <a:alpha val="2133"/>
                  </a:srgbClr>
                </a:gs>
                <a:gs pos="14286">
                  <a:srgbClr val="333433">
                    <a:alpha val="1962"/>
                  </a:srgbClr>
                </a:gs>
                <a:gs pos="28571">
                  <a:srgbClr val="333433">
                    <a:alpha val="1527"/>
                  </a:srgbClr>
                </a:gs>
                <a:gs pos="42857">
                  <a:srgbClr val="333433">
                    <a:alpha val="1004"/>
                  </a:srgbClr>
                </a:gs>
                <a:gs pos="57143">
                  <a:srgbClr val="333433">
                    <a:alpha val="558"/>
                  </a:srgbClr>
                </a:gs>
                <a:gs pos="71429">
                  <a:srgbClr val="333433">
                    <a:alpha val="261"/>
                  </a:srgbClr>
                </a:gs>
                <a:gs pos="85714">
                  <a:srgbClr val="333433">
                    <a:alpha val="103"/>
                  </a:srgbClr>
                </a:gs>
                <a:gs pos="100000">
                  <a:srgbClr val="333433">
                    <a:alpha val="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1" name="Splat 1361"/>
            <p:cNvSpPr>
              <a:spLocks noGrp="1"/>
            </p:cNvSpPr>
            <p:nvPr/>
          </p:nvSpPr>
          <p:spPr>
            <a:xfrm rot="-9882539">
              <a:off x="693110" y="106030"/>
              <a:ext cx="567312" cy="478416"/>
            </a:xfrm>
            <a:prstGeom prst="ellipse">
              <a:avLst/>
            </a:prstGeom>
            <a:gradFill>
              <a:gsLst>
                <a:gs pos="0">
                  <a:srgbClr val="515051">
                    <a:alpha val="4199"/>
                  </a:srgbClr>
                </a:gs>
                <a:gs pos="14286">
                  <a:srgbClr val="515051">
                    <a:alpha val="3866"/>
                  </a:srgbClr>
                </a:gs>
                <a:gs pos="28571">
                  <a:srgbClr val="515051">
                    <a:alpha val="3015"/>
                  </a:srgbClr>
                </a:gs>
                <a:gs pos="42857">
                  <a:srgbClr val="515051">
                    <a:alpha val="1988"/>
                  </a:srgbClr>
                </a:gs>
                <a:gs pos="57143">
                  <a:srgbClr val="515051">
                    <a:alpha val="1107"/>
                  </a:srgbClr>
                </a:gs>
                <a:gs pos="71429">
                  <a:srgbClr val="515051">
                    <a:alpha val="519"/>
                  </a:srgbClr>
                </a:gs>
                <a:gs pos="85714">
                  <a:srgbClr val="515051">
                    <a:alpha val="206"/>
                  </a:srgbClr>
                </a:gs>
                <a:gs pos="100000">
                  <a:srgbClr val="515051">
                    <a:alpha val="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2" name="Splat 1362"/>
            <p:cNvSpPr>
              <a:spLocks noGrp="1"/>
            </p:cNvSpPr>
            <p:nvPr/>
          </p:nvSpPr>
          <p:spPr>
            <a:xfrm rot="7261066">
              <a:off x="273671" y="29753"/>
              <a:ext cx="672588" cy="413223"/>
            </a:xfrm>
            <a:prstGeom prst="ellipse">
              <a:avLst/>
            </a:prstGeom>
            <a:gradFill>
              <a:gsLst>
                <a:gs pos="0">
                  <a:srgbClr val="000A01">
                    <a:alpha val="8536"/>
                  </a:srgbClr>
                </a:gs>
                <a:gs pos="14286">
                  <a:srgbClr val="000A01">
                    <a:alpha val="7873"/>
                  </a:srgbClr>
                </a:gs>
                <a:gs pos="28571">
                  <a:srgbClr val="000A01">
                    <a:alpha val="6169"/>
                  </a:srgbClr>
                </a:gs>
                <a:gs pos="42857">
                  <a:srgbClr val="000A01">
                    <a:alpha val="4090"/>
                  </a:srgbClr>
                </a:gs>
                <a:gs pos="57143">
                  <a:srgbClr val="000A01">
                    <a:alpha val="2288"/>
                  </a:srgbClr>
                </a:gs>
                <a:gs pos="71429">
                  <a:srgbClr val="000A01">
                    <a:alpha val="1077"/>
                  </a:srgbClr>
                </a:gs>
                <a:gs pos="85714">
                  <a:srgbClr val="000A01">
                    <a:alpha val="427"/>
                  </a:srgbClr>
                </a:gs>
                <a:gs pos="100000">
                  <a:srgbClr val="000A01">
                    <a:alpha val="1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3" name="Splat 1363"/>
            <p:cNvSpPr>
              <a:spLocks noGrp="1"/>
            </p:cNvSpPr>
            <p:nvPr/>
          </p:nvSpPr>
          <p:spPr>
            <a:xfrm rot="5378453">
              <a:off x="134054" y="71445"/>
              <a:ext cx="715763" cy="353503"/>
            </a:xfrm>
            <a:prstGeom prst="ellipse">
              <a:avLst/>
            </a:prstGeom>
            <a:gradFill>
              <a:gsLst>
                <a:gs pos="0">
                  <a:srgbClr val="7D7E7E">
                    <a:alpha val="3924"/>
                  </a:srgbClr>
                </a:gs>
                <a:gs pos="14286">
                  <a:srgbClr val="7D7E7E">
                    <a:alpha val="3612"/>
                  </a:srgbClr>
                </a:gs>
                <a:gs pos="28571">
                  <a:srgbClr val="7D7E7E">
                    <a:alpha val="2816"/>
                  </a:srgbClr>
                </a:gs>
                <a:gs pos="42857">
                  <a:srgbClr val="7D7E7E">
                    <a:alpha val="1856"/>
                  </a:srgbClr>
                </a:gs>
                <a:gs pos="57143">
                  <a:srgbClr val="7D7E7E">
                    <a:alpha val="1033"/>
                  </a:srgbClr>
                </a:gs>
                <a:gs pos="71429">
                  <a:srgbClr val="7D7E7E">
                    <a:alpha val="485"/>
                  </a:srgbClr>
                </a:gs>
                <a:gs pos="85714">
                  <a:srgbClr val="7D7E7E">
                    <a:alpha val="192"/>
                  </a:srgbClr>
                </a:gs>
                <a:gs pos="100000">
                  <a:srgbClr val="7D7E7E">
                    <a:alpha val="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4" name="Splat 1364"/>
            <p:cNvSpPr>
              <a:spLocks noGrp="1"/>
            </p:cNvSpPr>
            <p:nvPr/>
          </p:nvSpPr>
          <p:spPr>
            <a:xfrm rot="3819169">
              <a:off x="-55186" y="117498"/>
              <a:ext cx="614065" cy="511224"/>
            </a:xfrm>
            <a:prstGeom prst="ellipse">
              <a:avLst/>
            </a:prstGeom>
            <a:gradFill>
              <a:gsLst>
                <a:gs pos="0">
                  <a:srgbClr val="686767">
                    <a:alpha val="2200"/>
                  </a:srgbClr>
                </a:gs>
                <a:gs pos="14286">
                  <a:srgbClr val="686767">
                    <a:alpha val="2024"/>
                  </a:srgbClr>
                </a:gs>
                <a:gs pos="28571">
                  <a:srgbClr val="686767">
                    <a:alpha val="1575"/>
                  </a:srgbClr>
                </a:gs>
                <a:gs pos="42857">
                  <a:srgbClr val="686767">
                    <a:alpha val="1036"/>
                  </a:srgbClr>
                </a:gs>
                <a:gs pos="57143">
                  <a:srgbClr val="686767">
                    <a:alpha val="575"/>
                  </a:srgbClr>
                </a:gs>
                <a:gs pos="71429">
                  <a:srgbClr val="686767">
                    <a:alpha val="270"/>
                  </a:srgbClr>
                </a:gs>
                <a:gs pos="85714">
                  <a:srgbClr val="686767">
                    <a:alpha val="107"/>
                  </a:srgbClr>
                </a:gs>
                <a:gs pos="100000">
                  <a:srgbClr val="686767">
                    <a:alpha val="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5" name="Splat 1365"/>
            <p:cNvSpPr>
              <a:spLocks noGrp="1"/>
            </p:cNvSpPr>
            <p:nvPr/>
          </p:nvSpPr>
          <p:spPr>
            <a:xfrm rot="6002456">
              <a:off x="-268918" y="-14936"/>
              <a:ext cx="775534" cy="529168"/>
            </a:xfrm>
            <a:prstGeom prst="ellipse">
              <a:avLst/>
            </a:prstGeom>
            <a:gradFill>
              <a:gsLst>
                <a:gs pos="0">
                  <a:srgbClr val="000400">
                    <a:alpha val="1661"/>
                  </a:srgbClr>
                </a:gs>
                <a:gs pos="14286">
                  <a:srgbClr val="000400">
                    <a:alpha val="1527"/>
                  </a:srgbClr>
                </a:gs>
                <a:gs pos="28571">
                  <a:srgbClr val="000400">
                    <a:alpha val="1188"/>
                  </a:srgbClr>
                </a:gs>
                <a:gs pos="42857">
                  <a:srgbClr val="000400">
                    <a:alpha val="781"/>
                  </a:srgbClr>
                </a:gs>
                <a:gs pos="57143">
                  <a:srgbClr val="000400">
                    <a:alpha val="433"/>
                  </a:srgbClr>
                </a:gs>
                <a:gs pos="71429">
                  <a:srgbClr val="000400">
                    <a:alpha val="203"/>
                  </a:srgbClr>
                </a:gs>
                <a:gs pos="85714">
                  <a:srgbClr val="000400">
                    <a:alpha val="80"/>
                  </a:srgbClr>
                </a:gs>
                <a:gs pos="100000">
                  <a:srgbClr val="000400">
                    <a:alpha val="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6" name="Splat 1366"/>
            <p:cNvSpPr>
              <a:spLocks noGrp="1"/>
            </p:cNvSpPr>
            <p:nvPr/>
          </p:nvSpPr>
          <p:spPr>
            <a:xfrm rot="4006107">
              <a:off x="2617416" y="-150749"/>
              <a:ext cx="576039" cy="396821"/>
            </a:xfrm>
            <a:prstGeom prst="ellipse">
              <a:avLst/>
            </a:prstGeom>
            <a:gradFill>
              <a:gsLst>
                <a:gs pos="0">
                  <a:srgbClr val="909090">
                    <a:alpha val="6211"/>
                  </a:srgbClr>
                </a:gs>
                <a:gs pos="14286">
                  <a:srgbClr val="909090">
                    <a:alpha val="5723"/>
                  </a:srgbClr>
                </a:gs>
                <a:gs pos="28571">
                  <a:srgbClr val="909090">
                    <a:alpha val="4473"/>
                  </a:srgbClr>
                </a:gs>
                <a:gs pos="42857">
                  <a:srgbClr val="909090">
                    <a:alpha val="2957"/>
                  </a:srgbClr>
                </a:gs>
                <a:gs pos="57143">
                  <a:srgbClr val="909090">
                    <a:alpha val="1649"/>
                  </a:srgbClr>
                </a:gs>
                <a:gs pos="71429">
                  <a:srgbClr val="909090">
                    <a:alpha val="775"/>
                  </a:srgbClr>
                </a:gs>
                <a:gs pos="85714">
                  <a:srgbClr val="909090">
                    <a:alpha val="307"/>
                  </a:srgbClr>
                </a:gs>
                <a:gs pos="100000">
                  <a:srgbClr val="909090">
                    <a:alpha val="1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7" name="Splat 1367"/>
            <p:cNvSpPr>
              <a:spLocks noGrp="1"/>
            </p:cNvSpPr>
            <p:nvPr/>
          </p:nvSpPr>
          <p:spPr>
            <a:xfrm rot="9168872">
              <a:off x="2271091" y="-119968"/>
              <a:ext cx="746617" cy="442325"/>
            </a:xfrm>
            <a:prstGeom prst="ellipse">
              <a:avLst/>
            </a:prstGeom>
            <a:gradFill>
              <a:gsLst>
                <a:gs pos="0">
                  <a:srgbClr val="090004">
                    <a:alpha val="6263"/>
                  </a:srgbClr>
                </a:gs>
                <a:gs pos="14286">
                  <a:srgbClr val="090004">
                    <a:alpha val="5771"/>
                  </a:srgbClr>
                </a:gs>
                <a:gs pos="28571">
                  <a:srgbClr val="090004">
                    <a:alpha val="4510"/>
                  </a:srgbClr>
                </a:gs>
                <a:gs pos="42857">
                  <a:srgbClr val="090004">
                    <a:alpha val="2982"/>
                  </a:srgbClr>
                </a:gs>
                <a:gs pos="57143">
                  <a:srgbClr val="090004">
                    <a:alpha val="1663"/>
                  </a:srgbClr>
                </a:gs>
                <a:gs pos="71429">
                  <a:srgbClr val="090004">
                    <a:alpha val="782"/>
                  </a:srgbClr>
                </a:gs>
                <a:gs pos="85714">
                  <a:srgbClr val="090004">
                    <a:alpha val="310"/>
                  </a:srgbClr>
                </a:gs>
                <a:gs pos="100000">
                  <a:srgbClr val="090004">
                    <a:alpha val="1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8" name="Splat 1368"/>
            <p:cNvSpPr>
              <a:spLocks noGrp="1"/>
            </p:cNvSpPr>
            <p:nvPr/>
          </p:nvSpPr>
          <p:spPr>
            <a:xfrm rot="3345595">
              <a:off x="2217690" y="-59578"/>
              <a:ext cx="587848" cy="465137"/>
            </a:xfrm>
            <a:prstGeom prst="ellipse">
              <a:avLst/>
            </a:prstGeom>
            <a:gradFill>
              <a:gsLst>
                <a:gs pos="0">
                  <a:srgbClr val="050005">
                    <a:alpha val="2468"/>
                  </a:srgbClr>
                </a:gs>
                <a:gs pos="14286">
                  <a:srgbClr val="050005">
                    <a:alpha val="2271"/>
                  </a:srgbClr>
                </a:gs>
                <a:gs pos="28571">
                  <a:srgbClr val="050005">
                    <a:alpha val="1768"/>
                  </a:srgbClr>
                </a:gs>
                <a:gs pos="42857">
                  <a:srgbClr val="050005">
                    <a:alpha val="1163"/>
                  </a:srgbClr>
                </a:gs>
                <a:gs pos="57143">
                  <a:srgbClr val="050005">
                    <a:alpha val="646"/>
                  </a:srgbClr>
                </a:gs>
                <a:gs pos="71429">
                  <a:srgbClr val="050005">
                    <a:alpha val="303"/>
                  </a:srgbClr>
                </a:gs>
                <a:gs pos="85714">
                  <a:srgbClr val="050005">
                    <a:alpha val="120"/>
                  </a:srgbClr>
                </a:gs>
                <a:gs pos="100000">
                  <a:srgbClr val="050005">
                    <a:alpha val="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9" name="Splat 1369"/>
            <p:cNvSpPr>
              <a:spLocks noGrp="1"/>
            </p:cNvSpPr>
            <p:nvPr/>
          </p:nvSpPr>
          <p:spPr>
            <a:xfrm rot="8255697">
              <a:off x="1981465" y="17279"/>
              <a:ext cx="567262" cy="236462"/>
            </a:xfrm>
            <a:prstGeom prst="ellipse">
              <a:avLst/>
            </a:prstGeom>
            <a:gradFill>
              <a:gsLst>
                <a:gs pos="0">
                  <a:srgbClr val="000400">
                    <a:alpha val="11211"/>
                  </a:srgbClr>
                </a:gs>
                <a:gs pos="14286">
                  <a:srgbClr val="000400">
                    <a:alpha val="10353"/>
                  </a:srgbClr>
                </a:gs>
                <a:gs pos="28571">
                  <a:srgbClr val="000400">
                    <a:alpha val="8136"/>
                  </a:srgbClr>
                </a:gs>
                <a:gs pos="42857">
                  <a:srgbClr val="000400">
                    <a:alpha val="5414"/>
                  </a:srgbClr>
                </a:gs>
                <a:gs pos="57143">
                  <a:srgbClr val="000400">
                    <a:alpha val="3037"/>
                  </a:srgbClr>
                </a:gs>
                <a:gs pos="71429">
                  <a:srgbClr val="000400">
                    <a:alpha val="1433"/>
                  </a:srgbClr>
                </a:gs>
                <a:gs pos="85714">
                  <a:srgbClr val="000400">
                    <a:alpha val="569"/>
                  </a:srgbClr>
                </a:gs>
                <a:gs pos="100000">
                  <a:srgbClr val="000400">
                    <a:alpha val="1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0" name="Splat 1370"/>
            <p:cNvSpPr>
              <a:spLocks noGrp="1"/>
            </p:cNvSpPr>
            <p:nvPr/>
          </p:nvSpPr>
          <p:spPr>
            <a:xfrm rot="8258234">
              <a:off x="1784910" y="-22350"/>
              <a:ext cx="562443" cy="330038"/>
            </a:xfrm>
            <a:prstGeom prst="ellipse">
              <a:avLst/>
            </a:prstGeom>
            <a:gradFill>
              <a:gsLst>
                <a:gs pos="0">
                  <a:srgbClr val="030401">
                    <a:alpha val="13199"/>
                  </a:srgbClr>
                </a:gs>
                <a:gs pos="14286">
                  <a:srgbClr val="030401">
                    <a:alpha val="12200"/>
                  </a:srgbClr>
                </a:gs>
                <a:gs pos="28571">
                  <a:srgbClr val="030401">
                    <a:alpha val="9608"/>
                  </a:srgbClr>
                </a:gs>
                <a:gs pos="42857">
                  <a:srgbClr val="030401">
                    <a:alpha val="6411"/>
                  </a:srgbClr>
                </a:gs>
                <a:gs pos="57143">
                  <a:srgbClr val="030401">
                    <a:alpha val="3605"/>
                  </a:srgbClr>
                </a:gs>
                <a:gs pos="71429">
                  <a:srgbClr val="030401">
                    <a:alpha val="1704"/>
                  </a:srgbClr>
                </a:gs>
                <a:gs pos="85714">
                  <a:srgbClr val="030401">
                    <a:alpha val="677"/>
                  </a:srgbClr>
                </a:gs>
                <a:gs pos="100000">
                  <a:srgbClr val="030401">
                    <a:alpha val="2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1" name="Splat 1371"/>
            <p:cNvSpPr>
              <a:spLocks noGrp="1"/>
            </p:cNvSpPr>
            <p:nvPr/>
          </p:nvSpPr>
          <p:spPr>
            <a:xfrm rot="7114541">
              <a:off x="1434696" y="-209700"/>
              <a:ext cx="689191" cy="435014"/>
            </a:xfrm>
            <a:prstGeom prst="ellipse">
              <a:avLst/>
            </a:prstGeom>
            <a:gradFill>
              <a:gsLst>
                <a:gs pos="0">
                  <a:srgbClr val="9FA0A0">
                    <a:alpha val="3564"/>
                  </a:srgbClr>
                </a:gs>
                <a:gs pos="14286">
                  <a:srgbClr val="9FA0A0">
                    <a:alpha val="3280"/>
                  </a:srgbClr>
                </a:gs>
                <a:gs pos="28571">
                  <a:srgbClr val="9FA0A0">
                    <a:alpha val="2556"/>
                  </a:srgbClr>
                </a:gs>
                <a:gs pos="42857">
                  <a:srgbClr val="9FA0A0">
                    <a:alpha val="1684"/>
                  </a:srgbClr>
                </a:gs>
                <a:gs pos="57143">
                  <a:srgbClr val="9FA0A0">
                    <a:alpha val="937"/>
                  </a:srgbClr>
                </a:gs>
                <a:gs pos="71429">
                  <a:srgbClr val="9FA0A0">
                    <a:alpha val="440"/>
                  </a:srgbClr>
                </a:gs>
                <a:gs pos="85714">
                  <a:srgbClr val="9FA0A0">
                    <a:alpha val="174"/>
                  </a:srgbClr>
                </a:gs>
                <a:gs pos="100000">
                  <a:srgbClr val="9FA0A0">
                    <a:alpha val="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2" name="Splat 1372"/>
            <p:cNvSpPr>
              <a:spLocks noGrp="1"/>
            </p:cNvSpPr>
            <p:nvPr/>
          </p:nvSpPr>
          <p:spPr>
            <a:xfrm rot="3630702">
              <a:off x="1225229" y="-140671"/>
              <a:ext cx="692180" cy="490603"/>
            </a:xfrm>
            <a:prstGeom prst="ellipse">
              <a:avLst/>
            </a:prstGeom>
            <a:gradFill>
              <a:gsLst>
                <a:gs pos="0">
                  <a:srgbClr val="030003">
                    <a:alpha val="15882"/>
                  </a:srgbClr>
                </a:gs>
                <a:gs pos="14286">
                  <a:srgbClr val="030003">
                    <a:alpha val="14697"/>
                  </a:srgbClr>
                </a:gs>
                <a:gs pos="28571">
                  <a:srgbClr val="030003">
                    <a:alpha val="11611"/>
                  </a:srgbClr>
                </a:gs>
                <a:gs pos="42857">
                  <a:srgbClr val="030003">
                    <a:alpha val="7777"/>
                  </a:srgbClr>
                </a:gs>
                <a:gs pos="57143">
                  <a:srgbClr val="030003">
                    <a:alpha val="4387"/>
                  </a:srgbClr>
                </a:gs>
                <a:gs pos="71429">
                  <a:srgbClr val="030003">
                    <a:alpha val="2078"/>
                  </a:srgbClr>
                </a:gs>
                <a:gs pos="85714">
                  <a:srgbClr val="030003">
                    <a:alpha val="827"/>
                  </a:srgbClr>
                </a:gs>
                <a:gs pos="100000">
                  <a:srgbClr val="030003">
                    <a:alpha val="2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3" name="Splat 1373"/>
            <p:cNvSpPr>
              <a:spLocks noGrp="1"/>
            </p:cNvSpPr>
            <p:nvPr/>
          </p:nvSpPr>
          <p:spPr>
            <a:xfrm rot="10006614">
              <a:off x="1105281" y="-192501"/>
              <a:ext cx="603512" cy="422175"/>
            </a:xfrm>
            <a:prstGeom prst="ellipse">
              <a:avLst/>
            </a:prstGeom>
            <a:gradFill>
              <a:gsLst>
                <a:gs pos="0">
                  <a:srgbClr val="070006">
                    <a:alpha val="11273"/>
                  </a:srgbClr>
                </a:gs>
                <a:gs pos="14286">
                  <a:srgbClr val="070006">
                    <a:alpha val="10410"/>
                  </a:srgbClr>
                </a:gs>
                <a:gs pos="28571">
                  <a:srgbClr val="070006">
                    <a:alpha val="8181"/>
                  </a:srgbClr>
                </a:gs>
                <a:gs pos="42857">
                  <a:srgbClr val="070006">
                    <a:alpha val="5445"/>
                  </a:srgbClr>
                </a:gs>
                <a:gs pos="57143">
                  <a:srgbClr val="070006">
                    <a:alpha val="3055"/>
                  </a:srgbClr>
                </a:gs>
                <a:gs pos="71429">
                  <a:srgbClr val="070006">
                    <a:alpha val="1442"/>
                  </a:srgbClr>
                </a:gs>
                <a:gs pos="85714">
                  <a:srgbClr val="070006">
                    <a:alpha val="573"/>
                  </a:srgbClr>
                </a:gs>
                <a:gs pos="100000">
                  <a:srgbClr val="070006">
                    <a:alpha val="1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4" name="Splat 1374"/>
            <p:cNvSpPr>
              <a:spLocks noGrp="1"/>
            </p:cNvSpPr>
            <p:nvPr/>
          </p:nvSpPr>
          <p:spPr>
            <a:xfrm rot="-8292663">
              <a:off x="830825" y="-137724"/>
              <a:ext cx="741940" cy="449420"/>
            </a:xfrm>
            <a:prstGeom prst="ellipse">
              <a:avLst/>
            </a:prstGeom>
            <a:gradFill>
              <a:gsLst>
                <a:gs pos="0">
                  <a:srgbClr val="8C8C8C">
                    <a:alpha val="4818"/>
                  </a:srgbClr>
                </a:gs>
                <a:gs pos="14286">
                  <a:srgbClr val="8C8C8C">
                    <a:alpha val="4437"/>
                  </a:srgbClr>
                </a:gs>
                <a:gs pos="28571">
                  <a:srgbClr val="8C8C8C">
                    <a:alpha val="3462"/>
                  </a:srgbClr>
                </a:gs>
                <a:gs pos="42857">
                  <a:srgbClr val="8C8C8C">
                    <a:alpha val="2285"/>
                  </a:srgbClr>
                </a:gs>
                <a:gs pos="57143">
                  <a:srgbClr val="8C8C8C">
                    <a:alpha val="1273"/>
                  </a:srgbClr>
                </a:gs>
                <a:gs pos="71429">
                  <a:srgbClr val="8C8C8C">
                    <a:alpha val="598"/>
                  </a:srgbClr>
                </a:gs>
                <a:gs pos="85714">
                  <a:srgbClr val="8C8C8C">
                    <a:alpha val="237"/>
                  </a:srgbClr>
                </a:gs>
                <a:gs pos="100000">
                  <a:srgbClr val="8C8C8C">
                    <a:alpha val="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5" name="Splat 1375"/>
            <p:cNvSpPr>
              <a:spLocks noGrp="1"/>
            </p:cNvSpPr>
            <p:nvPr/>
          </p:nvSpPr>
          <p:spPr>
            <a:xfrm rot="9350898">
              <a:off x="104382" y="-146165"/>
              <a:ext cx="722742" cy="564943"/>
            </a:xfrm>
            <a:prstGeom prst="ellipse">
              <a:avLst/>
            </a:prstGeom>
            <a:gradFill>
              <a:gsLst>
                <a:gs pos="0">
                  <a:srgbClr val="20211B">
                    <a:alpha val="3084"/>
                  </a:srgbClr>
                </a:gs>
                <a:gs pos="14286">
                  <a:srgbClr val="20211B">
                    <a:alpha val="2838"/>
                  </a:srgbClr>
                </a:gs>
                <a:gs pos="28571">
                  <a:srgbClr val="20211B">
                    <a:alpha val="2211"/>
                  </a:srgbClr>
                </a:gs>
                <a:gs pos="42857">
                  <a:srgbClr val="20211B">
                    <a:alpha val="1456"/>
                  </a:srgbClr>
                </a:gs>
                <a:gs pos="57143">
                  <a:srgbClr val="20211B">
                    <a:alpha val="809"/>
                  </a:srgbClr>
                </a:gs>
                <a:gs pos="71429">
                  <a:srgbClr val="20211B">
                    <a:alpha val="380"/>
                  </a:srgbClr>
                </a:gs>
                <a:gs pos="85714">
                  <a:srgbClr val="20211B">
                    <a:alpha val="150"/>
                  </a:srgbClr>
                </a:gs>
                <a:gs pos="100000">
                  <a:srgbClr val="20211B">
                    <a:alpha val="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6" name="Splat 1376"/>
            <p:cNvSpPr>
              <a:spLocks noGrp="1"/>
            </p:cNvSpPr>
            <p:nvPr/>
          </p:nvSpPr>
          <p:spPr>
            <a:xfrm rot="-10664166">
              <a:off x="-171597" y="-267921"/>
              <a:ext cx="737282" cy="628840"/>
            </a:xfrm>
            <a:prstGeom prst="ellipse">
              <a:avLst/>
            </a:prstGeom>
            <a:gradFill>
              <a:gsLst>
                <a:gs pos="0">
                  <a:srgbClr val="000805">
                    <a:alpha val="2073"/>
                  </a:srgbClr>
                </a:gs>
                <a:gs pos="14286">
                  <a:srgbClr val="000805">
                    <a:alpha val="1907"/>
                  </a:srgbClr>
                </a:gs>
                <a:gs pos="28571">
                  <a:srgbClr val="000805">
                    <a:alpha val="1484"/>
                  </a:srgbClr>
                </a:gs>
                <a:gs pos="42857">
                  <a:srgbClr val="000805">
                    <a:alpha val="976"/>
                  </a:srgbClr>
                </a:gs>
                <a:gs pos="57143">
                  <a:srgbClr val="000805">
                    <a:alpha val="542"/>
                  </a:srgbClr>
                </a:gs>
                <a:gs pos="71429">
                  <a:srgbClr val="000805">
                    <a:alpha val="254"/>
                  </a:srgbClr>
                </a:gs>
                <a:gs pos="85714">
                  <a:srgbClr val="000805">
                    <a:alpha val="101"/>
                  </a:srgbClr>
                </a:gs>
                <a:gs pos="100000">
                  <a:srgbClr val="000805">
                    <a:alpha val="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7" name="Splat 1377"/>
            <p:cNvSpPr>
              <a:spLocks noGrp="1"/>
            </p:cNvSpPr>
            <p:nvPr/>
          </p:nvSpPr>
          <p:spPr>
            <a:xfrm rot="-9947407">
              <a:off x="-90111" y="-59548"/>
              <a:ext cx="498691" cy="278140"/>
            </a:xfrm>
            <a:prstGeom prst="ellipse">
              <a:avLst/>
            </a:prstGeom>
            <a:gradFill>
              <a:gsLst>
                <a:gs pos="0">
                  <a:srgbClr val="707170">
                    <a:alpha val="7725"/>
                  </a:srgbClr>
                </a:gs>
                <a:gs pos="14286">
                  <a:srgbClr val="707170">
                    <a:alpha val="7123"/>
                  </a:srgbClr>
                </a:gs>
                <a:gs pos="28571">
                  <a:srgbClr val="707170">
                    <a:alpha val="5576"/>
                  </a:srgbClr>
                </a:gs>
                <a:gs pos="42857">
                  <a:srgbClr val="707170">
                    <a:alpha val="3693"/>
                  </a:srgbClr>
                </a:gs>
                <a:gs pos="57143">
                  <a:srgbClr val="707170">
                    <a:alpha val="2064"/>
                  </a:srgbClr>
                </a:gs>
                <a:gs pos="71429">
                  <a:srgbClr val="707170">
                    <a:alpha val="971"/>
                  </a:srgbClr>
                </a:gs>
                <a:gs pos="85714">
                  <a:srgbClr val="707170">
                    <a:alpha val="385"/>
                  </a:srgbClr>
                </a:gs>
                <a:gs pos="100000">
                  <a:srgbClr val="707170">
                    <a:alpha val="1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platThis Theme">
  <a:themeElements>
    <a:clrScheme name="SplatThis">
      <a:dk1>
        <a:sysClr val="windowText" lastClr="000000"/>
      </a:dk1>
      <a:lt1>
        <a:sysClr val="window" lastClr="FFFFFF"/>
      </a:lt1>
      <a:dk2>
        <a:srgbClr val="1F1F1F"/>
      </a:dk2>
      <a:lt2>
        <a:srgbClr val="F2F2F2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platThi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SplatTh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  <a:ln w="19050" cap="flat" cmpd="sng" algn="ctr">
          <a:solidFill>
            <a:schemeClr val="phClr"/>
          </a:solidFill>
        </a:ln>
        <a:ln w="38100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SplatThis</Application>
  <Slides>1</Slides>
  <PresentationFormat>Custom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SplatThis Export</dc:title>
  <dc:creator>SplatThis</dc:creator>
  <cp:lastModifiedBy>SplatThis</cp:lastModifiedBy>
  <dcterms:created xsi:type="dcterms:W3CDTF">2026-08-02T14:58:26Z</dcterms:created>
  <dcterms:modified xsi:type="dcterms:W3CDTF">2026-08-02T14:58:26Z</dcterms:modified>
</cp:coreProperties>
</file>